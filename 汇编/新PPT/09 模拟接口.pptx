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handoutMasterIdLst>
    <p:handoutMasterId r:id="rId10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72" r:id="rId101"/>
    <p:sldId id="373" r:id="rId102"/>
    <p:sldId id="374" r:id="rId10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940" userDrawn="1">
          <p15:clr>
            <a:srgbClr val="A4A3A4"/>
          </p15:clr>
        </p15:guide>
        <p15:guide id="2" pos="21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3" d="100"/>
          <a:sy n="93" d="100"/>
        </p:scale>
        <p:origin x="1600" y="76"/>
      </p:cViewPr>
      <p:guideLst>
        <p:guide orient="horz" pos="2940"/>
        <p:guide pos="218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6905979" y="0"/>
            <a:ext cx="5283200" cy="258068"/>
          </a:xfrm>
          <a:prstGeom prst="rect">
            <a:avLst/>
          </a:prstGeom>
        </p:spPr>
        <p:txBody>
          <a:bodyPr vert="horz" lIns="91440" tIns="45720" rIns="91440" bIns="45720" rtlCol="0"/>
          <a:lstStyle>
            <a:lvl1pPr algn="r">
              <a:defRPr sz="675"/>
            </a:lvl1pPr>
          </a:lstStyle>
          <a:p>
            <a:fld id="{696C064A-D61B-4B21-B757-51A9B82445B8}" type="datetimeFigureOut">
              <a:rPr lang="en-US" smtClean="0"/>
              <a:t>12/26/2024</a:t>
            </a:fld>
            <a:endParaRPr lang="en-US"/>
          </a:p>
        </p:txBody>
      </p:sp>
      <p:sp>
        <p:nvSpPr>
          <p:cNvPr id="4" name="Footer Placeholder 3"/>
          <p:cNvSpPr>
            <a:spLocks noGrp="1"/>
          </p:cNvSpPr>
          <p:nvPr>
            <p:ph type="ftr" sz="quarter" idx="2"/>
          </p:nvPr>
        </p:nvSpPr>
        <p:spPr>
          <a:xfrm>
            <a:off x="0" y="4885432"/>
            <a:ext cx="5283200" cy="258068"/>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6905979" y="4885432"/>
            <a:ext cx="5283200" cy="258068"/>
          </a:xfrm>
          <a:prstGeom prst="rect">
            <a:avLst/>
          </a:prstGeom>
        </p:spPr>
        <p:txBody>
          <a:bodyPr vert="horz" lIns="91440" tIns="45720" rIns="91440" bIns="45720" rtlCol="0" anchor="b"/>
          <a:lstStyle>
            <a:lvl1pPr algn="r">
              <a:defRPr sz="675"/>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3EFD42F7-718C-4B98-AAEC-167E6DDD60A7}" type="datetimeFigureOut">
              <a:rPr lang="en-US" smtClean="0"/>
              <a:t>12/26/2024</a:t>
            </a:fld>
            <a:endParaRPr lang="en-US"/>
          </a:p>
        </p:txBody>
      </p:sp>
      <p:sp>
        <p:nvSpPr>
          <p:cNvPr id="4" name="Slide Image Placeholder 3"/>
          <p:cNvSpPr>
            <a:spLocks noGrp="1" noRot="1" noChangeAspect="1"/>
          </p:cNvSpPr>
          <p:nvPr>
            <p:ph type="sldImg" idx="2"/>
          </p:nvPr>
        </p:nvSpPr>
        <p:spPr>
          <a:xfrm>
            <a:off x="4552950"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65277" y="151244"/>
            <a:ext cx="2553970" cy="451484"/>
          </a:xfrm>
          <a:prstGeom prst="rect">
            <a:avLst/>
          </a:prstGeom>
        </p:spPr>
        <p:txBody>
          <a:bodyPr wrap="square" lIns="0" tIns="0" rIns="0" bIns="0">
            <a:spAutoFit/>
          </a:bodyPr>
          <a:lstStyle>
            <a:lvl1pPr>
              <a:defRPr sz="2800" b="0" i="0">
                <a:solidFill>
                  <a:srgbClr val="0000CC"/>
                </a:solidFill>
                <a:latin typeface="Noto Sans Mono CJK HK"/>
                <a:cs typeface="Noto Sans Mono CJK HK"/>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6" name="Holder 6"/>
          <p:cNvSpPr>
            <a:spLocks noGrp="1"/>
          </p:cNvSpPr>
          <p:nvPr>
            <p:ph type="sldNum" sz="quarter" idx="7"/>
          </p:nvPr>
        </p:nvSpPr>
        <p:spPr/>
        <p:txBody>
          <a:bodyPr lIns="0" tIns="0" rIns="0" bIns="0"/>
          <a:lstStyle>
            <a:lvl1pPr>
              <a:defRPr sz="1800" b="0" i="0">
                <a:solidFill>
                  <a:schemeClr val="hlink"/>
                </a:solidFill>
                <a:latin typeface="Times New Roman" panose="02020603050405020304"/>
                <a:cs typeface="Times New Roman" panose="02020603050405020304"/>
              </a:defRPr>
            </a:lvl1pPr>
          </a:lstStyle>
          <a:p>
            <a:pPr marL="95250">
              <a:lnSpc>
                <a:spcPts val="206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0000CC"/>
                </a:solidFill>
                <a:latin typeface="Noto Sans Mono CJK HK"/>
                <a:cs typeface="Noto Sans Mono CJK H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6" name="Holder 6"/>
          <p:cNvSpPr>
            <a:spLocks noGrp="1"/>
          </p:cNvSpPr>
          <p:nvPr>
            <p:ph type="sldNum" sz="quarter" idx="7"/>
          </p:nvPr>
        </p:nvSpPr>
        <p:spPr/>
        <p:txBody>
          <a:bodyPr lIns="0" tIns="0" rIns="0" bIns="0"/>
          <a:lstStyle>
            <a:lvl1pPr>
              <a:defRPr sz="1800" b="0" i="0">
                <a:solidFill>
                  <a:schemeClr val="hlink"/>
                </a:solidFill>
                <a:latin typeface="Times New Roman" panose="02020603050405020304"/>
                <a:cs typeface="Times New Roman" panose="02020603050405020304"/>
              </a:defRPr>
            </a:lvl1pPr>
          </a:lstStyle>
          <a:p>
            <a:pPr marL="95250">
              <a:lnSpc>
                <a:spcPts val="206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0000CC"/>
                </a:solidFill>
                <a:latin typeface="Noto Sans Mono CJK HK"/>
                <a:cs typeface="Noto Sans Mono CJK HK"/>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7" name="Holder 7"/>
          <p:cNvSpPr>
            <a:spLocks noGrp="1"/>
          </p:cNvSpPr>
          <p:nvPr>
            <p:ph type="sldNum" sz="quarter" idx="7"/>
          </p:nvPr>
        </p:nvSpPr>
        <p:spPr/>
        <p:txBody>
          <a:bodyPr lIns="0" tIns="0" rIns="0" bIns="0"/>
          <a:lstStyle>
            <a:lvl1pPr>
              <a:defRPr sz="1800" b="0" i="0">
                <a:solidFill>
                  <a:schemeClr val="hlink"/>
                </a:solidFill>
                <a:latin typeface="Times New Roman" panose="02020603050405020304"/>
                <a:cs typeface="Times New Roman" panose="02020603050405020304"/>
              </a:defRPr>
            </a:lvl1pPr>
          </a:lstStyle>
          <a:p>
            <a:pPr marL="95250">
              <a:lnSpc>
                <a:spcPts val="206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0000CC"/>
                </a:solidFill>
                <a:latin typeface="Noto Sans Mono CJK HK"/>
                <a:cs typeface="Noto Sans Mono CJK H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5" name="Holder 5"/>
          <p:cNvSpPr>
            <a:spLocks noGrp="1"/>
          </p:cNvSpPr>
          <p:nvPr>
            <p:ph type="sldNum" sz="quarter" idx="7"/>
          </p:nvPr>
        </p:nvSpPr>
        <p:spPr/>
        <p:txBody>
          <a:bodyPr lIns="0" tIns="0" rIns="0" bIns="0"/>
          <a:lstStyle>
            <a:lvl1pPr>
              <a:defRPr sz="1800" b="0" i="0">
                <a:solidFill>
                  <a:schemeClr val="hlink"/>
                </a:solidFill>
                <a:latin typeface="Times New Roman" panose="02020603050405020304"/>
                <a:cs typeface="Times New Roman" panose="02020603050405020304"/>
              </a:defRPr>
            </a:lvl1pPr>
          </a:lstStyle>
          <a:p>
            <a:pPr marL="95250">
              <a:lnSpc>
                <a:spcPts val="206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4" name="Holder 4"/>
          <p:cNvSpPr>
            <a:spLocks noGrp="1"/>
          </p:cNvSpPr>
          <p:nvPr>
            <p:ph type="sldNum" sz="quarter" idx="7"/>
          </p:nvPr>
        </p:nvSpPr>
        <p:spPr/>
        <p:txBody>
          <a:bodyPr lIns="0" tIns="0" rIns="0" bIns="0"/>
          <a:lstStyle>
            <a:lvl1pPr>
              <a:defRPr sz="1800" b="0" i="0">
                <a:solidFill>
                  <a:schemeClr val="hlink"/>
                </a:solidFill>
                <a:latin typeface="Times New Roman" panose="02020603050405020304"/>
                <a:cs typeface="Times New Roman" panose="02020603050405020304"/>
              </a:defRPr>
            </a:lvl1pPr>
          </a:lstStyle>
          <a:p>
            <a:pPr marL="95250">
              <a:lnSpc>
                <a:spcPts val="206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73152" y="729995"/>
            <a:ext cx="6731508" cy="178308"/>
          </a:xfrm>
          <a:prstGeom prst="rect">
            <a:avLst/>
          </a:prstGeom>
        </p:spPr>
      </p:pic>
      <p:pic>
        <p:nvPicPr>
          <p:cNvPr id="17" name="bg object 17"/>
          <p:cNvPicPr/>
          <p:nvPr/>
        </p:nvPicPr>
        <p:blipFill>
          <a:blip r:embed="rId7" cstate="print"/>
          <a:stretch>
            <a:fillRect/>
          </a:stretch>
        </p:blipFill>
        <p:spPr>
          <a:xfrm>
            <a:off x="2339339" y="6199632"/>
            <a:ext cx="6731508" cy="185928"/>
          </a:xfrm>
          <a:prstGeom prst="rect">
            <a:avLst/>
          </a:prstGeom>
        </p:spPr>
      </p:pic>
      <p:sp>
        <p:nvSpPr>
          <p:cNvPr id="2" name="Holder 2"/>
          <p:cNvSpPr>
            <a:spLocks noGrp="1"/>
          </p:cNvSpPr>
          <p:nvPr>
            <p:ph type="title"/>
          </p:nvPr>
        </p:nvSpPr>
        <p:spPr>
          <a:xfrm>
            <a:off x="419569" y="191401"/>
            <a:ext cx="5260975" cy="451484"/>
          </a:xfrm>
          <a:prstGeom prst="rect">
            <a:avLst/>
          </a:prstGeom>
        </p:spPr>
        <p:txBody>
          <a:bodyPr wrap="square" lIns="0" tIns="0" rIns="0" bIns="0">
            <a:spAutoFit/>
          </a:bodyPr>
          <a:lstStyle>
            <a:lvl1pPr>
              <a:defRPr sz="2800" b="0" i="0">
                <a:solidFill>
                  <a:srgbClr val="0000CC"/>
                </a:solidFill>
                <a:latin typeface="Noto Sans Mono CJK HK"/>
                <a:cs typeface="Noto Sans Mono CJK HK"/>
              </a:defRPr>
            </a:lvl1pPr>
          </a:lstStyle>
          <a:p>
            <a:endParaRPr/>
          </a:p>
        </p:txBody>
      </p:sp>
      <p:sp>
        <p:nvSpPr>
          <p:cNvPr id="3" name="Holder 3"/>
          <p:cNvSpPr>
            <a:spLocks noGrp="1"/>
          </p:cNvSpPr>
          <p:nvPr>
            <p:ph type="body" idx="1"/>
          </p:nvPr>
        </p:nvSpPr>
        <p:spPr>
          <a:xfrm>
            <a:off x="478790" y="1066095"/>
            <a:ext cx="6906259" cy="252602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6" name="Holder 6"/>
          <p:cNvSpPr>
            <a:spLocks noGrp="1"/>
          </p:cNvSpPr>
          <p:nvPr>
            <p:ph type="sldNum" sz="quarter" idx="7"/>
          </p:nvPr>
        </p:nvSpPr>
        <p:spPr>
          <a:xfrm>
            <a:off x="8319769" y="6484111"/>
            <a:ext cx="431800" cy="278765"/>
          </a:xfrm>
          <a:prstGeom prst="rect">
            <a:avLst/>
          </a:prstGeom>
        </p:spPr>
        <p:txBody>
          <a:bodyPr wrap="square" lIns="0" tIns="0" rIns="0" bIns="0">
            <a:spAutoFit/>
          </a:bodyPr>
          <a:lstStyle>
            <a:lvl1pPr>
              <a:defRPr sz="1800" b="0" i="0">
                <a:solidFill>
                  <a:schemeClr val="hlink"/>
                </a:solidFill>
                <a:latin typeface="Times New Roman" panose="02020603050405020304"/>
                <a:cs typeface="Times New Roman" panose="02020603050405020304"/>
              </a:defRPr>
            </a:lvl1pPr>
          </a:lstStyle>
          <a:p>
            <a:pPr marL="95250">
              <a:lnSpc>
                <a:spcPts val="206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3.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35.png"/><Relationship Id="rId16" Type="http://schemas.openxmlformats.org/officeDocument/2006/relationships/image" Target="../media/image48.png"/><Relationship Id="rId1" Type="http://schemas.openxmlformats.org/officeDocument/2006/relationships/slideLayout" Target="../slideLayouts/slideLayout5.xml"/><Relationship Id="rId6" Type="http://schemas.openxmlformats.org/officeDocument/2006/relationships/image" Target="../media/image39.png"/><Relationship Id="rId11" Type="http://schemas.openxmlformats.org/officeDocument/2006/relationships/image" Target="../media/image50.png"/><Relationship Id="rId5" Type="http://schemas.openxmlformats.org/officeDocument/2006/relationships/image" Target="../media/image38.png"/><Relationship Id="rId15" Type="http://schemas.openxmlformats.org/officeDocument/2006/relationships/image" Target="../media/image52.png"/><Relationship Id="rId10" Type="http://schemas.openxmlformats.org/officeDocument/2006/relationships/image" Target="../media/image49.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51.png"/></Relationships>
</file>

<file path=ppt/slides/_rels/slide19.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3.pn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2.png"/><Relationship Id="rId2" Type="http://schemas.openxmlformats.org/officeDocument/2006/relationships/image" Target="../media/image53.png"/><Relationship Id="rId1" Type="http://schemas.openxmlformats.org/officeDocument/2006/relationships/slideLayout" Target="../slideLayouts/slideLayout5.xml"/><Relationship Id="rId6" Type="http://schemas.openxmlformats.org/officeDocument/2006/relationships/image" Target="../media/image57.png"/><Relationship Id="rId11" Type="http://schemas.openxmlformats.org/officeDocument/2006/relationships/image" Target="../media/image61.png"/><Relationship Id="rId5" Type="http://schemas.openxmlformats.org/officeDocument/2006/relationships/image" Target="../media/image56.png"/><Relationship Id="rId15" Type="http://schemas.openxmlformats.org/officeDocument/2006/relationships/image" Target="../media/image65.png"/><Relationship Id="rId10" Type="http://schemas.openxmlformats.org/officeDocument/2006/relationships/image" Target="../media/image43.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4.png"/></Relationships>
</file>

<file path=ppt/slides/_rels/slide20.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slide" Target="slide23.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25.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 Target="slide58.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7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jpeg"/><Relationship Id="rId1" Type="http://schemas.openxmlformats.org/officeDocument/2006/relationships/slideLayout" Target="../slideLayouts/slideLayout4.xml"/><Relationship Id="rId5" Type="http://schemas.openxmlformats.org/officeDocument/2006/relationships/image" Target="../media/image114.png"/><Relationship Id="rId4" Type="http://schemas.openxmlformats.org/officeDocument/2006/relationships/image" Target="../media/image11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image" Target="../media/image119.jpeg"/><Relationship Id="rId1" Type="http://schemas.openxmlformats.org/officeDocument/2006/relationships/slideLayout" Target="../slideLayouts/slideLayout4.xml"/><Relationship Id="rId5" Type="http://schemas.openxmlformats.org/officeDocument/2006/relationships/image" Target="../media/image122.jpeg"/><Relationship Id="rId4" Type="http://schemas.openxmlformats.org/officeDocument/2006/relationships/image" Target="../media/image121.jpeg"/></Relationships>
</file>

<file path=ppt/slides/_rels/slide8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23.jpe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9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slide" Target="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28.jpeg"/><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130.jpe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slide" Target="slide9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 Id="rId4" Type="http://schemas.openxmlformats.org/officeDocument/2006/relationships/image" Target="../media/image134.jpeg"/></Relationships>
</file>

<file path=ppt/slides/_rels/slide9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44.jpeg"/><Relationship Id="rId5" Type="http://schemas.openxmlformats.org/officeDocument/2006/relationships/image" Target="../media/image143.png"/><Relationship Id="rId4" Type="http://schemas.openxmlformats.org/officeDocument/2006/relationships/image" Target="../media/image142.png"/></Relationships>
</file>

<file path=ppt/slides/_rels/slide102.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0.png"/><Relationship Id="rId1" Type="http://schemas.openxmlformats.org/officeDocument/2006/relationships/slideLayout" Target="../slideLayouts/slideLayout2.xml"/><Relationship Id="rId5" Type="http://schemas.openxmlformats.org/officeDocument/2006/relationships/image" Target="../media/image143.png"/><Relationship Id="rId4" Type="http://schemas.openxmlformats.org/officeDocument/2006/relationships/image" Target="../media/image146.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5567" y="2247900"/>
            <a:ext cx="6731508" cy="178308"/>
          </a:xfrm>
          <a:prstGeom prst="rect">
            <a:avLst/>
          </a:prstGeom>
        </p:spPr>
      </p:pic>
      <p:pic>
        <p:nvPicPr>
          <p:cNvPr id="3" name="object 3"/>
          <p:cNvPicPr/>
          <p:nvPr/>
        </p:nvPicPr>
        <p:blipFill>
          <a:blip r:embed="rId2" cstate="print"/>
          <a:stretch>
            <a:fillRect/>
          </a:stretch>
        </p:blipFill>
        <p:spPr>
          <a:xfrm>
            <a:off x="1115567" y="3723132"/>
            <a:ext cx="6731508" cy="185927"/>
          </a:xfrm>
          <a:prstGeom prst="rect">
            <a:avLst/>
          </a:prstGeom>
        </p:spPr>
      </p:pic>
      <p:sp>
        <p:nvSpPr>
          <p:cNvPr id="4" name="object 4"/>
          <p:cNvSpPr txBox="1">
            <a:spLocks noGrp="1"/>
          </p:cNvSpPr>
          <p:nvPr>
            <p:ph type="title"/>
          </p:nvPr>
        </p:nvSpPr>
        <p:spPr>
          <a:xfrm>
            <a:off x="2182812" y="2688590"/>
            <a:ext cx="4597400" cy="751205"/>
          </a:xfrm>
          <a:prstGeom prst="rect">
            <a:avLst/>
          </a:prstGeom>
        </p:spPr>
        <p:txBody>
          <a:bodyPr vert="horz" wrap="square" lIns="0" tIns="12700" rIns="0" bIns="0" rtlCol="0">
            <a:spAutoFit/>
          </a:bodyPr>
          <a:lstStyle/>
          <a:p>
            <a:pPr marL="12700">
              <a:lnSpc>
                <a:spcPct val="100000"/>
              </a:lnSpc>
              <a:spcBef>
                <a:spcPts val="100"/>
              </a:spcBef>
              <a:tabLst>
                <a:tab pos="2145665" algn="l"/>
              </a:tabLst>
            </a:pPr>
            <a:r>
              <a:rPr sz="4800" dirty="0">
                <a:solidFill>
                  <a:srgbClr val="0000FF"/>
                </a:solidFill>
                <a:latin typeface="Noto Sans CJK HK"/>
                <a:cs typeface="Noto Sans CJK HK"/>
              </a:rPr>
              <a:t>第</a:t>
            </a:r>
            <a:r>
              <a:rPr sz="4800" dirty="0">
                <a:solidFill>
                  <a:srgbClr val="0000FF"/>
                </a:solidFill>
                <a:latin typeface="Times New Roman" panose="02020603050405020304"/>
                <a:cs typeface="Times New Roman" panose="02020603050405020304"/>
              </a:rPr>
              <a:t>9</a:t>
            </a:r>
            <a:r>
              <a:rPr sz="4800" spc="-50" dirty="0">
                <a:solidFill>
                  <a:srgbClr val="0000FF"/>
                </a:solidFill>
                <a:latin typeface="Noto Sans CJK HK"/>
                <a:cs typeface="Noto Sans CJK HK"/>
              </a:rPr>
              <a:t>章</a:t>
            </a:r>
            <a:r>
              <a:rPr sz="4800" dirty="0">
                <a:solidFill>
                  <a:srgbClr val="0000FF"/>
                </a:solidFill>
                <a:latin typeface="Noto Sans CJK HK"/>
                <a:cs typeface="Noto Sans CJK HK"/>
              </a:rPr>
              <a:t>	模拟接</a:t>
            </a:r>
            <a:r>
              <a:rPr sz="4800" spc="-50" dirty="0">
                <a:solidFill>
                  <a:srgbClr val="0000FF"/>
                </a:solidFill>
                <a:latin typeface="Noto Sans CJK HK"/>
                <a:cs typeface="Noto Sans CJK HK"/>
              </a:rPr>
              <a:t>口</a:t>
            </a:r>
            <a:endParaRPr sz="4800">
              <a:latin typeface="Noto Sans CJK HK"/>
              <a:cs typeface="Noto Sans CJK H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990" y="1012507"/>
            <a:ext cx="7747000" cy="1227455"/>
          </a:xfrm>
          <a:prstGeom prst="rect">
            <a:avLst/>
          </a:prstGeom>
        </p:spPr>
        <p:txBody>
          <a:bodyPr vert="horz" wrap="square" lIns="0" tIns="11430" rIns="0" bIns="0" rtlCol="0">
            <a:spAutoFit/>
          </a:bodyPr>
          <a:lstStyle/>
          <a:p>
            <a:pPr marL="12700" marR="5080">
              <a:lnSpc>
                <a:spcPct val="110000"/>
              </a:lnSpc>
              <a:spcBef>
                <a:spcPts val="90"/>
              </a:spcBef>
            </a:pPr>
            <a:r>
              <a:rPr sz="2400" spc="-10" dirty="0">
                <a:solidFill>
                  <a:srgbClr val="0000CC"/>
                </a:solidFill>
                <a:latin typeface="Arial" panose="020B0604020202020204"/>
                <a:cs typeface="Arial" panose="020B0604020202020204"/>
              </a:rPr>
              <a:t>A/D</a:t>
            </a:r>
            <a:r>
              <a:rPr sz="2400" dirty="0">
                <a:solidFill>
                  <a:srgbClr val="0000CC"/>
                </a:solidFill>
                <a:latin typeface="Noto Sans Mono CJK HK"/>
                <a:cs typeface="Noto Sans Mono CJK HK"/>
              </a:rPr>
              <a:t>和</a:t>
            </a:r>
            <a:r>
              <a:rPr sz="2400" spc="-10" dirty="0">
                <a:solidFill>
                  <a:srgbClr val="0000CC"/>
                </a:solidFill>
                <a:latin typeface="Arial" panose="020B0604020202020204"/>
                <a:cs typeface="Arial" panose="020B0604020202020204"/>
              </a:rPr>
              <a:t>D/A</a:t>
            </a:r>
            <a:r>
              <a:rPr sz="2400" spc="-5" dirty="0">
                <a:solidFill>
                  <a:srgbClr val="0000CC"/>
                </a:solidFill>
                <a:latin typeface="Noto Sans Mono CJK HK"/>
                <a:cs typeface="Noto Sans Mono CJK HK"/>
              </a:rPr>
              <a:t>转换器是把微型计算机的应用领域扩展到检测和过程控制的必要装置，是把计算机和生产过程、科学实验过程联系起来的重要桥梁。</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a:t>
            </a:fld>
            <a:endParaRPr spc="-25" dirty="0"/>
          </a:p>
        </p:txBody>
      </p:sp>
      <p:sp>
        <p:nvSpPr>
          <p:cNvPr id="3" name="object 3"/>
          <p:cNvSpPr txBox="1"/>
          <p:nvPr/>
        </p:nvSpPr>
        <p:spPr>
          <a:xfrm>
            <a:off x="423811" y="191401"/>
            <a:ext cx="1526540" cy="442595"/>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00CC"/>
                </a:solidFill>
                <a:latin typeface="Arial" panose="020B0604020202020204"/>
                <a:cs typeface="Arial" panose="020B0604020202020204"/>
              </a:rPr>
              <a:t>9.1</a:t>
            </a:r>
            <a:r>
              <a:rPr sz="2800" spc="-40" dirty="0">
                <a:solidFill>
                  <a:srgbClr val="0000CC"/>
                </a:solidFill>
                <a:latin typeface="Arial" panose="020B0604020202020204"/>
                <a:cs typeface="Arial" panose="020B0604020202020204"/>
              </a:rPr>
              <a:t> </a:t>
            </a:r>
            <a:r>
              <a:rPr sz="2800" spc="-40" dirty="0">
                <a:solidFill>
                  <a:srgbClr val="0000CC"/>
                </a:solidFill>
                <a:latin typeface="Noto Sans Mono CJK HK"/>
                <a:cs typeface="Noto Sans Mono CJK HK"/>
              </a:rPr>
              <a:t>概述</a:t>
            </a:r>
            <a:endParaRPr sz="2800">
              <a:latin typeface="Noto Sans Mono CJK HK"/>
              <a:cs typeface="Noto Sans Mono CJK H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a:t>
            </a:fld>
            <a:endParaRPr spc="-25" dirty="0"/>
          </a:p>
        </p:txBody>
      </p:sp>
      <p:pic>
        <p:nvPicPr>
          <p:cNvPr id="7" name="Picture 6"/>
          <p:cNvPicPr>
            <a:picLocks noChangeAspect="1"/>
          </p:cNvPicPr>
          <p:nvPr/>
        </p:nvPicPr>
        <p:blipFill>
          <a:blip r:embed="rId2"/>
          <a:stretch>
            <a:fillRect/>
          </a:stretch>
        </p:blipFill>
        <p:spPr>
          <a:xfrm>
            <a:off x="457200" y="1143000"/>
            <a:ext cx="7828915" cy="4762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5455" y="978535"/>
            <a:ext cx="6746875" cy="1455420"/>
          </a:xfrm>
          <a:prstGeom prst="rect">
            <a:avLst/>
          </a:prstGeom>
        </p:spPr>
        <p:txBody>
          <a:bodyPr vert="horz" wrap="square" lIns="0" tIns="12700" rIns="0" bIns="0" rtlCol="0">
            <a:spAutoFit/>
          </a:bodyPr>
          <a:lstStyle/>
          <a:p>
            <a:pPr marL="349885" indent="-337185">
              <a:lnSpc>
                <a:spcPct val="100000"/>
              </a:lnSpc>
              <a:spcBef>
                <a:spcPts val="100"/>
              </a:spcBef>
              <a:buFont typeface="Arial" panose="020B0604020202020204"/>
              <a:buAutoNum type="arabicPeriod"/>
              <a:tabLst>
                <a:tab pos="349885" algn="l"/>
              </a:tabLst>
            </a:pPr>
            <a:r>
              <a:rPr sz="2400" spc="-10" dirty="0">
                <a:solidFill>
                  <a:srgbClr val="0000CC"/>
                </a:solidFill>
                <a:latin typeface="Noto Sans Mono CJK HK"/>
                <a:cs typeface="Noto Sans Mono CJK HK"/>
              </a:rPr>
              <a:t>模拟量与数字量</a:t>
            </a:r>
            <a:endParaRPr sz="2400">
              <a:latin typeface="Noto Sans Mono CJK HK"/>
              <a:cs typeface="Noto Sans Mono CJK HK"/>
            </a:endParaRPr>
          </a:p>
          <a:p>
            <a:pPr marL="448310" lvl="1" indent="815975">
              <a:lnSpc>
                <a:spcPct val="100000"/>
              </a:lnSpc>
              <a:spcBef>
                <a:spcPts val="1870"/>
              </a:spcBef>
              <a:buFont typeface="Wingdings" panose="05000000000000000000"/>
              <a:buChar char=""/>
              <a:tabLst>
                <a:tab pos="1264285" algn="l"/>
              </a:tabLst>
            </a:pPr>
            <a:r>
              <a:rPr sz="2400" dirty="0">
                <a:solidFill>
                  <a:srgbClr val="0000CC"/>
                </a:solidFill>
                <a:latin typeface="Noto Sans Mono CJK HK"/>
                <a:cs typeface="Noto Sans Mono CJK HK"/>
              </a:rPr>
              <a:t>模拟量</a:t>
            </a:r>
            <a:r>
              <a:rPr sz="2400" dirty="0">
                <a:solidFill>
                  <a:srgbClr val="0000CC"/>
                </a:solidFill>
                <a:latin typeface="Arial" panose="020B0604020202020204"/>
                <a:cs typeface="Arial" panose="020B0604020202020204"/>
              </a:rPr>
              <a:t>——</a:t>
            </a:r>
            <a:r>
              <a:rPr sz="2400" dirty="0">
                <a:solidFill>
                  <a:srgbClr val="0000CC"/>
                </a:solidFill>
                <a:latin typeface="Noto Sans Mono CJK HK"/>
                <a:cs typeface="Noto Sans Mono CJK HK"/>
              </a:rPr>
              <a:t>时间和幅值上均连续变</a:t>
            </a:r>
            <a:r>
              <a:rPr sz="2400" spc="-1325" dirty="0">
                <a:solidFill>
                  <a:srgbClr val="0000CC"/>
                </a:solidFill>
                <a:latin typeface="Noto Sans Mono CJK HK"/>
                <a:cs typeface="Noto Sans Mono CJK HK"/>
              </a:rPr>
              <a:t>化</a:t>
            </a:r>
            <a:r>
              <a:rPr sz="2400" spc="-50" dirty="0">
                <a:solidFill>
                  <a:srgbClr val="0000CC"/>
                </a:solidFill>
                <a:latin typeface="Noto Sans Mono CJK HK"/>
                <a:cs typeface="Noto Sans Mono CJK HK"/>
              </a:rPr>
              <a:t> 量</a:t>
            </a:r>
            <a:endParaRPr sz="2400">
              <a:latin typeface="Noto Sans Mono CJK HK"/>
              <a:cs typeface="Noto Sans Mono CJK HK"/>
            </a:endParaRPr>
          </a:p>
          <a:p>
            <a:pPr marL="1270000" lvl="1" indent="-815975">
              <a:lnSpc>
                <a:spcPct val="100000"/>
              </a:lnSpc>
              <a:spcBef>
                <a:spcPts val="740"/>
              </a:spcBef>
              <a:buClr>
                <a:srgbClr val="0000FF"/>
              </a:buClr>
              <a:buFont typeface="Wingdings" panose="05000000000000000000"/>
              <a:buChar char=""/>
              <a:tabLst>
                <a:tab pos="1270000" algn="l"/>
              </a:tabLst>
            </a:pPr>
            <a:r>
              <a:rPr sz="2400" dirty="0">
                <a:solidFill>
                  <a:srgbClr val="0000CC"/>
                </a:solidFill>
                <a:latin typeface="Noto Sans Mono CJK HK"/>
                <a:cs typeface="Noto Sans Mono CJK HK"/>
              </a:rPr>
              <a:t>数字量</a:t>
            </a:r>
            <a:r>
              <a:rPr sz="2400" dirty="0">
                <a:solidFill>
                  <a:srgbClr val="0000CC"/>
                </a:solidFill>
                <a:latin typeface="Arial" panose="020B0604020202020204"/>
                <a:cs typeface="Arial" panose="020B0604020202020204"/>
              </a:rPr>
              <a:t>——</a:t>
            </a:r>
            <a:r>
              <a:rPr sz="2400" dirty="0">
                <a:solidFill>
                  <a:srgbClr val="0000CC"/>
                </a:solidFill>
                <a:latin typeface="Noto Sans Mono CJK HK"/>
                <a:cs typeface="Noto Sans Mono CJK HK"/>
              </a:rPr>
              <a:t>时间和幅值上均离散的</a:t>
            </a:r>
            <a:r>
              <a:rPr sz="2400" spc="-1370" dirty="0">
                <a:solidFill>
                  <a:srgbClr val="0000CC"/>
                </a:solidFill>
                <a:latin typeface="Noto Sans Mono CJK HK"/>
                <a:cs typeface="Noto Sans Mono CJK HK"/>
              </a:rPr>
              <a:t>量</a:t>
            </a:r>
            <a:endParaRPr sz="2400">
              <a:latin typeface="Noto Sans Mono CJK HK"/>
              <a:cs typeface="Noto Sans Mono CJK HK"/>
            </a:endParaRPr>
          </a:p>
        </p:txBody>
      </p:sp>
      <p:sp>
        <p:nvSpPr>
          <p:cNvPr id="3" name="object 3"/>
          <p:cNvSpPr txBox="1">
            <a:spLocks noGrp="1"/>
          </p:cNvSpPr>
          <p:nvPr>
            <p:ph type="title"/>
          </p:nvPr>
        </p:nvSpPr>
        <p:spPr>
          <a:xfrm>
            <a:off x="465277" y="178397"/>
            <a:ext cx="1724660" cy="442595"/>
          </a:xfrm>
          <a:prstGeom prst="rect">
            <a:avLst/>
          </a:prstGeom>
        </p:spPr>
        <p:txBody>
          <a:bodyPr vert="horz" wrap="square" lIns="0" tIns="12065" rIns="0" bIns="0" rtlCol="0">
            <a:spAutoFit/>
          </a:bodyPr>
          <a:lstStyle/>
          <a:p>
            <a:pPr marL="12700">
              <a:lnSpc>
                <a:spcPct val="100000"/>
              </a:lnSpc>
              <a:spcBef>
                <a:spcPts val="95"/>
              </a:spcBef>
              <a:tabLst>
                <a:tab pos="1000760" algn="l"/>
              </a:tabLst>
            </a:pPr>
            <a:r>
              <a:rPr spc="-20" dirty="0">
                <a:latin typeface="Arial" panose="020B0604020202020204"/>
                <a:cs typeface="Arial" panose="020B0604020202020204"/>
              </a:rPr>
              <a:t>9.1</a:t>
            </a:r>
            <a:r>
              <a:rPr dirty="0">
                <a:latin typeface="Arial" panose="020B0604020202020204"/>
                <a:cs typeface="Arial" panose="020B0604020202020204"/>
              </a:rPr>
              <a:t>	</a:t>
            </a:r>
            <a:r>
              <a:rPr spc="-40" dirty="0"/>
              <a:t>概述</a:t>
            </a:r>
          </a:p>
        </p:txBody>
      </p:sp>
      <p:grpSp>
        <p:nvGrpSpPr>
          <p:cNvPr id="4" name="object 4"/>
          <p:cNvGrpSpPr/>
          <p:nvPr/>
        </p:nvGrpSpPr>
        <p:grpSpPr>
          <a:xfrm>
            <a:off x="2051304" y="2663951"/>
            <a:ext cx="3634104" cy="3479800"/>
            <a:chOff x="2051304" y="2663951"/>
            <a:chExt cx="3634104" cy="3479800"/>
          </a:xfrm>
        </p:grpSpPr>
        <p:pic>
          <p:nvPicPr>
            <p:cNvPr id="5" name="object 5"/>
            <p:cNvPicPr/>
            <p:nvPr/>
          </p:nvPicPr>
          <p:blipFill>
            <a:blip r:embed="rId2" cstate="print"/>
            <a:stretch>
              <a:fillRect/>
            </a:stretch>
          </p:blipFill>
          <p:spPr>
            <a:xfrm>
              <a:off x="2051304" y="2663951"/>
              <a:ext cx="3633597" cy="3479291"/>
            </a:xfrm>
            <a:prstGeom prst="rect">
              <a:avLst/>
            </a:prstGeom>
          </p:spPr>
        </p:pic>
        <p:pic>
          <p:nvPicPr>
            <p:cNvPr id="6" name="object 6"/>
            <p:cNvPicPr/>
            <p:nvPr/>
          </p:nvPicPr>
          <p:blipFill>
            <a:blip r:embed="rId3" cstate="print"/>
            <a:stretch>
              <a:fillRect/>
            </a:stretch>
          </p:blipFill>
          <p:spPr>
            <a:xfrm>
              <a:off x="4846015" y="5218747"/>
              <a:ext cx="85077" cy="84962"/>
            </a:xfrm>
            <a:prstGeom prst="rect">
              <a:avLst/>
            </a:prstGeom>
          </p:spPr>
        </p:pic>
        <p:pic>
          <p:nvPicPr>
            <p:cNvPr id="7" name="object 7"/>
            <p:cNvPicPr/>
            <p:nvPr/>
          </p:nvPicPr>
          <p:blipFill>
            <a:blip r:embed="rId4" cstate="print"/>
            <a:stretch>
              <a:fillRect/>
            </a:stretch>
          </p:blipFill>
          <p:spPr>
            <a:xfrm>
              <a:off x="2747327" y="3969715"/>
              <a:ext cx="85090" cy="84962"/>
            </a:xfrm>
            <a:prstGeom prst="rect">
              <a:avLst/>
            </a:prstGeom>
          </p:spPr>
        </p:pic>
        <p:pic>
          <p:nvPicPr>
            <p:cNvPr id="8" name="object 8"/>
            <p:cNvPicPr/>
            <p:nvPr/>
          </p:nvPicPr>
          <p:blipFill>
            <a:blip r:embed="rId5" cstate="print"/>
            <a:stretch>
              <a:fillRect/>
            </a:stretch>
          </p:blipFill>
          <p:spPr>
            <a:xfrm>
              <a:off x="4576762" y="5539422"/>
              <a:ext cx="85089" cy="84962"/>
            </a:xfrm>
            <a:prstGeom prst="rect">
              <a:avLst/>
            </a:prstGeom>
          </p:spPr>
        </p:pic>
        <p:pic>
          <p:nvPicPr>
            <p:cNvPr id="9" name="object 9"/>
            <p:cNvPicPr/>
            <p:nvPr/>
          </p:nvPicPr>
          <p:blipFill>
            <a:blip r:embed="rId6" cstate="print"/>
            <a:stretch>
              <a:fillRect/>
            </a:stretch>
          </p:blipFill>
          <p:spPr>
            <a:xfrm>
              <a:off x="4315142" y="5494337"/>
              <a:ext cx="85090" cy="84962"/>
            </a:xfrm>
            <a:prstGeom prst="rect">
              <a:avLst/>
            </a:prstGeom>
          </p:spPr>
        </p:pic>
        <p:pic>
          <p:nvPicPr>
            <p:cNvPr id="10" name="object 10"/>
            <p:cNvPicPr/>
            <p:nvPr/>
          </p:nvPicPr>
          <p:blipFill>
            <a:blip r:embed="rId7" cstate="print"/>
            <a:stretch>
              <a:fillRect/>
            </a:stretch>
          </p:blipFill>
          <p:spPr>
            <a:xfrm>
              <a:off x="4054157" y="5116512"/>
              <a:ext cx="85077" cy="84962"/>
            </a:xfrm>
            <a:prstGeom prst="rect">
              <a:avLst/>
            </a:prstGeom>
          </p:spPr>
        </p:pic>
        <p:pic>
          <p:nvPicPr>
            <p:cNvPr id="11" name="object 11"/>
            <p:cNvPicPr/>
            <p:nvPr/>
          </p:nvPicPr>
          <p:blipFill>
            <a:blip r:embed="rId8" cstate="print"/>
            <a:stretch>
              <a:fillRect/>
            </a:stretch>
          </p:blipFill>
          <p:spPr>
            <a:xfrm>
              <a:off x="3000692" y="3658552"/>
              <a:ext cx="85089" cy="84962"/>
            </a:xfrm>
            <a:prstGeom prst="rect">
              <a:avLst/>
            </a:prstGeom>
          </p:spPr>
        </p:pic>
        <p:pic>
          <p:nvPicPr>
            <p:cNvPr id="12" name="object 12"/>
            <p:cNvPicPr/>
            <p:nvPr/>
          </p:nvPicPr>
          <p:blipFill>
            <a:blip r:embed="rId9" cstate="print"/>
            <a:stretch>
              <a:fillRect/>
            </a:stretch>
          </p:blipFill>
          <p:spPr>
            <a:xfrm>
              <a:off x="3271202" y="3685222"/>
              <a:ext cx="85089" cy="84962"/>
            </a:xfrm>
            <a:prstGeom prst="rect">
              <a:avLst/>
            </a:prstGeom>
          </p:spPr>
        </p:pic>
        <p:pic>
          <p:nvPicPr>
            <p:cNvPr id="13" name="object 13"/>
            <p:cNvPicPr/>
            <p:nvPr/>
          </p:nvPicPr>
          <p:blipFill>
            <a:blip r:embed="rId10" cstate="print"/>
            <a:stretch>
              <a:fillRect/>
            </a:stretch>
          </p:blipFill>
          <p:spPr>
            <a:xfrm>
              <a:off x="3793172" y="4593907"/>
              <a:ext cx="85089" cy="84962"/>
            </a:xfrm>
            <a:prstGeom prst="rect">
              <a:avLst/>
            </a:prstGeom>
          </p:spPr>
        </p:pic>
        <p:pic>
          <p:nvPicPr>
            <p:cNvPr id="14" name="object 14"/>
            <p:cNvPicPr/>
            <p:nvPr/>
          </p:nvPicPr>
          <p:blipFill>
            <a:blip r:embed="rId11" cstate="print"/>
            <a:stretch>
              <a:fillRect/>
            </a:stretch>
          </p:blipFill>
          <p:spPr>
            <a:xfrm>
              <a:off x="3530917" y="4054157"/>
              <a:ext cx="85090" cy="84962"/>
            </a:xfrm>
            <a:prstGeom prst="rect">
              <a:avLst/>
            </a:prstGeom>
          </p:spPr>
        </p:pic>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7209" y="1035050"/>
            <a:ext cx="8020684" cy="2606040"/>
          </a:xfrm>
          <a:prstGeom prst="rect">
            <a:avLst/>
          </a:prstGeom>
        </p:spPr>
        <p:txBody>
          <a:bodyPr vert="horz" wrap="square" lIns="0" tIns="12700" rIns="0" bIns="0" rtlCol="0">
            <a:spAutoFit/>
          </a:bodyPr>
          <a:lstStyle/>
          <a:p>
            <a:pPr marL="12700" marR="22225">
              <a:lnSpc>
                <a:spcPct val="110000"/>
              </a:lnSpc>
              <a:spcBef>
                <a:spcPts val="100"/>
              </a:spcBef>
            </a:pPr>
            <a:r>
              <a:rPr sz="2400" spc="60" dirty="0">
                <a:solidFill>
                  <a:srgbClr val="FF0000"/>
                </a:solidFill>
                <a:latin typeface="Noto Sans Mono CJK HK"/>
                <a:cs typeface="Noto Sans Mono CJK HK"/>
              </a:rPr>
              <a:t>数模转换器</a:t>
            </a:r>
            <a:r>
              <a:rPr sz="2400" spc="55" dirty="0">
                <a:solidFill>
                  <a:srgbClr val="0000CC"/>
                </a:solidFill>
                <a:latin typeface="Arial" panose="020B0604020202020204"/>
                <a:cs typeface="Arial" panose="020B0604020202020204"/>
              </a:rPr>
              <a:t>:</a:t>
            </a:r>
            <a:r>
              <a:rPr sz="2400" spc="50" dirty="0">
                <a:solidFill>
                  <a:srgbClr val="0000CC"/>
                </a:solidFill>
                <a:latin typeface="Noto Sans Mono CJK HK"/>
                <a:cs typeface="Noto Sans Mono CJK HK"/>
              </a:rPr>
              <a:t>能将数字量转换为模拟量的电路称为数模转换</a:t>
            </a:r>
            <a:r>
              <a:rPr sz="2400" dirty="0">
                <a:solidFill>
                  <a:srgbClr val="0000CC"/>
                </a:solidFill>
                <a:latin typeface="Noto Sans Mono CJK HK"/>
                <a:cs typeface="Noto Sans Mono CJK HK"/>
              </a:rPr>
              <a:t>器，简称</a:t>
            </a:r>
            <a:r>
              <a:rPr sz="2400" spc="-10" dirty="0">
                <a:solidFill>
                  <a:srgbClr val="0000CC"/>
                </a:solidFill>
                <a:latin typeface="Arial" panose="020B0604020202020204"/>
                <a:cs typeface="Arial" panose="020B0604020202020204"/>
              </a:rPr>
              <a:t>D/A</a:t>
            </a:r>
            <a:r>
              <a:rPr sz="2400" dirty="0">
                <a:solidFill>
                  <a:srgbClr val="0000CC"/>
                </a:solidFill>
                <a:latin typeface="Noto Sans Mono CJK HK"/>
                <a:cs typeface="Noto Sans Mono CJK HK"/>
              </a:rPr>
              <a:t>转换器或</a:t>
            </a:r>
            <a:r>
              <a:rPr sz="2400" dirty="0">
                <a:solidFill>
                  <a:srgbClr val="0000CC"/>
                </a:solidFill>
                <a:latin typeface="Arial" panose="020B0604020202020204"/>
                <a:cs typeface="Arial" panose="020B0604020202020204"/>
              </a:rPr>
              <a:t>DAC</a:t>
            </a:r>
            <a:r>
              <a:rPr sz="2400" dirty="0">
                <a:solidFill>
                  <a:srgbClr val="0000CC"/>
                </a:solidFill>
                <a:latin typeface="Noto Sans Mono CJK HK"/>
                <a:cs typeface="Noto Sans Mono CJK HK"/>
              </a:rPr>
              <a:t>（</a:t>
            </a:r>
            <a:r>
              <a:rPr sz="2400" dirty="0">
                <a:solidFill>
                  <a:srgbClr val="0000CC"/>
                </a:solidFill>
                <a:latin typeface="Arial" panose="020B0604020202020204"/>
                <a:cs typeface="Arial" panose="020B0604020202020204"/>
              </a:rPr>
              <a:t>Digital</a:t>
            </a:r>
            <a:r>
              <a:rPr sz="2400" spc="-85" dirty="0">
                <a:solidFill>
                  <a:srgbClr val="0000CC"/>
                </a:solidFill>
                <a:latin typeface="Arial" panose="020B0604020202020204"/>
                <a:cs typeface="Arial" panose="020B0604020202020204"/>
              </a:rPr>
              <a:t> - </a:t>
            </a:r>
            <a:r>
              <a:rPr sz="2400" dirty="0">
                <a:solidFill>
                  <a:srgbClr val="0000CC"/>
                </a:solidFill>
                <a:latin typeface="Arial" panose="020B0604020202020204"/>
                <a:cs typeface="Arial" panose="020B0604020202020204"/>
              </a:rPr>
              <a:t>Analog</a:t>
            </a:r>
            <a:r>
              <a:rPr sz="2400" spc="-65" dirty="0">
                <a:solidFill>
                  <a:srgbClr val="0000CC"/>
                </a:solidFill>
                <a:latin typeface="Arial" panose="020B0604020202020204"/>
                <a:cs typeface="Arial" panose="020B0604020202020204"/>
              </a:rPr>
              <a:t> </a:t>
            </a:r>
            <a:r>
              <a:rPr sz="2400" spc="-10" dirty="0">
                <a:solidFill>
                  <a:srgbClr val="0000CC"/>
                </a:solidFill>
                <a:latin typeface="Arial" panose="020B0604020202020204"/>
                <a:cs typeface="Arial" panose="020B0604020202020204"/>
              </a:rPr>
              <a:t>Converter</a:t>
            </a:r>
            <a:r>
              <a:rPr sz="2400" spc="-10" dirty="0">
                <a:solidFill>
                  <a:srgbClr val="0000CC"/>
                </a:solidFill>
                <a:latin typeface="Noto Sans Mono CJK HK"/>
                <a:cs typeface="Noto Sans Mono CJK HK"/>
              </a:rPr>
              <a:t>）</a:t>
            </a:r>
            <a:r>
              <a:rPr sz="2400" spc="-50" dirty="0">
                <a:solidFill>
                  <a:srgbClr val="0000CC"/>
                </a:solidFill>
                <a:latin typeface="Noto Sans Mono CJK HK"/>
                <a:cs typeface="Noto Sans Mono CJK HK"/>
              </a:rPr>
              <a:t>。</a:t>
            </a:r>
            <a:endParaRPr sz="2400">
              <a:latin typeface="Noto Sans Mono CJK HK"/>
              <a:cs typeface="Noto Sans Mono CJK HK"/>
            </a:endParaRPr>
          </a:p>
          <a:p>
            <a:pPr marL="12700" marR="5080">
              <a:lnSpc>
                <a:spcPct val="110000"/>
              </a:lnSpc>
              <a:spcBef>
                <a:spcPts val="575"/>
              </a:spcBef>
            </a:pPr>
            <a:r>
              <a:rPr sz="2400" spc="55" dirty="0">
                <a:solidFill>
                  <a:srgbClr val="FF0000"/>
                </a:solidFill>
                <a:latin typeface="Noto Sans Mono CJK HK"/>
                <a:cs typeface="Noto Sans Mono CJK HK"/>
              </a:rPr>
              <a:t>模数转换器</a:t>
            </a:r>
            <a:r>
              <a:rPr sz="2400" spc="50" dirty="0">
                <a:solidFill>
                  <a:srgbClr val="0000CC"/>
                </a:solidFill>
                <a:latin typeface="Arial" panose="020B0604020202020204"/>
                <a:cs typeface="Arial" panose="020B0604020202020204"/>
              </a:rPr>
              <a:t>:</a:t>
            </a:r>
            <a:r>
              <a:rPr sz="2400" spc="45" dirty="0">
                <a:solidFill>
                  <a:srgbClr val="0000CC"/>
                </a:solidFill>
                <a:latin typeface="Noto Sans Mono CJK HK"/>
                <a:cs typeface="Noto Sans Mono CJK HK"/>
              </a:rPr>
              <a:t>能将模拟量转换为数字量的电路称为模数转换</a:t>
            </a:r>
            <a:r>
              <a:rPr sz="2400" dirty="0">
                <a:solidFill>
                  <a:srgbClr val="0000CC"/>
                </a:solidFill>
                <a:latin typeface="Noto Sans Mono CJK HK"/>
                <a:cs typeface="Noto Sans Mono CJK HK"/>
              </a:rPr>
              <a:t>器，简称</a:t>
            </a:r>
            <a:r>
              <a:rPr sz="2400" spc="-10" dirty="0">
                <a:solidFill>
                  <a:srgbClr val="0000CC"/>
                </a:solidFill>
                <a:latin typeface="Arial" panose="020B0604020202020204"/>
                <a:cs typeface="Arial" panose="020B0604020202020204"/>
              </a:rPr>
              <a:t>A/D</a:t>
            </a:r>
            <a:r>
              <a:rPr sz="2400" dirty="0">
                <a:solidFill>
                  <a:srgbClr val="0000CC"/>
                </a:solidFill>
                <a:latin typeface="Noto Sans Mono CJK HK"/>
                <a:cs typeface="Noto Sans Mono CJK HK"/>
              </a:rPr>
              <a:t>转换器或</a:t>
            </a:r>
            <a:r>
              <a:rPr sz="2400" dirty="0">
                <a:solidFill>
                  <a:srgbClr val="0000CC"/>
                </a:solidFill>
                <a:latin typeface="Arial" panose="020B0604020202020204"/>
                <a:cs typeface="Arial" panose="020B0604020202020204"/>
              </a:rPr>
              <a:t>ADC</a:t>
            </a:r>
            <a:r>
              <a:rPr sz="2400" dirty="0">
                <a:solidFill>
                  <a:srgbClr val="0000CC"/>
                </a:solidFill>
                <a:latin typeface="Noto Sans Mono CJK HK"/>
                <a:cs typeface="Noto Sans Mono CJK HK"/>
              </a:rPr>
              <a:t>（</a:t>
            </a:r>
            <a:r>
              <a:rPr sz="2400" dirty="0">
                <a:solidFill>
                  <a:srgbClr val="0000CC"/>
                </a:solidFill>
                <a:latin typeface="Arial" panose="020B0604020202020204"/>
                <a:cs typeface="Arial" panose="020B0604020202020204"/>
              </a:rPr>
              <a:t>Analog</a:t>
            </a:r>
            <a:r>
              <a:rPr sz="2400" spc="-45" dirty="0">
                <a:solidFill>
                  <a:srgbClr val="0000CC"/>
                </a:solidFill>
                <a:latin typeface="Arial" panose="020B0604020202020204"/>
                <a:cs typeface="Arial" panose="020B0604020202020204"/>
              </a:rPr>
              <a:t> - </a:t>
            </a:r>
            <a:r>
              <a:rPr sz="2400" dirty="0">
                <a:solidFill>
                  <a:srgbClr val="0000CC"/>
                </a:solidFill>
                <a:latin typeface="Arial" panose="020B0604020202020204"/>
                <a:cs typeface="Arial" panose="020B0604020202020204"/>
              </a:rPr>
              <a:t>Digital</a:t>
            </a:r>
            <a:r>
              <a:rPr sz="2400" spc="-55" dirty="0">
                <a:solidFill>
                  <a:srgbClr val="0000CC"/>
                </a:solidFill>
                <a:latin typeface="Arial" panose="020B0604020202020204"/>
                <a:cs typeface="Arial" panose="020B0604020202020204"/>
              </a:rPr>
              <a:t> </a:t>
            </a:r>
            <a:r>
              <a:rPr sz="2400" spc="-10" dirty="0">
                <a:solidFill>
                  <a:srgbClr val="0000CC"/>
                </a:solidFill>
                <a:latin typeface="Arial" panose="020B0604020202020204"/>
                <a:cs typeface="Arial" panose="020B0604020202020204"/>
              </a:rPr>
              <a:t>Converter</a:t>
            </a:r>
            <a:r>
              <a:rPr sz="2400" spc="-10" dirty="0">
                <a:solidFill>
                  <a:srgbClr val="0000CC"/>
                </a:solidFill>
                <a:latin typeface="Noto Sans Mono CJK HK"/>
                <a:cs typeface="Noto Sans Mono CJK HK"/>
              </a:rPr>
              <a:t>）</a:t>
            </a:r>
            <a:r>
              <a:rPr sz="2400" spc="-50" dirty="0">
                <a:solidFill>
                  <a:srgbClr val="0000CC"/>
                </a:solidFill>
                <a:latin typeface="Noto Sans Mono CJK HK"/>
                <a:cs typeface="Noto Sans Mono CJK HK"/>
              </a:rPr>
              <a:t>。</a:t>
            </a:r>
            <a:endParaRPr sz="2400">
              <a:latin typeface="Noto Sans Mono CJK HK"/>
              <a:cs typeface="Noto Sans Mono CJK HK"/>
            </a:endParaRPr>
          </a:p>
          <a:p>
            <a:pPr marL="12700" marR="117475">
              <a:lnSpc>
                <a:spcPct val="109000"/>
              </a:lnSpc>
              <a:spcBef>
                <a:spcPts val="785"/>
              </a:spcBef>
            </a:pPr>
            <a:r>
              <a:rPr sz="2400" dirty="0">
                <a:solidFill>
                  <a:srgbClr val="0000CC"/>
                </a:solidFill>
                <a:latin typeface="Arial" panose="020B0604020202020204"/>
                <a:cs typeface="Arial" panose="020B0604020202020204"/>
              </a:rPr>
              <a:t>ADC</a:t>
            </a:r>
            <a:r>
              <a:rPr sz="2400" spc="55" dirty="0">
                <a:solidFill>
                  <a:srgbClr val="0000CC"/>
                </a:solidFill>
                <a:latin typeface="Noto Sans Mono CJK HK"/>
                <a:cs typeface="Noto Sans Mono CJK HK"/>
              </a:rPr>
              <a:t>和</a:t>
            </a:r>
            <a:r>
              <a:rPr sz="2400" dirty="0">
                <a:solidFill>
                  <a:srgbClr val="0000CC"/>
                </a:solidFill>
                <a:latin typeface="Arial" panose="020B0604020202020204"/>
                <a:cs typeface="Arial" panose="020B0604020202020204"/>
              </a:rPr>
              <a:t>DAC</a:t>
            </a:r>
            <a:r>
              <a:rPr sz="2400" spc="50" dirty="0">
                <a:solidFill>
                  <a:srgbClr val="0000CC"/>
                </a:solidFill>
                <a:latin typeface="Noto Sans Mono CJK HK"/>
                <a:cs typeface="Noto Sans Mono CJK HK"/>
              </a:rPr>
              <a:t>是沟通模拟电路和数字电路的桥梁，也可称之</a:t>
            </a:r>
            <a:r>
              <a:rPr sz="2400" spc="-10" dirty="0">
                <a:solidFill>
                  <a:srgbClr val="0000CC"/>
                </a:solidFill>
                <a:latin typeface="Noto Sans Mono CJK HK"/>
                <a:cs typeface="Noto Sans Mono CJK HK"/>
              </a:rPr>
              <a:t>为两者之间的接口。</a:t>
            </a:r>
            <a:endParaRPr sz="2400">
              <a:latin typeface="Noto Sans Mono CJK HK"/>
              <a:cs typeface="Noto Sans Mono CJK HK"/>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37795">
              <a:lnSpc>
                <a:spcPct val="100000"/>
              </a:lnSpc>
              <a:spcBef>
                <a:spcPts val="95"/>
              </a:spcBef>
            </a:pPr>
            <a:r>
              <a:rPr spc="-20" dirty="0">
                <a:latin typeface="Arial" panose="020B0604020202020204"/>
                <a:cs typeface="Arial" panose="020B0604020202020204"/>
              </a:rPr>
              <a:t>DAC</a:t>
            </a:r>
            <a:r>
              <a:rPr spc="-30" dirty="0"/>
              <a:t>与</a:t>
            </a:r>
            <a:r>
              <a:rPr spc="-25" dirty="0">
                <a:latin typeface="Arial" panose="020B0604020202020204"/>
                <a:cs typeface="Arial" panose="020B0604020202020204"/>
              </a:rPr>
              <a:t>ADC</a:t>
            </a:r>
          </a:p>
        </p:txBody>
      </p:sp>
      <p:pic>
        <p:nvPicPr>
          <p:cNvPr id="4" name="object 4"/>
          <p:cNvPicPr/>
          <p:nvPr/>
        </p:nvPicPr>
        <p:blipFill>
          <a:blip r:embed="rId2" cstate="print"/>
          <a:stretch>
            <a:fillRect/>
          </a:stretch>
        </p:blipFill>
        <p:spPr>
          <a:xfrm>
            <a:off x="5166842" y="4985003"/>
            <a:ext cx="1376570" cy="1016508"/>
          </a:xfrm>
          <a:prstGeom prst="rect">
            <a:avLst/>
          </a:prstGeom>
        </p:spPr>
      </p:pic>
      <p:pic>
        <p:nvPicPr>
          <p:cNvPr id="5" name="object 5"/>
          <p:cNvPicPr/>
          <p:nvPr/>
        </p:nvPicPr>
        <p:blipFill>
          <a:blip r:embed="rId3" cstate="print"/>
          <a:stretch>
            <a:fillRect/>
          </a:stretch>
        </p:blipFill>
        <p:spPr>
          <a:xfrm>
            <a:off x="7136892" y="4962144"/>
            <a:ext cx="1251156" cy="10302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13625" y="273367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3" name="object 3"/>
          <p:cNvSpPr txBox="1"/>
          <p:nvPr/>
        </p:nvSpPr>
        <p:spPr>
          <a:xfrm>
            <a:off x="0" y="973137"/>
            <a:ext cx="5300980" cy="1022985"/>
          </a:xfrm>
          <a:prstGeom prst="rect">
            <a:avLst/>
          </a:prstGeom>
        </p:spPr>
        <p:txBody>
          <a:bodyPr vert="horz" wrap="square" lIns="0" tIns="55880" rIns="0" bIns="0" rtlCol="0">
            <a:spAutoFit/>
          </a:bodyPr>
          <a:lstStyle/>
          <a:p>
            <a:pPr marL="522605">
              <a:lnSpc>
                <a:spcPct val="100000"/>
              </a:lnSpc>
              <a:spcBef>
                <a:spcPts val="440"/>
              </a:spcBef>
            </a:pPr>
            <a:r>
              <a:rPr sz="2400" dirty="0">
                <a:solidFill>
                  <a:srgbClr val="0000CC"/>
                </a:solidFill>
                <a:latin typeface="Arial" panose="020B0604020202020204"/>
                <a:cs typeface="Arial" panose="020B0604020202020204"/>
              </a:rPr>
              <a:t>2</a:t>
            </a:r>
            <a:r>
              <a:rPr sz="2400" spc="-1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模拟量输入输出系统</a:t>
            </a:r>
            <a:endParaRPr sz="2400">
              <a:latin typeface="Noto Sans Mono CJK HK"/>
              <a:cs typeface="Noto Sans Mono CJK HK"/>
            </a:endParaRPr>
          </a:p>
          <a:p>
            <a:pPr marL="4373245">
              <a:lnSpc>
                <a:spcPct val="100000"/>
              </a:lnSpc>
              <a:spcBef>
                <a:spcPts val="255"/>
              </a:spcBef>
            </a:pPr>
            <a:r>
              <a:rPr sz="1800" spc="-15" dirty="0">
                <a:solidFill>
                  <a:srgbClr val="0000FF"/>
                </a:solidFill>
                <a:latin typeface="Noto Serif CJK JP"/>
                <a:cs typeface="Noto Serif CJK JP"/>
              </a:rPr>
              <a:t>模拟信号</a:t>
            </a:r>
            <a:endParaRPr sz="1800">
              <a:latin typeface="Noto Serif CJK JP"/>
              <a:cs typeface="Noto Serif CJK JP"/>
            </a:endParaRPr>
          </a:p>
          <a:p>
            <a:pPr marL="12700">
              <a:lnSpc>
                <a:spcPct val="100000"/>
              </a:lnSpc>
              <a:spcBef>
                <a:spcPts val="6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4" name="object 4"/>
          <p:cNvSpPr txBox="1"/>
          <p:nvPr/>
        </p:nvSpPr>
        <p:spPr>
          <a:xfrm>
            <a:off x="0" y="2602865"/>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5" name="object 5"/>
          <p:cNvSpPr txBox="1"/>
          <p:nvPr/>
        </p:nvSpPr>
        <p:spPr>
          <a:xfrm>
            <a:off x="7875587" y="3268979"/>
            <a:ext cx="1173480" cy="1334770"/>
          </a:xfrm>
          <a:prstGeom prst="rect">
            <a:avLst/>
          </a:prstGeom>
          <a:ln w="38100">
            <a:solidFill>
              <a:srgbClr val="0000FF"/>
            </a:solidFill>
          </a:ln>
        </p:spPr>
        <p:txBody>
          <a:bodyPr vert="horz" wrap="square" lIns="0" tIns="283845" rIns="0" bIns="0" rtlCol="0">
            <a:spAutoFit/>
          </a:bodyPr>
          <a:lstStyle/>
          <a:p>
            <a:pPr marL="128270" marR="121920" indent="152400">
              <a:lnSpc>
                <a:spcPct val="100000"/>
              </a:lnSpc>
              <a:spcBef>
                <a:spcPts val="2235"/>
              </a:spcBef>
            </a:pPr>
            <a:r>
              <a:rPr sz="2400" spc="-25" dirty="0">
                <a:solidFill>
                  <a:srgbClr val="0000FF"/>
                </a:solidFill>
                <a:latin typeface="Noto Serif CJK JP"/>
                <a:cs typeface="Noto Serif CJK JP"/>
              </a:rPr>
              <a:t>微型</a:t>
            </a:r>
            <a:r>
              <a:rPr sz="2400" spc="-20" dirty="0">
                <a:solidFill>
                  <a:srgbClr val="0000FF"/>
                </a:solidFill>
                <a:latin typeface="Noto Serif CJK JP"/>
                <a:cs typeface="Noto Serif CJK JP"/>
              </a:rPr>
              <a:t>计算机</a:t>
            </a:r>
            <a:endParaRPr sz="2400">
              <a:latin typeface="Noto Serif CJK JP"/>
              <a:cs typeface="Noto Serif CJK JP"/>
            </a:endParaRPr>
          </a:p>
        </p:txBody>
      </p:sp>
      <p:sp>
        <p:nvSpPr>
          <p:cNvPr id="6" name="object 6"/>
          <p:cNvSpPr txBox="1"/>
          <p:nvPr/>
        </p:nvSpPr>
        <p:spPr>
          <a:xfrm>
            <a:off x="2276475" y="1949450"/>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7" name="object 7"/>
          <p:cNvSpPr txBox="1"/>
          <p:nvPr/>
        </p:nvSpPr>
        <p:spPr>
          <a:xfrm>
            <a:off x="2276475" y="2854325"/>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8" name="object 8"/>
          <p:cNvSpPr txBox="1"/>
          <p:nvPr/>
        </p:nvSpPr>
        <p:spPr>
          <a:xfrm>
            <a:off x="2266950" y="4173537"/>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9" name="object 9"/>
          <p:cNvSpPr/>
          <p:nvPr/>
        </p:nvSpPr>
        <p:spPr>
          <a:xfrm>
            <a:off x="4997450" y="1827212"/>
            <a:ext cx="541655" cy="2752725"/>
          </a:xfrm>
          <a:custGeom>
            <a:avLst/>
            <a:gdLst/>
            <a:ahLst/>
            <a:cxnLst/>
            <a:rect l="l" t="t" r="r" b="b"/>
            <a:pathLst>
              <a:path w="541654" h="2752725">
                <a:moveTo>
                  <a:pt x="541337" y="2752725"/>
                </a:moveTo>
                <a:lnTo>
                  <a:pt x="0" y="2752725"/>
                </a:lnTo>
                <a:lnTo>
                  <a:pt x="0" y="0"/>
                </a:lnTo>
                <a:lnTo>
                  <a:pt x="541337" y="0"/>
                </a:lnTo>
                <a:lnTo>
                  <a:pt x="541337" y="6350"/>
                </a:lnTo>
                <a:lnTo>
                  <a:pt x="12700" y="6350"/>
                </a:lnTo>
                <a:lnTo>
                  <a:pt x="6350" y="12700"/>
                </a:lnTo>
                <a:lnTo>
                  <a:pt x="12700" y="12700"/>
                </a:lnTo>
                <a:lnTo>
                  <a:pt x="12700" y="2740025"/>
                </a:lnTo>
                <a:lnTo>
                  <a:pt x="6350" y="2740025"/>
                </a:lnTo>
                <a:lnTo>
                  <a:pt x="12700" y="2746375"/>
                </a:lnTo>
                <a:lnTo>
                  <a:pt x="541337" y="2746375"/>
                </a:lnTo>
                <a:lnTo>
                  <a:pt x="541337" y="2752725"/>
                </a:lnTo>
                <a:close/>
              </a:path>
              <a:path w="541654" h="2752725">
                <a:moveTo>
                  <a:pt x="12700" y="12700"/>
                </a:moveTo>
                <a:lnTo>
                  <a:pt x="6350" y="12700"/>
                </a:lnTo>
                <a:lnTo>
                  <a:pt x="12700" y="6350"/>
                </a:lnTo>
                <a:lnTo>
                  <a:pt x="12700" y="12700"/>
                </a:lnTo>
                <a:close/>
              </a:path>
              <a:path w="541654" h="2752725">
                <a:moveTo>
                  <a:pt x="528637" y="12700"/>
                </a:moveTo>
                <a:lnTo>
                  <a:pt x="12700" y="12700"/>
                </a:lnTo>
                <a:lnTo>
                  <a:pt x="12700" y="6350"/>
                </a:lnTo>
                <a:lnTo>
                  <a:pt x="528637" y="6350"/>
                </a:lnTo>
                <a:lnTo>
                  <a:pt x="528637" y="12700"/>
                </a:lnTo>
                <a:close/>
              </a:path>
              <a:path w="541654" h="2752725">
                <a:moveTo>
                  <a:pt x="528637" y="2746375"/>
                </a:moveTo>
                <a:lnTo>
                  <a:pt x="528637" y="6350"/>
                </a:lnTo>
                <a:lnTo>
                  <a:pt x="534987" y="12700"/>
                </a:lnTo>
                <a:lnTo>
                  <a:pt x="541337" y="12700"/>
                </a:lnTo>
                <a:lnTo>
                  <a:pt x="541337" y="2740025"/>
                </a:lnTo>
                <a:lnTo>
                  <a:pt x="534987" y="2740025"/>
                </a:lnTo>
                <a:lnTo>
                  <a:pt x="528637" y="2746375"/>
                </a:lnTo>
                <a:close/>
              </a:path>
              <a:path w="541654" h="2752725">
                <a:moveTo>
                  <a:pt x="541337" y="12700"/>
                </a:moveTo>
                <a:lnTo>
                  <a:pt x="534987" y="12700"/>
                </a:lnTo>
                <a:lnTo>
                  <a:pt x="528637" y="6350"/>
                </a:lnTo>
                <a:lnTo>
                  <a:pt x="541337" y="6350"/>
                </a:lnTo>
                <a:lnTo>
                  <a:pt x="541337" y="12700"/>
                </a:lnTo>
                <a:close/>
              </a:path>
              <a:path w="541654" h="2752725">
                <a:moveTo>
                  <a:pt x="12700" y="2746375"/>
                </a:moveTo>
                <a:lnTo>
                  <a:pt x="6350" y="2740025"/>
                </a:lnTo>
                <a:lnTo>
                  <a:pt x="12700" y="2740025"/>
                </a:lnTo>
                <a:lnTo>
                  <a:pt x="12700" y="2746375"/>
                </a:lnTo>
                <a:close/>
              </a:path>
              <a:path w="541654" h="2752725">
                <a:moveTo>
                  <a:pt x="528637" y="2746375"/>
                </a:moveTo>
                <a:lnTo>
                  <a:pt x="12700" y="2746375"/>
                </a:lnTo>
                <a:lnTo>
                  <a:pt x="12700" y="2740025"/>
                </a:lnTo>
                <a:lnTo>
                  <a:pt x="528637" y="2740025"/>
                </a:lnTo>
                <a:lnTo>
                  <a:pt x="528637" y="2746375"/>
                </a:lnTo>
                <a:close/>
              </a:path>
              <a:path w="541654" h="2752725">
                <a:moveTo>
                  <a:pt x="541337" y="2746375"/>
                </a:moveTo>
                <a:lnTo>
                  <a:pt x="528637" y="2746375"/>
                </a:lnTo>
                <a:lnTo>
                  <a:pt x="534987" y="2740025"/>
                </a:lnTo>
                <a:lnTo>
                  <a:pt x="541337" y="2740025"/>
                </a:lnTo>
                <a:lnTo>
                  <a:pt x="541337" y="2746375"/>
                </a:lnTo>
                <a:close/>
              </a:path>
            </a:pathLst>
          </a:custGeom>
          <a:solidFill>
            <a:srgbClr val="0000FF"/>
          </a:solidFill>
        </p:spPr>
        <p:txBody>
          <a:bodyPr wrap="square" lIns="0" tIns="0" rIns="0" bIns="0" rtlCol="0"/>
          <a:lstStyle/>
          <a:p>
            <a:endParaRPr/>
          </a:p>
        </p:txBody>
      </p:sp>
      <p:sp>
        <p:nvSpPr>
          <p:cNvPr id="10" name="object 10"/>
          <p:cNvSpPr txBox="1"/>
          <p:nvPr/>
        </p:nvSpPr>
        <p:spPr>
          <a:xfrm>
            <a:off x="5140959" y="2671128"/>
            <a:ext cx="254000" cy="1275080"/>
          </a:xfrm>
          <a:prstGeom prst="rect">
            <a:avLst/>
          </a:prstGeom>
        </p:spPr>
        <p:txBody>
          <a:bodyPr vert="horz" wrap="square" lIns="0" tIns="12700" rIns="0" bIns="0" rtlCol="0">
            <a:spAutoFit/>
          </a:bodyPr>
          <a:lstStyle/>
          <a:p>
            <a:pPr marL="12700" marR="5080" algn="just">
              <a:lnSpc>
                <a:spcPct val="114000"/>
              </a:lnSpc>
              <a:spcBef>
                <a:spcPts val="100"/>
              </a:spcBef>
            </a:pPr>
            <a:r>
              <a:rPr sz="1800" spc="-50" dirty="0">
                <a:solidFill>
                  <a:srgbClr val="0000FF"/>
                </a:solidFill>
                <a:latin typeface="Noto Serif CJK JP"/>
                <a:cs typeface="Noto Serif CJK JP"/>
              </a:rPr>
              <a:t>多路开关</a:t>
            </a:r>
            <a:endParaRPr sz="1800">
              <a:latin typeface="Noto Serif CJK JP"/>
              <a:cs typeface="Noto Serif CJK JP"/>
            </a:endParaRPr>
          </a:p>
        </p:txBody>
      </p:sp>
      <p:sp>
        <p:nvSpPr>
          <p:cNvPr id="11" name="object 11"/>
          <p:cNvSpPr/>
          <p:nvPr/>
        </p:nvSpPr>
        <p:spPr>
          <a:xfrm>
            <a:off x="3633787" y="1858962"/>
            <a:ext cx="1022350" cy="508000"/>
          </a:xfrm>
          <a:custGeom>
            <a:avLst/>
            <a:gdLst/>
            <a:ahLst/>
            <a:cxnLst/>
            <a:rect l="l" t="t" r="r" b="b"/>
            <a:pathLst>
              <a:path w="1022350" h="508000">
                <a:moveTo>
                  <a:pt x="1022350" y="508000"/>
                </a:moveTo>
                <a:lnTo>
                  <a:pt x="0" y="508000"/>
                </a:lnTo>
                <a:lnTo>
                  <a:pt x="0" y="0"/>
                </a:lnTo>
                <a:lnTo>
                  <a:pt x="1022350" y="0"/>
                </a:lnTo>
                <a:lnTo>
                  <a:pt x="1022350" y="6350"/>
                </a:lnTo>
                <a:lnTo>
                  <a:pt x="12700" y="6350"/>
                </a:lnTo>
                <a:lnTo>
                  <a:pt x="6350" y="12700"/>
                </a:lnTo>
                <a:lnTo>
                  <a:pt x="12700" y="12700"/>
                </a:lnTo>
                <a:lnTo>
                  <a:pt x="12700" y="495300"/>
                </a:lnTo>
                <a:lnTo>
                  <a:pt x="6350" y="495300"/>
                </a:lnTo>
                <a:lnTo>
                  <a:pt x="12700" y="501650"/>
                </a:lnTo>
                <a:lnTo>
                  <a:pt x="1022350" y="501650"/>
                </a:lnTo>
                <a:lnTo>
                  <a:pt x="1022350" y="508000"/>
                </a:lnTo>
                <a:close/>
              </a:path>
              <a:path w="1022350" h="508000">
                <a:moveTo>
                  <a:pt x="12700" y="12700"/>
                </a:moveTo>
                <a:lnTo>
                  <a:pt x="6350" y="12700"/>
                </a:lnTo>
                <a:lnTo>
                  <a:pt x="12700" y="6350"/>
                </a:lnTo>
                <a:lnTo>
                  <a:pt x="12700" y="12700"/>
                </a:lnTo>
                <a:close/>
              </a:path>
              <a:path w="1022350" h="508000">
                <a:moveTo>
                  <a:pt x="1009650" y="12700"/>
                </a:moveTo>
                <a:lnTo>
                  <a:pt x="12700" y="12700"/>
                </a:lnTo>
                <a:lnTo>
                  <a:pt x="12700" y="6350"/>
                </a:lnTo>
                <a:lnTo>
                  <a:pt x="1009650" y="6350"/>
                </a:lnTo>
                <a:lnTo>
                  <a:pt x="1009650" y="12700"/>
                </a:lnTo>
                <a:close/>
              </a:path>
              <a:path w="1022350" h="508000">
                <a:moveTo>
                  <a:pt x="1009650" y="501650"/>
                </a:moveTo>
                <a:lnTo>
                  <a:pt x="1009650" y="6350"/>
                </a:lnTo>
                <a:lnTo>
                  <a:pt x="1016000" y="12700"/>
                </a:lnTo>
                <a:lnTo>
                  <a:pt x="1022350" y="12700"/>
                </a:lnTo>
                <a:lnTo>
                  <a:pt x="1022350" y="495300"/>
                </a:lnTo>
                <a:lnTo>
                  <a:pt x="1016000" y="495300"/>
                </a:lnTo>
                <a:lnTo>
                  <a:pt x="1009650" y="501650"/>
                </a:lnTo>
                <a:close/>
              </a:path>
              <a:path w="1022350" h="508000">
                <a:moveTo>
                  <a:pt x="1022350" y="12700"/>
                </a:moveTo>
                <a:lnTo>
                  <a:pt x="1016000" y="12700"/>
                </a:lnTo>
                <a:lnTo>
                  <a:pt x="1009650" y="6350"/>
                </a:lnTo>
                <a:lnTo>
                  <a:pt x="1022350" y="6350"/>
                </a:lnTo>
                <a:lnTo>
                  <a:pt x="1022350" y="12700"/>
                </a:lnTo>
                <a:close/>
              </a:path>
              <a:path w="1022350" h="508000">
                <a:moveTo>
                  <a:pt x="12700" y="501650"/>
                </a:moveTo>
                <a:lnTo>
                  <a:pt x="6350" y="495300"/>
                </a:lnTo>
                <a:lnTo>
                  <a:pt x="12700" y="495300"/>
                </a:lnTo>
                <a:lnTo>
                  <a:pt x="12700" y="501650"/>
                </a:lnTo>
                <a:close/>
              </a:path>
              <a:path w="1022350" h="508000">
                <a:moveTo>
                  <a:pt x="1009650" y="501650"/>
                </a:moveTo>
                <a:lnTo>
                  <a:pt x="12700" y="501650"/>
                </a:lnTo>
                <a:lnTo>
                  <a:pt x="12700" y="495300"/>
                </a:lnTo>
                <a:lnTo>
                  <a:pt x="1009650" y="495300"/>
                </a:lnTo>
                <a:lnTo>
                  <a:pt x="1009650" y="501650"/>
                </a:lnTo>
                <a:close/>
              </a:path>
              <a:path w="1022350" h="508000">
                <a:moveTo>
                  <a:pt x="1022350" y="501650"/>
                </a:moveTo>
                <a:lnTo>
                  <a:pt x="1009650" y="501650"/>
                </a:lnTo>
                <a:lnTo>
                  <a:pt x="1016000" y="495300"/>
                </a:lnTo>
                <a:lnTo>
                  <a:pt x="1022350" y="495300"/>
                </a:lnTo>
                <a:lnTo>
                  <a:pt x="1022350" y="501650"/>
                </a:lnTo>
                <a:close/>
              </a:path>
            </a:pathLst>
          </a:custGeom>
          <a:solidFill>
            <a:srgbClr val="0000FF"/>
          </a:solidFill>
        </p:spPr>
        <p:txBody>
          <a:bodyPr wrap="square" lIns="0" tIns="0" rIns="0" bIns="0" rtlCol="0"/>
          <a:lstStyle/>
          <a:p>
            <a:endParaRPr/>
          </a:p>
        </p:txBody>
      </p:sp>
      <p:sp>
        <p:nvSpPr>
          <p:cNvPr id="12" name="object 12"/>
          <p:cNvSpPr txBox="1"/>
          <p:nvPr/>
        </p:nvSpPr>
        <p:spPr>
          <a:xfrm>
            <a:off x="3640137" y="1968817"/>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3" name="object 13"/>
          <p:cNvSpPr/>
          <p:nvPr/>
        </p:nvSpPr>
        <p:spPr>
          <a:xfrm>
            <a:off x="1060450" y="1882775"/>
            <a:ext cx="849630" cy="508000"/>
          </a:xfrm>
          <a:custGeom>
            <a:avLst/>
            <a:gdLst/>
            <a:ahLst/>
            <a:cxnLst/>
            <a:rect l="l" t="t" r="r" b="b"/>
            <a:pathLst>
              <a:path w="849630" h="508000">
                <a:moveTo>
                  <a:pt x="849312" y="508000"/>
                </a:moveTo>
                <a:lnTo>
                  <a:pt x="0" y="508000"/>
                </a:lnTo>
                <a:lnTo>
                  <a:pt x="0" y="0"/>
                </a:lnTo>
                <a:lnTo>
                  <a:pt x="849312" y="0"/>
                </a:lnTo>
                <a:lnTo>
                  <a:pt x="849312" y="6350"/>
                </a:lnTo>
                <a:lnTo>
                  <a:pt x="12700" y="6350"/>
                </a:lnTo>
                <a:lnTo>
                  <a:pt x="6350" y="12700"/>
                </a:lnTo>
                <a:lnTo>
                  <a:pt x="12700" y="12700"/>
                </a:lnTo>
                <a:lnTo>
                  <a:pt x="12700" y="495300"/>
                </a:lnTo>
                <a:lnTo>
                  <a:pt x="6350" y="495300"/>
                </a:lnTo>
                <a:lnTo>
                  <a:pt x="12700" y="501650"/>
                </a:lnTo>
                <a:lnTo>
                  <a:pt x="849312" y="501650"/>
                </a:lnTo>
                <a:lnTo>
                  <a:pt x="849312" y="508000"/>
                </a:lnTo>
                <a:close/>
              </a:path>
              <a:path w="849630" h="508000">
                <a:moveTo>
                  <a:pt x="12700" y="12700"/>
                </a:moveTo>
                <a:lnTo>
                  <a:pt x="6350" y="12700"/>
                </a:lnTo>
                <a:lnTo>
                  <a:pt x="12700" y="6350"/>
                </a:lnTo>
                <a:lnTo>
                  <a:pt x="12700" y="12700"/>
                </a:lnTo>
                <a:close/>
              </a:path>
              <a:path w="849630" h="508000">
                <a:moveTo>
                  <a:pt x="836612" y="12700"/>
                </a:moveTo>
                <a:lnTo>
                  <a:pt x="12700" y="12700"/>
                </a:lnTo>
                <a:lnTo>
                  <a:pt x="12700" y="6350"/>
                </a:lnTo>
                <a:lnTo>
                  <a:pt x="836612" y="6350"/>
                </a:lnTo>
                <a:lnTo>
                  <a:pt x="836612" y="12700"/>
                </a:lnTo>
                <a:close/>
              </a:path>
              <a:path w="849630" h="508000">
                <a:moveTo>
                  <a:pt x="836612" y="501650"/>
                </a:moveTo>
                <a:lnTo>
                  <a:pt x="836612" y="6350"/>
                </a:lnTo>
                <a:lnTo>
                  <a:pt x="842962" y="12700"/>
                </a:lnTo>
                <a:lnTo>
                  <a:pt x="849312" y="12700"/>
                </a:lnTo>
                <a:lnTo>
                  <a:pt x="849312" y="495300"/>
                </a:lnTo>
                <a:lnTo>
                  <a:pt x="842962" y="495300"/>
                </a:lnTo>
                <a:lnTo>
                  <a:pt x="836612" y="501650"/>
                </a:lnTo>
                <a:close/>
              </a:path>
              <a:path w="849630" h="508000">
                <a:moveTo>
                  <a:pt x="849312" y="12700"/>
                </a:moveTo>
                <a:lnTo>
                  <a:pt x="842962" y="12700"/>
                </a:lnTo>
                <a:lnTo>
                  <a:pt x="836612" y="6350"/>
                </a:lnTo>
                <a:lnTo>
                  <a:pt x="849312" y="6350"/>
                </a:lnTo>
                <a:lnTo>
                  <a:pt x="849312" y="12700"/>
                </a:lnTo>
                <a:close/>
              </a:path>
              <a:path w="849630" h="508000">
                <a:moveTo>
                  <a:pt x="12700" y="501650"/>
                </a:moveTo>
                <a:lnTo>
                  <a:pt x="6350" y="495300"/>
                </a:lnTo>
                <a:lnTo>
                  <a:pt x="12700" y="495300"/>
                </a:lnTo>
                <a:lnTo>
                  <a:pt x="12700" y="501650"/>
                </a:lnTo>
                <a:close/>
              </a:path>
              <a:path w="849630" h="508000">
                <a:moveTo>
                  <a:pt x="836612" y="501650"/>
                </a:moveTo>
                <a:lnTo>
                  <a:pt x="12700" y="501650"/>
                </a:lnTo>
                <a:lnTo>
                  <a:pt x="12700" y="495300"/>
                </a:lnTo>
                <a:lnTo>
                  <a:pt x="836612" y="495300"/>
                </a:lnTo>
                <a:lnTo>
                  <a:pt x="836612" y="501650"/>
                </a:lnTo>
                <a:close/>
              </a:path>
              <a:path w="849630" h="508000">
                <a:moveTo>
                  <a:pt x="849312" y="501650"/>
                </a:moveTo>
                <a:lnTo>
                  <a:pt x="836612" y="501650"/>
                </a:lnTo>
                <a:lnTo>
                  <a:pt x="842962" y="495300"/>
                </a:lnTo>
                <a:lnTo>
                  <a:pt x="849312" y="495300"/>
                </a:lnTo>
                <a:lnTo>
                  <a:pt x="849312" y="501650"/>
                </a:lnTo>
                <a:close/>
              </a:path>
            </a:pathLst>
          </a:custGeom>
          <a:solidFill>
            <a:srgbClr val="0000FF"/>
          </a:solidFill>
        </p:spPr>
        <p:txBody>
          <a:bodyPr wrap="square" lIns="0" tIns="0" rIns="0" bIns="0" rtlCol="0"/>
          <a:lstStyle/>
          <a:p>
            <a:endParaRPr/>
          </a:p>
        </p:txBody>
      </p:sp>
      <p:sp>
        <p:nvSpPr>
          <p:cNvPr id="14" name="object 14"/>
          <p:cNvSpPr txBox="1"/>
          <p:nvPr/>
        </p:nvSpPr>
        <p:spPr>
          <a:xfrm>
            <a:off x="1129030" y="1992629"/>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5" name="object 15"/>
          <p:cNvSpPr/>
          <p:nvPr/>
        </p:nvSpPr>
        <p:spPr>
          <a:xfrm>
            <a:off x="719074" y="1672132"/>
            <a:ext cx="4283710" cy="1600200"/>
          </a:xfrm>
          <a:custGeom>
            <a:avLst/>
            <a:gdLst/>
            <a:ahLst/>
            <a:cxnLst/>
            <a:rect l="l" t="t" r="r" b="b"/>
            <a:pathLst>
              <a:path w="4283710" h="1600200">
                <a:moveTo>
                  <a:pt x="346138" y="467817"/>
                </a:moveTo>
                <a:lnTo>
                  <a:pt x="317627" y="453402"/>
                </a:lnTo>
                <a:lnTo>
                  <a:pt x="289115" y="438975"/>
                </a:lnTo>
                <a:lnTo>
                  <a:pt x="289039" y="453275"/>
                </a:lnTo>
                <a:lnTo>
                  <a:pt x="127" y="451942"/>
                </a:lnTo>
                <a:lnTo>
                  <a:pt x="0" y="480517"/>
                </a:lnTo>
                <a:lnTo>
                  <a:pt x="288912" y="481850"/>
                </a:lnTo>
                <a:lnTo>
                  <a:pt x="288861" y="496125"/>
                </a:lnTo>
                <a:lnTo>
                  <a:pt x="317474" y="481977"/>
                </a:lnTo>
                <a:lnTo>
                  <a:pt x="346138" y="467817"/>
                </a:lnTo>
                <a:close/>
              </a:path>
              <a:path w="4283710" h="1600200">
                <a:moveTo>
                  <a:pt x="1536763" y="440829"/>
                </a:moveTo>
                <a:lnTo>
                  <a:pt x="1508252" y="426415"/>
                </a:lnTo>
                <a:lnTo>
                  <a:pt x="1479740" y="411988"/>
                </a:lnTo>
                <a:lnTo>
                  <a:pt x="1479664" y="426288"/>
                </a:lnTo>
                <a:lnTo>
                  <a:pt x="1190752" y="424954"/>
                </a:lnTo>
                <a:lnTo>
                  <a:pt x="1190625" y="453529"/>
                </a:lnTo>
                <a:lnTo>
                  <a:pt x="1479537" y="454863"/>
                </a:lnTo>
                <a:lnTo>
                  <a:pt x="1479486" y="469138"/>
                </a:lnTo>
                <a:lnTo>
                  <a:pt x="1508099" y="454990"/>
                </a:lnTo>
                <a:lnTo>
                  <a:pt x="1536763" y="440829"/>
                </a:lnTo>
                <a:close/>
              </a:path>
              <a:path w="4283710" h="1600200">
                <a:moveTo>
                  <a:pt x="2919476" y="434479"/>
                </a:moveTo>
                <a:lnTo>
                  <a:pt x="2890964" y="420065"/>
                </a:lnTo>
                <a:lnTo>
                  <a:pt x="2862453" y="405638"/>
                </a:lnTo>
                <a:lnTo>
                  <a:pt x="2862376" y="419938"/>
                </a:lnTo>
                <a:lnTo>
                  <a:pt x="2587358" y="418680"/>
                </a:lnTo>
                <a:lnTo>
                  <a:pt x="2583650" y="409752"/>
                </a:lnTo>
                <a:lnTo>
                  <a:pt x="2557259" y="420789"/>
                </a:lnTo>
                <a:lnTo>
                  <a:pt x="2540787" y="413905"/>
                </a:lnTo>
                <a:lnTo>
                  <a:pt x="2540787" y="427659"/>
                </a:lnTo>
                <a:lnTo>
                  <a:pt x="1555584" y="839368"/>
                </a:lnTo>
                <a:lnTo>
                  <a:pt x="1554238" y="15405"/>
                </a:lnTo>
                <a:lnTo>
                  <a:pt x="2540787" y="427659"/>
                </a:lnTo>
                <a:lnTo>
                  <a:pt x="2540787" y="413905"/>
                </a:lnTo>
                <a:lnTo>
                  <a:pt x="1550327" y="0"/>
                </a:lnTo>
                <a:lnTo>
                  <a:pt x="1547876" y="5854"/>
                </a:lnTo>
                <a:lnTo>
                  <a:pt x="1541526" y="5867"/>
                </a:lnTo>
                <a:lnTo>
                  <a:pt x="1542923" y="859942"/>
                </a:lnTo>
                <a:lnTo>
                  <a:pt x="1555623" y="859917"/>
                </a:lnTo>
                <a:lnTo>
                  <a:pt x="1555610" y="853135"/>
                </a:lnTo>
                <a:lnTo>
                  <a:pt x="2557259" y="434543"/>
                </a:lnTo>
                <a:lnTo>
                  <a:pt x="2573363" y="441274"/>
                </a:lnTo>
                <a:lnTo>
                  <a:pt x="2573337" y="447179"/>
                </a:lnTo>
                <a:lnTo>
                  <a:pt x="2862249" y="448513"/>
                </a:lnTo>
                <a:lnTo>
                  <a:pt x="2862199" y="462788"/>
                </a:lnTo>
                <a:lnTo>
                  <a:pt x="2890812" y="448640"/>
                </a:lnTo>
                <a:lnTo>
                  <a:pt x="2919476" y="434479"/>
                </a:lnTo>
                <a:close/>
              </a:path>
              <a:path w="4283710" h="1600200">
                <a:moveTo>
                  <a:pt x="3937063" y="1091704"/>
                </a:moveTo>
                <a:lnTo>
                  <a:pt x="3924363" y="1091704"/>
                </a:lnTo>
                <a:lnTo>
                  <a:pt x="3924363" y="1104404"/>
                </a:lnTo>
                <a:lnTo>
                  <a:pt x="3924363" y="1587004"/>
                </a:lnTo>
                <a:lnTo>
                  <a:pt x="2927413" y="1587004"/>
                </a:lnTo>
                <a:lnTo>
                  <a:pt x="2927413" y="1104404"/>
                </a:lnTo>
                <a:lnTo>
                  <a:pt x="3924363" y="1104404"/>
                </a:lnTo>
                <a:lnTo>
                  <a:pt x="3924363" y="1091704"/>
                </a:lnTo>
                <a:lnTo>
                  <a:pt x="2914713" y="1091704"/>
                </a:lnTo>
                <a:lnTo>
                  <a:pt x="2914713" y="1599704"/>
                </a:lnTo>
                <a:lnTo>
                  <a:pt x="3937063" y="1599704"/>
                </a:lnTo>
                <a:lnTo>
                  <a:pt x="3937063" y="1593354"/>
                </a:lnTo>
                <a:lnTo>
                  <a:pt x="3937063" y="1587004"/>
                </a:lnTo>
                <a:lnTo>
                  <a:pt x="3937063" y="1104404"/>
                </a:lnTo>
                <a:lnTo>
                  <a:pt x="3937063" y="1098054"/>
                </a:lnTo>
                <a:lnTo>
                  <a:pt x="3937063" y="1091704"/>
                </a:lnTo>
                <a:close/>
              </a:path>
              <a:path w="4283710" h="1600200">
                <a:moveTo>
                  <a:pt x="4283138" y="413842"/>
                </a:moveTo>
                <a:lnTo>
                  <a:pt x="4254627" y="399427"/>
                </a:lnTo>
                <a:lnTo>
                  <a:pt x="4226115" y="385000"/>
                </a:lnTo>
                <a:lnTo>
                  <a:pt x="4226039" y="399300"/>
                </a:lnTo>
                <a:lnTo>
                  <a:pt x="3937127" y="397967"/>
                </a:lnTo>
                <a:lnTo>
                  <a:pt x="3937000" y="426542"/>
                </a:lnTo>
                <a:lnTo>
                  <a:pt x="4225912" y="427875"/>
                </a:lnTo>
                <a:lnTo>
                  <a:pt x="4225861" y="442150"/>
                </a:lnTo>
                <a:lnTo>
                  <a:pt x="4254474" y="428002"/>
                </a:lnTo>
                <a:lnTo>
                  <a:pt x="4283138" y="413842"/>
                </a:lnTo>
                <a:close/>
              </a:path>
            </a:pathLst>
          </a:custGeom>
          <a:solidFill>
            <a:srgbClr val="0000FF"/>
          </a:solidFill>
        </p:spPr>
        <p:txBody>
          <a:bodyPr wrap="square" lIns="0" tIns="0" rIns="0" bIns="0" rtlCol="0"/>
          <a:lstStyle/>
          <a:p>
            <a:endParaRPr/>
          </a:p>
        </p:txBody>
      </p:sp>
      <p:sp>
        <p:nvSpPr>
          <p:cNvPr id="16" name="object 16"/>
          <p:cNvSpPr txBox="1"/>
          <p:nvPr/>
        </p:nvSpPr>
        <p:spPr>
          <a:xfrm>
            <a:off x="3640137" y="287369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7" name="object 17"/>
          <p:cNvSpPr/>
          <p:nvPr/>
        </p:nvSpPr>
        <p:spPr>
          <a:xfrm>
            <a:off x="1060450" y="2787650"/>
            <a:ext cx="849630" cy="508000"/>
          </a:xfrm>
          <a:custGeom>
            <a:avLst/>
            <a:gdLst/>
            <a:ahLst/>
            <a:cxnLst/>
            <a:rect l="l" t="t" r="r" b="b"/>
            <a:pathLst>
              <a:path w="849630" h="508000">
                <a:moveTo>
                  <a:pt x="849312" y="508000"/>
                </a:moveTo>
                <a:lnTo>
                  <a:pt x="0" y="508000"/>
                </a:lnTo>
                <a:lnTo>
                  <a:pt x="0" y="0"/>
                </a:lnTo>
                <a:lnTo>
                  <a:pt x="849312" y="0"/>
                </a:lnTo>
                <a:lnTo>
                  <a:pt x="849312" y="6350"/>
                </a:lnTo>
                <a:lnTo>
                  <a:pt x="12700" y="6350"/>
                </a:lnTo>
                <a:lnTo>
                  <a:pt x="6350" y="12700"/>
                </a:lnTo>
                <a:lnTo>
                  <a:pt x="12700" y="12700"/>
                </a:lnTo>
                <a:lnTo>
                  <a:pt x="12700" y="495300"/>
                </a:lnTo>
                <a:lnTo>
                  <a:pt x="6350" y="495300"/>
                </a:lnTo>
                <a:lnTo>
                  <a:pt x="12700" y="501650"/>
                </a:lnTo>
                <a:lnTo>
                  <a:pt x="849312" y="501650"/>
                </a:lnTo>
                <a:lnTo>
                  <a:pt x="849312" y="508000"/>
                </a:lnTo>
                <a:close/>
              </a:path>
              <a:path w="849630" h="508000">
                <a:moveTo>
                  <a:pt x="12700" y="12700"/>
                </a:moveTo>
                <a:lnTo>
                  <a:pt x="6350" y="12700"/>
                </a:lnTo>
                <a:lnTo>
                  <a:pt x="12700" y="6350"/>
                </a:lnTo>
                <a:lnTo>
                  <a:pt x="12700" y="12700"/>
                </a:lnTo>
                <a:close/>
              </a:path>
              <a:path w="849630" h="508000">
                <a:moveTo>
                  <a:pt x="836612" y="12700"/>
                </a:moveTo>
                <a:lnTo>
                  <a:pt x="12700" y="12700"/>
                </a:lnTo>
                <a:lnTo>
                  <a:pt x="12700" y="6350"/>
                </a:lnTo>
                <a:lnTo>
                  <a:pt x="836612" y="6350"/>
                </a:lnTo>
                <a:lnTo>
                  <a:pt x="836612" y="12700"/>
                </a:lnTo>
                <a:close/>
              </a:path>
              <a:path w="849630" h="508000">
                <a:moveTo>
                  <a:pt x="836612" y="501650"/>
                </a:moveTo>
                <a:lnTo>
                  <a:pt x="836612" y="6350"/>
                </a:lnTo>
                <a:lnTo>
                  <a:pt x="842962" y="12700"/>
                </a:lnTo>
                <a:lnTo>
                  <a:pt x="849312" y="12700"/>
                </a:lnTo>
                <a:lnTo>
                  <a:pt x="849312" y="495300"/>
                </a:lnTo>
                <a:lnTo>
                  <a:pt x="842962" y="495300"/>
                </a:lnTo>
                <a:lnTo>
                  <a:pt x="836612" y="501650"/>
                </a:lnTo>
                <a:close/>
              </a:path>
              <a:path w="849630" h="508000">
                <a:moveTo>
                  <a:pt x="849312" y="12700"/>
                </a:moveTo>
                <a:lnTo>
                  <a:pt x="842962" y="12700"/>
                </a:lnTo>
                <a:lnTo>
                  <a:pt x="836612" y="6350"/>
                </a:lnTo>
                <a:lnTo>
                  <a:pt x="849312" y="6350"/>
                </a:lnTo>
                <a:lnTo>
                  <a:pt x="849312" y="12700"/>
                </a:lnTo>
                <a:close/>
              </a:path>
              <a:path w="849630" h="508000">
                <a:moveTo>
                  <a:pt x="12700" y="501650"/>
                </a:moveTo>
                <a:lnTo>
                  <a:pt x="6350" y="495300"/>
                </a:lnTo>
                <a:lnTo>
                  <a:pt x="12700" y="495300"/>
                </a:lnTo>
                <a:lnTo>
                  <a:pt x="12700" y="501650"/>
                </a:lnTo>
                <a:close/>
              </a:path>
              <a:path w="849630" h="508000">
                <a:moveTo>
                  <a:pt x="836612" y="501650"/>
                </a:moveTo>
                <a:lnTo>
                  <a:pt x="12700" y="501650"/>
                </a:lnTo>
                <a:lnTo>
                  <a:pt x="12700" y="495300"/>
                </a:lnTo>
                <a:lnTo>
                  <a:pt x="836612" y="495300"/>
                </a:lnTo>
                <a:lnTo>
                  <a:pt x="836612" y="501650"/>
                </a:lnTo>
                <a:close/>
              </a:path>
              <a:path w="849630" h="508000">
                <a:moveTo>
                  <a:pt x="849312" y="501650"/>
                </a:moveTo>
                <a:lnTo>
                  <a:pt x="836612" y="501650"/>
                </a:lnTo>
                <a:lnTo>
                  <a:pt x="842962" y="495300"/>
                </a:lnTo>
                <a:lnTo>
                  <a:pt x="849312" y="495300"/>
                </a:lnTo>
                <a:lnTo>
                  <a:pt x="849312" y="501650"/>
                </a:lnTo>
                <a:close/>
              </a:path>
            </a:pathLst>
          </a:custGeom>
          <a:solidFill>
            <a:srgbClr val="0000FF"/>
          </a:solidFill>
        </p:spPr>
        <p:txBody>
          <a:bodyPr wrap="square" lIns="0" tIns="0" rIns="0" bIns="0" rtlCol="0"/>
          <a:lstStyle/>
          <a:p>
            <a:endParaRPr/>
          </a:p>
        </p:txBody>
      </p:sp>
      <p:sp>
        <p:nvSpPr>
          <p:cNvPr id="18" name="object 18"/>
          <p:cNvSpPr txBox="1"/>
          <p:nvPr/>
        </p:nvSpPr>
        <p:spPr>
          <a:xfrm>
            <a:off x="1129030" y="289750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9" name="object 19"/>
          <p:cNvSpPr/>
          <p:nvPr/>
        </p:nvSpPr>
        <p:spPr>
          <a:xfrm>
            <a:off x="719074" y="2577007"/>
            <a:ext cx="4283710" cy="2014220"/>
          </a:xfrm>
          <a:custGeom>
            <a:avLst/>
            <a:gdLst/>
            <a:ahLst/>
            <a:cxnLst/>
            <a:rect l="l" t="t" r="r" b="b"/>
            <a:pathLst>
              <a:path w="4283710" h="2014220">
                <a:moveTo>
                  <a:pt x="346138" y="467817"/>
                </a:moveTo>
                <a:lnTo>
                  <a:pt x="317627" y="453402"/>
                </a:lnTo>
                <a:lnTo>
                  <a:pt x="289115" y="438975"/>
                </a:lnTo>
                <a:lnTo>
                  <a:pt x="289039" y="453275"/>
                </a:lnTo>
                <a:lnTo>
                  <a:pt x="127" y="451942"/>
                </a:lnTo>
                <a:lnTo>
                  <a:pt x="0" y="480517"/>
                </a:lnTo>
                <a:lnTo>
                  <a:pt x="288912" y="481850"/>
                </a:lnTo>
                <a:lnTo>
                  <a:pt x="288861" y="496125"/>
                </a:lnTo>
                <a:lnTo>
                  <a:pt x="317474" y="481977"/>
                </a:lnTo>
                <a:lnTo>
                  <a:pt x="346138" y="467817"/>
                </a:lnTo>
                <a:close/>
              </a:path>
              <a:path w="4283710" h="2014220">
                <a:moveTo>
                  <a:pt x="1536763" y="442417"/>
                </a:moveTo>
                <a:lnTo>
                  <a:pt x="1508252" y="428002"/>
                </a:lnTo>
                <a:lnTo>
                  <a:pt x="1479740" y="413575"/>
                </a:lnTo>
                <a:lnTo>
                  <a:pt x="1479664" y="427875"/>
                </a:lnTo>
                <a:lnTo>
                  <a:pt x="1190752" y="426542"/>
                </a:lnTo>
                <a:lnTo>
                  <a:pt x="1190625" y="455117"/>
                </a:lnTo>
                <a:lnTo>
                  <a:pt x="1479537" y="456450"/>
                </a:lnTo>
                <a:lnTo>
                  <a:pt x="1479486" y="470725"/>
                </a:lnTo>
                <a:lnTo>
                  <a:pt x="1508099" y="456577"/>
                </a:lnTo>
                <a:lnTo>
                  <a:pt x="1536763" y="442417"/>
                </a:lnTo>
                <a:close/>
              </a:path>
              <a:path w="4283710" h="2014220">
                <a:moveTo>
                  <a:pt x="2919476" y="434479"/>
                </a:moveTo>
                <a:lnTo>
                  <a:pt x="2890964" y="420065"/>
                </a:lnTo>
                <a:lnTo>
                  <a:pt x="2862453" y="405638"/>
                </a:lnTo>
                <a:lnTo>
                  <a:pt x="2862376" y="419938"/>
                </a:lnTo>
                <a:lnTo>
                  <a:pt x="2586977" y="418668"/>
                </a:lnTo>
                <a:lnTo>
                  <a:pt x="2583650" y="410667"/>
                </a:lnTo>
                <a:lnTo>
                  <a:pt x="2557310" y="421690"/>
                </a:lnTo>
                <a:lnTo>
                  <a:pt x="2540889" y="414820"/>
                </a:lnTo>
                <a:lnTo>
                  <a:pt x="2540889" y="428574"/>
                </a:lnTo>
                <a:lnTo>
                  <a:pt x="1555381" y="841006"/>
                </a:lnTo>
                <a:lnTo>
                  <a:pt x="1554238" y="15405"/>
                </a:lnTo>
                <a:lnTo>
                  <a:pt x="2540889" y="428574"/>
                </a:lnTo>
                <a:lnTo>
                  <a:pt x="2540889" y="414820"/>
                </a:lnTo>
                <a:lnTo>
                  <a:pt x="1550327" y="0"/>
                </a:lnTo>
                <a:lnTo>
                  <a:pt x="1547876" y="5854"/>
                </a:lnTo>
                <a:lnTo>
                  <a:pt x="1541526" y="5867"/>
                </a:lnTo>
                <a:lnTo>
                  <a:pt x="1542719" y="861529"/>
                </a:lnTo>
                <a:lnTo>
                  <a:pt x="1555419" y="861504"/>
                </a:lnTo>
                <a:lnTo>
                  <a:pt x="1555407" y="854773"/>
                </a:lnTo>
                <a:lnTo>
                  <a:pt x="2557322" y="435457"/>
                </a:lnTo>
                <a:lnTo>
                  <a:pt x="2573350" y="442175"/>
                </a:lnTo>
                <a:lnTo>
                  <a:pt x="2573337" y="447179"/>
                </a:lnTo>
                <a:lnTo>
                  <a:pt x="2862249" y="448513"/>
                </a:lnTo>
                <a:lnTo>
                  <a:pt x="2862199" y="462788"/>
                </a:lnTo>
                <a:lnTo>
                  <a:pt x="2890812" y="448640"/>
                </a:lnTo>
                <a:lnTo>
                  <a:pt x="2919476" y="434479"/>
                </a:lnTo>
                <a:close/>
              </a:path>
              <a:path w="4283710" h="2014220">
                <a:moveTo>
                  <a:pt x="3937063" y="1506042"/>
                </a:moveTo>
                <a:lnTo>
                  <a:pt x="3924363" y="1506042"/>
                </a:lnTo>
                <a:lnTo>
                  <a:pt x="3924363" y="1518742"/>
                </a:lnTo>
                <a:lnTo>
                  <a:pt x="3924363" y="2001342"/>
                </a:lnTo>
                <a:lnTo>
                  <a:pt x="2927413" y="2001342"/>
                </a:lnTo>
                <a:lnTo>
                  <a:pt x="2927413" y="1518742"/>
                </a:lnTo>
                <a:lnTo>
                  <a:pt x="3924363" y="1518742"/>
                </a:lnTo>
                <a:lnTo>
                  <a:pt x="3924363" y="1506042"/>
                </a:lnTo>
                <a:lnTo>
                  <a:pt x="2914713" y="1506042"/>
                </a:lnTo>
                <a:lnTo>
                  <a:pt x="2914713" y="2014042"/>
                </a:lnTo>
                <a:lnTo>
                  <a:pt x="3937063" y="2014042"/>
                </a:lnTo>
                <a:lnTo>
                  <a:pt x="3937063" y="2007692"/>
                </a:lnTo>
                <a:lnTo>
                  <a:pt x="3937063" y="2001342"/>
                </a:lnTo>
                <a:lnTo>
                  <a:pt x="3937063" y="1518742"/>
                </a:lnTo>
                <a:lnTo>
                  <a:pt x="3937063" y="1512392"/>
                </a:lnTo>
                <a:lnTo>
                  <a:pt x="3937063" y="1506042"/>
                </a:lnTo>
                <a:close/>
              </a:path>
              <a:path w="4283710" h="2014220">
                <a:moveTo>
                  <a:pt x="4283138" y="413842"/>
                </a:moveTo>
                <a:lnTo>
                  <a:pt x="4254627" y="399427"/>
                </a:lnTo>
                <a:lnTo>
                  <a:pt x="4226115" y="385000"/>
                </a:lnTo>
                <a:lnTo>
                  <a:pt x="4226039" y="399300"/>
                </a:lnTo>
                <a:lnTo>
                  <a:pt x="3937127" y="397967"/>
                </a:lnTo>
                <a:lnTo>
                  <a:pt x="3937000" y="426542"/>
                </a:lnTo>
                <a:lnTo>
                  <a:pt x="4225912" y="427875"/>
                </a:lnTo>
                <a:lnTo>
                  <a:pt x="4225861" y="442150"/>
                </a:lnTo>
                <a:lnTo>
                  <a:pt x="4254474" y="428002"/>
                </a:lnTo>
                <a:lnTo>
                  <a:pt x="4283138" y="413842"/>
                </a:lnTo>
                <a:close/>
              </a:path>
            </a:pathLst>
          </a:custGeom>
          <a:solidFill>
            <a:srgbClr val="0000FF"/>
          </a:solidFill>
        </p:spPr>
        <p:txBody>
          <a:bodyPr wrap="square" lIns="0" tIns="0" rIns="0" bIns="0" rtlCol="0"/>
          <a:lstStyle/>
          <a:p>
            <a:endParaRPr/>
          </a:p>
        </p:txBody>
      </p:sp>
      <p:sp>
        <p:nvSpPr>
          <p:cNvPr id="20" name="object 20"/>
          <p:cNvSpPr txBox="1"/>
          <p:nvPr/>
        </p:nvSpPr>
        <p:spPr>
          <a:xfrm>
            <a:off x="3640137" y="4192904"/>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21" name="object 21"/>
          <p:cNvSpPr/>
          <p:nvPr/>
        </p:nvSpPr>
        <p:spPr>
          <a:xfrm>
            <a:off x="1060450" y="4108450"/>
            <a:ext cx="849630" cy="506730"/>
          </a:xfrm>
          <a:custGeom>
            <a:avLst/>
            <a:gdLst/>
            <a:ahLst/>
            <a:cxnLst/>
            <a:rect l="l" t="t" r="r" b="b"/>
            <a:pathLst>
              <a:path w="849630" h="506729">
                <a:moveTo>
                  <a:pt x="849312" y="506412"/>
                </a:moveTo>
                <a:lnTo>
                  <a:pt x="0" y="506412"/>
                </a:lnTo>
                <a:lnTo>
                  <a:pt x="0" y="0"/>
                </a:lnTo>
                <a:lnTo>
                  <a:pt x="849312" y="0"/>
                </a:lnTo>
                <a:lnTo>
                  <a:pt x="849312" y="6350"/>
                </a:lnTo>
                <a:lnTo>
                  <a:pt x="12700" y="6350"/>
                </a:lnTo>
                <a:lnTo>
                  <a:pt x="6350" y="12700"/>
                </a:lnTo>
                <a:lnTo>
                  <a:pt x="12700" y="12700"/>
                </a:lnTo>
                <a:lnTo>
                  <a:pt x="12700" y="493712"/>
                </a:lnTo>
                <a:lnTo>
                  <a:pt x="6350" y="493712"/>
                </a:lnTo>
                <a:lnTo>
                  <a:pt x="12700" y="500062"/>
                </a:lnTo>
                <a:lnTo>
                  <a:pt x="849312" y="500062"/>
                </a:lnTo>
                <a:lnTo>
                  <a:pt x="849312" y="506412"/>
                </a:lnTo>
                <a:close/>
              </a:path>
              <a:path w="849630" h="506729">
                <a:moveTo>
                  <a:pt x="12700" y="12700"/>
                </a:moveTo>
                <a:lnTo>
                  <a:pt x="6350" y="12700"/>
                </a:lnTo>
                <a:lnTo>
                  <a:pt x="12700" y="6350"/>
                </a:lnTo>
                <a:lnTo>
                  <a:pt x="12700" y="12700"/>
                </a:lnTo>
                <a:close/>
              </a:path>
              <a:path w="849630" h="506729">
                <a:moveTo>
                  <a:pt x="836612" y="12700"/>
                </a:moveTo>
                <a:lnTo>
                  <a:pt x="12700" y="12700"/>
                </a:lnTo>
                <a:lnTo>
                  <a:pt x="12700" y="6350"/>
                </a:lnTo>
                <a:lnTo>
                  <a:pt x="836612" y="6350"/>
                </a:lnTo>
                <a:lnTo>
                  <a:pt x="836612" y="12700"/>
                </a:lnTo>
                <a:close/>
              </a:path>
              <a:path w="849630" h="506729">
                <a:moveTo>
                  <a:pt x="836612" y="500062"/>
                </a:moveTo>
                <a:lnTo>
                  <a:pt x="836612" y="6350"/>
                </a:lnTo>
                <a:lnTo>
                  <a:pt x="842962" y="12700"/>
                </a:lnTo>
                <a:lnTo>
                  <a:pt x="849312" y="12700"/>
                </a:lnTo>
                <a:lnTo>
                  <a:pt x="849312" y="493712"/>
                </a:lnTo>
                <a:lnTo>
                  <a:pt x="842962" y="493712"/>
                </a:lnTo>
                <a:lnTo>
                  <a:pt x="836612" y="500062"/>
                </a:lnTo>
                <a:close/>
              </a:path>
              <a:path w="849630" h="506729">
                <a:moveTo>
                  <a:pt x="849312" y="12700"/>
                </a:moveTo>
                <a:lnTo>
                  <a:pt x="842962" y="12700"/>
                </a:lnTo>
                <a:lnTo>
                  <a:pt x="836612" y="6350"/>
                </a:lnTo>
                <a:lnTo>
                  <a:pt x="849312" y="6350"/>
                </a:lnTo>
                <a:lnTo>
                  <a:pt x="849312" y="12700"/>
                </a:lnTo>
                <a:close/>
              </a:path>
              <a:path w="849630" h="506729">
                <a:moveTo>
                  <a:pt x="12700" y="500062"/>
                </a:moveTo>
                <a:lnTo>
                  <a:pt x="6350" y="493712"/>
                </a:lnTo>
                <a:lnTo>
                  <a:pt x="12700" y="493712"/>
                </a:lnTo>
                <a:lnTo>
                  <a:pt x="12700" y="500062"/>
                </a:lnTo>
                <a:close/>
              </a:path>
              <a:path w="849630" h="506729">
                <a:moveTo>
                  <a:pt x="836612" y="500062"/>
                </a:moveTo>
                <a:lnTo>
                  <a:pt x="12700" y="500062"/>
                </a:lnTo>
                <a:lnTo>
                  <a:pt x="12700" y="493712"/>
                </a:lnTo>
                <a:lnTo>
                  <a:pt x="836612" y="493712"/>
                </a:lnTo>
                <a:lnTo>
                  <a:pt x="836612" y="500062"/>
                </a:lnTo>
                <a:close/>
              </a:path>
              <a:path w="849630" h="506729">
                <a:moveTo>
                  <a:pt x="849312" y="500062"/>
                </a:moveTo>
                <a:lnTo>
                  <a:pt x="836612" y="500062"/>
                </a:lnTo>
                <a:lnTo>
                  <a:pt x="842962" y="493712"/>
                </a:lnTo>
                <a:lnTo>
                  <a:pt x="849312" y="493712"/>
                </a:lnTo>
                <a:lnTo>
                  <a:pt x="849312" y="500062"/>
                </a:lnTo>
                <a:close/>
              </a:path>
            </a:pathLst>
          </a:custGeom>
          <a:solidFill>
            <a:srgbClr val="0000FF"/>
          </a:solidFill>
        </p:spPr>
        <p:txBody>
          <a:bodyPr wrap="square" lIns="0" tIns="0" rIns="0" bIns="0" rtlCol="0"/>
          <a:lstStyle/>
          <a:p>
            <a:endParaRPr/>
          </a:p>
        </p:txBody>
      </p:sp>
      <p:sp>
        <p:nvSpPr>
          <p:cNvPr id="22" name="object 22"/>
          <p:cNvSpPr txBox="1"/>
          <p:nvPr/>
        </p:nvSpPr>
        <p:spPr>
          <a:xfrm>
            <a:off x="0" y="3901439"/>
            <a:ext cx="1840230" cy="615315"/>
          </a:xfrm>
          <a:prstGeom prst="rect">
            <a:avLst/>
          </a:prstGeom>
        </p:spPr>
        <p:txBody>
          <a:bodyPr vert="horz" wrap="square" lIns="0" tIns="33020" rIns="0" bIns="0" rtlCol="0">
            <a:spAutoFit/>
          </a:bodyPr>
          <a:lstStyle/>
          <a:p>
            <a:pPr marL="12700">
              <a:lnSpc>
                <a:spcPct val="100000"/>
              </a:lnSpc>
              <a:spcBef>
                <a:spcPts val="26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n</a:t>
            </a:r>
            <a:endParaRPr sz="1800">
              <a:latin typeface="Times New Roman" panose="02020603050405020304"/>
              <a:cs typeface="Times New Roman" panose="02020603050405020304"/>
            </a:endParaRPr>
          </a:p>
          <a:p>
            <a:pPr marL="1141730">
              <a:lnSpc>
                <a:spcPct val="100000"/>
              </a:lnSpc>
              <a:spcBef>
                <a:spcPts val="165"/>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3" name="object 23"/>
          <p:cNvSpPr/>
          <p:nvPr/>
        </p:nvSpPr>
        <p:spPr>
          <a:xfrm>
            <a:off x="719074" y="1987549"/>
            <a:ext cx="8336280" cy="2770505"/>
          </a:xfrm>
          <a:custGeom>
            <a:avLst/>
            <a:gdLst/>
            <a:ahLst/>
            <a:cxnLst/>
            <a:rect l="l" t="t" r="r" b="b"/>
            <a:pathLst>
              <a:path w="8336280" h="2770504">
                <a:moveTo>
                  <a:pt x="346138" y="2376487"/>
                </a:moveTo>
                <a:lnTo>
                  <a:pt x="317627" y="2362073"/>
                </a:lnTo>
                <a:lnTo>
                  <a:pt x="289115" y="2347645"/>
                </a:lnTo>
                <a:lnTo>
                  <a:pt x="289039" y="2361946"/>
                </a:lnTo>
                <a:lnTo>
                  <a:pt x="127" y="2360612"/>
                </a:lnTo>
                <a:lnTo>
                  <a:pt x="0" y="2389187"/>
                </a:lnTo>
                <a:lnTo>
                  <a:pt x="288912" y="2390521"/>
                </a:lnTo>
                <a:lnTo>
                  <a:pt x="288861" y="2404795"/>
                </a:lnTo>
                <a:lnTo>
                  <a:pt x="317474" y="2390648"/>
                </a:lnTo>
                <a:lnTo>
                  <a:pt x="346138" y="2376487"/>
                </a:lnTo>
                <a:close/>
              </a:path>
              <a:path w="8336280" h="2770504">
                <a:moveTo>
                  <a:pt x="1536763" y="2351087"/>
                </a:moveTo>
                <a:lnTo>
                  <a:pt x="1508252" y="2336673"/>
                </a:lnTo>
                <a:lnTo>
                  <a:pt x="1479740" y="2322245"/>
                </a:lnTo>
                <a:lnTo>
                  <a:pt x="1479664" y="2336546"/>
                </a:lnTo>
                <a:lnTo>
                  <a:pt x="1190752" y="2335212"/>
                </a:lnTo>
                <a:lnTo>
                  <a:pt x="1190625" y="2363787"/>
                </a:lnTo>
                <a:lnTo>
                  <a:pt x="1479537" y="2365121"/>
                </a:lnTo>
                <a:lnTo>
                  <a:pt x="1479486" y="2379395"/>
                </a:lnTo>
                <a:lnTo>
                  <a:pt x="1508099" y="2365248"/>
                </a:lnTo>
                <a:lnTo>
                  <a:pt x="1536763" y="2351087"/>
                </a:lnTo>
                <a:close/>
              </a:path>
              <a:path w="8336280" h="2770504">
                <a:moveTo>
                  <a:pt x="2891015" y="2331770"/>
                </a:moveTo>
                <a:lnTo>
                  <a:pt x="2862592" y="2317229"/>
                </a:lnTo>
                <a:lnTo>
                  <a:pt x="2862453" y="2331516"/>
                </a:lnTo>
                <a:lnTo>
                  <a:pt x="2891015" y="2331770"/>
                </a:lnTo>
                <a:close/>
              </a:path>
              <a:path w="8336280" h="2770504">
                <a:moveTo>
                  <a:pt x="2919476" y="2346325"/>
                </a:moveTo>
                <a:lnTo>
                  <a:pt x="2891015" y="2331783"/>
                </a:lnTo>
                <a:lnTo>
                  <a:pt x="2862453" y="2331516"/>
                </a:lnTo>
                <a:lnTo>
                  <a:pt x="2587739" y="2329002"/>
                </a:lnTo>
                <a:lnTo>
                  <a:pt x="2583650" y="2319172"/>
                </a:lnTo>
                <a:lnTo>
                  <a:pt x="2557272" y="2330221"/>
                </a:lnTo>
                <a:lnTo>
                  <a:pt x="2540838" y="2323350"/>
                </a:lnTo>
                <a:lnTo>
                  <a:pt x="2540838" y="2337104"/>
                </a:lnTo>
                <a:lnTo>
                  <a:pt x="1555381" y="2749677"/>
                </a:lnTo>
                <a:lnTo>
                  <a:pt x="1554238" y="1924075"/>
                </a:lnTo>
                <a:lnTo>
                  <a:pt x="2540838" y="2337104"/>
                </a:lnTo>
                <a:lnTo>
                  <a:pt x="2540838" y="2323350"/>
                </a:lnTo>
                <a:lnTo>
                  <a:pt x="1550327" y="1908670"/>
                </a:lnTo>
                <a:lnTo>
                  <a:pt x="1547876" y="1914525"/>
                </a:lnTo>
                <a:lnTo>
                  <a:pt x="1541526" y="1914537"/>
                </a:lnTo>
                <a:lnTo>
                  <a:pt x="1542719" y="2770200"/>
                </a:lnTo>
                <a:lnTo>
                  <a:pt x="1555419" y="2770174"/>
                </a:lnTo>
                <a:lnTo>
                  <a:pt x="1555407" y="2763443"/>
                </a:lnTo>
                <a:lnTo>
                  <a:pt x="2557272" y="2343975"/>
                </a:lnTo>
                <a:lnTo>
                  <a:pt x="2573324" y="2350706"/>
                </a:lnTo>
                <a:lnTo>
                  <a:pt x="2573274" y="2357437"/>
                </a:lnTo>
                <a:lnTo>
                  <a:pt x="2862199" y="2360091"/>
                </a:lnTo>
                <a:lnTo>
                  <a:pt x="2862072" y="2374379"/>
                </a:lnTo>
                <a:lnTo>
                  <a:pt x="2890786" y="2360345"/>
                </a:lnTo>
                <a:lnTo>
                  <a:pt x="2919476" y="2346325"/>
                </a:lnTo>
                <a:close/>
              </a:path>
              <a:path w="8336280" h="2770504">
                <a:moveTo>
                  <a:pt x="4283138" y="2322512"/>
                </a:moveTo>
                <a:lnTo>
                  <a:pt x="4254627" y="2308098"/>
                </a:lnTo>
                <a:lnTo>
                  <a:pt x="4226115" y="2293670"/>
                </a:lnTo>
                <a:lnTo>
                  <a:pt x="4226039" y="2307971"/>
                </a:lnTo>
                <a:lnTo>
                  <a:pt x="3937127" y="2306637"/>
                </a:lnTo>
                <a:lnTo>
                  <a:pt x="3937000" y="2335212"/>
                </a:lnTo>
                <a:lnTo>
                  <a:pt x="4225912" y="2336546"/>
                </a:lnTo>
                <a:lnTo>
                  <a:pt x="4225861" y="2350820"/>
                </a:lnTo>
                <a:lnTo>
                  <a:pt x="4254474" y="2336673"/>
                </a:lnTo>
                <a:lnTo>
                  <a:pt x="4283138" y="2322512"/>
                </a:lnTo>
                <a:close/>
              </a:path>
              <a:path w="8336280" h="2770504">
                <a:moveTo>
                  <a:pt x="8336026" y="0"/>
                </a:moveTo>
                <a:lnTo>
                  <a:pt x="8323326" y="0"/>
                </a:lnTo>
                <a:lnTo>
                  <a:pt x="8323326" y="12700"/>
                </a:lnTo>
                <a:lnTo>
                  <a:pt x="8323326" y="587375"/>
                </a:lnTo>
                <a:lnTo>
                  <a:pt x="6999351" y="587375"/>
                </a:lnTo>
                <a:lnTo>
                  <a:pt x="6999351" y="12700"/>
                </a:lnTo>
                <a:lnTo>
                  <a:pt x="8323326" y="12700"/>
                </a:lnTo>
                <a:lnTo>
                  <a:pt x="8323326" y="0"/>
                </a:lnTo>
                <a:lnTo>
                  <a:pt x="6986651" y="0"/>
                </a:lnTo>
                <a:lnTo>
                  <a:pt x="6986651" y="600075"/>
                </a:lnTo>
                <a:lnTo>
                  <a:pt x="8336026" y="600075"/>
                </a:lnTo>
                <a:lnTo>
                  <a:pt x="8336026" y="593725"/>
                </a:lnTo>
                <a:lnTo>
                  <a:pt x="8336026" y="587375"/>
                </a:lnTo>
                <a:lnTo>
                  <a:pt x="8336026" y="12700"/>
                </a:lnTo>
                <a:lnTo>
                  <a:pt x="8336026" y="6350"/>
                </a:lnTo>
                <a:lnTo>
                  <a:pt x="8336026" y="0"/>
                </a:lnTo>
                <a:close/>
              </a:path>
            </a:pathLst>
          </a:custGeom>
          <a:solidFill>
            <a:srgbClr val="0000FF"/>
          </a:solidFill>
        </p:spPr>
        <p:txBody>
          <a:bodyPr wrap="square" lIns="0" tIns="0" rIns="0" bIns="0" rtlCol="0"/>
          <a:lstStyle/>
          <a:p>
            <a:endParaRPr/>
          </a:p>
        </p:txBody>
      </p:sp>
      <p:sp>
        <p:nvSpPr>
          <p:cNvPr id="24" name="object 24"/>
          <p:cNvSpPr txBox="1"/>
          <p:nvPr/>
        </p:nvSpPr>
        <p:spPr>
          <a:xfrm>
            <a:off x="7827644" y="2160270"/>
            <a:ext cx="11049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Times New Roman" panose="02020603050405020304"/>
                <a:cs typeface="Times New Roman" panose="02020603050405020304"/>
              </a:rPr>
              <a:t>A/D</a:t>
            </a:r>
            <a:r>
              <a:rPr sz="1800" spc="-35" dirty="0">
                <a:solidFill>
                  <a:srgbClr val="0000FF"/>
                </a:solidFill>
                <a:latin typeface="Noto Serif CJK JP"/>
                <a:cs typeface="Noto Serif CJK JP"/>
              </a:rPr>
              <a:t>转换器</a:t>
            </a:r>
            <a:endParaRPr sz="1800">
              <a:latin typeface="Noto Serif CJK JP"/>
              <a:cs typeface="Noto Serif CJK JP"/>
            </a:endParaRPr>
          </a:p>
        </p:txBody>
      </p:sp>
      <p:sp>
        <p:nvSpPr>
          <p:cNvPr id="25" name="object 25"/>
          <p:cNvSpPr/>
          <p:nvPr/>
        </p:nvSpPr>
        <p:spPr>
          <a:xfrm>
            <a:off x="5899150" y="1987550"/>
            <a:ext cx="1444625" cy="600075"/>
          </a:xfrm>
          <a:custGeom>
            <a:avLst/>
            <a:gdLst/>
            <a:ahLst/>
            <a:cxnLst/>
            <a:rect l="l" t="t" r="r" b="b"/>
            <a:pathLst>
              <a:path w="1444625" h="600075">
                <a:moveTo>
                  <a:pt x="1444625" y="600075"/>
                </a:moveTo>
                <a:lnTo>
                  <a:pt x="0" y="600075"/>
                </a:lnTo>
                <a:lnTo>
                  <a:pt x="0" y="0"/>
                </a:lnTo>
                <a:lnTo>
                  <a:pt x="1444625" y="0"/>
                </a:lnTo>
                <a:lnTo>
                  <a:pt x="1444625" y="6350"/>
                </a:lnTo>
                <a:lnTo>
                  <a:pt x="12700" y="6350"/>
                </a:lnTo>
                <a:lnTo>
                  <a:pt x="6350" y="12700"/>
                </a:lnTo>
                <a:lnTo>
                  <a:pt x="12700" y="12700"/>
                </a:lnTo>
                <a:lnTo>
                  <a:pt x="12700" y="587375"/>
                </a:lnTo>
                <a:lnTo>
                  <a:pt x="6350" y="587375"/>
                </a:lnTo>
                <a:lnTo>
                  <a:pt x="12700" y="593725"/>
                </a:lnTo>
                <a:lnTo>
                  <a:pt x="1444625" y="593725"/>
                </a:lnTo>
                <a:lnTo>
                  <a:pt x="1444625" y="600075"/>
                </a:lnTo>
                <a:close/>
              </a:path>
              <a:path w="1444625" h="600075">
                <a:moveTo>
                  <a:pt x="12700" y="12700"/>
                </a:moveTo>
                <a:lnTo>
                  <a:pt x="6350" y="12700"/>
                </a:lnTo>
                <a:lnTo>
                  <a:pt x="12700" y="6350"/>
                </a:lnTo>
                <a:lnTo>
                  <a:pt x="12700" y="12700"/>
                </a:lnTo>
                <a:close/>
              </a:path>
              <a:path w="1444625" h="600075">
                <a:moveTo>
                  <a:pt x="1431925" y="12700"/>
                </a:moveTo>
                <a:lnTo>
                  <a:pt x="12700" y="12700"/>
                </a:lnTo>
                <a:lnTo>
                  <a:pt x="12700" y="6350"/>
                </a:lnTo>
                <a:lnTo>
                  <a:pt x="1431925" y="6350"/>
                </a:lnTo>
                <a:lnTo>
                  <a:pt x="1431925" y="12700"/>
                </a:lnTo>
                <a:close/>
              </a:path>
              <a:path w="1444625" h="600075">
                <a:moveTo>
                  <a:pt x="1431925" y="593725"/>
                </a:moveTo>
                <a:lnTo>
                  <a:pt x="1431925" y="6350"/>
                </a:lnTo>
                <a:lnTo>
                  <a:pt x="1438275" y="12700"/>
                </a:lnTo>
                <a:lnTo>
                  <a:pt x="1444625" y="12700"/>
                </a:lnTo>
                <a:lnTo>
                  <a:pt x="1444625" y="587375"/>
                </a:lnTo>
                <a:lnTo>
                  <a:pt x="1438275" y="587375"/>
                </a:lnTo>
                <a:lnTo>
                  <a:pt x="1431925" y="593725"/>
                </a:lnTo>
                <a:close/>
              </a:path>
              <a:path w="1444625" h="600075">
                <a:moveTo>
                  <a:pt x="1444625" y="12700"/>
                </a:moveTo>
                <a:lnTo>
                  <a:pt x="1438275" y="12700"/>
                </a:lnTo>
                <a:lnTo>
                  <a:pt x="1431925" y="6350"/>
                </a:lnTo>
                <a:lnTo>
                  <a:pt x="1444625" y="6350"/>
                </a:lnTo>
                <a:lnTo>
                  <a:pt x="1444625" y="12700"/>
                </a:lnTo>
                <a:close/>
              </a:path>
              <a:path w="1444625" h="600075">
                <a:moveTo>
                  <a:pt x="12700" y="593725"/>
                </a:moveTo>
                <a:lnTo>
                  <a:pt x="6350" y="587375"/>
                </a:lnTo>
                <a:lnTo>
                  <a:pt x="12700" y="587375"/>
                </a:lnTo>
                <a:lnTo>
                  <a:pt x="12700" y="593725"/>
                </a:lnTo>
                <a:close/>
              </a:path>
              <a:path w="1444625" h="600075">
                <a:moveTo>
                  <a:pt x="1431925" y="593725"/>
                </a:moveTo>
                <a:lnTo>
                  <a:pt x="12700" y="593725"/>
                </a:lnTo>
                <a:lnTo>
                  <a:pt x="12700" y="587375"/>
                </a:lnTo>
                <a:lnTo>
                  <a:pt x="1431925" y="587375"/>
                </a:lnTo>
                <a:lnTo>
                  <a:pt x="1431925" y="593725"/>
                </a:lnTo>
                <a:close/>
              </a:path>
              <a:path w="1444625" h="600075">
                <a:moveTo>
                  <a:pt x="1444625" y="593725"/>
                </a:moveTo>
                <a:lnTo>
                  <a:pt x="1431925" y="593725"/>
                </a:lnTo>
                <a:lnTo>
                  <a:pt x="1438275" y="587375"/>
                </a:lnTo>
                <a:lnTo>
                  <a:pt x="1444625" y="587375"/>
                </a:lnTo>
                <a:lnTo>
                  <a:pt x="1444625" y="593725"/>
                </a:lnTo>
                <a:close/>
              </a:path>
            </a:pathLst>
          </a:custGeom>
          <a:solidFill>
            <a:srgbClr val="0000FF"/>
          </a:solidFill>
        </p:spPr>
        <p:txBody>
          <a:bodyPr wrap="square" lIns="0" tIns="0" rIns="0" bIns="0" rtlCol="0"/>
          <a:lstStyle/>
          <a:p>
            <a:endParaRPr/>
          </a:p>
        </p:txBody>
      </p:sp>
      <p:sp>
        <p:nvSpPr>
          <p:cNvPr id="26" name="object 26"/>
          <p:cNvSpPr txBox="1"/>
          <p:nvPr/>
        </p:nvSpPr>
        <p:spPr>
          <a:xfrm>
            <a:off x="6036945" y="2160904"/>
            <a:ext cx="11684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Noto Serif CJK JP"/>
                <a:cs typeface="Noto Serif CJK JP"/>
              </a:rPr>
              <a:t>采样保持器</a:t>
            </a:r>
            <a:endParaRPr sz="1800">
              <a:latin typeface="Noto Serif CJK JP"/>
              <a:cs typeface="Noto Serif CJK JP"/>
            </a:endParaRPr>
          </a:p>
        </p:txBody>
      </p:sp>
      <p:sp>
        <p:nvSpPr>
          <p:cNvPr id="27" name="object 27"/>
          <p:cNvSpPr/>
          <p:nvPr/>
        </p:nvSpPr>
        <p:spPr>
          <a:xfrm>
            <a:off x="5557774" y="2263520"/>
            <a:ext cx="2935605" cy="992505"/>
          </a:xfrm>
          <a:custGeom>
            <a:avLst/>
            <a:gdLst/>
            <a:ahLst/>
            <a:cxnLst/>
            <a:rect l="l" t="t" r="r" b="b"/>
            <a:pathLst>
              <a:path w="2935604" h="992504">
                <a:moveTo>
                  <a:pt x="347726" y="30416"/>
                </a:moveTo>
                <a:lnTo>
                  <a:pt x="319214" y="16002"/>
                </a:lnTo>
                <a:lnTo>
                  <a:pt x="290703" y="1574"/>
                </a:lnTo>
                <a:lnTo>
                  <a:pt x="290626" y="15875"/>
                </a:lnTo>
                <a:lnTo>
                  <a:pt x="127" y="14541"/>
                </a:lnTo>
                <a:lnTo>
                  <a:pt x="0" y="43116"/>
                </a:lnTo>
                <a:lnTo>
                  <a:pt x="290499" y="44450"/>
                </a:lnTo>
                <a:lnTo>
                  <a:pt x="290449" y="58724"/>
                </a:lnTo>
                <a:lnTo>
                  <a:pt x="319062" y="44577"/>
                </a:lnTo>
                <a:lnTo>
                  <a:pt x="347726" y="30416"/>
                </a:lnTo>
                <a:close/>
              </a:path>
              <a:path w="2935604" h="992504">
                <a:moveTo>
                  <a:pt x="2152713" y="28829"/>
                </a:moveTo>
                <a:lnTo>
                  <a:pt x="2124202" y="14414"/>
                </a:lnTo>
                <a:lnTo>
                  <a:pt x="2095690" y="0"/>
                </a:lnTo>
                <a:lnTo>
                  <a:pt x="2095627" y="14287"/>
                </a:lnTo>
                <a:lnTo>
                  <a:pt x="1805114" y="12954"/>
                </a:lnTo>
                <a:lnTo>
                  <a:pt x="1804987" y="41529"/>
                </a:lnTo>
                <a:lnTo>
                  <a:pt x="2095487" y="42862"/>
                </a:lnTo>
                <a:lnTo>
                  <a:pt x="2095436" y="57137"/>
                </a:lnTo>
                <a:lnTo>
                  <a:pt x="2124049" y="42989"/>
                </a:lnTo>
                <a:lnTo>
                  <a:pt x="2152713" y="28829"/>
                </a:lnTo>
                <a:close/>
              </a:path>
              <a:path w="2935604" h="992504">
                <a:moveTo>
                  <a:pt x="2935351" y="935291"/>
                </a:moveTo>
                <a:lnTo>
                  <a:pt x="2921063" y="935291"/>
                </a:lnTo>
                <a:lnTo>
                  <a:pt x="2921063" y="320929"/>
                </a:lnTo>
                <a:lnTo>
                  <a:pt x="2892488" y="320929"/>
                </a:lnTo>
                <a:lnTo>
                  <a:pt x="2892488" y="935291"/>
                </a:lnTo>
                <a:lnTo>
                  <a:pt x="2878201" y="935291"/>
                </a:lnTo>
                <a:lnTo>
                  <a:pt x="2892488" y="963866"/>
                </a:lnTo>
                <a:lnTo>
                  <a:pt x="2906776" y="992441"/>
                </a:lnTo>
                <a:lnTo>
                  <a:pt x="2921063" y="963866"/>
                </a:lnTo>
                <a:lnTo>
                  <a:pt x="2935351" y="935291"/>
                </a:lnTo>
                <a:close/>
              </a:path>
            </a:pathLst>
          </a:custGeom>
          <a:solidFill>
            <a:srgbClr val="0000FF"/>
          </a:solidFill>
        </p:spPr>
        <p:txBody>
          <a:bodyPr wrap="square" lIns="0" tIns="0" rIns="0" bIns="0" rtlCol="0"/>
          <a:lstStyle/>
          <a:p>
            <a:endParaRPr/>
          </a:p>
        </p:txBody>
      </p:sp>
      <p:sp>
        <p:nvSpPr>
          <p:cNvPr id="28" name="object 28"/>
          <p:cNvSpPr txBox="1"/>
          <p:nvPr/>
        </p:nvSpPr>
        <p:spPr>
          <a:xfrm>
            <a:off x="7497762" y="511651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29" name="object 29"/>
          <p:cNvSpPr/>
          <p:nvPr/>
        </p:nvSpPr>
        <p:spPr>
          <a:xfrm>
            <a:off x="2274887" y="5327650"/>
            <a:ext cx="1071880" cy="425450"/>
          </a:xfrm>
          <a:custGeom>
            <a:avLst/>
            <a:gdLst/>
            <a:ahLst/>
            <a:cxnLst/>
            <a:rect l="l" t="t" r="r" b="b"/>
            <a:pathLst>
              <a:path w="1071879" h="425450">
                <a:moveTo>
                  <a:pt x="1071562" y="425450"/>
                </a:moveTo>
                <a:lnTo>
                  <a:pt x="0" y="425450"/>
                </a:lnTo>
                <a:lnTo>
                  <a:pt x="0" y="0"/>
                </a:lnTo>
                <a:lnTo>
                  <a:pt x="1071562" y="0"/>
                </a:lnTo>
                <a:lnTo>
                  <a:pt x="1071562" y="6350"/>
                </a:lnTo>
                <a:lnTo>
                  <a:pt x="12700" y="6350"/>
                </a:lnTo>
                <a:lnTo>
                  <a:pt x="6350" y="12700"/>
                </a:lnTo>
                <a:lnTo>
                  <a:pt x="12700" y="12700"/>
                </a:lnTo>
                <a:lnTo>
                  <a:pt x="12700" y="412750"/>
                </a:lnTo>
                <a:lnTo>
                  <a:pt x="6350" y="412750"/>
                </a:lnTo>
                <a:lnTo>
                  <a:pt x="12700" y="419100"/>
                </a:lnTo>
                <a:lnTo>
                  <a:pt x="1071562" y="419100"/>
                </a:lnTo>
                <a:lnTo>
                  <a:pt x="1071562" y="425450"/>
                </a:lnTo>
                <a:close/>
              </a:path>
              <a:path w="1071879" h="425450">
                <a:moveTo>
                  <a:pt x="12700" y="12700"/>
                </a:moveTo>
                <a:lnTo>
                  <a:pt x="6350" y="12700"/>
                </a:lnTo>
                <a:lnTo>
                  <a:pt x="12700" y="6350"/>
                </a:lnTo>
                <a:lnTo>
                  <a:pt x="12700" y="12700"/>
                </a:lnTo>
                <a:close/>
              </a:path>
              <a:path w="1071879" h="425450">
                <a:moveTo>
                  <a:pt x="1058862" y="12700"/>
                </a:moveTo>
                <a:lnTo>
                  <a:pt x="12700" y="12700"/>
                </a:lnTo>
                <a:lnTo>
                  <a:pt x="12700" y="6350"/>
                </a:lnTo>
                <a:lnTo>
                  <a:pt x="1058862" y="6350"/>
                </a:lnTo>
                <a:lnTo>
                  <a:pt x="1058862" y="12700"/>
                </a:lnTo>
                <a:close/>
              </a:path>
              <a:path w="1071879" h="425450">
                <a:moveTo>
                  <a:pt x="1058862" y="419100"/>
                </a:moveTo>
                <a:lnTo>
                  <a:pt x="1058862" y="6350"/>
                </a:lnTo>
                <a:lnTo>
                  <a:pt x="1065212" y="12700"/>
                </a:lnTo>
                <a:lnTo>
                  <a:pt x="1071562" y="12700"/>
                </a:lnTo>
                <a:lnTo>
                  <a:pt x="1071562" y="412750"/>
                </a:lnTo>
                <a:lnTo>
                  <a:pt x="1065212" y="412750"/>
                </a:lnTo>
                <a:lnTo>
                  <a:pt x="1058862" y="419100"/>
                </a:lnTo>
                <a:close/>
              </a:path>
              <a:path w="1071879" h="425450">
                <a:moveTo>
                  <a:pt x="1071562" y="12700"/>
                </a:moveTo>
                <a:lnTo>
                  <a:pt x="1065212" y="12700"/>
                </a:lnTo>
                <a:lnTo>
                  <a:pt x="1058862" y="6350"/>
                </a:lnTo>
                <a:lnTo>
                  <a:pt x="1071562" y="6350"/>
                </a:lnTo>
                <a:lnTo>
                  <a:pt x="1071562" y="12700"/>
                </a:lnTo>
                <a:close/>
              </a:path>
              <a:path w="1071879" h="425450">
                <a:moveTo>
                  <a:pt x="12700" y="419100"/>
                </a:moveTo>
                <a:lnTo>
                  <a:pt x="6350" y="412750"/>
                </a:lnTo>
                <a:lnTo>
                  <a:pt x="12700" y="412750"/>
                </a:lnTo>
                <a:lnTo>
                  <a:pt x="12700" y="419100"/>
                </a:lnTo>
                <a:close/>
              </a:path>
              <a:path w="1071879" h="425450">
                <a:moveTo>
                  <a:pt x="1058862" y="419100"/>
                </a:moveTo>
                <a:lnTo>
                  <a:pt x="12700" y="419100"/>
                </a:lnTo>
                <a:lnTo>
                  <a:pt x="12700" y="412750"/>
                </a:lnTo>
                <a:lnTo>
                  <a:pt x="1058862" y="412750"/>
                </a:lnTo>
                <a:lnTo>
                  <a:pt x="1058862" y="419100"/>
                </a:lnTo>
                <a:close/>
              </a:path>
              <a:path w="1071879" h="425450">
                <a:moveTo>
                  <a:pt x="1071562" y="419100"/>
                </a:moveTo>
                <a:lnTo>
                  <a:pt x="1058862" y="419100"/>
                </a:lnTo>
                <a:lnTo>
                  <a:pt x="1065212" y="412750"/>
                </a:lnTo>
                <a:lnTo>
                  <a:pt x="1071562" y="412750"/>
                </a:lnTo>
                <a:lnTo>
                  <a:pt x="1071562" y="419100"/>
                </a:lnTo>
                <a:close/>
              </a:path>
            </a:pathLst>
          </a:custGeom>
          <a:solidFill>
            <a:srgbClr val="0000FF"/>
          </a:solidFill>
        </p:spPr>
        <p:txBody>
          <a:bodyPr wrap="square" lIns="0" tIns="0" rIns="0" bIns="0" rtlCol="0"/>
          <a:lstStyle/>
          <a:p>
            <a:endParaRPr/>
          </a:p>
        </p:txBody>
      </p:sp>
      <p:sp>
        <p:nvSpPr>
          <p:cNvPr id="30" name="object 30"/>
          <p:cNvSpPr txBox="1"/>
          <p:nvPr/>
        </p:nvSpPr>
        <p:spPr>
          <a:xfrm>
            <a:off x="2340292" y="5414009"/>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受控对象</a:t>
            </a:r>
            <a:endParaRPr sz="1800">
              <a:latin typeface="Noto Serif CJK JP"/>
              <a:cs typeface="Noto Serif CJK JP"/>
            </a:endParaRPr>
          </a:p>
        </p:txBody>
      </p:sp>
      <p:sp>
        <p:nvSpPr>
          <p:cNvPr id="31" name="object 31"/>
          <p:cNvSpPr txBox="1"/>
          <p:nvPr/>
        </p:nvSpPr>
        <p:spPr>
          <a:xfrm>
            <a:off x="3176587" y="4822190"/>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控制信号</a:t>
            </a:r>
            <a:endParaRPr sz="1800">
              <a:latin typeface="Noto Serif CJK JP"/>
              <a:cs typeface="Noto Serif CJK JP"/>
            </a:endParaRPr>
          </a:p>
        </p:txBody>
      </p:sp>
      <p:sp>
        <p:nvSpPr>
          <p:cNvPr id="32" name="object 32"/>
          <p:cNvSpPr txBox="1"/>
          <p:nvPr/>
        </p:nvSpPr>
        <p:spPr>
          <a:xfrm>
            <a:off x="5021262" y="482282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模拟信号</a:t>
            </a:r>
            <a:endParaRPr sz="1800">
              <a:latin typeface="Noto Serif CJK JP"/>
              <a:cs typeface="Noto Serif CJK JP"/>
            </a:endParaRPr>
          </a:p>
        </p:txBody>
      </p:sp>
      <p:sp>
        <p:nvSpPr>
          <p:cNvPr id="33" name="object 33"/>
          <p:cNvSpPr/>
          <p:nvPr/>
        </p:nvSpPr>
        <p:spPr>
          <a:xfrm>
            <a:off x="5938837" y="5197475"/>
            <a:ext cx="1444625" cy="600075"/>
          </a:xfrm>
          <a:custGeom>
            <a:avLst/>
            <a:gdLst/>
            <a:ahLst/>
            <a:cxnLst/>
            <a:rect l="l" t="t" r="r" b="b"/>
            <a:pathLst>
              <a:path w="1444625" h="600075">
                <a:moveTo>
                  <a:pt x="1444625" y="600075"/>
                </a:moveTo>
                <a:lnTo>
                  <a:pt x="0" y="600075"/>
                </a:lnTo>
                <a:lnTo>
                  <a:pt x="0" y="0"/>
                </a:lnTo>
                <a:lnTo>
                  <a:pt x="1444625" y="0"/>
                </a:lnTo>
                <a:lnTo>
                  <a:pt x="1444625" y="6350"/>
                </a:lnTo>
                <a:lnTo>
                  <a:pt x="12700" y="6350"/>
                </a:lnTo>
                <a:lnTo>
                  <a:pt x="6350" y="12700"/>
                </a:lnTo>
                <a:lnTo>
                  <a:pt x="12700" y="12700"/>
                </a:lnTo>
                <a:lnTo>
                  <a:pt x="12700" y="587375"/>
                </a:lnTo>
                <a:lnTo>
                  <a:pt x="6350" y="587375"/>
                </a:lnTo>
                <a:lnTo>
                  <a:pt x="12700" y="593725"/>
                </a:lnTo>
                <a:lnTo>
                  <a:pt x="1444625" y="593725"/>
                </a:lnTo>
                <a:lnTo>
                  <a:pt x="1444625" y="600075"/>
                </a:lnTo>
                <a:close/>
              </a:path>
              <a:path w="1444625" h="600075">
                <a:moveTo>
                  <a:pt x="12700" y="12700"/>
                </a:moveTo>
                <a:lnTo>
                  <a:pt x="6350" y="12700"/>
                </a:lnTo>
                <a:lnTo>
                  <a:pt x="12700" y="6350"/>
                </a:lnTo>
                <a:lnTo>
                  <a:pt x="12700" y="12700"/>
                </a:lnTo>
                <a:close/>
              </a:path>
              <a:path w="1444625" h="600075">
                <a:moveTo>
                  <a:pt x="1431925" y="12700"/>
                </a:moveTo>
                <a:lnTo>
                  <a:pt x="12700" y="12700"/>
                </a:lnTo>
                <a:lnTo>
                  <a:pt x="12700" y="6350"/>
                </a:lnTo>
                <a:lnTo>
                  <a:pt x="1431925" y="6350"/>
                </a:lnTo>
                <a:lnTo>
                  <a:pt x="1431925" y="12700"/>
                </a:lnTo>
                <a:close/>
              </a:path>
              <a:path w="1444625" h="600075">
                <a:moveTo>
                  <a:pt x="1431925" y="593725"/>
                </a:moveTo>
                <a:lnTo>
                  <a:pt x="1431925" y="6350"/>
                </a:lnTo>
                <a:lnTo>
                  <a:pt x="1438275" y="12700"/>
                </a:lnTo>
                <a:lnTo>
                  <a:pt x="1444625" y="12700"/>
                </a:lnTo>
                <a:lnTo>
                  <a:pt x="1444625" y="587375"/>
                </a:lnTo>
                <a:lnTo>
                  <a:pt x="1438275" y="587375"/>
                </a:lnTo>
                <a:lnTo>
                  <a:pt x="1431925" y="593725"/>
                </a:lnTo>
                <a:close/>
              </a:path>
              <a:path w="1444625" h="600075">
                <a:moveTo>
                  <a:pt x="1444625" y="12700"/>
                </a:moveTo>
                <a:lnTo>
                  <a:pt x="1438275" y="12700"/>
                </a:lnTo>
                <a:lnTo>
                  <a:pt x="1431925" y="6350"/>
                </a:lnTo>
                <a:lnTo>
                  <a:pt x="1444625" y="6350"/>
                </a:lnTo>
                <a:lnTo>
                  <a:pt x="1444625" y="12700"/>
                </a:lnTo>
                <a:close/>
              </a:path>
              <a:path w="1444625" h="600075">
                <a:moveTo>
                  <a:pt x="12700" y="593725"/>
                </a:moveTo>
                <a:lnTo>
                  <a:pt x="6350" y="587375"/>
                </a:lnTo>
                <a:lnTo>
                  <a:pt x="12700" y="587375"/>
                </a:lnTo>
                <a:lnTo>
                  <a:pt x="12700" y="593725"/>
                </a:lnTo>
                <a:close/>
              </a:path>
              <a:path w="1444625" h="600075">
                <a:moveTo>
                  <a:pt x="1431925" y="593725"/>
                </a:moveTo>
                <a:lnTo>
                  <a:pt x="12700" y="593725"/>
                </a:lnTo>
                <a:lnTo>
                  <a:pt x="12700" y="587375"/>
                </a:lnTo>
                <a:lnTo>
                  <a:pt x="1431925" y="587375"/>
                </a:lnTo>
                <a:lnTo>
                  <a:pt x="1431925" y="593725"/>
                </a:lnTo>
                <a:close/>
              </a:path>
              <a:path w="1444625" h="600075">
                <a:moveTo>
                  <a:pt x="1444625" y="593725"/>
                </a:moveTo>
                <a:lnTo>
                  <a:pt x="1431925" y="593725"/>
                </a:lnTo>
                <a:lnTo>
                  <a:pt x="1438275" y="587375"/>
                </a:lnTo>
                <a:lnTo>
                  <a:pt x="1444625" y="587375"/>
                </a:lnTo>
                <a:lnTo>
                  <a:pt x="1444625" y="593725"/>
                </a:lnTo>
                <a:close/>
              </a:path>
            </a:pathLst>
          </a:custGeom>
          <a:solidFill>
            <a:srgbClr val="0000FF"/>
          </a:solidFill>
        </p:spPr>
        <p:txBody>
          <a:bodyPr wrap="square" lIns="0" tIns="0" rIns="0" bIns="0" rtlCol="0"/>
          <a:lstStyle/>
          <a:p>
            <a:endParaRPr/>
          </a:p>
        </p:txBody>
      </p:sp>
      <p:sp>
        <p:nvSpPr>
          <p:cNvPr id="34" name="object 34"/>
          <p:cNvSpPr txBox="1"/>
          <p:nvPr/>
        </p:nvSpPr>
        <p:spPr>
          <a:xfrm>
            <a:off x="6108382" y="5370195"/>
            <a:ext cx="11049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Times New Roman" panose="02020603050405020304"/>
                <a:cs typeface="Times New Roman" panose="02020603050405020304"/>
              </a:rPr>
              <a:t>D/A</a:t>
            </a:r>
            <a:r>
              <a:rPr sz="1800" spc="-35" dirty="0">
                <a:solidFill>
                  <a:srgbClr val="0000FF"/>
                </a:solidFill>
                <a:latin typeface="Noto Serif CJK JP"/>
                <a:cs typeface="Noto Serif CJK JP"/>
              </a:rPr>
              <a:t>转换器</a:t>
            </a:r>
            <a:endParaRPr sz="1800">
              <a:latin typeface="Noto Serif CJK JP"/>
              <a:cs typeface="Noto Serif CJK JP"/>
            </a:endParaRPr>
          </a:p>
        </p:txBody>
      </p:sp>
      <p:sp>
        <p:nvSpPr>
          <p:cNvPr id="35" name="object 35"/>
          <p:cNvSpPr/>
          <p:nvPr/>
        </p:nvSpPr>
        <p:spPr>
          <a:xfrm>
            <a:off x="4038600" y="5195887"/>
            <a:ext cx="1565275" cy="598805"/>
          </a:xfrm>
          <a:custGeom>
            <a:avLst/>
            <a:gdLst/>
            <a:ahLst/>
            <a:cxnLst/>
            <a:rect l="l" t="t" r="r" b="b"/>
            <a:pathLst>
              <a:path w="1565275" h="598804">
                <a:moveTo>
                  <a:pt x="1565275" y="598487"/>
                </a:moveTo>
                <a:lnTo>
                  <a:pt x="0" y="598487"/>
                </a:lnTo>
                <a:lnTo>
                  <a:pt x="0" y="0"/>
                </a:lnTo>
                <a:lnTo>
                  <a:pt x="1565275" y="0"/>
                </a:lnTo>
                <a:lnTo>
                  <a:pt x="1565275" y="6350"/>
                </a:lnTo>
                <a:lnTo>
                  <a:pt x="12700" y="6350"/>
                </a:lnTo>
                <a:lnTo>
                  <a:pt x="6350" y="12700"/>
                </a:lnTo>
                <a:lnTo>
                  <a:pt x="12700" y="12700"/>
                </a:lnTo>
                <a:lnTo>
                  <a:pt x="12700" y="585787"/>
                </a:lnTo>
                <a:lnTo>
                  <a:pt x="6350" y="585787"/>
                </a:lnTo>
                <a:lnTo>
                  <a:pt x="12700" y="592137"/>
                </a:lnTo>
                <a:lnTo>
                  <a:pt x="1565275" y="592137"/>
                </a:lnTo>
                <a:lnTo>
                  <a:pt x="1565275" y="598487"/>
                </a:lnTo>
                <a:close/>
              </a:path>
              <a:path w="1565275" h="598804">
                <a:moveTo>
                  <a:pt x="12700" y="12700"/>
                </a:moveTo>
                <a:lnTo>
                  <a:pt x="6350" y="12700"/>
                </a:lnTo>
                <a:lnTo>
                  <a:pt x="12700" y="6350"/>
                </a:lnTo>
                <a:lnTo>
                  <a:pt x="12700" y="12700"/>
                </a:lnTo>
                <a:close/>
              </a:path>
              <a:path w="1565275" h="598804">
                <a:moveTo>
                  <a:pt x="1552575" y="12700"/>
                </a:moveTo>
                <a:lnTo>
                  <a:pt x="12700" y="12700"/>
                </a:lnTo>
                <a:lnTo>
                  <a:pt x="12700" y="6350"/>
                </a:lnTo>
                <a:lnTo>
                  <a:pt x="1552575" y="6350"/>
                </a:lnTo>
                <a:lnTo>
                  <a:pt x="1552575" y="12700"/>
                </a:lnTo>
                <a:close/>
              </a:path>
              <a:path w="1565275" h="598804">
                <a:moveTo>
                  <a:pt x="1552575" y="592137"/>
                </a:moveTo>
                <a:lnTo>
                  <a:pt x="1552575" y="6350"/>
                </a:lnTo>
                <a:lnTo>
                  <a:pt x="1558925" y="12700"/>
                </a:lnTo>
                <a:lnTo>
                  <a:pt x="1565275" y="12700"/>
                </a:lnTo>
                <a:lnTo>
                  <a:pt x="1565275" y="585787"/>
                </a:lnTo>
                <a:lnTo>
                  <a:pt x="1558925" y="585787"/>
                </a:lnTo>
                <a:lnTo>
                  <a:pt x="1552575" y="592137"/>
                </a:lnTo>
                <a:close/>
              </a:path>
              <a:path w="1565275" h="598804">
                <a:moveTo>
                  <a:pt x="1565275" y="12700"/>
                </a:moveTo>
                <a:lnTo>
                  <a:pt x="1558925" y="12700"/>
                </a:lnTo>
                <a:lnTo>
                  <a:pt x="1552575" y="6350"/>
                </a:lnTo>
                <a:lnTo>
                  <a:pt x="1565275" y="6350"/>
                </a:lnTo>
                <a:lnTo>
                  <a:pt x="1565275" y="12700"/>
                </a:lnTo>
                <a:close/>
              </a:path>
              <a:path w="1565275" h="598804">
                <a:moveTo>
                  <a:pt x="12700" y="592137"/>
                </a:moveTo>
                <a:lnTo>
                  <a:pt x="6350" y="585787"/>
                </a:lnTo>
                <a:lnTo>
                  <a:pt x="12700" y="585787"/>
                </a:lnTo>
                <a:lnTo>
                  <a:pt x="12700" y="592137"/>
                </a:lnTo>
                <a:close/>
              </a:path>
              <a:path w="1565275" h="598804">
                <a:moveTo>
                  <a:pt x="1552575" y="592137"/>
                </a:moveTo>
                <a:lnTo>
                  <a:pt x="12700" y="592137"/>
                </a:lnTo>
                <a:lnTo>
                  <a:pt x="12700" y="585787"/>
                </a:lnTo>
                <a:lnTo>
                  <a:pt x="1552575" y="585787"/>
                </a:lnTo>
                <a:lnTo>
                  <a:pt x="1552575" y="592137"/>
                </a:lnTo>
                <a:close/>
              </a:path>
              <a:path w="1565275" h="598804">
                <a:moveTo>
                  <a:pt x="1565275" y="592137"/>
                </a:moveTo>
                <a:lnTo>
                  <a:pt x="1552575" y="592137"/>
                </a:lnTo>
                <a:lnTo>
                  <a:pt x="1558925" y="585787"/>
                </a:lnTo>
                <a:lnTo>
                  <a:pt x="1565275" y="585787"/>
                </a:lnTo>
                <a:lnTo>
                  <a:pt x="1565275" y="592137"/>
                </a:lnTo>
                <a:close/>
              </a:path>
            </a:pathLst>
          </a:custGeom>
          <a:solidFill>
            <a:srgbClr val="0000FF"/>
          </a:solidFill>
        </p:spPr>
        <p:txBody>
          <a:bodyPr wrap="square" lIns="0" tIns="0" rIns="0" bIns="0" rtlCol="0"/>
          <a:lstStyle/>
          <a:p>
            <a:endParaRPr/>
          </a:p>
        </p:txBody>
      </p:sp>
      <p:sp>
        <p:nvSpPr>
          <p:cNvPr id="36" name="object 36"/>
          <p:cNvSpPr txBox="1"/>
          <p:nvPr/>
        </p:nvSpPr>
        <p:spPr>
          <a:xfrm>
            <a:off x="4122420" y="5368607"/>
            <a:ext cx="13970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Noto Serif CJK JP"/>
                <a:cs typeface="Noto Serif CJK JP"/>
              </a:rPr>
              <a:t>放大驱动电路</a:t>
            </a:r>
            <a:endParaRPr sz="1800">
              <a:latin typeface="Noto Serif CJK JP"/>
              <a:cs typeface="Noto Serif CJK JP"/>
            </a:endParaRPr>
          </a:p>
        </p:txBody>
      </p:sp>
      <p:sp>
        <p:nvSpPr>
          <p:cNvPr id="37" name="object 37"/>
          <p:cNvSpPr/>
          <p:nvPr/>
        </p:nvSpPr>
        <p:spPr>
          <a:xfrm>
            <a:off x="3376612" y="4613275"/>
            <a:ext cx="5128260" cy="919480"/>
          </a:xfrm>
          <a:custGeom>
            <a:avLst/>
            <a:gdLst/>
            <a:ahLst/>
            <a:cxnLst/>
            <a:rect l="l" t="t" r="r" b="b"/>
            <a:pathLst>
              <a:path w="5128259" h="919479">
                <a:moveTo>
                  <a:pt x="681075" y="900112"/>
                </a:moveTo>
                <a:lnTo>
                  <a:pt x="680999" y="871537"/>
                </a:lnTo>
                <a:lnTo>
                  <a:pt x="57111" y="872998"/>
                </a:lnTo>
                <a:lnTo>
                  <a:pt x="57086" y="858697"/>
                </a:lnTo>
                <a:lnTo>
                  <a:pt x="28536" y="873061"/>
                </a:lnTo>
                <a:lnTo>
                  <a:pt x="0" y="887412"/>
                </a:lnTo>
                <a:lnTo>
                  <a:pt x="28600" y="901636"/>
                </a:lnTo>
                <a:lnTo>
                  <a:pt x="57213" y="915847"/>
                </a:lnTo>
                <a:lnTo>
                  <a:pt x="57175" y="901573"/>
                </a:lnTo>
                <a:lnTo>
                  <a:pt x="681075" y="900112"/>
                </a:lnTo>
                <a:close/>
              </a:path>
              <a:path w="5128259" h="919479">
                <a:moveTo>
                  <a:pt x="2571813" y="877887"/>
                </a:moveTo>
                <a:lnTo>
                  <a:pt x="2571686" y="849312"/>
                </a:lnTo>
                <a:lnTo>
                  <a:pt x="2281174" y="850646"/>
                </a:lnTo>
                <a:lnTo>
                  <a:pt x="2281110" y="836345"/>
                </a:lnTo>
                <a:lnTo>
                  <a:pt x="2252599" y="850773"/>
                </a:lnTo>
                <a:lnTo>
                  <a:pt x="2224087" y="865187"/>
                </a:lnTo>
                <a:lnTo>
                  <a:pt x="2252713" y="879348"/>
                </a:lnTo>
                <a:lnTo>
                  <a:pt x="2281364" y="893495"/>
                </a:lnTo>
                <a:lnTo>
                  <a:pt x="2281301" y="879221"/>
                </a:lnTo>
                <a:lnTo>
                  <a:pt x="2571813" y="877887"/>
                </a:lnTo>
                <a:close/>
              </a:path>
              <a:path w="5128259" h="919479">
                <a:moveTo>
                  <a:pt x="5127955" y="0"/>
                </a:moveTo>
                <a:lnTo>
                  <a:pt x="5099380" y="0"/>
                </a:lnTo>
                <a:lnTo>
                  <a:pt x="5099380" y="876147"/>
                </a:lnTo>
                <a:lnTo>
                  <a:pt x="4075112" y="876147"/>
                </a:lnTo>
                <a:lnTo>
                  <a:pt x="4075112" y="861860"/>
                </a:lnTo>
                <a:lnTo>
                  <a:pt x="4046537" y="876147"/>
                </a:lnTo>
                <a:lnTo>
                  <a:pt x="4017962" y="890435"/>
                </a:lnTo>
                <a:lnTo>
                  <a:pt x="4046537" y="904722"/>
                </a:lnTo>
                <a:lnTo>
                  <a:pt x="4075112" y="919010"/>
                </a:lnTo>
                <a:lnTo>
                  <a:pt x="4075112" y="904722"/>
                </a:lnTo>
                <a:lnTo>
                  <a:pt x="5113667" y="904722"/>
                </a:lnTo>
                <a:lnTo>
                  <a:pt x="5116449" y="904443"/>
                </a:lnTo>
                <a:lnTo>
                  <a:pt x="5127955" y="890435"/>
                </a:lnTo>
                <a:lnTo>
                  <a:pt x="5127955" y="876147"/>
                </a:lnTo>
                <a:lnTo>
                  <a:pt x="5127955" y="0"/>
                </a:lnTo>
                <a:close/>
              </a:path>
            </a:pathLst>
          </a:custGeom>
          <a:solidFill>
            <a:srgbClr val="0000FF"/>
          </a:solidFill>
        </p:spPr>
        <p:txBody>
          <a:bodyPr wrap="square" lIns="0" tIns="0" rIns="0" bIns="0" rtlCol="0"/>
          <a:lstStyle/>
          <a:p>
            <a:endParaRPr/>
          </a:p>
        </p:txBody>
      </p:sp>
      <p:sp>
        <p:nvSpPr>
          <p:cNvPr id="38" name="object 38"/>
          <p:cNvSpPr txBox="1"/>
          <p:nvPr/>
        </p:nvSpPr>
        <p:spPr>
          <a:xfrm>
            <a:off x="342029" y="3248025"/>
            <a:ext cx="278765" cy="254000"/>
          </a:xfrm>
          <a:prstGeom prst="rect">
            <a:avLst/>
          </a:prstGeom>
        </p:spPr>
        <p:txBody>
          <a:bodyPr vert="vert" wrap="square" lIns="0" tIns="0" rIns="0" bIns="0" rtlCol="0">
            <a:spAutoFit/>
          </a:bodyPr>
          <a:lstStyle/>
          <a:p>
            <a:pPr marL="12700">
              <a:lnSpc>
                <a:spcPts val="2065"/>
              </a:lnSpc>
            </a:pPr>
            <a:r>
              <a:rPr sz="1800" spc="-50" dirty="0">
                <a:solidFill>
                  <a:srgbClr val="0000FF"/>
                </a:solidFill>
                <a:latin typeface="Times New Roman" panose="02020603050405020304"/>
                <a:cs typeface="Times New Roman" panose="02020603050405020304"/>
              </a:rPr>
              <a:t>…</a:t>
            </a:r>
            <a:endParaRPr sz="1800">
              <a:latin typeface="Times New Roman" panose="02020603050405020304"/>
              <a:cs typeface="Times New Roman" panose="02020603050405020304"/>
            </a:endParaRPr>
          </a:p>
        </p:txBody>
      </p:sp>
      <p:sp>
        <p:nvSpPr>
          <p:cNvPr id="40" name="object 40"/>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a:t>
            </a:fld>
            <a:endParaRPr spc="-25" dirty="0"/>
          </a:p>
        </p:txBody>
      </p:sp>
      <p:sp>
        <p:nvSpPr>
          <p:cNvPr id="39" name="object 39"/>
          <p:cNvSpPr txBox="1">
            <a:spLocks noGrp="1"/>
          </p:cNvSpPr>
          <p:nvPr>
            <p:ph type="title"/>
          </p:nvPr>
        </p:nvSpPr>
        <p:spPr>
          <a:xfrm>
            <a:off x="423811" y="146405"/>
            <a:ext cx="1625600" cy="442595"/>
          </a:xfrm>
          <a:prstGeom prst="rect">
            <a:avLst/>
          </a:prstGeom>
        </p:spPr>
        <p:txBody>
          <a:bodyPr vert="horz" wrap="square" lIns="0" tIns="12065" rIns="0" bIns="0" rtlCol="0">
            <a:spAutoFit/>
          </a:bodyPr>
          <a:lstStyle/>
          <a:p>
            <a:pPr marL="12700">
              <a:lnSpc>
                <a:spcPct val="100000"/>
              </a:lnSpc>
              <a:spcBef>
                <a:spcPts val="95"/>
              </a:spcBef>
              <a:tabLst>
                <a:tab pos="901700" algn="l"/>
              </a:tabLst>
            </a:pPr>
            <a:r>
              <a:rPr spc="-20" dirty="0">
                <a:latin typeface="Arial" panose="020B0604020202020204"/>
                <a:cs typeface="Arial" panose="020B0604020202020204"/>
              </a:rPr>
              <a:t>9.1</a:t>
            </a:r>
            <a:r>
              <a:rPr dirty="0">
                <a:latin typeface="Arial" panose="020B0604020202020204"/>
                <a:cs typeface="Arial" panose="020B0604020202020204"/>
              </a:rPr>
              <a:t>	</a:t>
            </a:r>
            <a:r>
              <a:rPr spc="-40" dirty="0"/>
              <a:t>概述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13625" y="273367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3" name="object 3"/>
          <p:cNvSpPr txBox="1"/>
          <p:nvPr/>
        </p:nvSpPr>
        <p:spPr>
          <a:xfrm>
            <a:off x="0" y="973137"/>
            <a:ext cx="5300980" cy="1022985"/>
          </a:xfrm>
          <a:prstGeom prst="rect">
            <a:avLst/>
          </a:prstGeom>
        </p:spPr>
        <p:txBody>
          <a:bodyPr vert="horz" wrap="square" lIns="0" tIns="55880" rIns="0" bIns="0" rtlCol="0">
            <a:spAutoFit/>
          </a:bodyPr>
          <a:lstStyle/>
          <a:p>
            <a:pPr marL="522605">
              <a:lnSpc>
                <a:spcPct val="100000"/>
              </a:lnSpc>
              <a:spcBef>
                <a:spcPts val="440"/>
              </a:spcBef>
            </a:pPr>
            <a:r>
              <a:rPr sz="2400" dirty="0">
                <a:solidFill>
                  <a:srgbClr val="0000CC"/>
                </a:solidFill>
                <a:latin typeface="Arial" panose="020B0604020202020204"/>
                <a:cs typeface="Arial" panose="020B0604020202020204"/>
              </a:rPr>
              <a:t>2</a:t>
            </a:r>
            <a:r>
              <a:rPr sz="2400" spc="-1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模拟量输入输出系统</a:t>
            </a:r>
            <a:endParaRPr sz="2400">
              <a:latin typeface="Noto Sans Mono CJK HK"/>
              <a:cs typeface="Noto Sans Mono CJK HK"/>
            </a:endParaRPr>
          </a:p>
          <a:p>
            <a:pPr marL="4373245">
              <a:lnSpc>
                <a:spcPct val="100000"/>
              </a:lnSpc>
              <a:spcBef>
                <a:spcPts val="255"/>
              </a:spcBef>
            </a:pPr>
            <a:r>
              <a:rPr sz="1800" spc="-15" dirty="0">
                <a:solidFill>
                  <a:srgbClr val="0000FF"/>
                </a:solidFill>
                <a:latin typeface="Noto Serif CJK JP"/>
                <a:cs typeface="Noto Serif CJK JP"/>
              </a:rPr>
              <a:t>模拟信号</a:t>
            </a:r>
            <a:endParaRPr sz="1800">
              <a:latin typeface="Noto Serif CJK JP"/>
              <a:cs typeface="Noto Serif CJK JP"/>
            </a:endParaRPr>
          </a:p>
          <a:p>
            <a:pPr marL="12700">
              <a:lnSpc>
                <a:spcPct val="100000"/>
              </a:lnSpc>
              <a:spcBef>
                <a:spcPts val="6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4" name="object 4"/>
          <p:cNvSpPr txBox="1"/>
          <p:nvPr/>
        </p:nvSpPr>
        <p:spPr>
          <a:xfrm>
            <a:off x="0" y="2602865"/>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5" name="object 5"/>
          <p:cNvSpPr txBox="1"/>
          <p:nvPr/>
        </p:nvSpPr>
        <p:spPr>
          <a:xfrm>
            <a:off x="0" y="3922077"/>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n</a:t>
            </a:r>
            <a:endParaRPr sz="1800">
              <a:latin typeface="Times New Roman" panose="02020603050405020304"/>
              <a:cs typeface="Times New Roman" panose="02020603050405020304"/>
            </a:endParaRPr>
          </a:p>
        </p:txBody>
      </p:sp>
      <p:sp>
        <p:nvSpPr>
          <p:cNvPr id="6" name="object 6"/>
          <p:cNvSpPr txBox="1"/>
          <p:nvPr/>
        </p:nvSpPr>
        <p:spPr>
          <a:xfrm>
            <a:off x="7875587" y="3268979"/>
            <a:ext cx="1173480" cy="1334770"/>
          </a:xfrm>
          <a:prstGeom prst="rect">
            <a:avLst/>
          </a:prstGeom>
          <a:ln w="38100">
            <a:solidFill>
              <a:srgbClr val="FF0000"/>
            </a:solidFill>
          </a:ln>
        </p:spPr>
        <p:txBody>
          <a:bodyPr vert="horz" wrap="square" lIns="0" tIns="78740" rIns="0" bIns="0" rtlCol="0">
            <a:spAutoFit/>
          </a:bodyPr>
          <a:lstStyle/>
          <a:p>
            <a:pPr marL="128270" marR="121920" indent="152400">
              <a:lnSpc>
                <a:spcPct val="119000"/>
              </a:lnSpc>
              <a:spcBef>
                <a:spcPts val="620"/>
              </a:spcBef>
            </a:pPr>
            <a:r>
              <a:rPr sz="2400" spc="-25" dirty="0">
                <a:solidFill>
                  <a:srgbClr val="0000FF"/>
                </a:solidFill>
                <a:latin typeface="Noto Serif CJK JP"/>
                <a:cs typeface="Noto Serif CJK JP"/>
              </a:rPr>
              <a:t>微型</a:t>
            </a:r>
            <a:r>
              <a:rPr sz="2400" spc="-20" dirty="0">
                <a:solidFill>
                  <a:srgbClr val="0000FF"/>
                </a:solidFill>
                <a:latin typeface="Noto Serif CJK JP"/>
                <a:cs typeface="Noto Serif CJK JP"/>
              </a:rPr>
              <a:t>计算机</a:t>
            </a:r>
            <a:endParaRPr sz="2400">
              <a:latin typeface="Noto Serif CJK JP"/>
              <a:cs typeface="Noto Serif CJK JP"/>
            </a:endParaRPr>
          </a:p>
        </p:txBody>
      </p:sp>
      <p:sp>
        <p:nvSpPr>
          <p:cNvPr id="7" name="object 7"/>
          <p:cNvSpPr txBox="1"/>
          <p:nvPr/>
        </p:nvSpPr>
        <p:spPr>
          <a:xfrm>
            <a:off x="2276475" y="1949450"/>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8" name="object 8"/>
          <p:cNvSpPr txBox="1"/>
          <p:nvPr/>
        </p:nvSpPr>
        <p:spPr>
          <a:xfrm>
            <a:off x="2276475" y="2854325"/>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9" name="object 9"/>
          <p:cNvSpPr txBox="1"/>
          <p:nvPr/>
        </p:nvSpPr>
        <p:spPr>
          <a:xfrm>
            <a:off x="2266950" y="4173537"/>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10" name="object 10"/>
          <p:cNvSpPr/>
          <p:nvPr/>
        </p:nvSpPr>
        <p:spPr>
          <a:xfrm>
            <a:off x="4989512" y="1819275"/>
            <a:ext cx="557530" cy="2768600"/>
          </a:xfrm>
          <a:custGeom>
            <a:avLst/>
            <a:gdLst/>
            <a:ahLst/>
            <a:cxnLst/>
            <a:rect l="l" t="t" r="r" b="b"/>
            <a:pathLst>
              <a:path w="557529" h="2768600">
                <a:moveTo>
                  <a:pt x="557212" y="2768600"/>
                </a:moveTo>
                <a:lnTo>
                  <a:pt x="0" y="2768600"/>
                </a:lnTo>
                <a:lnTo>
                  <a:pt x="0" y="0"/>
                </a:lnTo>
                <a:lnTo>
                  <a:pt x="557212" y="0"/>
                </a:lnTo>
                <a:lnTo>
                  <a:pt x="557212" y="14287"/>
                </a:lnTo>
                <a:lnTo>
                  <a:pt x="28575" y="14287"/>
                </a:lnTo>
                <a:lnTo>
                  <a:pt x="14287" y="28575"/>
                </a:lnTo>
                <a:lnTo>
                  <a:pt x="28575" y="28575"/>
                </a:lnTo>
                <a:lnTo>
                  <a:pt x="28575" y="2740025"/>
                </a:lnTo>
                <a:lnTo>
                  <a:pt x="14287" y="2740025"/>
                </a:lnTo>
                <a:lnTo>
                  <a:pt x="28575" y="2754312"/>
                </a:lnTo>
                <a:lnTo>
                  <a:pt x="557212" y="2754312"/>
                </a:lnTo>
                <a:lnTo>
                  <a:pt x="557212" y="2768600"/>
                </a:lnTo>
                <a:close/>
              </a:path>
              <a:path w="557529" h="2768600">
                <a:moveTo>
                  <a:pt x="28575" y="28575"/>
                </a:moveTo>
                <a:lnTo>
                  <a:pt x="14287" y="28575"/>
                </a:lnTo>
                <a:lnTo>
                  <a:pt x="28575" y="14287"/>
                </a:lnTo>
                <a:lnTo>
                  <a:pt x="28575" y="28575"/>
                </a:lnTo>
                <a:close/>
              </a:path>
              <a:path w="557529" h="2768600">
                <a:moveTo>
                  <a:pt x="528637" y="28575"/>
                </a:moveTo>
                <a:lnTo>
                  <a:pt x="28575" y="28575"/>
                </a:lnTo>
                <a:lnTo>
                  <a:pt x="28575" y="14287"/>
                </a:lnTo>
                <a:lnTo>
                  <a:pt x="528637" y="14287"/>
                </a:lnTo>
                <a:lnTo>
                  <a:pt x="528637" y="28575"/>
                </a:lnTo>
                <a:close/>
              </a:path>
              <a:path w="557529" h="2768600">
                <a:moveTo>
                  <a:pt x="528637" y="2754312"/>
                </a:moveTo>
                <a:lnTo>
                  <a:pt x="528637" y="14287"/>
                </a:lnTo>
                <a:lnTo>
                  <a:pt x="542925" y="28575"/>
                </a:lnTo>
                <a:lnTo>
                  <a:pt x="557212" y="28575"/>
                </a:lnTo>
                <a:lnTo>
                  <a:pt x="557212" y="2740025"/>
                </a:lnTo>
                <a:lnTo>
                  <a:pt x="542925" y="2740025"/>
                </a:lnTo>
                <a:lnTo>
                  <a:pt x="528637" y="2754312"/>
                </a:lnTo>
                <a:close/>
              </a:path>
              <a:path w="557529" h="2768600">
                <a:moveTo>
                  <a:pt x="557212" y="28575"/>
                </a:moveTo>
                <a:lnTo>
                  <a:pt x="542925" y="28575"/>
                </a:lnTo>
                <a:lnTo>
                  <a:pt x="528637" y="14287"/>
                </a:lnTo>
                <a:lnTo>
                  <a:pt x="557212" y="14287"/>
                </a:lnTo>
                <a:lnTo>
                  <a:pt x="557212" y="28575"/>
                </a:lnTo>
                <a:close/>
              </a:path>
              <a:path w="557529" h="2768600">
                <a:moveTo>
                  <a:pt x="28575" y="2754312"/>
                </a:moveTo>
                <a:lnTo>
                  <a:pt x="14287" y="2740025"/>
                </a:lnTo>
                <a:lnTo>
                  <a:pt x="28575" y="2740025"/>
                </a:lnTo>
                <a:lnTo>
                  <a:pt x="28575" y="2754312"/>
                </a:lnTo>
                <a:close/>
              </a:path>
              <a:path w="557529" h="2768600">
                <a:moveTo>
                  <a:pt x="528637" y="2754312"/>
                </a:moveTo>
                <a:lnTo>
                  <a:pt x="28575" y="2754312"/>
                </a:lnTo>
                <a:lnTo>
                  <a:pt x="28575" y="2740025"/>
                </a:lnTo>
                <a:lnTo>
                  <a:pt x="528637" y="2740025"/>
                </a:lnTo>
                <a:lnTo>
                  <a:pt x="528637" y="2754312"/>
                </a:lnTo>
                <a:close/>
              </a:path>
              <a:path w="557529" h="2768600">
                <a:moveTo>
                  <a:pt x="557212" y="2754312"/>
                </a:moveTo>
                <a:lnTo>
                  <a:pt x="528637" y="2754312"/>
                </a:lnTo>
                <a:lnTo>
                  <a:pt x="542925" y="2740025"/>
                </a:lnTo>
                <a:lnTo>
                  <a:pt x="557212" y="2740025"/>
                </a:lnTo>
                <a:lnTo>
                  <a:pt x="557212" y="2754312"/>
                </a:lnTo>
                <a:close/>
              </a:path>
            </a:pathLst>
          </a:custGeom>
          <a:solidFill>
            <a:srgbClr val="0000FF"/>
          </a:solidFill>
        </p:spPr>
        <p:txBody>
          <a:bodyPr wrap="square" lIns="0" tIns="0" rIns="0" bIns="0" rtlCol="0"/>
          <a:lstStyle/>
          <a:p>
            <a:endParaRPr/>
          </a:p>
        </p:txBody>
      </p:sp>
      <p:sp>
        <p:nvSpPr>
          <p:cNvPr id="11" name="object 11"/>
          <p:cNvSpPr txBox="1"/>
          <p:nvPr/>
        </p:nvSpPr>
        <p:spPr>
          <a:xfrm>
            <a:off x="5140959" y="2671128"/>
            <a:ext cx="254000" cy="1275080"/>
          </a:xfrm>
          <a:prstGeom prst="rect">
            <a:avLst/>
          </a:prstGeom>
        </p:spPr>
        <p:txBody>
          <a:bodyPr vert="horz" wrap="square" lIns="0" tIns="12700" rIns="0" bIns="0" rtlCol="0">
            <a:spAutoFit/>
          </a:bodyPr>
          <a:lstStyle/>
          <a:p>
            <a:pPr marL="12700" marR="5080" algn="just">
              <a:lnSpc>
                <a:spcPct val="114000"/>
              </a:lnSpc>
              <a:spcBef>
                <a:spcPts val="100"/>
              </a:spcBef>
            </a:pPr>
            <a:r>
              <a:rPr sz="1800" spc="-50" dirty="0">
                <a:solidFill>
                  <a:srgbClr val="0000FF"/>
                </a:solidFill>
                <a:latin typeface="Noto Serif CJK JP"/>
                <a:cs typeface="Noto Serif CJK JP"/>
              </a:rPr>
              <a:t>多路开关</a:t>
            </a:r>
            <a:endParaRPr sz="1800">
              <a:latin typeface="Noto Serif CJK JP"/>
              <a:cs typeface="Noto Serif CJK JP"/>
            </a:endParaRPr>
          </a:p>
        </p:txBody>
      </p:sp>
      <p:sp>
        <p:nvSpPr>
          <p:cNvPr id="12" name="object 12"/>
          <p:cNvSpPr/>
          <p:nvPr/>
        </p:nvSpPr>
        <p:spPr>
          <a:xfrm>
            <a:off x="3625850" y="1851025"/>
            <a:ext cx="1038225" cy="523875"/>
          </a:xfrm>
          <a:custGeom>
            <a:avLst/>
            <a:gdLst/>
            <a:ahLst/>
            <a:cxnLst/>
            <a:rect l="l" t="t" r="r" b="b"/>
            <a:pathLst>
              <a:path w="1038225" h="523875">
                <a:moveTo>
                  <a:pt x="1038225" y="523875"/>
                </a:moveTo>
                <a:lnTo>
                  <a:pt x="0" y="523875"/>
                </a:lnTo>
                <a:lnTo>
                  <a:pt x="0" y="0"/>
                </a:lnTo>
                <a:lnTo>
                  <a:pt x="1038225" y="0"/>
                </a:lnTo>
                <a:lnTo>
                  <a:pt x="1038225" y="14287"/>
                </a:lnTo>
                <a:lnTo>
                  <a:pt x="28575" y="14287"/>
                </a:lnTo>
                <a:lnTo>
                  <a:pt x="14287" y="28575"/>
                </a:lnTo>
                <a:lnTo>
                  <a:pt x="28575" y="28575"/>
                </a:lnTo>
                <a:lnTo>
                  <a:pt x="28575" y="495300"/>
                </a:lnTo>
                <a:lnTo>
                  <a:pt x="14287" y="495300"/>
                </a:lnTo>
                <a:lnTo>
                  <a:pt x="28575" y="509587"/>
                </a:lnTo>
                <a:lnTo>
                  <a:pt x="1038225" y="509587"/>
                </a:lnTo>
                <a:lnTo>
                  <a:pt x="1038225" y="523875"/>
                </a:lnTo>
                <a:close/>
              </a:path>
              <a:path w="1038225" h="523875">
                <a:moveTo>
                  <a:pt x="28575" y="28575"/>
                </a:moveTo>
                <a:lnTo>
                  <a:pt x="14287" y="28575"/>
                </a:lnTo>
                <a:lnTo>
                  <a:pt x="28575" y="14287"/>
                </a:lnTo>
                <a:lnTo>
                  <a:pt x="28575" y="28575"/>
                </a:lnTo>
                <a:close/>
              </a:path>
              <a:path w="1038225" h="523875">
                <a:moveTo>
                  <a:pt x="1009650" y="28575"/>
                </a:moveTo>
                <a:lnTo>
                  <a:pt x="28575" y="28575"/>
                </a:lnTo>
                <a:lnTo>
                  <a:pt x="28575" y="14287"/>
                </a:lnTo>
                <a:lnTo>
                  <a:pt x="1009650" y="14287"/>
                </a:lnTo>
                <a:lnTo>
                  <a:pt x="1009650" y="28575"/>
                </a:lnTo>
                <a:close/>
              </a:path>
              <a:path w="1038225" h="523875">
                <a:moveTo>
                  <a:pt x="1009650" y="509587"/>
                </a:moveTo>
                <a:lnTo>
                  <a:pt x="1009650" y="14287"/>
                </a:lnTo>
                <a:lnTo>
                  <a:pt x="1023937" y="28575"/>
                </a:lnTo>
                <a:lnTo>
                  <a:pt x="1038225" y="28575"/>
                </a:lnTo>
                <a:lnTo>
                  <a:pt x="1038225" y="495300"/>
                </a:lnTo>
                <a:lnTo>
                  <a:pt x="1023937" y="495300"/>
                </a:lnTo>
                <a:lnTo>
                  <a:pt x="1009650" y="509587"/>
                </a:lnTo>
                <a:close/>
              </a:path>
              <a:path w="1038225" h="523875">
                <a:moveTo>
                  <a:pt x="1038225" y="28575"/>
                </a:moveTo>
                <a:lnTo>
                  <a:pt x="1023937" y="28575"/>
                </a:lnTo>
                <a:lnTo>
                  <a:pt x="1009650" y="14287"/>
                </a:lnTo>
                <a:lnTo>
                  <a:pt x="1038225" y="14287"/>
                </a:lnTo>
                <a:lnTo>
                  <a:pt x="1038225" y="28575"/>
                </a:lnTo>
                <a:close/>
              </a:path>
              <a:path w="1038225" h="523875">
                <a:moveTo>
                  <a:pt x="28575" y="509587"/>
                </a:moveTo>
                <a:lnTo>
                  <a:pt x="14287" y="495300"/>
                </a:lnTo>
                <a:lnTo>
                  <a:pt x="28575" y="495300"/>
                </a:lnTo>
                <a:lnTo>
                  <a:pt x="28575" y="509587"/>
                </a:lnTo>
                <a:close/>
              </a:path>
              <a:path w="1038225" h="523875">
                <a:moveTo>
                  <a:pt x="1009650" y="509587"/>
                </a:moveTo>
                <a:lnTo>
                  <a:pt x="28575" y="509587"/>
                </a:lnTo>
                <a:lnTo>
                  <a:pt x="28575" y="495300"/>
                </a:lnTo>
                <a:lnTo>
                  <a:pt x="1009650" y="495300"/>
                </a:lnTo>
                <a:lnTo>
                  <a:pt x="1009650" y="509587"/>
                </a:lnTo>
                <a:close/>
              </a:path>
              <a:path w="1038225" h="523875">
                <a:moveTo>
                  <a:pt x="1038225" y="509587"/>
                </a:moveTo>
                <a:lnTo>
                  <a:pt x="1009650" y="509587"/>
                </a:lnTo>
                <a:lnTo>
                  <a:pt x="1023937" y="495300"/>
                </a:lnTo>
                <a:lnTo>
                  <a:pt x="1038225" y="495300"/>
                </a:lnTo>
                <a:lnTo>
                  <a:pt x="1038225" y="509587"/>
                </a:lnTo>
                <a:close/>
              </a:path>
            </a:pathLst>
          </a:custGeom>
          <a:solidFill>
            <a:srgbClr val="0000FF"/>
          </a:solidFill>
        </p:spPr>
        <p:txBody>
          <a:bodyPr wrap="square" lIns="0" tIns="0" rIns="0" bIns="0" rtlCol="0"/>
          <a:lstStyle/>
          <a:p>
            <a:endParaRPr/>
          </a:p>
        </p:txBody>
      </p:sp>
      <p:sp>
        <p:nvSpPr>
          <p:cNvPr id="13" name="object 13"/>
          <p:cNvSpPr txBox="1"/>
          <p:nvPr/>
        </p:nvSpPr>
        <p:spPr>
          <a:xfrm>
            <a:off x="3640137" y="1968817"/>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4" name="object 14"/>
          <p:cNvSpPr/>
          <p:nvPr/>
        </p:nvSpPr>
        <p:spPr>
          <a:xfrm>
            <a:off x="1052512" y="1874837"/>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5" name="object 15"/>
          <p:cNvSpPr txBox="1"/>
          <p:nvPr/>
        </p:nvSpPr>
        <p:spPr>
          <a:xfrm>
            <a:off x="1129030" y="1992629"/>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6" name="object 16"/>
          <p:cNvSpPr/>
          <p:nvPr/>
        </p:nvSpPr>
        <p:spPr>
          <a:xfrm>
            <a:off x="719074" y="1664804"/>
            <a:ext cx="4283710" cy="1615440"/>
          </a:xfrm>
          <a:custGeom>
            <a:avLst/>
            <a:gdLst/>
            <a:ahLst/>
            <a:cxnLst/>
            <a:rect l="l" t="t" r="r" b="b"/>
            <a:pathLst>
              <a:path w="4283710" h="1615439">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1615439">
                <a:moveTo>
                  <a:pt x="2919476" y="422757"/>
                </a:moveTo>
                <a:lnTo>
                  <a:pt x="2890964" y="408343"/>
                </a:lnTo>
                <a:lnTo>
                  <a:pt x="2862453" y="393915"/>
                </a:lnTo>
                <a:lnTo>
                  <a:pt x="2862376" y="408216"/>
                </a:lnTo>
                <a:lnTo>
                  <a:pt x="2573464" y="406882"/>
                </a:lnTo>
                <a:lnTo>
                  <a:pt x="2573426" y="412750"/>
                </a:lnTo>
                <a:lnTo>
                  <a:pt x="2557272" y="419506"/>
                </a:lnTo>
                <a:lnTo>
                  <a:pt x="2520213" y="404025"/>
                </a:lnTo>
                <a:lnTo>
                  <a:pt x="2520213" y="434987"/>
                </a:lnTo>
                <a:lnTo>
                  <a:pt x="1563497" y="834783"/>
                </a:lnTo>
                <a:lnTo>
                  <a:pt x="1562188" y="34658"/>
                </a:lnTo>
                <a:lnTo>
                  <a:pt x="2520213" y="434987"/>
                </a:lnTo>
                <a:lnTo>
                  <a:pt x="2520213" y="404025"/>
                </a:lnTo>
                <a:lnTo>
                  <a:pt x="1553387" y="0"/>
                </a:lnTo>
                <a:lnTo>
                  <a:pt x="1547876" y="13182"/>
                </a:lnTo>
                <a:lnTo>
                  <a:pt x="1533588" y="13208"/>
                </a:lnTo>
                <a:lnTo>
                  <a:pt x="1534287" y="446913"/>
                </a:lnTo>
                <a:lnTo>
                  <a:pt x="1508252" y="433743"/>
                </a:lnTo>
                <a:lnTo>
                  <a:pt x="1479740" y="419315"/>
                </a:lnTo>
                <a:lnTo>
                  <a:pt x="1479664" y="433616"/>
                </a:lnTo>
                <a:lnTo>
                  <a:pt x="1190752" y="432282"/>
                </a:lnTo>
                <a:lnTo>
                  <a:pt x="1190625" y="460857"/>
                </a:lnTo>
                <a:lnTo>
                  <a:pt x="1479537" y="462191"/>
                </a:lnTo>
                <a:lnTo>
                  <a:pt x="1479486" y="476465"/>
                </a:lnTo>
                <a:lnTo>
                  <a:pt x="1508099" y="462318"/>
                </a:lnTo>
                <a:lnTo>
                  <a:pt x="1534299" y="449376"/>
                </a:lnTo>
                <a:lnTo>
                  <a:pt x="1534985" y="867283"/>
                </a:lnTo>
                <a:lnTo>
                  <a:pt x="1552244" y="867257"/>
                </a:lnTo>
                <a:lnTo>
                  <a:pt x="1553387" y="869975"/>
                </a:lnTo>
                <a:lnTo>
                  <a:pt x="1559928" y="867244"/>
                </a:lnTo>
                <a:lnTo>
                  <a:pt x="1563560" y="867232"/>
                </a:lnTo>
                <a:lnTo>
                  <a:pt x="1563547" y="865733"/>
                </a:lnTo>
                <a:lnTo>
                  <a:pt x="2557272" y="450481"/>
                </a:lnTo>
                <a:lnTo>
                  <a:pt x="2580576" y="460209"/>
                </a:lnTo>
                <a:lnTo>
                  <a:pt x="2590444" y="436626"/>
                </a:lnTo>
                <a:lnTo>
                  <a:pt x="2591612" y="436130"/>
                </a:lnTo>
                <a:lnTo>
                  <a:pt x="2591358" y="435546"/>
                </a:lnTo>
                <a:lnTo>
                  <a:pt x="2862249" y="436791"/>
                </a:lnTo>
                <a:lnTo>
                  <a:pt x="2862199" y="451065"/>
                </a:lnTo>
                <a:lnTo>
                  <a:pt x="2890812" y="436918"/>
                </a:lnTo>
                <a:lnTo>
                  <a:pt x="2919476" y="422757"/>
                </a:lnTo>
                <a:close/>
              </a:path>
              <a:path w="4283710" h="1615439">
                <a:moveTo>
                  <a:pt x="3945001" y="1091095"/>
                </a:moveTo>
                <a:lnTo>
                  <a:pt x="3916426" y="1091095"/>
                </a:lnTo>
                <a:lnTo>
                  <a:pt x="3916426" y="1119670"/>
                </a:lnTo>
                <a:lnTo>
                  <a:pt x="3916426" y="1586395"/>
                </a:lnTo>
                <a:lnTo>
                  <a:pt x="2935351" y="1586395"/>
                </a:lnTo>
                <a:lnTo>
                  <a:pt x="2935351" y="1119670"/>
                </a:lnTo>
                <a:lnTo>
                  <a:pt x="3916426" y="1119670"/>
                </a:lnTo>
                <a:lnTo>
                  <a:pt x="3916426" y="1091095"/>
                </a:lnTo>
                <a:lnTo>
                  <a:pt x="2906776" y="1091095"/>
                </a:lnTo>
                <a:lnTo>
                  <a:pt x="2906776" y="1614970"/>
                </a:lnTo>
                <a:lnTo>
                  <a:pt x="3945001" y="1614970"/>
                </a:lnTo>
                <a:lnTo>
                  <a:pt x="3945001" y="1600682"/>
                </a:lnTo>
                <a:lnTo>
                  <a:pt x="3945001" y="1586395"/>
                </a:lnTo>
                <a:lnTo>
                  <a:pt x="3945001" y="1119670"/>
                </a:lnTo>
                <a:lnTo>
                  <a:pt x="3945001" y="1105382"/>
                </a:lnTo>
                <a:lnTo>
                  <a:pt x="3945001" y="1091095"/>
                </a:lnTo>
                <a:close/>
              </a:path>
              <a:path w="4283710" h="1615439">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17" name="object 17"/>
          <p:cNvSpPr txBox="1"/>
          <p:nvPr/>
        </p:nvSpPr>
        <p:spPr>
          <a:xfrm>
            <a:off x="3640137" y="287369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8" name="object 18"/>
          <p:cNvSpPr/>
          <p:nvPr/>
        </p:nvSpPr>
        <p:spPr>
          <a:xfrm>
            <a:off x="1052512" y="2779712"/>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9" name="object 19"/>
          <p:cNvSpPr txBox="1"/>
          <p:nvPr/>
        </p:nvSpPr>
        <p:spPr>
          <a:xfrm>
            <a:off x="1129030" y="289750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0" name="object 20"/>
          <p:cNvSpPr/>
          <p:nvPr/>
        </p:nvSpPr>
        <p:spPr>
          <a:xfrm>
            <a:off x="719074" y="2569679"/>
            <a:ext cx="4283710" cy="2029460"/>
          </a:xfrm>
          <a:custGeom>
            <a:avLst/>
            <a:gdLst/>
            <a:ahLst/>
            <a:cxnLst/>
            <a:rect l="l" t="t" r="r" b="b"/>
            <a:pathLst>
              <a:path w="4283710" h="2029460">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2029460">
                <a:moveTo>
                  <a:pt x="2919476" y="422757"/>
                </a:moveTo>
                <a:lnTo>
                  <a:pt x="2890964" y="408343"/>
                </a:lnTo>
                <a:lnTo>
                  <a:pt x="2862453" y="393915"/>
                </a:lnTo>
                <a:lnTo>
                  <a:pt x="2862376" y="408216"/>
                </a:lnTo>
                <a:lnTo>
                  <a:pt x="2573464" y="406882"/>
                </a:lnTo>
                <a:lnTo>
                  <a:pt x="2573426" y="413677"/>
                </a:lnTo>
                <a:lnTo>
                  <a:pt x="2557322" y="420420"/>
                </a:lnTo>
                <a:lnTo>
                  <a:pt x="2520315" y="404926"/>
                </a:lnTo>
                <a:lnTo>
                  <a:pt x="2520315" y="435902"/>
                </a:lnTo>
                <a:lnTo>
                  <a:pt x="1563306" y="836422"/>
                </a:lnTo>
                <a:lnTo>
                  <a:pt x="1562188" y="34683"/>
                </a:lnTo>
                <a:lnTo>
                  <a:pt x="2520315" y="435902"/>
                </a:lnTo>
                <a:lnTo>
                  <a:pt x="2520315" y="404926"/>
                </a:lnTo>
                <a:lnTo>
                  <a:pt x="1553400" y="0"/>
                </a:lnTo>
                <a:lnTo>
                  <a:pt x="1547876" y="13182"/>
                </a:lnTo>
                <a:lnTo>
                  <a:pt x="1533588" y="13208"/>
                </a:lnTo>
                <a:lnTo>
                  <a:pt x="1534185" y="448449"/>
                </a:lnTo>
                <a:lnTo>
                  <a:pt x="1508252" y="435330"/>
                </a:lnTo>
                <a:lnTo>
                  <a:pt x="1479740" y="420903"/>
                </a:lnTo>
                <a:lnTo>
                  <a:pt x="1479664" y="435203"/>
                </a:lnTo>
                <a:lnTo>
                  <a:pt x="1190752" y="433870"/>
                </a:lnTo>
                <a:lnTo>
                  <a:pt x="1190625" y="462445"/>
                </a:lnTo>
                <a:lnTo>
                  <a:pt x="1479537" y="463778"/>
                </a:lnTo>
                <a:lnTo>
                  <a:pt x="1479486" y="478053"/>
                </a:lnTo>
                <a:lnTo>
                  <a:pt x="1508099" y="463905"/>
                </a:lnTo>
                <a:lnTo>
                  <a:pt x="1534198" y="451015"/>
                </a:lnTo>
                <a:lnTo>
                  <a:pt x="1534782" y="868870"/>
                </a:lnTo>
                <a:lnTo>
                  <a:pt x="1552257" y="868845"/>
                </a:lnTo>
                <a:lnTo>
                  <a:pt x="1553387" y="871537"/>
                </a:lnTo>
                <a:lnTo>
                  <a:pt x="1559864" y="868832"/>
                </a:lnTo>
                <a:lnTo>
                  <a:pt x="1563357" y="868819"/>
                </a:lnTo>
                <a:lnTo>
                  <a:pt x="1563344" y="867371"/>
                </a:lnTo>
                <a:lnTo>
                  <a:pt x="2557310" y="451396"/>
                </a:lnTo>
                <a:lnTo>
                  <a:pt x="2580576" y="461124"/>
                </a:lnTo>
                <a:lnTo>
                  <a:pt x="2590469" y="437515"/>
                </a:lnTo>
                <a:lnTo>
                  <a:pt x="2591612" y="437032"/>
                </a:lnTo>
                <a:lnTo>
                  <a:pt x="2591143" y="435927"/>
                </a:lnTo>
                <a:lnTo>
                  <a:pt x="2591295" y="435546"/>
                </a:lnTo>
                <a:lnTo>
                  <a:pt x="2862249" y="436791"/>
                </a:lnTo>
                <a:lnTo>
                  <a:pt x="2862199" y="451065"/>
                </a:lnTo>
                <a:lnTo>
                  <a:pt x="2890812" y="436918"/>
                </a:lnTo>
                <a:lnTo>
                  <a:pt x="2919476" y="422757"/>
                </a:lnTo>
                <a:close/>
              </a:path>
              <a:path w="4283710" h="2029460">
                <a:moveTo>
                  <a:pt x="3945001" y="1505432"/>
                </a:moveTo>
                <a:lnTo>
                  <a:pt x="3916426" y="1505432"/>
                </a:lnTo>
                <a:lnTo>
                  <a:pt x="3916426" y="1534007"/>
                </a:lnTo>
                <a:lnTo>
                  <a:pt x="3916426" y="2000732"/>
                </a:lnTo>
                <a:lnTo>
                  <a:pt x="2935351" y="2000732"/>
                </a:lnTo>
                <a:lnTo>
                  <a:pt x="2935351" y="1534007"/>
                </a:lnTo>
                <a:lnTo>
                  <a:pt x="3916426" y="1534007"/>
                </a:lnTo>
                <a:lnTo>
                  <a:pt x="3916426" y="1505432"/>
                </a:lnTo>
                <a:lnTo>
                  <a:pt x="2906776" y="1505432"/>
                </a:lnTo>
                <a:lnTo>
                  <a:pt x="2906776" y="2029307"/>
                </a:lnTo>
                <a:lnTo>
                  <a:pt x="3945001" y="2029307"/>
                </a:lnTo>
                <a:lnTo>
                  <a:pt x="3945001" y="2015020"/>
                </a:lnTo>
                <a:lnTo>
                  <a:pt x="3945001" y="2000732"/>
                </a:lnTo>
                <a:lnTo>
                  <a:pt x="3945001" y="1534007"/>
                </a:lnTo>
                <a:lnTo>
                  <a:pt x="3945001" y="1519720"/>
                </a:lnTo>
                <a:lnTo>
                  <a:pt x="3945001" y="1505432"/>
                </a:lnTo>
                <a:close/>
              </a:path>
              <a:path w="4283710" h="2029460">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21" name="object 21"/>
          <p:cNvSpPr txBox="1"/>
          <p:nvPr/>
        </p:nvSpPr>
        <p:spPr>
          <a:xfrm>
            <a:off x="3640137" y="4192904"/>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22" name="object 22"/>
          <p:cNvSpPr/>
          <p:nvPr/>
        </p:nvSpPr>
        <p:spPr>
          <a:xfrm>
            <a:off x="1052512" y="4100512"/>
            <a:ext cx="865505" cy="522605"/>
          </a:xfrm>
          <a:custGeom>
            <a:avLst/>
            <a:gdLst/>
            <a:ahLst/>
            <a:cxnLst/>
            <a:rect l="l" t="t" r="r" b="b"/>
            <a:pathLst>
              <a:path w="865505" h="522604">
                <a:moveTo>
                  <a:pt x="865187" y="522287"/>
                </a:moveTo>
                <a:lnTo>
                  <a:pt x="0" y="522287"/>
                </a:lnTo>
                <a:lnTo>
                  <a:pt x="0" y="0"/>
                </a:lnTo>
                <a:lnTo>
                  <a:pt x="865187" y="0"/>
                </a:lnTo>
                <a:lnTo>
                  <a:pt x="865187" y="14287"/>
                </a:lnTo>
                <a:lnTo>
                  <a:pt x="28575" y="14287"/>
                </a:lnTo>
                <a:lnTo>
                  <a:pt x="14287" y="28575"/>
                </a:lnTo>
                <a:lnTo>
                  <a:pt x="28575" y="28575"/>
                </a:lnTo>
                <a:lnTo>
                  <a:pt x="28575" y="493712"/>
                </a:lnTo>
                <a:lnTo>
                  <a:pt x="14287" y="493712"/>
                </a:lnTo>
                <a:lnTo>
                  <a:pt x="28575" y="508000"/>
                </a:lnTo>
                <a:lnTo>
                  <a:pt x="865187" y="508000"/>
                </a:lnTo>
                <a:lnTo>
                  <a:pt x="865187" y="522287"/>
                </a:lnTo>
                <a:close/>
              </a:path>
              <a:path w="865505" h="522604">
                <a:moveTo>
                  <a:pt x="28575" y="28575"/>
                </a:moveTo>
                <a:lnTo>
                  <a:pt x="14287" y="28575"/>
                </a:lnTo>
                <a:lnTo>
                  <a:pt x="28575" y="14287"/>
                </a:lnTo>
                <a:lnTo>
                  <a:pt x="28575" y="28575"/>
                </a:lnTo>
                <a:close/>
              </a:path>
              <a:path w="865505" h="522604">
                <a:moveTo>
                  <a:pt x="836612" y="28575"/>
                </a:moveTo>
                <a:lnTo>
                  <a:pt x="28575" y="28575"/>
                </a:lnTo>
                <a:lnTo>
                  <a:pt x="28575" y="14287"/>
                </a:lnTo>
                <a:lnTo>
                  <a:pt x="836612" y="14287"/>
                </a:lnTo>
                <a:lnTo>
                  <a:pt x="836612" y="28575"/>
                </a:lnTo>
                <a:close/>
              </a:path>
              <a:path w="865505" h="522604">
                <a:moveTo>
                  <a:pt x="836612" y="508000"/>
                </a:moveTo>
                <a:lnTo>
                  <a:pt x="836612" y="14287"/>
                </a:lnTo>
                <a:lnTo>
                  <a:pt x="850900" y="28575"/>
                </a:lnTo>
                <a:lnTo>
                  <a:pt x="865187" y="28575"/>
                </a:lnTo>
                <a:lnTo>
                  <a:pt x="865187" y="493712"/>
                </a:lnTo>
                <a:lnTo>
                  <a:pt x="850900" y="493712"/>
                </a:lnTo>
                <a:lnTo>
                  <a:pt x="836612" y="508000"/>
                </a:lnTo>
                <a:close/>
              </a:path>
              <a:path w="865505" h="522604">
                <a:moveTo>
                  <a:pt x="865187" y="28575"/>
                </a:moveTo>
                <a:lnTo>
                  <a:pt x="850900" y="28575"/>
                </a:lnTo>
                <a:lnTo>
                  <a:pt x="836612" y="14287"/>
                </a:lnTo>
                <a:lnTo>
                  <a:pt x="865187" y="14287"/>
                </a:lnTo>
                <a:lnTo>
                  <a:pt x="865187" y="28575"/>
                </a:lnTo>
                <a:close/>
              </a:path>
              <a:path w="865505" h="522604">
                <a:moveTo>
                  <a:pt x="28575" y="508000"/>
                </a:moveTo>
                <a:lnTo>
                  <a:pt x="14287" y="493712"/>
                </a:lnTo>
                <a:lnTo>
                  <a:pt x="28575" y="493712"/>
                </a:lnTo>
                <a:lnTo>
                  <a:pt x="28575" y="508000"/>
                </a:lnTo>
                <a:close/>
              </a:path>
              <a:path w="865505" h="522604">
                <a:moveTo>
                  <a:pt x="836612" y="508000"/>
                </a:moveTo>
                <a:lnTo>
                  <a:pt x="28575" y="508000"/>
                </a:lnTo>
                <a:lnTo>
                  <a:pt x="28575" y="493712"/>
                </a:lnTo>
                <a:lnTo>
                  <a:pt x="836612" y="493712"/>
                </a:lnTo>
                <a:lnTo>
                  <a:pt x="836612" y="508000"/>
                </a:lnTo>
                <a:close/>
              </a:path>
              <a:path w="865505" h="522604">
                <a:moveTo>
                  <a:pt x="865187" y="508000"/>
                </a:moveTo>
                <a:lnTo>
                  <a:pt x="836612" y="508000"/>
                </a:lnTo>
                <a:lnTo>
                  <a:pt x="850900" y="493712"/>
                </a:lnTo>
                <a:lnTo>
                  <a:pt x="865187" y="493712"/>
                </a:lnTo>
                <a:lnTo>
                  <a:pt x="865187" y="508000"/>
                </a:lnTo>
                <a:close/>
              </a:path>
            </a:pathLst>
          </a:custGeom>
          <a:solidFill>
            <a:srgbClr val="0000FF"/>
          </a:solidFill>
        </p:spPr>
        <p:txBody>
          <a:bodyPr wrap="square" lIns="0" tIns="0" rIns="0" bIns="0" rtlCol="0"/>
          <a:lstStyle/>
          <a:p>
            <a:endParaRPr/>
          </a:p>
        </p:txBody>
      </p:sp>
      <p:sp>
        <p:nvSpPr>
          <p:cNvPr id="23" name="object 23"/>
          <p:cNvSpPr txBox="1"/>
          <p:nvPr/>
        </p:nvSpPr>
        <p:spPr>
          <a:xfrm>
            <a:off x="1129030" y="421703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4" name="object 24"/>
          <p:cNvSpPr/>
          <p:nvPr/>
        </p:nvSpPr>
        <p:spPr>
          <a:xfrm>
            <a:off x="719074" y="1979612"/>
            <a:ext cx="8425180" cy="2781300"/>
          </a:xfrm>
          <a:custGeom>
            <a:avLst/>
            <a:gdLst/>
            <a:ahLst/>
            <a:cxnLst/>
            <a:rect l="l" t="t" r="r" b="b"/>
            <a:pathLst>
              <a:path w="8425180" h="2781300">
                <a:moveTo>
                  <a:pt x="346138" y="2384425"/>
                </a:moveTo>
                <a:lnTo>
                  <a:pt x="317627" y="2370010"/>
                </a:lnTo>
                <a:lnTo>
                  <a:pt x="289115" y="2355583"/>
                </a:lnTo>
                <a:lnTo>
                  <a:pt x="289039" y="2369883"/>
                </a:lnTo>
                <a:lnTo>
                  <a:pt x="127" y="2368550"/>
                </a:lnTo>
                <a:lnTo>
                  <a:pt x="0" y="2397125"/>
                </a:lnTo>
                <a:lnTo>
                  <a:pt x="288912" y="2398458"/>
                </a:lnTo>
                <a:lnTo>
                  <a:pt x="288861" y="2412733"/>
                </a:lnTo>
                <a:lnTo>
                  <a:pt x="317474" y="2398585"/>
                </a:lnTo>
                <a:lnTo>
                  <a:pt x="346138" y="2384425"/>
                </a:lnTo>
                <a:close/>
              </a:path>
              <a:path w="8425180" h="2781300">
                <a:moveTo>
                  <a:pt x="2891015" y="2339708"/>
                </a:moveTo>
                <a:lnTo>
                  <a:pt x="2862592" y="2325166"/>
                </a:lnTo>
                <a:lnTo>
                  <a:pt x="2862453" y="2339454"/>
                </a:lnTo>
                <a:lnTo>
                  <a:pt x="2891015" y="2339708"/>
                </a:lnTo>
                <a:close/>
              </a:path>
              <a:path w="8425180" h="2781300">
                <a:moveTo>
                  <a:pt x="2919476" y="2354262"/>
                </a:moveTo>
                <a:lnTo>
                  <a:pt x="2891015" y="2339721"/>
                </a:lnTo>
                <a:lnTo>
                  <a:pt x="2862453" y="2339454"/>
                </a:lnTo>
                <a:lnTo>
                  <a:pt x="2587739" y="2336939"/>
                </a:lnTo>
                <a:lnTo>
                  <a:pt x="2580576" y="2319782"/>
                </a:lnTo>
                <a:lnTo>
                  <a:pt x="2557272" y="2329548"/>
                </a:lnTo>
                <a:lnTo>
                  <a:pt x="2520264" y="2314067"/>
                </a:lnTo>
                <a:lnTo>
                  <a:pt x="2520264" y="2345042"/>
                </a:lnTo>
                <a:lnTo>
                  <a:pt x="1563306" y="2745702"/>
                </a:lnTo>
                <a:lnTo>
                  <a:pt x="1562188" y="1943950"/>
                </a:lnTo>
                <a:lnTo>
                  <a:pt x="2520264" y="2345042"/>
                </a:lnTo>
                <a:lnTo>
                  <a:pt x="2520264" y="2314067"/>
                </a:lnTo>
                <a:lnTo>
                  <a:pt x="1553387" y="1909279"/>
                </a:lnTo>
                <a:lnTo>
                  <a:pt x="1547876" y="1922462"/>
                </a:lnTo>
                <a:lnTo>
                  <a:pt x="1533588" y="1922487"/>
                </a:lnTo>
                <a:lnTo>
                  <a:pt x="1534185" y="2357729"/>
                </a:lnTo>
                <a:lnTo>
                  <a:pt x="1508252" y="2344610"/>
                </a:lnTo>
                <a:lnTo>
                  <a:pt x="1479740" y="2330183"/>
                </a:lnTo>
                <a:lnTo>
                  <a:pt x="1479664" y="2344483"/>
                </a:lnTo>
                <a:lnTo>
                  <a:pt x="1190752" y="2343150"/>
                </a:lnTo>
                <a:lnTo>
                  <a:pt x="1190625" y="2371725"/>
                </a:lnTo>
                <a:lnTo>
                  <a:pt x="1479537" y="2373058"/>
                </a:lnTo>
                <a:lnTo>
                  <a:pt x="1479486" y="2387333"/>
                </a:lnTo>
                <a:lnTo>
                  <a:pt x="1508099" y="2373185"/>
                </a:lnTo>
                <a:lnTo>
                  <a:pt x="1534198" y="2360295"/>
                </a:lnTo>
                <a:lnTo>
                  <a:pt x="1534782" y="2778150"/>
                </a:lnTo>
                <a:lnTo>
                  <a:pt x="1552257" y="2778125"/>
                </a:lnTo>
                <a:lnTo>
                  <a:pt x="1553387" y="2780817"/>
                </a:lnTo>
                <a:lnTo>
                  <a:pt x="1559852" y="2778112"/>
                </a:lnTo>
                <a:lnTo>
                  <a:pt x="1563357" y="2778099"/>
                </a:lnTo>
                <a:lnTo>
                  <a:pt x="1563344" y="2776651"/>
                </a:lnTo>
                <a:lnTo>
                  <a:pt x="2557272" y="2360523"/>
                </a:lnTo>
                <a:lnTo>
                  <a:pt x="2580576" y="2370277"/>
                </a:lnTo>
                <a:lnTo>
                  <a:pt x="2582583" y="2365464"/>
                </a:lnTo>
                <a:lnTo>
                  <a:pt x="2862199" y="2368029"/>
                </a:lnTo>
                <a:lnTo>
                  <a:pt x="2862072" y="2382316"/>
                </a:lnTo>
                <a:lnTo>
                  <a:pt x="2890786" y="2368283"/>
                </a:lnTo>
                <a:lnTo>
                  <a:pt x="2919476" y="2354262"/>
                </a:lnTo>
                <a:close/>
              </a:path>
              <a:path w="8425180" h="2781300">
                <a:moveTo>
                  <a:pt x="4283138" y="2330450"/>
                </a:moveTo>
                <a:lnTo>
                  <a:pt x="4254627" y="2316035"/>
                </a:lnTo>
                <a:lnTo>
                  <a:pt x="4226115" y="2301608"/>
                </a:lnTo>
                <a:lnTo>
                  <a:pt x="4226039" y="2315908"/>
                </a:lnTo>
                <a:lnTo>
                  <a:pt x="3937127" y="2314575"/>
                </a:lnTo>
                <a:lnTo>
                  <a:pt x="3937000" y="2343150"/>
                </a:lnTo>
                <a:lnTo>
                  <a:pt x="4225912" y="2344483"/>
                </a:lnTo>
                <a:lnTo>
                  <a:pt x="4225861" y="2358758"/>
                </a:lnTo>
                <a:lnTo>
                  <a:pt x="4254474" y="2344610"/>
                </a:lnTo>
                <a:lnTo>
                  <a:pt x="4283138" y="2330450"/>
                </a:lnTo>
                <a:close/>
              </a:path>
              <a:path w="8425180" h="2781300">
                <a:moveTo>
                  <a:pt x="8424926" y="0"/>
                </a:moveTo>
                <a:lnTo>
                  <a:pt x="8410638" y="0"/>
                </a:lnTo>
                <a:lnTo>
                  <a:pt x="8410638" y="28575"/>
                </a:lnTo>
                <a:lnTo>
                  <a:pt x="8410638" y="587375"/>
                </a:lnTo>
                <a:lnTo>
                  <a:pt x="7007288" y="587375"/>
                </a:lnTo>
                <a:lnTo>
                  <a:pt x="7007288" y="28575"/>
                </a:lnTo>
                <a:lnTo>
                  <a:pt x="8410638" y="28575"/>
                </a:lnTo>
                <a:lnTo>
                  <a:pt x="8410638" y="0"/>
                </a:lnTo>
                <a:lnTo>
                  <a:pt x="6978713" y="0"/>
                </a:lnTo>
                <a:lnTo>
                  <a:pt x="6978713" y="615950"/>
                </a:lnTo>
                <a:lnTo>
                  <a:pt x="8424926" y="615950"/>
                </a:lnTo>
                <a:lnTo>
                  <a:pt x="8424926" y="601662"/>
                </a:lnTo>
                <a:lnTo>
                  <a:pt x="8424926" y="587375"/>
                </a:lnTo>
                <a:lnTo>
                  <a:pt x="8424926" y="28575"/>
                </a:lnTo>
                <a:lnTo>
                  <a:pt x="8424926" y="14287"/>
                </a:lnTo>
                <a:lnTo>
                  <a:pt x="8424926" y="0"/>
                </a:lnTo>
                <a:close/>
              </a:path>
            </a:pathLst>
          </a:custGeom>
          <a:solidFill>
            <a:srgbClr val="0000FF"/>
          </a:solidFill>
        </p:spPr>
        <p:txBody>
          <a:bodyPr wrap="square" lIns="0" tIns="0" rIns="0" bIns="0" rtlCol="0"/>
          <a:lstStyle/>
          <a:p>
            <a:endParaRPr/>
          </a:p>
        </p:txBody>
      </p:sp>
      <p:sp>
        <p:nvSpPr>
          <p:cNvPr id="25" name="object 25"/>
          <p:cNvSpPr txBox="1"/>
          <p:nvPr/>
        </p:nvSpPr>
        <p:spPr>
          <a:xfrm>
            <a:off x="7875269" y="2160270"/>
            <a:ext cx="11049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Times New Roman" panose="02020603050405020304"/>
                <a:cs typeface="Times New Roman" panose="02020603050405020304"/>
              </a:rPr>
              <a:t>A/D</a:t>
            </a:r>
            <a:r>
              <a:rPr sz="1800" spc="-35" dirty="0">
                <a:solidFill>
                  <a:srgbClr val="0000FF"/>
                </a:solidFill>
                <a:latin typeface="Noto Serif CJK JP"/>
                <a:cs typeface="Noto Serif CJK JP"/>
              </a:rPr>
              <a:t>转换器</a:t>
            </a:r>
            <a:endParaRPr sz="1800">
              <a:latin typeface="Noto Serif CJK JP"/>
              <a:cs typeface="Noto Serif CJK JP"/>
            </a:endParaRPr>
          </a:p>
        </p:txBody>
      </p:sp>
      <p:sp>
        <p:nvSpPr>
          <p:cNvPr id="26" name="object 26"/>
          <p:cNvSpPr/>
          <p:nvPr/>
        </p:nvSpPr>
        <p:spPr>
          <a:xfrm>
            <a:off x="5891212" y="1979612"/>
            <a:ext cx="1460500" cy="615950"/>
          </a:xfrm>
          <a:custGeom>
            <a:avLst/>
            <a:gdLst/>
            <a:ahLst/>
            <a:cxnLst/>
            <a:rect l="l" t="t" r="r" b="b"/>
            <a:pathLst>
              <a:path w="1460500" h="615950">
                <a:moveTo>
                  <a:pt x="1460500" y="615950"/>
                </a:moveTo>
                <a:lnTo>
                  <a:pt x="0" y="615950"/>
                </a:lnTo>
                <a:lnTo>
                  <a:pt x="0" y="0"/>
                </a:lnTo>
                <a:lnTo>
                  <a:pt x="1460500" y="0"/>
                </a:lnTo>
                <a:lnTo>
                  <a:pt x="1460500" y="14287"/>
                </a:lnTo>
                <a:lnTo>
                  <a:pt x="28575" y="14287"/>
                </a:lnTo>
                <a:lnTo>
                  <a:pt x="14287" y="28575"/>
                </a:lnTo>
                <a:lnTo>
                  <a:pt x="28575" y="28575"/>
                </a:lnTo>
                <a:lnTo>
                  <a:pt x="28575" y="587375"/>
                </a:lnTo>
                <a:lnTo>
                  <a:pt x="14287" y="587375"/>
                </a:lnTo>
                <a:lnTo>
                  <a:pt x="28575" y="601662"/>
                </a:lnTo>
                <a:lnTo>
                  <a:pt x="1460500" y="601662"/>
                </a:lnTo>
                <a:lnTo>
                  <a:pt x="1460500" y="615950"/>
                </a:lnTo>
                <a:close/>
              </a:path>
              <a:path w="1460500" h="615950">
                <a:moveTo>
                  <a:pt x="28575" y="28575"/>
                </a:moveTo>
                <a:lnTo>
                  <a:pt x="14287" y="28575"/>
                </a:lnTo>
                <a:lnTo>
                  <a:pt x="28575" y="14287"/>
                </a:lnTo>
                <a:lnTo>
                  <a:pt x="28575" y="28575"/>
                </a:lnTo>
                <a:close/>
              </a:path>
              <a:path w="1460500" h="615950">
                <a:moveTo>
                  <a:pt x="1431925" y="28575"/>
                </a:moveTo>
                <a:lnTo>
                  <a:pt x="28575" y="28575"/>
                </a:lnTo>
                <a:lnTo>
                  <a:pt x="28575" y="14287"/>
                </a:lnTo>
                <a:lnTo>
                  <a:pt x="1431925" y="14287"/>
                </a:lnTo>
                <a:lnTo>
                  <a:pt x="1431925" y="28575"/>
                </a:lnTo>
                <a:close/>
              </a:path>
              <a:path w="1460500" h="615950">
                <a:moveTo>
                  <a:pt x="1431925" y="601662"/>
                </a:moveTo>
                <a:lnTo>
                  <a:pt x="1431925" y="14287"/>
                </a:lnTo>
                <a:lnTo>
                  <a:pt x="1446212" y="28575"/>
                </a:lnTo>
                <a:lnTo>
                  <a:pt x="1460500" y="28575"/>
                </a:lnTo>
                <a:lnTo>
                  <a:pt x="1460500" y="587375"/>
                </a:lnTo>
                <a:lnTo>
                  <a:pt x="1446212" y="587375"/>
                </a:lnTo>
                <a:lnTo>
                  <a:pt x="1431925" y="601662"/>
                </a:lnTo>
                <a:close/>
              </a:path>
              <a:path w="1460500" h="615950">
                <a:moveTo>
                  <a:pt x="1460500" y="28575"/>
                </a:moveTo>
                <a:lnTo>
                  <a:pt x="1446212" y="28575"/>
                </a:lnTo>
                <a:lnTo>
                  <a:pt x="1431925" y="14287"/>
                </a:lnTo>
                <a:lnTo>
                  <a:pt x="1460500" y="14287"/>
                </a:lnTo>
                <a:lnTo>
                  <a:pt x="1460500" y="28575"/>
                </a:lnTo>
                <a:close/>
              </a:path>
              <a:path w="1460500" h="615950">
                <a:moveTo>
                  <a:pt x="28575" y="601662"/>
                </a:moveTo>
                <a:lnTo>
                  <a:pt x="14287" y="587375"/>
                </a:lnTo>
                <a:lnTo>
                  <a:pt x="28575" y="587375"/>
                </a:lnTo>
                <a:lnTo>
                  <a:pt x="28575" y="601662"/>
                </a:lnTo>
                <a:close/>
              </a:path>
              <a:path w="1460500" h="615950">
                <a:moveTo>
                  <a:pt x="1431925" y="601662"/>
                </a:moveTo>
                <a:lnTo>
                  <a:pt x="28575" y="601662"/>
                </a:lnTo>
                <a:lnTo>
                  <a:pt x="28575" y="587375"/>
                </a:lnTo>
                <a:lnTo>
                  <a:pt x="1431925" y="587375"/>
                </a:lnTo>
                <a:lnTo>
                  <a:pt x="1431925" y="601662"/>
                </a:lnTo>
                <a:close/>
              </a:path>
              <a:path w="1460500" h="615950">
                <a:moveTo>
                  <a:pt x="1460500" y="601662"/>
                </a:moveTo>
                <a:lnTo>
                  <a:pt x="1431925" y="601662"/>
                </a:lnTo>
                <a:lnTo>
                  <a:pt x="1446212" y="587375"/>
                </a:lnTo>
                <a:lnTo>
                  <a:pt x="1460500" y="587375"/>
                </a:lnTo>
                <a:lnTo>
                  <a:pt x="1460500" y="601662"/>
                </a:lnTo>
                <a:close/>
              </a:path>
            </a:pathLst>
          </a:custGeom>
          <a:solidFill>
            <a:srgbClr val="0000FF"/>
          </a:solidFill>
        </p:spPr>
        <p:txBody>
          <a:bodyPr wrap="square" lIns="0" tIns="0" rIns="0" bIns="0" rtlCol="0"/>
          <a:lstStyle/>
          <a:p>
            <a:endParaRPr/>
          </a:p>
        </p:txBody>
      </p:sp>
      <p:sp>
        <p:nvSpPr>
          <p:cNvPr id="27" name="object 27"/>
          <p:cNvSpPr txBox="1"/>
          <p:nvPr/>
        </p:nvSpPr>
        <p:spPr>
          <a:xfrm>
            <a:off x="6036945" y="2160904"/>
            <a:ext cx="11684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Noto Serif CJK JP"/>
                <a:cs typeface="Noto Serif CJK JP"/>
              </a:rPr>
              <a:t>采样保持器</a:t>
            </a:r>
            <a:endParaRPr sz="1800">
              <a:latin typeface="Noto Serif CJK JP"/>
              <a:cs typeface="Noto Serif CJK JP"/>
            </a:endParaRPr>
          </a:p>
        </p:txBody>
      </p:sp>
      <p:sp>
        <p:nvSpPr>
          <p:cNvPr id="28" name="object 28"/>
          <p:cNvSpPr/>
          <p:nvPr/>
        </p:nvSpPr>
        <p:spPr>
          <a:xfrm>
            <a:off x="5557774" y="2263520"/>
            <a:ext cx="2935605" cy="992505"/>
          </a:xfrm>
          <a:custGeom>
            <a:avLst/>
            <a:gdLst/>
            <a:ahLst/>
            <a:cxnLst/>
            <a:rect l="l" t="t" r="r" b="b"/>
            <a:pathLst>
              <a:path w="2935604" h="992504">
                <a:moveTo>
                  <a:pt x="347726" y="30416"/>
                </a:moveTo>
                <a:lnTo>
                  <a:pt x="319214" y="16002"/>
                </a:lnTo>
                <a:lnTo>
                  <a:pt x="290703" y="1574"/>
                </a:lnTo>
                <a:lnTo>
                  <a:pt x="290626" y="15875"/>
                </a:lnTo>
                <a:lnTo>
                  <a:pt x="127" y="14541"/>
                </a:lnTo>
                <a:lnTo>
                  <a:pt x="0" y="43116"/>
                </a:lnTo>
                <a:lnTo>
                  <a:pt x="290499" y="44450"/>
                </a:lnTo>
                <a:lnTo>
                  <a:pt x="290449" y="58724"/>
                </a:lnTo>
                <a:lnTo>
                  <a:pt x="319062" y="44577"/>
                </a:lnTo>
                <a:lnTo>
                  <a:pt x="347726" y="30416"/>
                </a:lnTo>
                <a:close/>
              </a:path>
              <a:path w="2935604" h="992504">
                <a:moveTo>
                  <a:pt x="2152713" y="28829"/>
                </a:moveTo>
                <a:lnTo>
                  <a:pt x="2124202" y="14414"/>
                </a:lnTo>
                <a:lnTo>
                  <a:pt x="2095690" y="0"/>
                </a:lnTo>
                <a:lnTo>
                  <a:pt x="2095627" y="14287"/>
                </a:lnTo>
                <a:lnTo>
                  <a:pt x="1805114" y="12954"/>
                </a:lnTo>
                <a:lnTo>
                  <a:pt x="1804987" y="41529"/>
                </a:lnTo>
                <a:lnTo>
                  <a:pt x="2095487" y="42862"/>
                </a:lnTo>
                <a:lnTo>
                  <a:pt x="2095436" y="57137"/>
                </a:lnTo>
                <a:lnTo>
                  <a:pt x="2124049" y="42989"/>
                </a:lnTo>
                <a:lnTo>
                  <a:pt x="2152713" y="28829"/>
                </a:lnTo>
                <a:close/>
              </a:path>
              <a:path w="2935604" h="992504">
                <a:moveTo>
                  <a:pt x="2935351" y="935291"/>
                </a:moveTo>
                <a:lnTo>
                  <a:pt x="2921063" y="935291"/>
                </a:lnTo>
                <a:lnTo>
                  <a:pt x="2921063" y="320929"/>
                </a:lnTo>
                <a:lnTo>
                  <a:pt x="2892488" y="320929"/>
                </a:lnTo>
                <a:lnTo>
                  <a:pt x="2892488" y="935291"/>
                </a:lnTo>
                <a:lnTo>
                  <a:pt x="2878201" y="935291"/>
                </a:lnTo>
                <a:lnTo>
                  <a:pt x="2892488" y="963866"/>
                </a:lnTo>
                <a:lnTo>
                  <a:pt x="2906776" y="992441"/>
                </a:lnTo>
                <a:lnTo>
                  <a:pt x="2921063" y="963866"/>
                </a:lnTo>
                <a:lnTo>
                  <a:pt x="2935351" y="935291"/>
                </a:lnTo>
                <a:close/>
              </a:path>
            </a:pathLst>
          </a:custGeom>
          <a:solidFill>
            <a:srgbClr val="0000FF"/>
          </a:solidFill>
        </p:spPr>
        <p:txBody>
          <a:bodyPr wrap="square" lIns="0" tIns="0" rIns="0" bIns="0" rtlCol="0"/>
          <a:lstStyle/>
          <a:p>
            <a:endParaRPr/>
          </a:p>
        </p:txBody>
      </p:sp>
      <p:sp>
        <p:nvSpPr>
          <p:cNvPr id="29" name="object 29"/>
          <p:cNvSpPr txBox="1"/>
          <p:nvPr/>
        </p:nvSpPr>
        <p:spPr>
          <a:xfrm>
            <a:off x="7497762" y="511651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grpSp>
        <p:nvGrpSpPr>
          <p:cNvPr id="30" name="object 30"/>
          <p:cNvGrpSpPr/>
          <p:nvPr/>
        </p:nvGrpSpPr>
        <p:grpSpPr>
          <a:xfrm>
            <a:off x="2266950" y="5319712"/>
            <a:ext cx="1087755" cy="441325"/>
            <a:chOff x="2266950" y="5319712"/>
            <a:chExt cx="1087755" cy="441325"/>
          </a:xfrm>
        </p:grpSpPr>
        <p:sp>
          <p:nvSpPr>
            <p:cNvPr id="31" name="object 31"/>
            <p:cNvSpPr/>
            <p:nvPr/>
          </p:nvSpPr>
          <p:spPr>
            <a:xfrm>
              <a:off x="2281427" y="5334000"/>
              <a:ext cx="1059180" cy="413384"/>
            </a:xfrm>
            <a:custGeom>
              <a:avLst/>
              <a:gdLst/>
              <a:ahLst/>
              <a:cxnLst/>
              <a:rect l="l" t="t" r="r" b="b"/>
              <a:pathLst>
                <a:path w="1059179" h="413385">
                  <a:moveTo>
                    <a:pt x="1059179" y="413003"/>
                  </a:moveTo>
                  <a:lnTo>
                    <a:pt x="0" y="413003"/>
                  </a:lnTo>
                  <a:lnTo>
                    <a:pt x="0" y="0"/>
                  </a:lnTo>
                  <a:lnTo>
                    <a:pt x="1059179" y="0"/>
                  </a:lnTo>
                  <a:lnTo>
                    <a:pt x="1059179" y="413003"/>
                  </a:lnTo>
                  <a:close/>
                </a:path>
              </a:pathLst>
            </a:custGeom>
            <a:solidFill>
              <a:srgbClr val="66FFFF"/>
            </a:solidFill>
          </p:spPr>
          <p:txBody>
            <a:bodyPr wrap="square" lIns="0" tIns="0" rIns="0" bIns="0" rtlCol="0"/>
            <a:lstStyle/>
            <a:p>
              <a:endParaRPr/>
            </a:p>
          </p:txBody>
        </p:sp>
        <p:sp>
          <p:nvSpPr>
            <p:cNvPr id="32" name="object 32"/>
            <p:cNvSpPr/>
            <p:nvPr/>
          </p:nvSpPr>
          <p:spPr>
            <a:xfrm>
              <a:off x="2266950" y="5319712"/>
              <a:ext cx="1087755" cy="441325"/>
            </a:xfrm>
            <a:custGeom>
              <a:avLst/>
              <a:gdLst/>
              <a:ahLst/>
              <a:cxnLst/>
              <a:rect l="l" t="t" r="r" b="b"/>
              <a:pathLst>
                <a:path w="1087754" h="441325">
                  <a:moveTo>
                    <a:pt x="1087437" y="441325"/>
                  </a:moveTo>
                  <a:lnTo>
                    <a:pt x="0" y="441325"/>
                  </a:lnTo>
                  <a:lnTo>
                    <a:pt x="0" y="0"/>
                  </a:lnTo>
                  <a:lnTo>
                    <a:pt x="1087437" y="0"/>
                  </a:lnTo>
                  <a:lnTo>
                    <a:pt x="1087437" y="14287"/>
                  </a:lnTo>
                  <a:lnTo>
                    <a:pt x="28575" y="14287"/>
                  </a:lnTo>
                  <a:lnTo>
                    <a:pt x="14287" y="28575"/>
                  </a:lnTo>
                  <a:lnTo>
                    <a:pt x="28575" y="28575"/>
                  </a:lnTo>
                  <a:lnTo>
                    <a:pt x="28575" y="412750"/>
                  </a:lnTo>
                  <a:lnTo>
                    <a:pt x="14287" y="412750"/>
                  </a:lnTo>
                  <a:lnTo>
                    <a:pt x="28575" y="427037"/>
                  </a:lnTo>
                  <a:lnTo>
                    <a:pt x="1087437" y="427037"/>
                  </a:lnTo>
                  <a:lnTo>
                    <a:pt x="1087437" y="441325"/>
                  </a:lnTo>
                  <a:close/>
                </a:path>
                <a:path w="1087754" h="441325">
                  <a:moveTo>
                    <a:pt x="28575" y="28575"/>
                  </a:moveTo>
                  <a:lnTo>
                    <a:pt x="14287" y="28575"/>
                  </a:lnTo>
                  <a:lnTo>
                    <a:pt x="28575" y="14287"/>
                  </a:lnTo>
                  <a:lnTo>
                    <a:pt x="28575" y="28575"/>
                  </a:lnTo>
                  <a:close/>
                </a:path>
                <a:path w="1087754" h="441325">
                  <a:moveTo>
                    <a:pt x="1058862" y="28575"/>
                  </a:moveTo>
                  <a:lnTo>
                    <a:pt x="28575" y="28575"/>
                  </a:lnTo>
                  <a:lnTo>
                    <a:pt x="28575" y="14287"/>
                  </a:lnTo>
                  <a:lnTo>
                    <a:pt x="1058862" y="14287"/>
                  </a:lnTo>
                  <a:lnTo>
                    <a:pt x="1058862" y="28575"/>
                  </a:lnTo>
                  <a:close/>
                </a:path>
                <a:path w="1087754" h="441325">
                  <a:moveTo>
                    <a:pt x="1058862" y="427037"/>
                  </a:moveTo>
                  <a:lnTo>
                    <a:pt x="1058862" y="14287"/>
                  </a:lnTo>
                  <a:lnTo>
                    <a:pt x="1073150" y="28575"/>
                  </a:lnTo>
                  <a:lnTo>
                    <a:pt x="1087437" y="28575"/>
                  </a:lnTo>
                  <a:lnTo>
                    <a:pt x="1087437" y="412750"/>
                  </a:lnTo>
                  <a:lnTo>
                    <a:pt x="1073150" y="412750"/>
                  </a:lnTo>
                  <a:lnTo>
                    <a:pt x="1058862" y="427037"/>
                  </a:lnTo>
                  <a:close/>
                </a:path>
                <a:path w="1087754" h="441325">
                  <a:moveTo>
                    <a:pt x="1087437" y="28575"/>
                  </a:moveTo>
                  <a:lnTo>
                    <a:pt x="1073150" y="28575"/>
                  </a:lnTo>
                  <a:lnTo>
                    <a:pt x="1058862" y="14287"/>
                  </a:lnTo>
                  <a:lnTo>
                    <a:pt x="1087437" y="14287"/>
                  </a:lnTo>
                  <a:lnTo>
                    <a:pt x="1087437" y="28575"/>
                  </a:lnTo>
                  <a:close/>
                </a:path>
                <a:path w="1087754" h="441325">
                  <a:moveTo>
                    <a:pt x="28575" y="427037"/>
                  </a:moveTo>
                  <a:lnTo>
                    <a:pt x="14287" y="412750"/>
                  </a:lnTo>
                  <a:lnTo>
                    <a:pt x="28575" y="412750"/>
                  </a:lnTo>
                  <a:lnTo>
                    <a:pt x="28575" y="427037"/>
                  </a:lnTo>
                  <a:close/>
                </a:path>
                <a:path w="1087754" h="441325">
                  <a:moveTo>
                    <a:pt x="1058862" y="427037"/>
                  </a:moveTo>
                  <a:lnTo>
                    <a:pt x="28575" y="427037"/>
                  </a:lnTo>
                  <a:lnTo>
                    <a:pt x="28575" y="412750"/>
                  </a:lnTo>
                  <a:lnTo>
                    <a:pt x="1058862" y="412750"/>
                  </a:lnTo>
                  <a:lnTo>
                    <a:pt x="1058862" y="427037"/>
                  </a:lnTo>
                  <a:close/>
                </a:path>
                <a:path w="1087754" h="441325">
                  <a:moveTo>
                    <a:pt x="1087437" y="427037"/>
                  </a:moveTo>
                  <a:lnTo>
                    <a:pt x="1058862" y="427037"/>
                  </a:lnTo>
                  <a:lnTo>
                    <a:pt x="1073150" y="412750"/>
                  </a:lnTo>
                  <a:lnTo>
                    <a:pt x="1087437" y="412750"/>
                  </a:lnTo>
                  <a:lnTo>
                    <a:pt x="1087437" y="427037"/>
                  </a:lnTo>
                  <a:close/>
                </a:path>
              </a:pathLst>
            </a:custGeom>
            <a:solidFill>
              <a:srgbClr val="A40020"/>
            </a:solidFill>
          </p:spPr>
          <p:txBody>
            <a:bodyPr wrap="square" lIns="0" tIns="0" rIns="0" bIns="0" rtlCol="0"/>
            <a:lstStyle/>
            <a:p>
              <a:endParaRPr/>
            </a:p>
          </p:txBody>
        </p:sp>
      </p:grpSp>
      <p:sp>
        <p:nvSpPr>
          <p:cNvPr id="33" name="object 33"/>
          <p:cNvSpPr txBox="1"/>
          <p:nvPr/>
        </p:nvSpPr>
        <p:spPr>
          <a:xfrm>
            <a:off x="3176587" y="4822190"/>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控制信号</a:t>
            </a:r>
            <a:endParaRPr sz="1800">
              <a:latin typeface="Noto Serif CJK JP"/>
              <a:cs typeface="Noto Serif CJK JP"/>
            </a:endParaRPr>
          </a:p>
        </p:txBody>
      </p:sp>
      <p:sp>
        <p:nvSpPr>
          <p:cNvPr id="34" name="object 34"/>
          <p:cNvSpPr txBox="1"/>
          <p:nvPr/>
        </p:nvSpPr>
        <p:spPr>
          <a:xfrm>
            <a:off x="5021262" y="482282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模拟信号</a:t>
            </a:r>
            <a:endParaRPr sz="1800">
              <a:latin typeface="Noto Serif CJK JP"/>
              <a:cs typeface="Noto Serif CJK JP"/>
            </a:endParaRPr>
          </a:p>
        </p:txBody>
      </p:sp>
      <p:grpSp>
        <p:nvGrpSpPr>
          <p:cNvPr id="35" name="object 35"/>
          <p:cNvGrpSpPr/>
          <p:nvPr/>
        </p:nvGrpSpPr>
        <p:grpSpPr>
          <a:xfrm>
            <a:off x="4030662" y="5187950"/>
            <a:ext cx="3361054" cy="617855"/>
            <a:chOff x="4030662" y="5187950"/>
            <a:chExt cx="3361054" cy="617855"/>
          </a:xfrm>
        </p:grpSpPr>
        <p:sp>
          <p:nvSpPr>
            <p:cNvPr id="36" name="object 36"/>
            <p:cNvSpPr/>
            <p:nvPr/>
          </p:nvSpPr>
          <p:spPr>
            <a:xfrm>
              <a:off x="5930900" y="5189537"/>
              <a:ext cx="1460500" cy="615950"/>
            </a:xfrm>
            <a:custGeom>
              <a:avLst/>
              <a:gdLst/>
              <a:ahLst/>
              <a:cxnLst/>
              <a:rect l="l" t="t" r="r" b="b"/>
              <a:pathLst>
                <a:path w="1460500" h="615950">
                  <a:moveTo>
                    <a:pt x="1460500" y="615950"/>
                  </a:moveTo>
                  <a:lnTo>
                    <a:pt x="0" y="615950"/>
                  </a:lnTo>
                  <a:lnTo>
                    <a:pt x="0" y="0"/>
                  </a:lnTo>
                  <a:lnTo>
                    <a:pt x="1460500" y="0"/>
                  </a:lnTo>
                  <a:lnTo>
                    <a:pt x="1460500" y="14287"/>
                  </a:lnTo>
                  <a:lnTo>
                    <a:pt x="28575" y="14287"/>
                  </a:lnTo>
                  <a:lnTo>
                    <a:pt x="14287" y="28575"/>
                  </a:lnTo>
                  <a:lnTo>
                    <a:pt x="28575" y="28575"/>
                  </a:lnTo>
                  <a:lnTo>
                    <a:pt x="28575" y="587375"/>
                  </a:lnTo>
                  <a:lnTo>
                    <a:pt x="14287" y="587375"/>
                  </a:lnTo>
                  <a:lnTo>
                    <a:pt x="28575" y="601662"/>
                  </a:lnTo>
                  <a:lnTo>
                    <a:pt x="1460500" y="601662"/>
                  </a:lnTo>
                  <a:lnTo>
                    <a:pt x="1460500" y="615950"/>
                  </a:lnTo>
                  <a:close/>
                </a:path>
                <a:path w="1460500" h="615950">
                  <a:moveTo>
                    <a:pt x="28575" y="28575"/>
                  </a:moveTo>
                  <a:lnTo>
                    <a:pt x="14287" y="28575"/>
                  </a:lnTo>
                  <a:lnTo>
                    <a:pt x="28575" y="14287"/>
                  </a:lnTo>
                  <a:lnTo>
                    <a:pt x="28575" y="28575"/>
                  </a:lnTo>
                  <a:close/>
                </a:path>
                <a:path w="1460500" h="615950">
                  <a:moveTo>
                    <a:pt x="1431925" y="28575"/>
                  </a:moveTo>
                  <a:lnTo>
                    <a:pt x="28575" y="28575"/>
                  </a:lnTo>
                  <a:lnTo>
                    <a:pt x="28575" y="14287"/>
                  </a:lnTo>
                  <a:lnTo>
                    <a:pt x="1431925" y="14287"/>
                  </a:lnTo>
                  <a:lnTo>
                    <a:pt x="1431925" y="28575"/>
                  </a:lnTo>
                  <a:close/>
                </a:path>
                <a:path w="1460500" h="615950">
                  <a:moveTo>
                    <a:pt x="1431925" y="601662"/>
                  </a:moveTo>
                  <a:lnTo>
                    <a:pt x="1431925" y="14287"/>
                  </a:lnTo>
                  <a:lnTo>
                    <a:pt x="1446212" y="28575"/>
                  </a:lnTo>
                  <a:lnTo>
                    <a:pt x="1460500" y="28575"/>
                  </a:lnTo>
                  <a:lnTo>
                    <a:pt x="1460500" y="587375"/>
                  </a:lnTo>
                  <a:lnTo>
                    <a:pt x="1446212" y="587375"/>
                  </a:lnTo>
                  <a:lnTo>
                    <a:pt x="1431925" y="601662"/>
                  </a:lnTo>
                  <a:close/>
                </a:path>
                <a:path w="1460500" h="615950">
                  <a:moveTo>
                    <a:pt x="1460500" y="28575"/>
                  </a:moveTo>
                  <a:lnTo>
                    <a:pt x="1446212" y="28575"/>
                  </a:lnTo>
                  <a:lnTo>
                    <a:pt x="1431925" y="14287"/>
                  </a:lnTo>
                  <a:lnTo>
                    <a:pt x="1460500" y="14287"/>
                  </a:lnTo>
                  <a:lnTo>
                    <a:pt x="1460500" y="28575"/>
                  </a:lnTo>
                  <a:close/>
                </a:path>
                <a:path w="1460500" h="615950">
                  <a:moveTo>
                    <a:pt x="28575" y="601662"/>
                  </a:moveTo>
                  <a:lnTo>
                    <a:pt x="14287" y="587375"/>
                  </a:lnTo>
                  <a:lnTo>
                    <a:pt x="28575" y="587375"/>
                  </a:lnTo>
                  <a:lnTo>
                    <a:pt x="28575" y="601662"/>
                  </a:lnTo>
                  <a:close/>
                </a:path>
                <a:path w="1460500" h="615950">
                  <a:moveTo>
                    <a:pt x="1431925" y="601662"/>
                  </a:moveTo>
                  <a:lnTo>
                    <a:pt x="28575" y="601662"/>
                  </a:lnTo>
                  <a:lnTo>
                    <a:pt x="28575" y="587375"/>
                  </a:lnTo>
                  <a:lnTo>
                    <a:pt x="1431925" y="587375"/>
                  </a:lnTo>
                  <a:lnTo>
                    <a:pt x="1431925" y="601662"/>
                  </a:lnTo>
                  <a:close/>
                </a:path>
                <a:path w="1460500" h="615950">
                  <a:moveTo>
                    <a:pt x="1460500" y="601662"/>
                  </a:moveTo>
                  <a:lnTo>
                    <a:pt x="1431925" y="601662"/>
                  </a:lnTo>
                  <a:lnTo>
                    <a:pt x="1446212" y="587375"/>
                  </a:lnTo>
                  <a:lnTo>
                    <a:pt x="1460500" y="587375"/>
                  </a:lnTo>
                  <a:lnTo>
                    <a:pt x="1460500" y="601662"/>
                  </a:lnTo>
                  <a:close/>
                </a:path>
              </a:pathLst>
            </a:custGeom>
            <a:solidFill>
              <a:srgbClr val="0000FF"/>
            </a:solidFill>
          </p:spPr>
          <p:txBody>
            <a:bodyPr wrap="square" lIns="0" tIns="0" rIns="0" bIns="0" rtlCol="0"/>
            <a:lstStyle/>
            <a:p>
              <a:endParaRPr/>
            </a:p>
          </p:txBody>
        </p:sp>
        <p:sp>
          <p:nvSpPr>
            <p:cNvPr id="37" name="object 37"/>
            <p:cNvSpPr/>
            <p:nvPr/>
          </p:nvSpPr>
          <p:spPr>
            <a:xfrm>
              <a:off x="4044696" y="5202935"/>
              <a:ext cx="1553210" cy="585470"/>
            </a:xfrm>
            <a:custGeom>
              <a:avLst/>
              <a:gdLst/>
              <a:ahLst/>
              <a:cxnLst/>
              <a:rect l="l" t="t" r="r" b="b"/>
              <a:pathLst>
                <a:path w="1553210" h="585470">
                  <a:moveTo>
                    <a:pt x="1552955" y="585215"/>
                  </a:moveTo>
                  <a:lnTo>
                    <a:pt x="0" y="585215"/>
                  </a:lnTo>
                  <a:lnTo>
                    <a:pt x="0" y="0"/>
                  </a:lnTo>
                  <a:lnTo>
                    <a:pt x="1552955" y="0"/>
                  </a:lnTo>
                  <a:lnTo>
                    <a:pt x="1552955" y="585215"/>
                  </a:lnTo>
                  <a:close/>
                </a:path>
              </a:pathLst>
            </a:custGeom>
            <a:solidFill>
              <a:srgbClr val="66FFFF"/>
            </a:solidFill>
          </p:spPr>
          <p:txBody>
            <a:bodyPr wrap="square" lIns="0" tIns="0" rIns="0" bIns="0" rtlCol="0"/>
            <a:lstStyle/>
            <a:p>
              <a:endParaRPr/>
            </a:p>
          </p:txBody>
        </p:sp>
        <p:sp>
          <p:nvSpPr>
            <p:cNvPr id="38" name="object 38"/>
            <p:cNvSpPr/>
            <p:nvPr/>
          </p:nvSpPr>
          <p:spPr>
            <a:xfrm>
              <a:off x="4030662" y="5187950"/>
              <a:ext cx="1581150" cy="614680"/>
            </a:xfrm>
            <a:custGeom>
              <a:avLst/>
              <a:gdLst/>
              <a:ahLst/>
              <a:cxnLst/>
              <a:rect l="l" t="t" r="r" b="b"/>
              <a:pathLst>
                <a:path w="1581150" h="614679">
                  <a:moveTo>
                    <a:pt x="1581150" y="614362"/>
                  </a:moveTo>
                  <a:lnTo>
                    <a:pt x="0" y="614362"/>
                  </a:lnTo>
                  <a:lnTo>
                    <a:pt x="0" y="0"/>
                  </a:lnTo>
                  <a:lnTo>
                    <a:pt x="1581150" y="0"/>
                  </a:lnTo>
                  <a:lnTo>
                    <a:pt x="1581150" y="14287"/>
                  </a:lnTo>
                  <a:lnTo>
                    <a:pt x="28575" y="14287"/>
                  </a:lnTo>
                  <a:lnTo>
                    <a:pt x="14287" y="28575"/>
                  </a:lnTo>
                  <a:lnTo>
                    <a:pt x="28575" y="28575"/>
                  </a:lnTo>
                  <a:lnTo>
                    <a:pt x="28575" y="585787"/>
                  </a:lnTo>
                  <a:lnTo>
                    <a:pt x="14287" y="585787"/>
                  </a:lnTo>
                  <a:lnTo>
                    <a:pt x="28575" y="600075"/>
                  </a:lnTo>
                  <a:lnTo>
                    <a:pt x="1581150" y="600075"/>
                  </a:lnTo>
                  <a:lnTo>
                    <a:pt x="1581150" y="614362"/>
                  </a:lnTo>
                  <a:close/>
                </a:path>
                <a:path w="1581150" h="614679">
                  <a:moveTo>
                    <a:pt x="28575" y="28575"/>
                  </a:moveTo>
                  <a:lnTo>
                    <a:pt x="14287" y="28575"/>
                  </a:lnTo>
                  <a:lnTo>
                    <a:pt x="28575" y="14287"/>
                  </a:lnTo>
                  <a:lnTo>
                    <a:pt x="28575" y="28575"/>
                  </a:lnTo>
                  <a:close/>
                </a:path>
                <a:path w="1581150" h="614679">
                  <a:moveTo>
                    <a:pt x="1552575" y="28575"/>
                  </a:moveTo>
                  <a:lnTo>
                    <a:pt x="28575" y="28575"/>
                  </a:lnTo>
                  <a:lnTo>
                    <a:pt x="28575" y="14287"/>
                  </a:lnTo>
                  <a:lnTo>
                    <a:pt x="1552575" y="14287"/>
                  </a:lnTo>
                  <a:lnTo>
                    <a:pt x="1552575" y="28575"/>
                  </a:lnTo>
                  <a:close/>
                </a:path>
                <a:path w="1581150" h="614679">
                  <a:moveTo>
                    <a:pt x="1552575" y="600075"/>
                  </a:moveTo>
                  <a:lnTo>
                    <a:pt x="1552575" y="14287"/>
                  </a:lnTo>
                  <a:lnTo>
                    <a:pt x="1566862" y="28575"/>
                  </a:lnTo>
                  <a:lnTo>
                    <a:pt x="1581150" y="28575"/>
                  </a:lnTo>
                  <a:lnTo>
                    <a:pt x="1581150" y="585787"/>
                  </a:lnTo>
                  <a:lnTo>
                    <a:pt x="1566862" y="585787"/>
                  </a:lnTo>
                  <a:lnTo>
                    <a:pt x="1552575" y="600075"/>
                  </a:lnTo>
                  <a:close/>
                </a:path>
                <a:path w="1581150" h="614679">
                  <a:moveTo>
                    <a:pt x="1581150" y="28575"/>
                  </a:moveTo>
                  <a:lnTo>
                    <a:pt x="1566862" y="28575"/>
                  </a:lnTo>
                  <a:lnTo>
                    <a:pt x="1552575" y="14287"/>
                  </a:lnTo>
                  <a:lnTo>
                    <a:pt x="1581150" y="14287"/>
                  </a:lnTo>
                  <a:lnTo>
                    <a:pt x="1581150" y="28575"/>
                  </a:lnTo>
                  <a:close/>
                </a:path>
                <a:path w="1581150" h="614679">
                  <a:moveTo>
                    <a:pt x="28575" y="600075"/>
                  </a:moveTo>
                  <a:lnTo>
                    <a:pt x="14287" y="585787"/>
                  </a:lnTo>
                  <a:lnTo>
                    <a:pt x="28575" y="585787"/>
                  </a:lnTo>
                  <a:lnTo>
                    <a:pt x="28575" y="600075"/>
                  </a:lnTo>
                  <a:close/>
                </a:path>
                <a:path w="1581150" h="614679">
                  <a:moveTo>
                    <a:pt x="1552575" y="600075"/>
                  </a:moveTo>
                  <a:lnTo>
                    <a:pt x="28575" y="600075"/>
                  </a:lnTo>
                  <a:lnTo>
                    <a:pt x="28575" y="585787"/>
                  </a:lnTo>
                  <a:lnTo>
                    <a:pt x="1552575" y="585787"/>
                  </a:lnTo>
                  <a:lnTo>
                    <a:pt x="1552575" y="600075"/>
                  </a:lnTo>
                  <a:close/>
                </a:path>
                <a:path w="1581150" h="614679">
                  <a:moveTo>
                    <a:pt x="1581150" y="600075"/>
                  </a:moveTo>
                  <a:lnTo>
                    <a:pt x="1552575" y="600075"/>
                  </a:lnTo>
                  <a:lnTo>
                    <a:pt x="1566862" y="585787"/>
                  </a:lnTo>
                  <a:lnTo>
                    <a:pt x="1581150" y="585787"/>
                  </a:lnTo>
                  <a:lnTo>
                    <a:pt x="1581150" y="600075"/>
                  </a:lnTo>
                  <a:close/>
                </a:path>
              </a:pathLst>
            </a:custGeom>
            <a:solidFill>
              <a:srgbClr val="A40020"/>
            </a:solidFill>
          </p:spPr>
          <p:txBody>
            <a:bodyPr wrap="square" lIns="0" tIns="0" rIns="0" bIns="0" rtlCol="0"/>
            <a:lstStyle/>
            <a:p>
              <a:endParaRPr/>
            </a:p>
          </p:txBody>
        </p:sp>
      </p:grpSp>
      <p:sp>
        <p:nvSpPr>
          <p:cNvPr id="39" name="object 39"/>
          <p:cNvSpPr txBox="1"/>
          <p:nvPr/>
        </p:nvSpPr>
        <p:spPr>
          <a:xfrm>
            <a:off x="4122420" y="5370195"/>
            <a:ext cx="3091180" cy="299720"/>
          </a:xfrm>
          <a:prstGeom prst="rect">
            <a:avLst/>
          </a:prstGeom>
        </p:spPr>
        <p:txBody>
          <a:bodyPr vert="horz" wrap="square" lIns="0" tIns="12700" rIns="0" bIns="0" rtlCol="0">
            <a:spAutoFit/>
          </a:bodyPr>
          <a:lstStyle/>
          <a:p>
            <a:pPr marL="12700">
              <a:lnSpc>
                <a:spcPct val="100000"/>
              </a:lnSpc>
              <a:spcBef>
                <a:spcPts val="100"/>
              </a:spcBef>
              <a:tabLst>
                <a:tab pos="1998345" algn="l"/>
              </a:tabLst>
            </a:pPr>
            <a:r>
              <a:rPr sz="1800" dirty="0">
                <a:solidFill>
                  <a:srgbClr val="663300"/>
                </a:solidFill>
                <a:latin typeface="Noto Serif CJK JP"/>
                <a:cs typeface="Noto Serif CJK JP"/>
              </a:rPr>
              <a:t>放大驱动电</a:t>
            </a:r>
            <a:r>
              <a:rPr sz="1800" spc="-50" dirty="0">
                <a:solidFill>
                  <a:srgbClr val="663300"/>
                </a:solidFill>
                <a:latin typeface="Noto Serif CJK JP"/>
                <a:cs typeface="Noto Serif CJK JP"/>
              </a:rPr>
              <a:t>路</a:t>
            </a:r>
            <a:r>
              <a:rPr sz="1800" dirty="0">
                <a:solidFill>
                  <a:srgbClr val="663300"/>
                </a:solidFill>
                <a:latin typeface="Noto Serif CJK JP"/>
                <a:cs typeface="Noto Serif CJK JP"/>
              </a:rPr>
              <a:t>	</a:t>
            </a:r>
            <a:r>
              <a:rPr sz="1800" spc="-10" dirty="0">
                <a:solidFill>
                  <a:srgbClr val="0000FF"/>
                </a:solidFill>
                <a:latin typeface="Times New Roman" panose="02020603050405020304"/>
                <a:cs typeface="Times New Roman" panose="02020603050405020304"/>
              </a:rPr>
              <a:t>D/A</a:t>
            </a:r>
            <a:r>
              <a:rPr sz="1800" spc="-25" dirty="0">
                <a:solidFill>
                  <a:srgbClr val="0000FF"/>
                </a:solidFill>
                <a:latin typeface="Noto Serif CJK JP"/>
                <a:cs typeface="Noto Serif CJK JP"/>
              </a:rPr>
              <a:t>转换</a:t>
            </a:r>
            <a:r>
              <a:rPr sz="1800" spc="-50" dirty="0">
                <a:solidFill>
                  <a:srgbClr val="0000FF"/>
                </a:solidFill>
                <a:latin typeface="Noto Serif CJK JP"/>
                <a:cs typeface="Noto Serif CJK JP"/>
              </a:rPr>
              <a:t>器</a:t>
            </a:r>
            <a:endParaRPr sz="1800">
              <a:latin typeface="Noto Serif CJK JP"/>
              <a:cs typeface="Noto Serif CJK JP"/>
            </a:endParaRPr>
          </a:p>
        </p:txBody>
      </p:sp>
      <p:grpSp>
        <p:nvGrpSpPr>
          <p:cNvPr id="40" name="object 40"/>
          <p:cNvGrpSpPr/>
          <p:nvPr/>
        </p:nvGrpSpPr>
        <p:grpSpPr>
          <a:xfrm>
            <a:off x="1058862" y="4613275"/>
            <a:ext cx="7446009" cy="1388110"/>
            <a:chOff x="1058862" y="4613275"/>
            <a:chExt cx="7446009" cy="1388110"/>
          </a:xfrm>
        </p:grpSpPr>
        <p:sp>
          <p:nvSpPr>
            <p:cNvPr id="41" name="object 41"/>
            <p:cNvSpPr/>
            <p:nvPr/>
          </p:nvSpPr>
          <p:spPr>
            <a:xfrm>
              <a:off x="3376612" y="4613274"/>
              <a:ext cx="5128260" cy="919480"/>
            </a:xfrm>
            <a:custGeom>
              <a:avLst/>
              <a:gdLst/>
              <a:ahLst/>
              <a:cxnLst/>
              <a:rect l="l" t="t" r="r" b="b"/>
              <a:pathLst>
                <a:path w="5128259" h="919479">
                  <a:moveTo>
                    <a:pt x="681075" y="900112"/>
                  </a:moveTo>
                  <a:lnTo>
                    <a:pt x="680999" y="871537"/>
                  </a:lnTo>
                  <a:lnTo>
                    <a:pt x="57111" y="872998"/>
                  </a:lnTo>
                  <a:lnTo>
                    <a:pt x="57086" y="858697"/>
                  </a:lnTo>
                  <a:lnTo>
                    <a:pt x="28536" y="873061"/>
                  </a:lnTo>
                  <a:lnTo>
                    <a:pt x="0" y="887412"/>
                  </a:lnTo>
                  <a:lnTo>
                    <a:pt x="28600" y="901636"/>
                  </a:lnTo>
                  <a:lnTo>
                    <a:pt x="57213" y="915847"/>
                  </a:lnTo>
                  <a:lnTo>
                    <a:pt x="57175" y="901573"/>
                  </a:lnTo>
                  <a:lnTo>
                    <a:pt x="681075" y="900112"/>
                  </a:lnTo>
                  <a:close/>
                </a:path>
                <a:path w="5128259" h="919479">
                  <a:moveTo>
                    <a:pt x="2571813" y="877887"/>
                  </a:moveTo>
                  <a:lnTo>
                    <a:pt x="2571686" y="849312"/>
                  </a:lnTo>
                  <a:lnTo>
                    <a:pt x="2281174" y="850646"/>
                  </a:lnTo>
                  <a:lnTo>
                    <a:pt x="2281110" y="836345"/>
                  </a:lnTo>
                  <a:lnTo>
                    <a:pt x="2252599" y="850773"/>
                  </a:lnTo>
                  <a:lnTo>
                    <a:pt x="2224087" y="865187"/>
                  </a:lnTo>
                  <a:lnTo>
                    <a:pt x="2252713" y="879348"/>
                  </a:lnTo>
                  <a:lnTo>
                    <a:pt x="2281364" y="893495"/>
                  </a:lnTo>
                  <a:lnTo>
                    <a:pt x="2281301" y="879221"/>
                  </a:lnTo>
                  <a:lnTo>
                    <a:pt x="2571813" y="877887"/>
                  </a:lnTo>
                  <a:close/>
                </a:path>
                <a:path w="5128259" h="919479">
                  <a:moveTo>
                    <a:pt x="5127955" y="0"/>
                  </a:moveTo>
                  <a:lnTo>
                    <a:pt x="5099380" y="0"/>
                  </a:lnTo>
                  <a:lnTo>
                    <a:pt x="5099380" y="876147"/>
                  </a:lnTo>
                  <a:lnTo>
                    <a:pt x="4075112" y="876147"/>
                  </a:lnTo>
                  <a:lnTo>
                    <a:pt x="4075112" y="861860"/>
                  </a:lnTo>
                  <a:lnTo>
                    <a:pt x="4046537" y="876147"/>
                  </a:lnTo>
                  <a:lnTo>
                    <a:pt x="4017962" y="890435"/>
                  </a:lnTo>
                  <a:lnTo>
                    <a:pt x="4046537" y="904722"/>
                  </a:lnTo>
                  <a:lnTo>
                    <a:pt x="4075112" y="919010"/>
                  </a:lnTo>
                  <a:lnTo>
                    <a:pt x="4075112" y="904722"/>
                  </a:lnTo>
                  <a:lnTo>
                    <a:pt x="5113667" y="904722"/>
                  </a:lnTo>
                  <a:lnTo>
                    <a:pt x="5116449" y="904443"/>
                  </a:lnTo>
                  <a:lnTo>
                    <a:pt x="5127955" y="890435"/>
                  </a:lnTo>
                  <a:lnTo>
                    <a:pt x="5127955" y="876147"/>
                  </a:lnTo>
                  <a:lnTo>
                    <a:pt x="5127955" y="0"/>
                  </a:lnTo>
                  <a:close/>
                </a:path>
              </a:pathLst>
            </a:custGeom>
            <a:solidFill>
              <a:srgbClr val="CC3300"/>
            </a:solidFill>
          </p:spPr>
          <p:txBody>
            <a:bodyPr wrap="square" lIns="0" tIns="0" rIns="0" bIns="0" rtlCol="0"/>
            <a:lstStyle/>
            <a:p>
              <a:endParaRPr/>
            </a:p>
          </p:txBody>
        </p:sp>
        <p:sp>
          <p:nvSpPr>
            <p:cNvPr id="42" name="object 42"/>
            <p:cNvSpPr/>
            <p:nvPr/>
          </p:nvSpPr>
          <p:spPr>
            <a:xfrm>
              <a:off x="1058862" y="4667326"/>
              <a:ext cx="5750560" cy="1333500"/>
            </a:xfrm>
            <a:custGeom>
              <a:avLst/>
              <a:gdLst/>
              <a:ahLst/>
              <a:cxnLst/>
              <a:rect l="l" t="t" r="r" b="b"/>
              <a:pathLst>
                <a:path w="5750559" h="1333500">
                  <a:moveTo>
                    <a:pt x="5749976" y="215900"/>
                  </a:moveTo>
                  <a:lnTo>
                    <a:pt x="5749683" y="203200"/>
                  </a:lnTo>
                  <a:lnTo>
                    <a:pt x="5749328" y="203200"/>
                  </a:lnTo>
                  <a:lnTo>
                    <a:pt x="5748820" y="190500"/>
                  </a:lnTo>
                  <a:lnTo>
                    <a:pt x="5747385" y="190500"/>
                  </a:lnTo>
                  <a:lnTo>
                    <a:pt x="5746458" y="177800"/>
                  </a:lnTo>
                  <a:lnTo>
                    <a:pt x="5745391" y="177800"/>
                  </a:lnTo>
                  <a:lnTo>
                    <a:pt x="5742889" y="165100"/>
                  </a:lnTo>
                  <a:lnTo>
                    <a:pt x="5739841" y="152400"/>
                  </a:lnTo>
                  <a:lnTo>
                    <a:pt x="5736285" y="139700"/>
                  </a:lnTo>
                  <a:lnTo>
                    <a:pt x="5732246" y="127000"/>
                  </a:lnTo>
                  <a:lnTo>
                    <a:pt x="5727624" y="127000"/>
                  </a:lnTo>
                  <a:lnTo>
                    <a:pt x="5722620" y="114300"/>
                  </a:lnTo>
                  <a:lnTo>
                    <a:pt x="5717171" y="101600"/>
                  </a:lnTo>
                  <a:lnTo>
                    <a:pt x="5714860" y="96520"/>
                  </a:lnTo>
                  <a:lnTo>
                    <a:pt x="5714860" y="115912"/>
                  </a:lnTo>
                  <a:lnTo>
                    <a:pt x="5707507" y="102425"/>
                  </a:lnTo>
                  <a:lnTo>
                    <a:pt x="5706821" y="101600"/>
                  </a:lnTo>
                  <a:lnTo>
                    <a:pt x="5709031" y="101600"/>
                  </a:lnTo>
                  <a:lnTo>
                    <a:pt x="5714365" y="114300"/>
                  </a:lnTo>
                  <a:lnTo>
                    <a:pt x="5714860" y="115912"/>
                  </a:lnTo>
                  <a:lnTo>
                    <a:pt x="5714860" y="96520"/>
                  </a:lnTo>
                  <a:lnTo>
                    <a:pt x="5711406" y="88900"/>
                  </a:lnTo>
                  <a:lnTo>
                    <a:pt x="5705106" y="88900"/>
                  </a:lnTo>
                  <a:lnTo>
                    <a:pt x="5698833" y="77050"/>
                  </a:lnTo>
                  <a:lnTo>
                    <a:pt x="5698833" y="91986"/>
                  </a:lnTo>
                  <a:lnTo>
                    <a:pt x="5685752" y="76200"/>
                  </a:lnTo>
                  <a:lnTo>
                    <a:pt x="5690908" y="76200"/>
                  </a:lnTo>
                  <a:lnTo>
                    <a:pt x="5697474" y="88900"/>
                  </a:lnTo>
                  <a:lnTo>
                    <a:pt x="5697347" y="88900"/>
                  </a:lnTo>
                  <a:lnTo>
                    <a:pt x="5698833" y="91986"/>
                  </a:lnTo>
                  <a:lnTo>
                    <a:pt x="5698833" y="77050"/>
                  </a:lnTo>
                  <a:lnTo>
                    <a:pt x="5698388" y="76200"/>
                  </a:lnTo>
                  <a:lnTo>
                    <a:pt x="5691289" y="63500"/>
                  </a:lnTo>
                  <a:lnTo>
                    <a:pt x="5683809" y="63500"/>
                  </a:lnTo>
                  <a:lnTo>
                    <a:pt x="5680761" y="58572"/>
                  </a:lnTo>
                  <a:lnTo>
                    <a:pt x="5680761" y="70180"/>
                  </a:lnTo>
                  <a:lnTo>
                    <a:pt x="5680367" y="69697"/>
                  </a:lnTo>
                  <a:lnTo>
                    <a:pt x="5672810" y="63500"/>
                  </a:lnTo>
                  <a:lnTo>
                    <a:pt x="5676912" y="63500"/>
                  </a:lnTo>
                  <a:lnTo>
                    <a:pt x="5680761" y="70180"/>
                  </a:lnTo>
                  <a:lnTo>
                    <a:pt x="5680761" y="58572"/>
                  </a:lnTo>
                  <a:lnTo>
                    <a:pt x="5675960" y="50800"/>
                  </a:lnTo>
                  <a:lnTo>
                    <a:pt x="5667756" y="50800"/>
                  </a:lnTo>
                  <a:lnTo>
                    <a:pt x="5666016" y="48221"/>
                  </a:lnTo>
                  <a:lnTo>
                    <a:pt x="5666016" y="57924"/>
                  </a:lnTo>
                  <a:lnTo>
                    <a:pt x="5657342" y="50800"/>
                  </a:lnTo>
                  <a:lnTo>
                    <a:pt x="5661520" y="50800"/>
                  </a:lnTo>
                  <a:lnTo>
                    <a:pt x="5666016" y="57924"/>
                  </a:lnTo>
                  <a:lnTo>
                    <a:pt x="5666016" y="48221"/>
                  </a:lnTo>
                  <a:lnTo>
                    <a:pt x="5659209" y="38100"/>
                  </a:lnTo>
                  <a:lnTo>
                    <a:pt x="5650344" y="38100"/>
                  </a:lnTo>
                  <a:lnTo>
                    <a:pt x="5648591" y="35674"/>
                  </a:lnTo>
                  <a:lnTo>
                    <a:pt x="5648591" y="43624"/>
                  </a:lnTo>
                  <a:lnTo>
                    <a:pt x="5647487" y="42710"/>
                  </a:lnTo>
                  <a:lnTo>
                    <a:pt x="5638927" y="38100"/>
                  </a:lnTo>
                  <a:lnTo>
                    <a:pt x="5644820" y="38100"/>
                  </a:lnTo>
                  <a:lnTo>
                    <a:pt x="5648591" y="43624"/>
                  </a:lnTo>
                  <a:lnTo>
                    <a:pt x="5648591" y="35674"/>
                  </a:lnTo>
                  <a:lnTo>
                    <a:pt x="5641175" y="25400"/>
                  </a:lnTo>
                  <a:lnTo>
                    <a:pt x="5634456" y="25400"/>
                  </a:lnTo>
                  <a:lnTo>
                    <a:pt x="5634456" y="35699"/>
                  </a:lnTo>
                  <a:lnTo>
                    <a:pt x="5615368" y="25400"/>
                  </a:lnTo>
                  <a:lnTo>
                    <a:pt x="5626951" y="25400"/>
                  </a:lnTo>
                  <a:lnTo>
                    <a:pt x="5634456" y="35699"/>
                  </a:lnTo>
                  <a:lnTo>
                    <a:pt x="5634456" y="25400"/>
                  </a:lnTo>
                  <a:lnTo>
                    <a:pt x="5631700" y="25400"/>
                  </a:lnTo>
                  <a:lnTo>
                    <a:pt x="5621947" y="12700"/>
                  </a:lnTo>
                  <a:lnTo>
                    <a:pt x="5604573" y="12700"/>
                  </a:lnTo>
                  <a:lnTo>
                    <a:pt x="5604573" y="20789"/>
                  </a:lnTo>
                  <a:lnTo>
                    <a:pt x="5578183" y="12700"/>
                  </a:lnTo>
                  <a:lnTo>
                    <a:pt x="5598172" y="12700"/>
                  </a:lnTo>
                  <a:lnTo>
                    <a:pt x="5604573" y="20789"/>
                  </a:lnTo>
                  <a:lnTo>
                    <a:pt x="5604573" y="12700"/>
                  </a:lnTo>
                  <a:lnTo>
                    <a:pt x="5601665" y="12700"/>
                  </a:lnTo>
                  <a:lnTo>
                    <a:pt x="5591149" y="0"/>
                  </a:lnTo>
                  <a:lnTo>
                    <a:pt x="5556720" y="0"/>
                  </a:lnTo>
                  <a:lnTo>
                    <a:pt x="5560530" y="8877"/>
                  </a:lnTo>
                  <a:lnTo>
                    <a:pt x="5523293" y="5257"/>
                  </a:lnTo>
                  <a:lnTo>
                    <a:pt x="225869" y="5257"/>
                  </a:lnTo>
                  <a:lnTo>
                    <a:pt x="189458" y="8813"/>
                  </a:lnTo>
                  <a:lnTo>
                    <a:pt x="193255" y="0"/>
                  </a:lnTo>
                  <a:lnTo>
                    <a:pt x="171272" y="0"/>
                  </a:lnTo>
                  <a:lnTo>
                    <a:pt x="171272" y="12700"/>
                  </a:lnTo>
                  <a:lnTo>
                    <a:pt x="145516" y="20637"/>
                  </a:lnTo>
                  <a:lnTo>
                    <a:pt x="151803" y="12700"/>
                  </a:lnTo>
                  <a:lnTo>
                    <a:pt x="171272" y="12700"/>
                  </a:lnTo>
                  <a:lnTo>
                    <a:pt x="171272" y="0"/>
                  </a:lnTo>
                  <a:lnTo>
                    <a:pt x="158826" y="0"/>
                  </a:lnTo>
                  <a:lnTo>
                    <a:pt x="148539" y="12700"/>
                  </a:lnTo>
                  <a:lnTo>
                    <a:pt x="134277" y="12700"/>
                  </a:lnTo>
                  <a:lnTo>
                    <a:pt x="134277" y="25400"/>
                  </a:lnTo>
                  <a:lnTo>
                    <a:pt x="115658" y="35483"/>
                  </a:lnTo>
                  <a:lnTo>
                    <a:pt x="123024" y="25400"/>
                  </a:lnTo>
                  <a:lnTo>
                    <a:pt x="134277" y="25400"/>
                  </a:lnTo>
                  <a:lnTo>
                    <a:pt x="134277" y="12700"/>
                  </a:lnTo>
                  <a:lnTo>
                    <a:pt x="128231" y="12700"/>
                  </a:lnTo>
                  <a:lnTo>
                    <a:pt x="118478" y="25400"/>
                  </a:lnTo>
                  <a:lnTo>
                    <a:pt x="110820" y="25400"/>
                  </a:lnTo>
                  <a:lnTo>
                    <a:pt x="110820" y="38100"/>
                  </a:lnTo>
                  <a:lnTo>
                    <a:pt x="102311" y="42710"/>
                  </a:lnTo>
                  <a:lnTo>
                    <a:pt x="101600" y="43294"/>
                  </a:lnTo>
                  <a:lnTo>
                    <a:pt x="105156" y="38100"/>
                  </a:lnTo>
                  <a:lnTo>
                    <a:pt x="110820" y="38100"/>
                  </a:lnTo>
                  <a:lnTo>
                    <a:pt x="110820" y="25400"/>
                  </a:lnTo>
                  <a:lnTo>
                    <a:pt x="108800" y="25400"/>
                  </a:lnTo>
                  <a:lnTo>
                    <a:pt x="99822" y="38100"/>
                  </a:lnTo>
                  <a:lnTo>
                    <a:pt x="92494" y="38100"/>
                  </a:lnTo>
                  <a:lnTo>
                    <a:pt x="92494" y="50800"/>
                  </a:lnTo>
                  <a:lnTo>
                    <a:pt x="84074" y="57746"/>
                  </a:lnTo>
                  <a:lnTo>
                    <a:pt x="88468" y="50800"/>
                  </a:lnTo>
                  <a:lnTo>
                    <a:pt x="92494" y="50800"/>
                  </a:lnTo>
                  <a:lnTo>
                    <a:pt x="92494" y="38100"/>
                  </a:lnTo>
                  <a:lnTo>
                    <a:pt x="90944" y="38100"/>
                  </a:lnTo>
                  <a:lnTo>
                    <a:pt x="82397" y="50800"/>
                  </a:lnTo>
                  <a:lnTo>
                    <a:pt x="77076" y="50800"/>
                  </a:lnTo>
                  <a:lnTo>
                    <a:pt x="77076" y="63500"/>
                  </a:lnTo>
                  <a:lnTo>
                    <a:pt x="69583" y="69684"/>
                  </a:lnTo>
                  <a:lnTo>
                    <a:pt x="69278" y="70053"/>
                  </a:lnTo>
                  <a:lnTo>
                    <a:pt x="73063" y="63500"/>
                  </a:lnTo>
                  <a:lnTo>
                    <a:pt x="77076" y="63500"/>
                  </a:lnTo>
                  <a:lnTo>
                    <a:pt x="77076" y="50800"/>
                  </a:lnTo>
                  <a:lnTo>
                    <a:pt x="74193" y="50800"/>
                  </a:lnTo>
                  <a:lnTo>
                    <a:pt x="66332" y="63500"/>
                  </a:lnTo>
                  <a:lnTo>
                    <a:pt x="64198" y="63500"/>
                  </a:lnTo>
                  <a:lnTo>
                    <a:pt x="64198" y="76200"/>
                  </a:lnTo>
                  <a:lnTo>
                    <a:pt x="51054" y="92151"/>
                  </a:lnTo>
                  <a:lnTo>
                    <a:pt x="52641" y="88900"/>
                  </a:lnTo>
                  <a:lnTo>
                    <a:pt x="52501" y="88900"/>
                  </a:lnTo>
                  <a:lnTo>
                    <a:pt x="59067" y="76200"/>
                  </a:lnTo>
                  <a:lnTo>
                    <a:pt x="64198" y="76200"/>
                  </a:lnTo>
                  <a:lnTo>
                    <a:pt x="64198" y="63500"/>
                  </a:lnTo>
                  <a:lnTo>
                    <a:pt x="58839" y="63500"/>
                  </a:lnTo>
                  <a:lnTo>
                    <a:pt x="51727" y="76200"/>
                  </a:lnTo>
                  <a:lnTo>
                    <a:pt x="45008" y="88900"/>
                  </a:lnTo>
                  <a:lnTo>
                    <a:pt x="43256" y="88900"/>
                  </a:lnTo>
                  <a:lnTo>
                    <a:pt x="43256" y="101600"/>
                  </a:lnTo>
                  <a:lnTo>
                    <a:pt x="42583" y="102425"/>
                  </a:lnTo>
                  <a:lnTo>
                    <a:pt x="34683" y="116992"/>
                  </a:lnTo>
                  <a:lnTo>
                    <a:pt x="35725" y="114300"/>
                  </a:lnTo>
                  <a:lnTo>
                    <a:pt x="40944" y="101600"/>
                  </a:lnTo>
                  <a:lnTo>
                    <a:pt x="43256" y="101600"/>
                  </a:lnTo>
                  <a:lnTo>
                    <a:pt x="43256" y="88900"/>
                  </a:lnTo>
                  <a:lnTo>
                    <a:pt x="38696" y="88900"/>
                  </a:lnTo>
                  <a:lnTo>
                    <a:pt x="32816" y="101600"/>
                  </a:lnTo>
                  <a:lnTo>
                    <a:pt x="27355" y="114300"/>
                  </a:lnTo>
                  <a:lnTo>
                    <a:pt x="22364" y="127000"/>
                  </a:lnTo>
                  <a:lnTo>
                    <a:pt x="17729" y="127000"/>
                  </a:lnTo>
                  <a:lnTo>
                    <a:pt x="13766" y="139700"/>
                  </a:lnTo>
                  <a:lnTo>
                    <a:pt x="10134" y="152400"/>
                  </a:lnTo>
                  <a:lnTo>
                    <a:pt x="7150" y="165100"/>
                  </a:lnTo>
                  <a:lnTo>
                    <a:pt x="4622" y="177800"/>
                  </a:lnTo>
                  <a:lnTo>
                    <a:pt x="3543" y="177800"/>
                  </a:lnTo>
                  <a:lnTo>
                    <a:pt x="2616" y="190500"/>
                  </a:lnTo>
                  <a:lnTo>
                    <a:pt x="1168" y="190500"/>
                  </a:lnTo>
                  <a:lnTo>
                    <a:pt x="660" y="203200"/>
                  </a:lnTo>
                  <a:lnTo>
                    <a:pt x="292" y="203200"/>
                  </a:lnTo>
                  <a:lnTo>
                    <a:pt x="76" y="215900"/>
                  </a:lnTo>
                  <a:lnTo>
                    <a:pt x="76" y="1117600"/>
                  </a:lnTo>
                  <a:lnTo>
                    <a:pt x="660" y="1117600"/>
                  </a:lnTo>
                  <a:lnTo>
                    <a:pt x="1155" y="1130300"/>
                  </a:lnTo>
                  <a:lnTo>
                    <a:pt x="1816" y="1130300"/>
                  </a:lnTo>
                  <a:lnTo>
                    <a:pt x="2603" y="1143000"/>
                  </a:lnTo>
                  <a:lnTo>
                    <a:pt x="3517" y="1143000"/>
                  </a:lnTo>
                  <a:lnTo>
                    <a:pt x="4584" y="1155700"/>
                  </a:lnTo>
                  <a:lnTo>
                    <a:pt x="7150" y="1168400"/>
                  </a:lnTo>
                  <a:lnTo>
                    <a:pt x="10134" y="1168400"/>
                  </a:lnTo>
                  <a:lnTo>
                    <a:pt x="13690" y="1181100"/>
                  </a:lnTo>
                  <a:lnTo>
                    <a:pt x="17729" y="1193800"/>
                  </a:lnTo>
                  <a:lnTo>
                    <a:pt x="22263" y="1206500"/>
                  </a:lnTo>
                  <a:lnTo>
                    <a:pt x="27355" y="1219200"/>
                  </a:lnTo>
                  <a:lnTo>
                    <a:pt x="32689" y="1219200"/>
                  </a:lnTo>
                  <a:lnTo>
                    <a:pt x="38569" y="1231900"/>
                  </a:lnTo>
                  <a:lnTo>
                    <a:pt x="44869" y="1244600"/>
                  </a:lnTo>
                  <a:lnTo>
                    <a:pt x="49961" y="1244600"/>
                  </a:lnTo>
                  <a:lnTo>
                    <a:pt x="54978" y="1250683"/>
                  </a:lnTo>
                  <a:lnTo>
                    <a:pt x="58686" y="1257300"/>
                  </a:lnTo>
                  <a:lnTo>
                    <a:pt x="66167" y="1270000"/>
                  </a:lnTo>
                  <a:lnTo>
                    <a:pt x="71539" y="1270000"/>
                  </a:lnTo>
                  <a:lnTo>
                    <a:pt x="76974" y="1274495"/>
                  </a:lnTo>
                  <a:lnTo>
                    <a:pt x="82397" y="1282700"/>
                  </a:lnTo>
                  <a:lnTo>
                    <a:pt x="86944" y="1282700"/>
                  </a:lnTo>
                  <a:lnTo>
                    <a:pt x="95935" y="1290116"/>
                  </a:lnTo>
                  <a:lnTo>
                    <a:pt x="99631" y="1295400"/>
                  </a:lnTo>
                  <a:lnTo>
                    <a:pt x="102374" y="1295400"/>
                  </a:lnTo>
                  <a:lnTo>
                    <a:pt x="113131" y="1301216"/>
                  </a:lnTo>
                  <a:lnTo>
                    <a:pt x="118275" y="1308100"/>
                  </a:lnTo>
                  <a:lnTo>
                    <a:pt x="125869" y="1308100"/>
                  </a:lnTo>
                  <a:lnTo>
                    <a:pt x="139865" y="1315656"/>
                  </a:lnTo>
                  <a:lnTo>
                    <a:pt x="145567" y="1317409"/>
                  </a:lnTo>
                  <a:lnTo>
                    <a:pt x="148310" y="1320800"/>
                  </a:lnTo>
                  <a:lnTo>
                    <a:pt x="156603" y="1320800"/>
                  </a:lnTo>
                  <a:lnTo>
                    <a:pt x="181343" y="1328394"/>
                  </a:lnTo>
                  <a:lnTo>
                    <a:pt x="183959" y="1328648"/>
                  </a:lnTo>
                  <a:lnTo>
                    <a:pt x="186105" y="1333500"/>
                  </a:lnTo>
                  <a:lnTo>
                    <a:pt x="5569305" y="1333500"/>
                  </a:lnTo>
                  <a:lnTo>
                    <a:pt x="5575668" y="1326083"/>
                  </a:lnTo>
                  <a:lnTo>
                    <a:pt x="5592927" y="1320800"/>
                  </a:lnTo>
                  <a:lnTo>
                    <a:pt x="5601436" y="1320800"/>
                  </a:lnTo>
                  <a:lnTo>
                    <a:pt x="5604230" y="1317358"/>
                  </a:lnTo>
                  <a:lnTo>
                    <a:pt x="5609768" y="1315656"/>
                  </a:lnTo>
                  <a:lnTo>
                    <a:pt x="5623801" y="1308100"/>
                  </a:lnTo>
                  <a:lnTo>
                    <a:pt x="5631497" y="1308100"/>
                  </a:lnTo>
                  <a:lnTo>
                    <a:pt x="5636831" y="1301102"/>
                  </a:lnTo>
                  <a:lnTo>
                    <a:pt x="5647410" y="1295400"/>
                  </a:lnTo>
                  <a:lnTo>
                    <a:pt x="5650154" y="1295400"/>
                  </a:lnTo>
                  <a:lnTo>
                    <a:pt x="5653798" y="1290193"/>
                  </a:lnTo>
                  <a:lnTo>
                    <a:pt x="5662917" y="1282700"/>
                  </a:lnTo>
                  <a:lnTo>
                    <a:pt x="5667578" y="1282700"/>
                  </a:lnTo>
                  <a:lnTo>
                    <a:pt x="5672823" y="1274572"/>
                  </a:lnTo>
                  <a:lnTo>
                    <a:pt x="5678398" y="1270000"/>
                  </a:lnTo>
                  <a:lnTo>
                    <a:pt x="5683643" y="1270000"/>
                  </a:lnTo>
                  <a:lnTo>
                    <a:pt x="5691136" y="1257300"/>
                  </a:lnTo>
                  <a:lnTo>
                    <a:pt x="5694426" y="1251419"/>
                  </a:lnTo>
                  <a:lnTo>
                    <a:pt x="5700065" y="1244600"/>
                  </a:lnTo>
                  <a:lnTo>
                    <a:pt x="5704967" y="1244600"/>
                  </a:lnTo>
                  <a:lnTo>
                    <a:pt x="5711279" y="1231900"/>
                  </a:lnTo>
                  <a:lnTo>
                    <a:pt x="5717171" y="1219200"/>
                  </a:lnTo>
                  <a:lnTo>
                    <a:pt x="5722620" y="1219200"/>
                  </a:lnTo>
                  <a:lnTo>
                    <a:pt x="5727624" y="1206500"/>
                  </a:lnTo>
                  <a:lnTo>
                    <a:pt x="5732157" y="1193800"/>
                  </a:lnTo>
                  <a:lnTo>
                    <a:pt x="5736209" y="1181100"/>
                  </a:lnTo>
                  <a:lnTo>
                    <a:pt x="5739841" y="1168400"/>
                  </a:lnTo>
                  <a:lnTo>
                    <a:pt x="5742825" y="1168400"/>
                  </a:lnTo>
                  <a:lnTo>
                    <a:pt x="5745353" y="1155700"/>
                  </a:lnTo>
                  <a:lnTo>
                    <a:pt x="5746432" y="1143000"/>
                  </a:lnTo>
                  <a:lnTo>
                    <a:pt x="5747359" y="1143000"/>
                  </a:lnTo>
                  <a:lnTo>
                    <a:pt x="5748147" y="1130300"/>
                  </a:lnTo>
                  <a:lnTo>
                    <a:pt x="5748807" y="1130300"/>
                  </a:lnTo>
                  <a:lnTo>
                    <a:pt x="5749315" y="1117600"/>
                  </a:lnTo>
                  <a:lnTo>
                    <a:pt x="5749899" y="1117600"/>
                  </a:lnTo>
                  <a:lnTo>
                    <a:pt x="5749976" y="215900"/>
                  </a:lnTo>
                  <a:close/>
                </a:path>
              </a:pathLst>
            </a:custGeom>
            <a:solidFill>
              <a:srgbClr val="0000FF"/>
            </a:solidFill>
          </p:spPr>
          <p:txBody>
            <a:bodyPr wrap="square" lIns="0" tIns="0" rIns="0" bIns="0" rtlCol="0"/>
            <a:lstStyle/>
            <a:p>
              <a:endParaRPr/>
            </a:p>
          </p:txBody>
        </p:sp>
      </p:grpSp>
      <p:sp>
        <p:nvSpPr>
          <p:cNvPr id="43" name="object 43"/>
          <p:cNvSpPr txBox="1"/>
          <p:nvPr/>
        </p:nvSpPr>
        <p:spPr>
          <a:xfrm>
            <a:off x="342029" y="3248025"/>
            <a:ext cx="278765" cy="254000"/>
          </a:xfrm>
          <a:prstGeom prst="rect">
            <a:avLst/>
          </a:prstGeom>
        </p:spPr>
        <p:txBody>
          <a:bodyPr vert="vert" wrap="square" lIns="0" tIns="0" rIns="0" bIns="0" rtlCol="0">
            <a:spAutoFit/>
          </a:bodyPr>
          <a:lstStyle/>
          <a:p>
            <a:pPr marL="12700">
              <a:lnSpc>
                <a:spcPts val="2065"/>
              </a:lnSpc>
            </a:pPr>
            <a:r>
              <a:rPr sz="1800" spc="-50" dirty="0">
                <a:solidFill>
                  <a:srgbClr val="0000FF"/>
                </a:solidFill>
                <a:latin typeface="Times New Roman" panose="02020603050405020304"/>
                <a:cs typeface="Times New Roman" panose="02020603050405020304"/>
              </a:rPr>
              <a:t>…</a:t>
            </a:r>
            <a:endParaRPr sz="1800">
              <a:latin typeface="Times New Roman" panose="02020603050405020304"/>
              <a:cs typeface="Times New Roman" panose="02020603050405020304"/>
            </a:endParaRPr>
          </a:p>
        </p:txBody>
      </p:sp>
      <p:sp>
        <p:nvSpPr>
          <p:cNvPr id="48" name="object 48"/>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a:t>
            </a:fld>
            <a:endParaRPr spc="-25" dirty="0"/>
          </a:p>
        </p:txBody>
      </p:sp>
      <p:sp>
        <p:nvSpPr>
          <p:cNvPr id="44" name="object 44"/>
          <p:cNvSpPr txBox="1">
            <a:spLocks noGrp="1"/>
          </p:cNvSpPr>
          <p:nvPr>
            <p:ph type="title"/>
          </p:nvPr>
        </p:nvSpPr>
        <p:spPr>
          <a:xfrm>
            <a:off x="423811" y="146405"/>
            <a:ext cx="1625600" cy="442595"/>
          </a:xfrm>
          <a:prstGeom prst="rect">
            <a:avLst/>
          </a:prstGeom>
        </p:spPr>
        <p:txBody>
          <a:bodyPr vert="horz" wrap="square" lIns="0" tIns="12065" rIns="0" bIns="0" rtlCol="0">
            <a:spAutoFit/>
          </a:bodyPr>
          <a:lstStyle/>
          <a:p>
            <a:pPr marL="12700">
              <a:lnSpc>
                <a:spcPct val="100000"/>
              </a:lnSpc>
              <a:spcBef>
                <a:spcPts val="95"/>
              </a:spcBef>
              <a:tabLst>
                <a:tab pos="901700" algn="l"/>
              </a:tabLst>
            </a:pPr>
            <a:r>
              <a:rPr spc="-20" dirty="0">
                <a:latin typeface="Arial" panose="020B0604020202020204"/>
                <a:cs typeface="Arial" panose="020B0604020202020204"/>
              </a:rPr>
              <a:t>9.1</a:t>
            </a:r>
            <a:r>
              <a:rPr dirty="0">
                <a:latin typeface="Arial" panose="020B0604020202020204"/>
                <a:cs typeface="Arial" panose="020B0604020202020204"/>
              </a:rPr>
              <a:t>	</a:t>
            </a:r>
            <a:r>
              <a:rPr spc="-40" dirty="0"/>
              <a:t>概述</a:t>
            </a:r>
          </a:p>
        </p:txBody>
      </p:sp>
      <p:sp>
        <p:nvSpPr>
          <p:cNvPr id="45" name="object 45"/>
          <p:cNvSpPr txBox="1"/>
          <p:nvPr/>
        </p:nvSpPr>
        <p:spPr>
          <a:xfrm>
            <a:off x="1207223" y="4757889"/>
            <a:ext cx="939800"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FFFFFF"/>
                </a:solidFill>
                <a:latin typeface="Noto Sans Mono CJK HK"/>
                <a:cs typeface="Noto Sans Mono CJK HK"/>
              </a:rPr>
              <a:t>传感器</a:t>
            </a:r>
            <a:endParaRPr sz="2400">
              <a:latin typeface="Noto Sans Mono CJK HK"/>
              <a:cs typeface="Noto Sans Mono CJK HK"/>
            </a:endParaRPr>
          </a:p>
        </p:txBody>
      </p:sp>
      <p:sp>
        <p:nvSpPr>
          <p:cNvPr id="46" name="object 46"/>
          <p:cNvSpPr txBox="1"/>
          <p:nvPr/>
        </p:nvSpPr>
        <p:spPr>
          <a:xfrm>
            <a:off x="1207223" y="5123650"/>
            <a:ext cx="52070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Noto Sans Mono CJK HK"/>
                <a:cs typeface="Noto Sans Mono CJK HK"/>
              </a:rPr>
              <a:t>将非电物理量转换成电信号（</a:t>
            </a:r>
            <a:r>
              <a:rPr sz="2400" spc="-15" dirty="0">
                <a:solidFill>
                  <a:srgbClr val="FFFFFF"/>
                </a:solidFill>
                <a:latin typeface="Noto Sans Mono CJK HK"/>
                <a:cs typeface="Noto Sans Mono CJK HK"/>
              </a:rPr>
              <a:t>模拟电压</a:t>
            </a:r>
            <a:endParaRPr sz="2400">
              <a:latin typeface="Noto Sans Mono CJK HK"/>
              <a:cs typeface="Noto Sans Mono CJK HK"/>
            </a:endParaRPr>
          </a:p>
        </p:txBody>
      </p:sp>
      <p:sp>
        <p:nvSpPr>
          <p:cNvPr id="47" name="object 47"/>
          <p:cNvSpPr txBox="1"/>
          <p:nvPr/>
        </p:nvSpPr>
        <p:spPr>
          <a:xfrm>
            <a:off x="1181823" y="5337809"/>
            <a:ext cx="2124075" cy="391160"/>
          </a:xfrm>
          <a:prstGeom prst="rect">
            <a:avLst/>
          </a:prstGeom>
        </p:spPr>
        <p:txBody>
          <a:bodyPr vert="horz" wrap="square" lIns="0" tIns="12700" rIns="0" bIns="0" rtlCol="0">
            <a:spAutoFit/>
          </a:bodyPr>
          <a:lstStyle/>
          <a:p>
            <a:pPr marL="38100">
              <a:lnSpc>
                <a:spcPct val="100000"/>
              </a:lnSpc>
              <a:spcBef>
                <a:spcPts val="100"/>
              </a:spcBef>
            </a:pPr>
            <a:r>
              <a:rPr sz="3600" baseline="-28000" dirty="0">
                <a:solidFill>
                  <a:srgbClr val="FFFFFF"/>
                </a:solidFill>
                <a:latin typeface="Noto Sans Mono CJK HK"/>
                <a:cs typeface="Noto Sans Mono CJK HK"/>
              </a:rPr>
              <a:t>或电流</a:t>
            </a:r>
            <a:r>
              <a:rPr sz="3600" spc="-1019" baseline="-28000" dirty="0">
                <a:solidFill>
                  <a:srgbClr val="FFFFFF"/>
                </a:solidFill>
                <a:latin typeface="Noto Sans Mono CJK HK"/>
                <a:cs typeface="Noto Sans Mono CJK HK"/>
              </a:rPr>
              <a:t>）</a:t>
            </a:r>
            <a:r>
              <a:rPr sz="1800" spc="-15" dirty="0">
                <a:solidFill>
                  <a:srgbClr val="663300"/>
                </a:solidFill>
                <a:latin typeface="Noto Serif CJK JP"/>
                <a:cs typeface="Noto Serif CJK JP"/>
              </a:rPr>
              <a:t>受控对象</a:t>
            </a:r>
            <a:endParaRPr sz="1800">
              <a:latin typeface="Noto Serif CJK JP"/>
              <a:cs typeface="Noto Serif CJK J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13625" y="273367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3" name="object 3"/>
          <p:cNvSpPr txBox="1"/>
          <p:nvPr/>
        </p:nvSpPr>
        <p:spPr>
          <a:xfrm>
            <a:off x="0" y="973137"/>
            <a:ext cx="5300980" cy="1022985"/>
          </a:xfrm>
          <a:prstGeom prst="rect">
            <a:avLst/>
          </a:prstGeom>
        </p:spPr>
        <p:txBody>
          <a:bodyPr vert="horz" wrap="square" lIns="0" tIns="55880" rIns="0" bIns="0" rtlCol="0">
            <a:spAutoFit/>
          </a:bodyPr>
          <a:lstStyle/>
          <a:p>
            <a:pPr marL="522605">
              <a:lnSpc>
                <a:spcPct val="100000"/>
              </a:lnSpc>
              <a:spcBef>
                <a:spcPts val="440"/>
              </a:spcBef>
            </a:pPr>
            <a:r>
              <a:rPr sz="2400" dirty="0">
                <a:solidFill>
                  <a:srgbClr val="0000CC"/>
                </a:solidFill>
                <a:latin typeface="Arial" panose="020B0604020202020204"/>
                <a:cs typeface="Arial" panose="020B0604020202020204"/>
              </a:rPr>
              <a:t>2</a:t>
            </a:r>
            <a:r>
              <a:rPr sz="2400" spc="-1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模拟量输入输出系统</a:t>
            </a:r>
            <a:endParaRPr sz="2400">
              <a:latin typeface="Noto Sans Mono CJK HK"/>
              <a:cs typeface="Noto Sans Mono CJK HK"/>
            </a:endParaRPr>
          </a:p>
          <a:p>
            <a:pPr marL="4373245">
              <a:lnSpc>
                <a:spcPct val="100000"/>
              </a:lnSpc>
              <a:spcBef>
                <a:spcPts val="255"/>
              </a:spcBef>
            </a:pPr>
            <a:r>
              <a:rPr sz="1800" spc="-15" dirty="0">
                <a:solidFill>
                  <a:srgbClr val="0000FF"/>
                </a:solidFill>
                <a:latin typeface="Noto Serif CJK JP"/>
                <a:cs typeface="Noto Serif CJK JP"/>
              </a:rPr>
              <a:t>模拟信号</a:t>
            </a:r>
            <a:endParaRPr sz="1800">
              <a:latin typeface="Noto Serif CJK JP"/>
              <a:cs typeface="Noto Serif CJK JP"/>
            </a:endParaRPr>
          </a:p>
          <a:p>
            <a:pPr marL="12700">
              <a:lnSpc>
                <a:spcPct val="100000"/>
              </a:lnSpc>
              <a:spcBef>
                <a:spcPts val="6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4" name="object 4"/>
          <p:cNvSpPr txBox="1"/>
          <p:nvPr/>
        </p:nvSpPr>
        <p:spPr>
          <a:xfrm>
            <a:off x="0" y="2602865"/>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5" name="object 5"/>
          <p:cNvSpPr txBox="1"/>
          <p:nvPr/>
        </p:nvSpPr>
        <p:spPr>
          <a:xfrm>
            <a:off x="0" y="3922077"/>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n</a:t>
            </a:r>
            <a:endParaRPr sz="1800">
              <a:latin typeface="Times New Roman" panose="02020603050405020304"/>
              <a:cs typeface="Times New Roman" panose="02020603050405020304"/>
            </a:endParaRPr>
          </a:p>
        </p:txBody>
      </p:sp>
      <p:sp>
        <p:nvSpPr>
          <p:cNvPr id="6" name="object 6"/>
          <p:cNvSpPr txBox="1"/>
          <p:nvPr/>
        </p:nvSpPr>
        <p:spPr>
          <a:xfrm>
            <a:off x="7875587" y="3268979"/>
            <a:ext cx="1173480" cy="1334770"/>
          </a:xfrm>
          <a:prstGeom prst="rect">
            <a:avLst/>
          </a:prstGeom>
          <a:ln w="38100">
            <a:solidFill>
              <a:srgbClr val="FF0000"/>
            </a:solidFill>
          </a:ln>
        </p:spPr>
        <p:txBody>
          <a:bodyPr vert="horz" wrap="square" lIns="0" tIns="78740" rIns="0" bIns="0" rtlCol="0">
            <a:spAutoFit/>
          </a:bodyPr>
          <a:lstStyle/>
          <a:p>
            <a:pPr marL="128270" marR="121920" indent="152400">
              <a:lnSpc>
                <a:spcPct val="119000"/>
              </a:lnSpc>
              <a:spcBef>
                <a:spcPts val="620"/>
              </a:spcBef>
            </a:pPr>
            <a:r>
              <a:rPr sz="2400" spc="-25" dirty="0">
                <a:solidFill>
                  <a:srgbClr val="0000FF"/>
                </a:solidFill>
                <a:latin typeface="Noto Serif CJK JP"/>
                <a:cs typeface="Noto Serif CJK JP"/>
              </a:rPr>
              <a:t>微型</a:t>
            </a:r>
            <a:r>
              <a:rPr sz="2400" spc="-20" dirty="0">
                <a:solidFill>
                  <a:srgbClr val="0000FF"/>
                </a:solidFill>
                <a:latin typeface="Noto Serif CJK JP"/>
                <a:cs typeface="Noto Serif CJK JP"/>
              </a:rPr>
              <a:t>计算机</a:t>
            </a:r>
            <a:endParaRPr sz="2400">
              <a:latin typeface="Noto Serif CJK JP"/>
              <a:cs typeface="Noto Serif CJK JP"/>
            </a:endParaRPr>
          </a:p>
        </p:txBody>
      </p:sp>
      <p:sp>
        <p:nvSpPr>
          <p:cNvPr id="7" name="object 7"/>
          <p:cNvSpPr txBox="1"/>
          <p:nvPr/>
        </p:nvSpPr>
        <p:spPr>
          <a:xfrm>
            <a:off x="2276475" y="1949450"/>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8" name="object 8"/>
          <p:cNvSpPr txBox="1"/>
          <p:nvPr/>
        </p:nvSpPr>
        <p:spPr>
          <a:xfrm>
            <a:off x="2276475" y="2854325"/>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9" name="object 9"/>
          <p:cNvSpPr txBox="1"/>
          <p:nvPr/>
        </p:nvSpPr>
        <p:spPr>
          <a:xfrm>
            <a:off x="2266950" y="4173537"/>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10" name="object 10"/>
          <p:cNvSpPr/>
          <p:nvPr/>
        </p:nvSpPr>
        <p:spPr>
          <a:xfrm>
            <a:off x="4989512" y="1819275"/>
            <a:ext cx="557530" cy="2768600"/>
          </a:xfrm>
          <a:custGeom>
            <a:avLst/>
            <a:gdLst/>
            <a:ahLst/>
            <a:cxnLst/>
            <a:rect l="l" t="t" r="r" b="b"/>
            <a:pathLst>
              <a:path w="557529" h="2768600">
                <a:moveTo>
                  <a:pt x="557212" y="2768600"/>
                </a:moveTo>
                <a:lnTo>
                  <a:pt x="0" y="2768600"/>
                </a:lnTo>
                <a:lnTo>
                  <a:pt x="0" y="0"/>
                </a:lnTo>
                <a:lnTo>
                  <a:pt x="557212" y="0"/>
                </a:lnTo>
                <a:lnTo>
                  <a:pt x="557212" y="14287"/>
                </a:lnTo>
                <a:lnTo>
                  <a:pt x="28575" y="14287"/>
                </a:lnTo>
                <a:lnTo>
                  <a:pt x="14287" y="28575"/>
                </a:lnTo>
                <a:lnTo>
                  <a:pt x="28575" y="28575"/>
                </a:lnTo>
                <a:lnTo>
                  <a:pt x="28575" y="2740025"/>
                </a:lnTo>
                <a:lnTo>
                  <a:pt x="14287" y="2740025"/>
                </a:lnTo>
                <a:lnTo>
                  <a:pt x="28575" y="2754312"/>
                </a:lnTo>
                <a:lnTo>
                  <a:pt x="557212" y="2754312"/>
                </a:lnTo>
                <a:lnTo>
                  <a:pt x="557212" y="2768600"/>
                </a:lnTo>
                <a:close/>
              </a:path>
              <a:path w="557529" h="2768600">
                <a:moveTo>
                  <a:pt x="28575" y="28575"/>
                </a:moveTo>
                <a:lnTo>
                  <a:pt x="14287" y="28575"/>
                </a:lnTo>
                <a:lnTo>
                  <a:pt x="28575" y="14287"/>
                </a:lnTo>
                <a:lnTo>
                  <a:pt x="28575" y="28575"/>
                </a:lnTo>
                <a:close/>
              </a:path>
              <a:path w="557529" h="2768600">
                <a:moveTo>
                  <a:pt x="528637" y="28575"/>
                </a:moveTo>
                <a:lnTo>
                  <a:pt x="28575" y="28575"/>
                </a:lnTo>
                <a:lnTo>
                  <a:pt x="28575" y="14287"/>
                </a:lnTo>
                <a:lnTo>
                  <a:pt x="528637" y="14287"/>
                </a:lnTo>
                <a:lnTo>
                  <a:pt x="528637" y="28575"/>
                </a:lnTo>
                <a:close/>
              </a:path>
              <a:path w="557529" h="2768600">
                <a:moveTo>
                  <a:pt x="528637" y="2754312"/>
                </a:moveTo>
                <a:lnTo>
                  <a:pt x="528637" y="14287"/>
                </a:lnTo>
                <a:lnTo>
                  <a:pt x="542925" y="28575"/>
                </a:lnTo>
                <a:lnTo>
                  <a:pt x="557212" y="28575"/>
                </a:lnTo>
                <a:lnTo>
                  <a:pt x="557212" y="2740025"/>
                </a:lnTo>
                <a:lnTo>
                  <a:pt x="542925" y="2740025"/>
                </a:lnTo>
                <a:lnTo>
                  <a:pt x="528637" y="2754312"/>
                </a:lnTo>
                <a:close/>
              </a:path>
              <a:path w="557529" h="2768600">
                <a:moveTo>
                  <a:pt x="557212" y="28575"/>
                </a:moveTo>
                <a:lnTo>
                  <a:pt x="542925" y="28575"/>
                </a:lnTo>
                <a:lnTo>
                  <a:pt x="528637" y="14287"/>
                </a:lnTo>
                <a:lnTo>
                  <a:pt x="557212" y="14287"/>
                </a:lnTo>
                <a:lnTo>
                  <a:pt x="557212" y="28575"/>
                </a:lnTo>
                <a:close/>
              </a:path>
              <a:path w="557529" h="2768600">
                <a:moveTo>
                  <a:pt x="28575" y="2754312"/>
                </a:moveTo>
                <a:lnTo>
                  <a:pt x="14287" y="2740025"/>
                </a:lnTo>
                <a:lnTo>
                  <a:pt x="28575" y="2740025"/>
                </a:lnTo>
                <a:lnTo>
                  <a:pt x="28575" y="2754312"/>
                </a:lnTo>
                <a:close/>
              </a:path>
              <a:path w="557529" h="2768600">
                <a:moveTo>
                  <a:pt x="528637" y="2754312"/>
                </a:moveTo>
                <a:lnTo>
                  <a:pt x="28575" y="2754312"/>
                </a:lnTo>
                <a:lnTo>
                  <a:pt x="28575" y="2740025"/>
                </a:lnTo>
                <a:lnTo>
                  <a:pt x="528637" y="2740025"/>
                </a:lnTo>
                <a:lnTo>
                  <a:pt x="528637" y="2754312"/>
                </a:lnTo>
                <a:close/>
              </a:path>
              <a:path w="557529" h="2768600">
                <a:moveTo>
                  <a:pt x="557212" y="2754312"/>
                </a:moveTo>
                <a:lnTo>
                  <a:pt x="528637" y="2754312"/>
                </a:lnTo>
                <a:lnTo>
                  <a:pt x="542925" y="2740025"/>
                </a:lnTo>
                <a:lnTo>
                  <a:pt x="557212" y="2740025"/>
                </a:lnTo>
                <a:lnTo>
                  <a:pt x="557212" y="2754312"/>
                </a:lnTo>
                <a:close/>
              </a:path>
            </a:pathLst>
          </a:custGeom>
          <a:solidFill>
            <a:srgbClr val="0000FF"/>
          </a:solidFill>
        </p:spPr>
        <p:txBody>
          <a:bodyPr wrap="square" lIns="0" tIns="0" rIns="0" bIns="0" rtlCol="0"/>
          <a:lstStyle/>
          <a:p>
            <a:endParaRPr/>
          </a:p>
        </p:txBody>
      </p:sp>
      <p:sp>
        <p:nvSpPr>
          <p:cNvPr id="11" name="object 11"/>
          <p:cNvSpPr txBox="1"/>
          <p:nvPr/>
        </p:nvSpPr>
        <p:spPr>
          <a:xfrm>
            <a:off x="5140959" y="2671128"/>
            <a:ext cx="254000" cy="1275080"/>
          </a:xfrm>
          <a:prstGeom prst="rect">
            <a:avLst/>
          </a:prstGeom>
        </p:spPr>
        <p:txBody>
          <a:bodyPr vert="horz" wrap="square" lIns="0" tIns="12700" rIns="0" bIns="0" rtlCol="0">
            <a:spAutoFit/>
          </a:bodyPr>
          <a:lstStyle/>
          <a:p>
            <a:pPr marL="12700" marR="5080" algn="just">
              <a:lnSpc>
                <a:spcPct val="114000"/>
              </a:lnSpc>
              <a:spcBef>
                <a:spcPts val="100"/>
              </a:spcBef>
            </a:pPr>
            <a:r>
              <a:rPr sz="1800" spc="-50" dirty="0">
                <a:solidFill>
                  <a:srgbClr val="0000FF"/>
                </a:solidFill>
                <a:latin typeface="Noto Serif CJK JP"/>
                <a:cs typeface="Noto Serif CJK JP"/>
              </a:rPr>
              <a:t>多路开关</a:t>
            </a:r>
            <a:endParaRPr sz="1800">
              <a:latin typeface="Noto Serif CJK JP"/>
              <a:cs typeface="Noto Serif CJK JP"/>
            </a:endParaRPr>
          </a:p>
        </p:txBody>
      </p:sp>
      <p:sp>
        <p:nvSpPr>
          <p:cNvPr id="12" name="object 12"/>
          <p:cNvSpPr/>
          <p:nvPr/>
        </p:nvSpPr>
        <p:spPr>
          <a:xfrm>
            <a:off x="3625850" y="1851025"/>
            <a:ext cx="1038225" cy="523875"/>
          </a:xfrm>
          <a:custGeom>
            <a:avLst/>
            <a:gdLst/>
            <a:ahLst/>
            <a:cxnLst/>
            <a:rect l="l" t="t" r="r" b="b"/>
            <a:pathLst>
              <a:path w="1038225" h="523875">
                <a:moveTo>
                  <a:pt x="1038225" y="523875"/>
                </a:moveTo>
                <a:lnTo>
                  <a:pt x="0" y="523875"/>
                </a:lnTo>
                <a:lnTo>
                  <a:pt x="0" y="0"/>
                </a:lnTo>
                <a:lnTo>
                  <a:pt x="1038225" y="0"/>
                </a:lnTo>
                <a:lnTo>
                  <a:pt x="1038225" y="14287"/>
                </a:lnTo>
                <a:lnTo>
                  <a:pt x="28575" y="14287"/>
                </a:lnTo>
                <a:lnTo>
                  <a:pt x="14287" y="28575"/>
                </a:lnTo>
                <a:lnTo>
                  <a:pt x="28575" y="28575"/>
                </a:lnTo>
                <a:lnTo>
                  <a:pt x="28575" y="495300"/>
                </a:lnTo>
                <a:lnTo>
                  <a:pt x="14287" y="495300"/>
                </a:lnTo>
                <a:lnTo>
                  <a:pt x="28575" y="509587"/>
                </a:lnTo>
                <a:lnTo>
                  <a:pt x="1038225" y="509587"/>
                </a:lnTo>
                <a:lnTo>
                  <a:pt x="1038225" y="523875"/>
                </a:lnTo>
                <a:close/>
              </a:path>
              <a:path w="1038225" h="523875">
                <a:moveTo>
                  <a:pt x="28575" y="28575"/>
                </a:moveTo>
                <a:lnTo>
                  <a:pt x="14287" y="28575"/>
                </a:lnTo>
                <a:lnTo>
                  <a:pt x="28575" y="14287"/>
                </a:lnTo>
                <a:lnTo>
                  <a:pt x="28575" y="28575"/>
                </a:lnTo>
                <a:close/>
              </a:path>
              <a:path w="1038225" h="523875">
                <a:moveTo>
                  <a:pt x="1009650" y="28575"/>
                </a:moveTo>
                <a:lnTo>
                  <a:pt x="28575" y="28575"/>
                </a:lnTo>
                <a:lnTo>
                  <a:pt x="28575" y="14287"/>
                </a:lnTo>
                <a:lnTo>
                  <a:pt x="1009650" y="14287"/>
                </a:lnTo>
                <a:lnTo>
                  <a:pt x="1009650" y="28575"/>
                </a:lnTo>
                <a:close/>
              </a:path>
              <a:path w="1038225" h="523875">
                <a:moveTo>
                  <a:pt x="1009650" y="509587"/>
                </a:moveTo>
                <a:lnTo>
                  <a:pt x="1009650" y="14287"/>
                </a:lnTo>
                <a:lnTo>
                  <a:pt x="1023937" y="28575"/>
                </a:lnTo>
                <a:lnTo>
                  <a:pt x="1038225" y="28575"/>
                </a:lnTo>
                <a:lnTo>
                  <a:pt x="1038225" y="495300"/>
                </a:lnTo>
                <a:lnTo>
                  <a:pt x="1023937" y="495300"/>
                </a:lnTo>
                <a:lnTo>
                  <a:pt x="1009650" y="509587"/>
                </a:lnTo>
                <a:close/>
              </a:path>
              <a:path w="1038225" h="523875">
                <a:moveTo>
                  <a:pt x="1038225" y="28575"/>
                </a:moveTo>
                <a:lnTo>
                  <a:pt x="1023937" y="28575"/>
                </a:lnTo>
                <a:lnTo>
                  <a:pt x="1009650" y="14287"/>
                </a:lnTo>
                <a:lnTo>
                  <a:pt x="1038225" y="14287"/>
                </a:lnTo>
                <a:lnTo>
                  <a:pt x="1038225" y="28575"/>
                </a:lnTo>
                <a:close/>
              </a:path>
              <a:path w="1038225" h="523875">
                <a:moveTo>
                  <a:pt x="28575" y="509587"/>
                </a:moveTo>
                <a:lnTo>
                  <a:pt x="14287" y="495300"/>
                </a:lnTo>
                <a:lnTo>
                  <a:pt x="28575" y="495300"/>
                </a:lnTo>
                <a:lnTo>
                  <a:pt x="28575" y="509587"/>
                </a:lnTo>
                <a:close/>
              </a:path>
              <a:path w="1038225" h="523875">
                <a:moveTo>
                  <a:pt x="1009650" y="509587"/>
                </a:moveTo>
                <a:lnTo>
                  <a:pt x="28575" y="509587"/>
                </a:lnTo>
                <a:lnTo>
                  <a:pt x="28575" y="495300"/>
                </a:lnTo>
                <a:lnTo>
                  <a:pt x="1009650" y="495300"/>
                </a:lnTo>
                <a:lnTo>
                  <a:pt x="1009650" y="509587"/>
                </a:lnTo>
                <a:close/>
              </a:path>
              <a:path w="1038225" h="523875">
                <a:moveTo>
                  <a:pt x="1038225" y="509587"/>
                </a:moveTo>
                <a:lnTo>
                  <a:pt x="1009650" y="509587"/>
                </a:lnTo>
                <a:lnTo>
                  <a:pt x="1023937" y="495300"/>
                </a:lnTo>
                <a:lnTo>
                  <a:pt x="1038225" y="495300"/>
                </a:lnTo>
                <a:lnTo>
                  <a:pt x="1038225" y="509587"/>
                </a:lnTo>
                <a:close/>
              </a:path>
            </a:pathLst>
          </a:custGeom>
          <a:solidFill>
            <a:srgbClr val="0000FF"/>
          </a:solidFill>
        </p:spPr>
        <p:txBody>
          <a:bodyPr wrap="square" lIns="0" tIns="0" rIns="0" bIns="0" rtlCol="0"/>
          <a:lstStyle/>
          <a:p>
            <a:endParaRPr/>
          </a:p>
        </p:txBody>
      </p:sp>
      <p:sp>
        <p:nvSpPr>
          <p:cNvPr id="13" name="object 13"/>
          <p:cNvSpPr txBox="1"/>
          <p:nvPr/>
        </p:nvSpPr>
        <p:spPr>
          <a:xfrm>
            <a:off x="3640137" y="1968817"/>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4" name="object 14"/>
          <p:cNvSpPr/>
          <p:nvPr/>
        </p:nvSpPr>
        <p:spPr>
          <a:xfrm>
            <a:off x="1052512" y="1874837"/>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5" name="object 15"/>
          <p:cNvSpPr txBox="1"/>
          <p:nvPr/>
        </p:nvSpPr>
        <p:spPr>
          <a:xfrm>
            <a:off x="1129030" y="1992629"/>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6" name="object 16"/>
          <p:cNvSpPr/>
          <p:nvPr/>
        </p:nvSpPr>
        <p:spPr>
          <a:xfrm>
            <a:off x="719074" y="1664804"/>
            <a:ext cx="4283710" cy="1615440"/>
          </a:xfrm>
          <a:custGeom>
            <a:avLst/>
            <a:gdLst/>
            <a:ahLst/>
            <a:cxnLst/>
            <a:rect l="l" t="t" r="r" b="b"/>
            <a:pathLst>
              <a:path w="4283710" h="1615439">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1615439">
                <a:moveTo>
                  <a:pt x="2919476" y="422757"/>
                </a:moveTo>
                <a:lnTo>
                  <a:pt x="2890964" y="408343"/>
                </a:lnTo>
                <a:lnTo>
                  <a:pt x="2862453" y="393915"/>
                </a:lnTo>
                <a:lnTo>
                  <a:pt x="2862376" y="408216"/>
                </a:lnTo>
                <a:lnTo>
                  <a:pt x="2573464" y="406882"/>
                </a:lnTo>
                <a:lnTo>
                  <a:pt x="2573426" y="412750"/>
                </a:lnTo>
                <a:lnTo>
                  <a:pt x="2557272" y="419506"/>
                </a:lnTo>
                <a:lnTo>
                  <a:pt x="2520213" y="404025"/>
                </a:lnTo>
                <a:lnTo>
                  <a:pt x="2520213" y="434987"/>
                </a:lnTo>
                <a:lnTo>
                  <a:pt x="1563497" y="834783"/>
                </a:lnTo>
                <a:lnTo>
                  <a:pt x="1562188" y="34658"/>
                </a:lnTo>
                <a:lnTo>
                  <a:pt x="2520213" y="434987"/>
                </a:lnTo>
                <a:lnTo>
                  <a:pt x="2520213" y="404025"/>
                </a:lnTo>
                <a:lnTo>
                  <a:pt x="1553387" y="0"/>
                </a:lnTo>
                <a:lnTo>
                  <a:pt x="1547876" y="13182"/>
                </a:lnTo>
                <a:lnTo>
                  <a:pt x="1533588" y="13208"/>
                </a:lnTo>
                <a:lnTo>
                  <a:pt x="1534287" y="446913"/>
                </a:lnTo>
                <a:lnTo>
                  <a:pt x="1508252" y="433743"/>
                </a:lnTo>
                <a:lnTo>
                  <a:pt x="1479740" y="419315"/>
                </a:lnTo>
                <a:lnTo>
                  <a:pt x="1479664" y="433616"/>
                </a:lnTo>
                <a:lnTo>
                  <a:pt x="1190752" y="432282"/>
                </a:lnTo>
                <a:lnTo>
                  <a:pt x="1190625" y="460857"/>
                </a:lnTo>
                <a:lnTo>
                  <a:pt x="1479537" y="462191"/>
                </a:lnTo>
                <a:lnTo>
                  <a:pt x="1479486" y="476465"/>
                </a:lnTo>
                <a:lnTo>
                  <a:pt x="1508099" y="462318"/>
                </a:lnTo>
                <a:lnTo>
                  <a:pt x="1534299" y="449376"/>
                </a:lnTo>
                <a:lnTo>
                  <a:pt x="1534985" y="867283"/>
                </a:lnTo>
                <a:lnTo>
                  <a:pt x="1552244" y="867257"/>
                </a:lnTo>
                <a:lnTo>
                  <a:pt x="1553387" y="869975"/>
                </a:lnTo>
                <a:lnTo>
                  <a:pt x="1559928" y="867244"/>
                </a:lnTo>
                <a:lnTo>
                  <a:pt x="1563560" y="867232"/>
                </a:lnTo>
                <a:lnTo>
                  <a:pt x="1563547" y="865733"/>
                </a:lnTo>
                <a:lnTo>
                  <a:pt x="2557272" y="450481"/>
                </a:lnTo>
                <a:lnTo>
                  <a:pt x="2580576" y="460209"/>
                </a:lnTo>
                <a:lnTo>
                  <a:pt x="2590444" y="436626"/>
                </a:lnTo>
                <a:lnTo>
                  <a:pt x="2591612" y="436130"/>
                </a:lnTo>
                <a:lnTo>
                  <a:pt x="2591358" y="435546"/>
                </a:lnTo>
                <a:lnTo>
                  <a:pt x="2862249" y="436791"/>
                </a:lnTo>
                <a:lnTo>
                  <a:pt x="2862199" y="451065"/>
                </a:lnTo>
                <a:lnTo>
                  <a:pt x="2890812" y="436918"/>
                </a:lnTo>
                <a:lnTo>
                  <a:pt x="2919476" y="422757"/>
                </a:lnTo>
                <a:close/>
              </a:path>
              <a:path w="4283710" h="1615439">
                <a:moveTo>
                  <a:pt x="3945001" y="1091095"/>
                </a:moveTo>
                <a:lnTo>
                  <a:pt x="3916426" y="1091095"/>
                </a:lnTo>
                <a:lnTo>
                  <a:pt x="3916426" y="1119670"/>
                </a:lnTo>
                <a:lnTo>
                  <a:pt x="3916426" y="1586395"/>
                </a:lnTo>
                <a:lnTo>
                  <a:pt x="2935351" y="1586395"/>
                </a:lnTo>
                <a:lnTo>
                  <a:pt x="2935351" y="1119670"/>
                </a:lnTo>
                <a:lnTo>
                  <a:pt x="3916426" y="1119670"/>
                </a:lnTo>
                <a:lnTo>
                  <a:pt x="3916426" y="1091095"/>
                </a:lnTo>
                <a:lnTo>
                  <a:pt x="2906776" y="1091095"/>
                </a:lnTo>
                <a:lnTo>
                  <a:pt x="2906776" y="1614970"/>
                </a:lnTo>
                <a:lnTo>
                  <a:pt x="3945001" y="1614970"/>
                </a:lnTo>
                <a:lnTo>
                  <a:pt x="3945001" y="1600682"/>
                </a:lnTo>
                <a:lnTo>
                  <a:pt x="3945001" y="1586395"/>
                </a:lnTo>
                <a:lnTo>
                  <a:pt x="3945001" y="1119670"/>
                </a:lnTo>
                <a:lnTo>
                  <a:pt x="3945001" y="1105382"/>
                </a:lnTo>
                <a:lnTo>
                  <a:pt x="3945001" y="1091095"/>
                </a:lnTo>
                <a:close/>
              </a:path>
              <a:path w="4283710" h="1615439">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17" name="object 17"/>
          <p:cNvSpPr txBox="1"/>
          <p:nvPr/>
        </p:nvSpPr>
        <p:spPr>
          <a:xfrm>
            <a:off x="3640137" y="287369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8" name="object 18"/>
          <p:cNvSpPr/>
          <p:nvPr/>
        </p:nvSpPr>
        <p:spPr>
          <a:xfrm>
            <a:off x="1052512" y="2779712"/>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9" name="object 19"/>
          <p:cNvSpPr txBox="1"/>
          <p:nvPr/>
        </p:nvSpPr>
        <p:spPr>
          <a:xfrm>
            <a:off x="1129030" y="289750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0" name="object 20"/>
          <p:cNvSpPr/>
          <p:nvPr/>
        </p:nvSpPr>
        <p:spPr>
          <a:xfrm>
            <a:off x="719074" y="2569679"/>
            <a:ext cx="4283710" cy="2029460"/>
          </a:xfrm>
          <a:custGeom>
            <a:avLst/>
            <a:gdLst/>
            <a:ahLst/>
            <a:cxnLst/>
            <a:rect l="l" t="t" r="r" b="b"/>
            <a:pathLst>
              <a:path w="4283710" h="2029460">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2029460">
                <a:moveTo>
                  <a:pt x="2919476" y="422757"/>
                </a:moveTo>
                <a:lnTo>
                  <a:pt x="2890964" y="408343"/>
                </a:lnTo>
                <a:lnTo>
                  <a:pt x="2862453" y="393915"/>
                </a:lnTo>
                <a:lnTo>
                  <a:pt x="2862376" y="408216"/>
                </a:lnTo>
                <a:lnTo>
                  <a:pt x="2573464" y="406882"/>
                </a:lnTo>
                <a:lnTo>
                  <a:pt x="2573426" y="413677"/>
                </a:lnTo>
                <a:lnTo>
                  <a:pt x="2557322" y="420420"/>
                </a:lnTo>
                <a:lnTo>
                  <a:pt x="2520315" y="404926"/>
                </a:lnTo>
                <a:lnTo>
                  <a:pt x="2520315" y="435902"/>
                </a:lnTo>
                <a:lnTo>
                  <a:pt x="1563306" y="836422"/>
                </a:lnTo>
                <a:lnTo>
                  <a:pt x="1562188" y="34683"/>
                </a:lnTo>
                <a:lnTo>
                  <a:pt x="2520315" y="435902"/>
                </a:lnTo>
                <a:lnTo>
                  <a:pt x="2520315" y="404926"/>
                </a:lnTo>
                <a:lnTo>
                  <a:pt x="1553400" y="0"/>
                </a:lnTo>
                <a:lnTo>
                  <a:pt x="1547876" y="13182"/>
                </a:lnTo>
                <a:lnTo>
                  <a:pt x="1533588" y="13208"/>
                </a:lnTo>
                <a:lnTo>
                  <a:pt x="1534185" y="448449"/>
                </a:lnTo>
                <a:lnTo>
                  <a:pt x="1508252" y="435330"/>
                </a:lnTo>
                <a:lnTo>
                  <a:pt x="1479740" y="420903"/>
                </a:lnTo>
                <a:lnTo>
                  <a:pt x="1479664" y="435203"/>
                </a:lnTo>
                <a:lnTo>
                  <a:pt x="1190752" y="433870"/>
                </a:lnTo>
                <a:lnTo>
                  <a:pt x="1190625" y="462445"/>
                </a:lnTo>
                <a:lnTo>
                  <a:pt x="1479537" y="463778"/>
                </a:lnTo>
                <a:lnTo>
                  <a:pt x="1479486" y="478053"/>
                </a:lnTo>
                <a:lnTo>
                  <a:pt x="1508099" y="463905"/>
                </a:lnTo>
                <a:lnTo>
                  <a:pt x="1534198" y="451015"/>
                </a:lnTo>
                <a:lnTo>
                  <a:pt x="1534782" y="868870"/>
                </a:lnTo>
                <a:lnTo>
                  <a:pt x="1552257" y="868845"/>
                </a:lnTo>
                <a:lnTo>
                  <a:pt x="1553387" y="871537"/>
                </a:lnTo>
                <a:lnTo>
                  <a:pt x="1559864" y="868832"/>
                </a:lnTo>
                <a:lnTo>
                  <a:pt x="1563357" y="868819"/>
                </a:lnTo>
                <a:lnTo>
                  <a:pt x="1563344" y="867371"/>
                </a:lnTo>
                <a:lnTo>
                  <a:pt x="2557310" y="451396"/>
                </a:lnTo>
                <a:lnTo>
                  <a:pt x="2580576" y="461124"/>
                </a:lnTo>
                <a:lnTo>
                  <a:pt x="2590469" y="437515"/>
                </a:lnTo>
                <a:lnTo>
                  <a:pt x="2591612" y="437032"/>
                </a:lnTo>
                <a:lnTo>
                  <a:pt x="2591143" y="435927"/>
                </a:lnTo>
                <a:lnTo>
                  <a:pt x="2591295" y="435546"/>
                </a:lnTo>
                <a:lnTo>
                  <a:pt x="2862249" y="436791"/>
                </a:lnTo>
                <a:lnTo>
                  <a:pt x="2862199" y="451065"/>
                </a:lnTo>
                <a:lnTo>
                  <a:pt x="2890812" y="436918"/>
                </a:lnTo>
                <a:lnTo>
                  <a:pt x="2919476" y="422757"/>
                </a:lnTo>
                <a:close/>
              </a:path>
              <a:path w="4283710" h="2029460">
                <a:moveTo>
                  <a:pt x="3945001" y="1505432"/>
                </a:moveTo>
                <a:lnTo>
                  <a:pt x="3916426" y="1505432"/>
                </a:lnTo>
                <a:lnTo>
                  <a:pt x="3916426" y="1534007"/>
                </a:lnTo>
                <a:lnTo>
                  <a:pt x="3916426" y="2000732"/>
                </a:lnTo>
                <a:lnTo>
                  <a:pt x="2935351" y="2000732"/>
                </a:lnTo>
                <a:lnTo>
                  <a:pt x="2935351" y="1534007"/>
                </a:lnTo>
                <a:lnTo>
                  <a:pt x="3916426" y="1534007"/>
                </a:lnTo>
                <a:lnTo>
                  <a:pt x="3916426" y="1505432"/>
                </a:lnTo>
                <a:lnTo>
                  <a:pt x="2906776" y="1505432"/>
                </a:lnTo>
                <a:lnTo>
                  <a:pt x="2906776" y="2029307"/>
                </a:lnTo>
                <a:lnTo>
                  <a:pt x="3945001" y="2029307"/>
                </a:lnTo>
                <a:lnTo>
                  <a:pt x="3945001" y="2015020"/>
                </a:lnTo>
                <a:lnTo>
                  <a:pt x="3945001" y="2000732"/>
                </a:lnTo>
                <a:lnTo>
                  <a:pt x="3945001" y="1534007"/>
                </a:lnTo>
                <a:lnTo>
                  <a:pt x="3945001" y="1519720"/>
                </a:lnTo>
                <a:lnTo>
                  <a:pt x="3945001" y="1505432"/>
                </a:lnTo>
                <a:close/>
              </a:path>
              <a:path w="4283710" h="2029460">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21" name="object 21"/>
          <p:cNvSpPr txBox="1"/>
          <p:nvPr/>
        </p:nvSpPr>
        <p:spPr>
          <a:xfrm>
            <a:off x="3640137" y="4192904"/>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22" name="object 22"/>
          <p:cNvSpPr/>
          <p:nvPr/>
        </p:nvSpPr>
        <p:spPr>
          <a:xfrm>
            <a:off x="1052512" y="4100512"/>
            <a:ext cx="865505" cy="522605"/>
          </a:xfrm>
          <a:custGeom>
            <a:avLst/>
            <a:gdLst/>
            <a:ahLst/>
            <a:cxnLst/>
            <a:rect l="l" t="t" r="r" b="b"/>
            <a:pathLst>
              <a:path w="865505" h="522604">
                <a:moveTo>
                  <a:pt x="865187" y="522287"/>
                </a:moveTo>
                <a:lnTo>
                  <a:pt x="0" y="522287"/>
                </a:lnTo>
                <a:lnTo>
                  <a:pt x="0" y="0"/>
                </a:lnTo>
                <a:lnTo>
                  <a:pt x="865187" y="0"/>
                </a:lnTo>
                <a:lnTo>
                  <a:pt x="865187" y="14287"/>
                </a:lnTo>
                <a:lnTo>
                  <a:pt x="28575" y="14287"/>
                </a:lnTo>
                <a:lnTo>
                  <a:pt x="14287" y="28575"/>
                </a:lnTo>
                <a:lnTo>
                  <a:pt x="28575" y="28575"/>
                </a:lnTo>
                <a:lnTo>
                  <a:pt x="28575" y="493712"/>
                </a:lnTo>
                <a:lnTo>
                  <a:pt x="14287" y="493712"/>
                </a:lnTo>
                <a:lnTo>
                  <a:pt x="28575" y="508000"/>
                </a:lnTo>
                <a:lnTo>
                  <a:pt x="865187" y="508000"/>
                </a:lnTo>
                <a:lnTo>
                  <a:pt x="865187" y="522287"/>
                </a:lnTo>
                <a:close/>
              </a:path>
              <a:path w="865505" h="522604">
                <a:moveTo>
                  <a:pt x="28575" y="28575"/>
                </a:moveTo>
                <a:lnTo>
                  <a:pt x="14287" y="28575"/>
                </a:lnTo>
                <a:lnTo>
                  <a:pt x="28575" y="14287"/>
                </a:lnTo>
                <a:lnTo>
                  <a:pt x="28575" y="28575"/>
                </a:lnTo>
                <a:close/>
              </a:path>
              <a:path w="865505" h="522604">
                <a:moveTo>
                  <a:pt x="836612" y="28575"/>
                </a:moveTo>
                <a:lnTo>
                  <a:pt x="28575" y="28575"/>
                </a:lnTo>
                <a:lnTo>
                  <a:pt x="28575" y="14287"/>
                </a:lnTo>
                <a:lnTo>
                  <a:pt x="836612" y="14287"/>
                </a:lnTo>
                <a:lnTo>
                  <a:pt x="836612" y="28575"/>
                </a:lnTo>
                <a:close/>
              </a:path>
              <a:path w="865505" h="522604">
                <a:moveTo>
                  <a:pt x="836612" y="508000"/>
                </a:moveTo>
                <a:lnTo>
                  <a:pt x="836612" y="14287"/>
                </a:lnTo>
                <a:lnTo>
                  <a:pt x="850900" y="28575"/>
                </a:lnTo>
                <a:lnTo>
                  <a:pt x="865187" y="28575"/>
                </a:lnTo>
                <a:lnTo>
                  <a:pt x="865187" y="493712"/>
                </a:lnTo>
                <a:lnTo>
                  <a:pt x="850900" y="493712"/>
                </a:lnTo>
                <a:lnTo>
                  <a:pt x="836612" y="508000"/>
                </a:lnTo>
                <a:close/>
              </a:path>
              <a:path w="865505" h="522604">
                <a:moveTo>
                  <a:pt x="865187" y="28575"/>
                </a:moveTo>
                <a:lnTo>
                  <a:pt x="850900" y="28575"/>
                </a:lnTo>
                <a:lnTo>
                  <a:pt x="836612" y="14287"/>
                </a:lnTo>
                <a:lnTo>
                  <a:pt x="865187" y="14287"/>
                </a:lnTo>
                <a:lnTo>
                  <a:pt x="865187" y="28575"/>
                </a:lnTo>
                <a:close/>
              </a:path>
              <a:path w="865505" h="522604">
                <a:moveTo>
                  <a:pt x="28575" y="508000"/>
                </a:moveTo>
                <a:lnTo>
                  <a:pt x="14287" y="493712"/>
                </a:lnTo>
                <a:lnTo>
                  <a:pt x="28575" y="493712"/>
                </a:lnTo>
                <a:lnTo>
                  <a:pt x="28575" y="508000"/>
                </a:lnTo>
                <a:close/>
              </a:path>
              <a:path w="865505" h="522604">
                <a:moveTo>
                  <a:pt x="836612" y="508000"/>
                </a:moveTo>
                <a:lnTo>
                  <a:pt x="28575" y="508000"/>
                </a:lnTo>
                <a:lnTo>
                  <a:pt x="28575" y="493712"/>
                </a:lnTo>
                <a:lnTo>
                  <a:pt x="836612" y="493712"/>
                </a:lnTo>
                <a:lnTo>
                  <a:pt x="836612" y="508000"/>
                </a:lnTo>
                <a:close/>
              </a:path>
              <a:path w="865505" h="522604">
                <a:moveTo>
                  <a:pt x="865187" y="508000"/>
                </a:moveTo>
                <a:lnTo>
                  <a:pt x="836612" y="508000"/>
                </a:lnTo>
                <a:lnTo>
                  <a:pt x="850900" y="493712"/>
                </a:lnTo>
                <a:lnTo>
                  <a:pt x="865187" y="493712"/>
                </a:lnTo>
                <a:lnTo>
                  <a:pt x="865187" y="508000"/>
                </a:lnTo>
                <a:close/>
              </a:path>
            </a:pathLst>
          </a:custGeom>
          <a:solidFill>
            <a:srgbClr val="0000FF"/>
          </a:solidFill>
        </p:spPr>
        <p:txBody>
          <a:bodyPr wrap="square" lIns="0" tIns="0" rIns="0" bIns="0" rtlCol="0"/>
          <a:lstStyle/>
          <a:p>
            <a:endParaRPr/>
          </a:p>
        </p:txBody>
      </p:sp>
      <p:sp>
        <p:nvSpPr>
          <p:cNvPr id="23" name="object 23"/>
          <p:cNvSpPr txBox="1"/>
          <p:nvPr/>
        </p:nvSpPr>
        <p:spPr>
          <a:xfrm>
            <a:off x="1129030" y="421703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4" name="object 24"/>
          <p:cNvSpPr/>
          <p:nvPr/>
        </p:nvSpPr>
        <p:spPr>
          <a:xfrm>
            <a:off x="719074" y="1979612"/>
            <a:ext cx="8425180" cy="2781300"/>
          </a:xfrm>
          <a:custGeom>
            <a:avLst/>
            <a:gdLst/>
            <a:ahLst/>
            <a:cxnLst/>
            <a:rect l="l" t="t" r="r" b="b"/>
            <a:pathLst>
              <a:path w="8425180" h="2781300">
                <a:moveTo>
                  <a:pt x="346138" y="2384425"/>
                </a:moveTo>
                <a:lnTo>
                  <a:pt x="317627" y="2370010"/>
                </a:lnTo>
                <a:lnTo>
                  <a:pt x="289115" y="2355583"/>
                </a:lnTo>
                <a:lnTo>
                  <a:pt x="289039" y="2369883"/>
                </a:lnTo>
                <a:lnTo>
                  <a:pt x="127" y="2368550"/>
                </a:lnTo>
                <a:lnTo>
                  <a:pt x="0" y="2397125"/>
                </a:lnTo>
                <a:lnTo>
                  <a:pt x="288912" y="2398458"/>
                </a:lnTo>
                <a:lnTo>
                  <a:pt x="288861" y="2412733"/>
                </a:lnTo>
                <a:lnTo>
                  <a:pt x="317474" y="2398585"/>
                </a:lnTo>
                <a:lnTo>
                  <a:pt x="346138" y="2384425"/>
                </a:lnTo>
                <a:close/>
              </a:path>
              <a:path w="8425180" h="2781300">
                <a:moveTo>
                  <a:pt x="2891015" y="2339708"/>
                </a:moveTo>
                <a:lnTo>
                  <a:pt x="2862592" y="2325166"/>
                </a:lnTo>
                <a:lnTo>
                  <a:pt x="2862453" y="2339454"/>
                </a:lnTo>
                <a:lnTo>
                  <a:pt x="2891015" y="2339708"/>
                </a:lnTo>
                <a:close/>
              </a:path>
              <a:path w="8425180" h="2781300">
                <a:moveTo>
                  <a:pt x="2919476" y="2354262"/>
                </a:moveTo>
                <a:lnTo>
                  <a:pt x="2891015" y="2339721"/>
                </a:lnTo>
                <a:lnTo>
                  <a:pt x="2862453" y="2339454"/>
                </a:lnTo>
                <a:lnTo>
                  <a:pt x="2587739" y="2336939"/>
                </a:lnTo>
                <a:lnTo>
                  <a:pt x="2580576" y="2319782"/>
                </a:lnTo>
                <a:lnTo>
                  <a:pt x="2557272" y="2329548"/>
                </a:lnTo>
                <a:lnTo>
                  <a:pt x="2520264" y="2314067"/>
                </a:lnTo>
                <a:lnTo>
                  <a:pt x="2520264" y="2345042"/>
                </a:lnTo>
                <a:lnTo>
                  <a:pt x="1563306" y="2745702"/>
                </a:lnTo>
                <a:lnTo>
                  <a:pt x="1562188" y="1943950"/>
                </a:lnTo>
                <a:lnTo>
                  <a:pt x="2520264" y="2345042"/>
                </a:lnTo>
                <a:lnTo>
                  <a:pt x="2520264" y="2314067"/>
                </a:lnTo>
                <a:lnTo>
                  <a:pt x="1553387" y="1909279"/>
                </a:lnTo>
                <a:lnTo>
                  <a:pt x="1547876" y="1922462"/>
                </a:lnTo>
                <a:lnTo>
                  <a:pt x="1533588" y="1922487"/>
                </a:lnTo>
                <a:lnTo>
                  <a:pt x="1534185" y="2357729"/>
                </a:lnTo>
                <a:lnTo>
                  <a:pt x="1508252" y="2344610"/>
                </a:lnTo>
                <a:lnTo>
                  <a:pt x="1479740" y="2330183"/>
                </a:lnTo>
                <a:lnTo>
                  <a:pt x="1479664" y="2344483"/>
                </a:lnTo>
                <a:lnTo>
                  <a:pt x="1190752" y="2343150"/>
                </a:lnTo>
                <a:lnTo>
                  <a:pt x="1190625" y="2371725"/>
                </a:lnTo>
                <a:lnTo>
                  <a:pt x="1479537" y="2373058"/>
                </a:lnTo>
                <a:lnTo>
                  <a:pt x="1479486" y="2387333"/>
                </a:lnTo>
                <a:lnTo>
                  <a:pt x="1508099" y="2373185"/>
                </a:lnTo>
                <a:lnTo>
                  <a:pt x="1534198" y="2360295"/>
                </a:lnTo>
                <a:lnTo>
                  <a:pt x="1534782" y="2778150"/>
                </a:lnTo>
                <a:lnTo>
                  <a:pt x="1552257" y="2778125"/>
                </a:lnTo>
                <a:lnTo>
                  <a:pt x="1553387" y="2780817"/>
                </a:lnTo>
                <a:lnTo>
                  <a:pt x="1559852" y="2778112"/>
                </a:lnTo>
                <a:lnTo>
                  <a:pt x="1563357" y="2778099"/>
                </a:lnTo>
                <a:lnTo>
                  <a:pt x="1563344" y="2776651"/>
                </a:lnTo>
                <a:lnTo>
                  <a:pt x="2557272" y="2360523"/>
                </a:lnTo>
                <a:lnTo>
                  <a:pt x="2580576" y="2370277"/>
                </a:lnTo>
                <a:lnTo>
                  <a:pt x="2582583" y="2365464"/>
                </a:lnTo>
                <a:lnTo>
                  <a:pt x="2862199" y="2368029"/>
                </a:lnTo>
                <a:lnTo>
                  <a:pt x="2862072" y="2382316"/>
                </a:lnTo>
                <a:lnTo>
                  <a:pt x="2890786" y="2368283"/>
                </a:lnTo>
                <a:lnTo>
                  <a:pt x="2919476" y="2354262"/>
                </a:lnTo>
                <a:close/>
              </a:path>
              <a:path w="8425180" h="2781300">
                <a:moveTo>
                  <a:pt x="4283138" y="2330450"/>
                </a:moveTo>
                <a:lnTo>
                  <a:pt x="4254627" y="2316035"/>
                </a:lnTo>
                <a:lnTo>
                  <a:pt x="4226115" y="2301608"/>
                </a:lnTo>
                <a:lnTo>
                  <a:pt x="4226039" y="2315908"/>
                </a:lnTo>
                <a:lnTo>
                  <a:pt x="3937127" y="2314575"/>
                </a:lnTo>
                <a:lnTo>
                  <a:pt x="3937000" y="2343150"/>
                </a:lnTo>
                <a:lnTo>
                  <a:pt x="4225912" y="2344483"/>
                </a:lnTo>
                <a:lnTo>
                  <a:pt x="4225861" y="2358758"/>
                </a:lnTo>
                <a:lnTo>
                  <a:pt x="4254474" y="2344610"/>
                </a:lnTo>
                <a:lnTo>
                  <a:pt x="4283138" y="2330450"/>
                </a:lnTo>
                <a:close/>
              </a:path>
              <a:path w="8425180" h="2781300">
                <a:moveTo>
                  <a:pt x="8424926" y="0"/>
                </a:moveTo>
                <a:lnTo>
                  <a:pt x="8410638" y="0"/>
                </a:lnTo>
                <a:lnTo>
                  <a:pt x="8410638" y="28575"/>
                </a:lnTo>
                <a:lnTo>
                  <a:pt x="8410638" y="587375"/>
                </a:lnTo>
                <a:lnTo>
                  <a:pt x="7007288" y="587375"/>
                </a:lnTo>
                <a:lnTo>
                  <a:pt x="7007288" y="28575"/>
                </a:lnTo>
                <a:lnTo>
                  <a:pt x="8410638" y="28575"/>
                </a:lnTo>
                <a:lnTo>
                  <a:pt x="8410638" y="0"/>
                </a:lnTo>
                <a:lnTo>
                  <a:pt x="6978713" y="0"/>
                </a:lnTo>
                <a:lnTo>
                  <a:pt x="6978713" y="615950"/>
                </a:lnTo>
                <a:lnTo>
                  <a:pt x="8424926" y="615950"/>
                </a:lnTo>
                <a:lnTo>
                  <a:pt x="8424926" y="601662"/>
                </a:lnTo>
                <a:lnTo>
                  <a:pt x="8424926" y="587375"/>
                </a:lnTo>
                <a:lnTo>
                  <a:pt x="8424926" y="28575"/>
                </a:lnTo>
                <a:lnTo>
                  <a:pt x="8424926" y="14287"/>
                </a:lnTo>
                <a:lnTo>
                  <a:pt x="8424926" y="0"/>
                </a:lnTo>
                <a:close/>
              </a:path>
            </a:pathLst>
          </a:custGeom>
          <a:solidFill>
            <a:srgbClr val="0000FF"/>
          </a:solidFill>
        </p:spPr>
        <p:txBody>
          <a:bodyPr wrap="square" lIns="0" tIns="0" rIns="0" bIns="0" rtlCol="0"/>
          <a:lstStyle/>
          <a:p>
            <a:endParaRPr/>
          </a:p>
        </p:txBody>
      </p:sp>
      <p:sp>
        <p:nvSpPr>
          <p:cNvPr id="25" name="object 25"/>
          <p:cNvSpPr txBox="1"/>
          <p:nvPr/>
        </p:nvSpPr>
        <p:spPr>
          <a:xfrm>
            <a:off x="7875269" y="2160270"/>
            <a:ext cx="11049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Times New Roman" panose="02020603050405020304"/>
                <a:cs typeface="Times New Roman" panose="02020603050405020304"/>
              </a:rPr>
              <a:t>A/D</a:t>
            </a:r>
            <a:r>
              <a:rPr sz="1800" spc="-35" dirty="0">
                <a:solidFill>
                  <a:srgbClr val="0000FF"/>
                </a:solidFill>
                <a:latin typeface="Noto Serif CJK JP"/>
                <a:cs typeface="Noto Serif CJK JP"/>
              </a:rPr>
              <a:t>转换器</a:t>
            </a:r>
            <a:endParaRPr sz="1800">
              <a:latin typeface="Noto Serif CJK JP"/>
              <a:cs typeface="Noto Serif CJK JP"/>
            </a:endParaRPr>
          </a:p>
        </p:txBody>
      </p:sp>
      <p:sp>
        <p:nvSpPr>
          <p:cNvPr id="26" name="object 26"/>
          <p:cNvSpPr/>
          <p:nvPr/>
        </p:nvSpPr>
        <p:spPr>
          <a:xfrm>
            <a:off x="5891212" y="1979612"/>
            <a:ext cx="1460500" cy="615950"/>
          </a:xfrm>
          <a:custGeom>
            <a:avLst/>
            <a:gdLst/>
            <a:ahLst/>
            <a:cxnLst/>
            <a:rect l="l" t="t" r="r" b="b"/>
            <a:pathLst>
              <a:path w="1460500" h="615950">
                <a:moveTo>
                  <a:pt x="1460500" y="615950"/>
                </a:moveTo>
                <a:lnTo>
                  <a:pt x="0" y="615950"/>
                </a:lnTo>
                <a:lnTo>
                  <a:pt x="0" y="0"/>
                </a:lnTo>
                <a:lnTo>
                  <a:pt x="1460500" y="0"/>
                </a:lnTo>
                <a:lnTo>
                  <a:pt x="1460500" y="14287"/>
                </a:lnTo>
                <a:lnTo>
                  <a:pt x="28575" y="14287"/>
                </a:lnTo>
                <a:lnTo>
                  <a:pt x="14287" y="28575"/>
                </a:lnTo>
                <a:lnTo>
                  <a:pt x="28575" y="28575"/>
                </a:lnTo>
                <a:lnTo>
                  <a:pt x="28575" y="587375"/>
                </a:lnTo>
                <a:lnTo>
                  <a:pt x="14287" y="587375"/>
                </a:lnTo>
                <a:lnTo>
                  <a:pt x="28575" y="601662"/>
                </a:lnTo>
                <a:lnTo>
                  <a:pt x="1460500" y="601662"/>
                </a:lnTo>
                <a:lnTo>
                  <a:pt x="1460500" y="615950"/>
                </a:lnTo>
                <a:close/>
              </a:path>
              <a:path w="1460500" h="615950">
                <a:moveTo>
                  <a:pt x="28575" y="28575"/>
                </a:moveTo>
                <a:lnTo>
                  <a:pt x="14287" y="28575"/>
                </a:lnTo>
                <a:lnTo>
                  <a:pt x="28575" y="14287"/>
                </a:lnTo>
                <a:lnTo>
                  <a:pt x="28575" y="28575"/>
                </a:lnTo>
                <a:close/>
              </a:path>
              <a:path w="1460500" h="615950">
                <a:moveTo>
                  <a:pt x="1431925" y="28575"/>
                </a:moveTo>
                <a:lnTo>
                  <a:pt x="28575" y="28575"/>
                </a:lnTo>
                <a:lnTo>
                  <a:pt x="28575" y="14287"/>
                </a:lnTo>
                <a:lnTo>
                  <a:pt x="1431925" y="14287"/>
                </a:lnTo>
                <a:lnTo>
                  <a:pt x="1431925" y="28575"/>
                </a:lnTo>
                <a:close/>
              </a:path>
              <a:path w="1460500" h="615950">
                <a:moveTo>
                  <a:pt x="1431925" y="601662"/>
                </a:moveTo>
                <a:lnTo>
                  <a:pt x="1431925" y="14287"/>
                </a:lnTo>
                <a:lnTo>
                  <a:pt x="1446212" y="28575"/>
                </a:lnTo>
                <a:lnTo>
                  <a:pt x="1460500" y="28575"/>
                </a:lnTo>
                <a:lnTo>
                  <a:pt x="1460500" y="587375"/>
                </a:lnTo>
                <a:lnTo>
                  <a:pt x="1446212" y="587375"/>
                </a:lnTo>
                <a:lnTo>
                  <a:pt x="1431925" y="601662"/>
                </a:lnTo>
                <a:close/>
              </a:path>
              <a:path w="1460500" h="615950">
                <a:moveTo>
                  <a:pt x="1460500" y="28575"/>
                </a:moveTo>
                <a:lnTo>
                  <a:pt x="1446212" y="28575"/>
                </a:lnTo>
                <a:lnTo>
                  <a:pt x="1431925" y="14287"/>
                </a:lnTo>
                <a:lnTo>
                  <a:pt x="1460500" y="14287"/>
                </a:lnTo>
                <a:lnTo>
                  <a:pt x="1460500" y="28575"/>
                </a:lnTo>
                <a:close/>
              </a:path>
              <a:path w="1460500" h="615950">
                <a:moveTo>
                  <a:pt x="28575" y="601662"/>
                </a:moveTo>
                <a:lnTo>
                  <a:pt x="14287" y="587375"/>
                </a:lnTo>
                <a:lnTo>
                  <a:pt x="28575" y="587375"/>
                </a:lnTo>
                <a:lnTo>
                  <a:pt x="28575" y="601662"/>
                </a:lnTo>
                <a:close/>
              </a:path>
              <a:path w="1460500" h="615950">
                <a:moveTo>
                  <a:pt x="1431925" y="601662"/>
                </a:moveTo>
                <a:lnTo>
                  <a:pt x="28575" y="601662"/>
                </a:lnTo>
                <a:lnTo>
                  <a:pt x="28575" y="587375"/>
                </a:lnTo>
                <a:lnTo>
                  <a:pt x="1431925" y="587375"/>
                </a:lnTo>
                <a:lnTo>
                  <a:pt x="1431925" y="601662"/>
                </a:lnTo>
                <a:close/>
              </a:path>
              <a:path w="1460500" h="615950">
                <a:moveTo>
                  <a:pt x="1460500" y="601662"/>
                </a:moveTo>
                <a:lnTo>
                  <a:pt x="1431925" y="601662"/>
                </a:lnTo>
                <a:lnTo>
                  <a:pt x="1446212" y="587375"/>
                </a:lnTo>
                <a:lnTo>
                  <a:pt x="1460500" y="587375"/>
                </a:lnTo>
                <a:lnTo>
                  <a:pt x="1460500" y="601662"/>
                </a:lnTo>
                <a:close/>
              </a:path>
            </a:pathLst>
          </a:custGeom>
          <a:solidFill>
            <a:srgbClr val="0000FF"/>
          </a:solidFill>
        </p:spPr>
        <p:txBody>
          <a:bodyPr wrap="square" lIns="0" tIns="0" rIns="0" bIns="0" rtlCol="0"/>
          <a:lstStyle/>
          <a:p>
            <a:endParaRPr/>
          </a:p>
        </p:txBody>
      </p:sp>
      <p:sp>
        <p:nvSpPr>
          <p:cNvPr id="27" name="object 27"/>
          <p:cNvSpPr txBox="1"/>
          <p:nvPr/>
        </p:nvSpPr>
        <p:spPr>
          <a:xfrm>
            <a:off x="6036945" y="2160904"/>
            <a:ext cx="11684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Noto Serif CJK JP"/>
                <a:cs typeface="Noto Serif CJK JP"/>
              </a:rPr>
              <a:t>采样保持器</a:t>
            </a:r>
            <a:endParaRPr sz="1800">
              <a:latin typeface="Noto Serif CJK JP"/>
              <a:cs typeface="Noto Serif CJK JP"/>
            </a:endParaRPr>
          </a:p>
        </p:txBody>
      </p:sp>
      <p:sp>
        <p:nvSpPr>
          <p:cNvPr id="28" name="object 28"/>
          <p:cNvSpPr/>
          <p:nvPr/>
        </p:nvSpPr>
        <p:spPr>
          <a:xfrm>
            <a:off x="5557774" y="2263520"/>
            <a:ext cx="2935605" cy="992505"/>
          </a:xfrm>
          <a:custGeom>
            <a:avLst/>
            <a:gdLst/>
            <a:ahLst/>
            <a:cxnLst/>
            <a:rect l="l" t="t" r="r" b="b"/>
            <a:pathLst>
              <a:path w="2935604" h="992504">
                <a:moveTo>
                  <a:pt x="347726" y="30416"/>
                </a:moveTo>
                <a:lnTo>
                  <a:pt x="319214" y="16002"/>
                </a:lnTo>
                <a:lnTo>
                  <a:pt x="290703" y="1574"/>
                </a:lnTo>
                <a:lnTo>
                  <a:pt x="290626" y="15875"/>
                </a:lnTo>
                <a:lnTo>
                  <a:pt x="127" y="14541"/>
                </a:lnTo>
                <a:lnTo>
                  <a:pt x="0" y="43116"/>
                </a:lnTo>
                <a:lnTo>
                  <a:pt x="290499" y="44450"/>
                </a:lnTo>
                <a:lnTo>
                  <a:pt x="290449" y="58724"/>
                </a:lnTo>
                <a:lnTo>
                  <a:pt x="319062" y="44577"/>
                </a:lnTo>
                <a:lnTo>
                  <a:pt x="347726" y="30416"/>
                </a:lnTo>
                <a:close/>
              </a:path>
              <a:path w="2935604" h="992504">
                <a:moveTo>
                  <a:pt x="2152713" y="28829"/>
                </a:moveTo>
                <a:lnTo>
                  <a:pt x="2124202" y="14414"/>
                </a:lnTo>
                <a:lnTo>
                  <a:pt x="2095690" y="0"/>
                </a:lnTo>
                <a:lnTo>
                  <a:pt x="2095627" y="14287"/>
                </a:lnTo>
                <a:lnTo>
                  <a:pt x="1805114" y="12954"/>
                </a:lnTo>
                <a:lnTo>
                  <a:pt x="1804987" y="41529"/>
                </a:lnTo>
                <a:lnTo>
                  <a:pt x="2095487" y="42862"/>
                </a:lnTo>
                <a:lnTo>
                  <a:pt x="2095436" y="57137"/>
                </a:lnTo>
                <a:lnTo>
                  <a:pt x="2124049" y="42989"/>
                </a:lnTo>
                <a:lnTo>
                  <a:pt x="2152713" y="28829"/>
                </a:lnTo>
                <a:close/>
              </a:path>
              <a:path w="2935604" h="992504">
                <a:moveTo>
                  <a:pt x="2935351" y="935291"/>
                </a:moveTo>
                <a:lnTo>
                  <a:pt x="2921063" y="935291"/>
                </a:lnTo>
                <a:lnTo>
                  <a:pt x="2921063" y="320929"/>
                </a:lnTo>
                <a:lnTo>
                  <a:pt x="2892488" y="320929"/>
                </a:lnTo>
                <a:lnTo>
                  <a:pt x="2892488" y="935291"/>
                </a:lnTo>
                <a:lnTo>
                  <a:pt x="2878201" y="935291"/>
                </a:lnTo>
                <a:lnTo>
                  <a:pt x="2892488" y="963866"/>
                </a:lnTo>
                <a:lnTo>
                  <a:pt x="2906776" y="992441"/>
                </a:lnTo>
                <a:lnTo>
                  <a:pt x="2921063" y="963866"/>
                </a:lnTo>
                <a:lnTo>
                  <a:pt x="2935351" y="935291"/>
                </a:lnTo>
                <a:close/>
              </a:path>
            </a:pathLst>
          </a:custGeom>
          <a:solidFill>
            <a:srgbClr val="0000FF"/>
          </a:solidFill>
        </p:spPr>
        <p:txBody>
          <a:bodyPr wrap="square" lIns="0" tIns="0" rIns="0" bIns="0" rtlCol="0"/>
          <a:lstStyle/>
          <a:p>
            <a:endParaRPr/>
          </a:p>
        </p:txBody>
      </p:sp>
      <p:sp>
        <p:nvSpPr>
          <p:cNvPr id="29" name="object 29"/>
          <p:cNvSpPr txBox="1"/>
          <p:nvPr/>
        </p:nvSpPr>
        <p:spPr>
          <a:xfrm>
            <a:off x="7726362" y="5116512"/>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字信号</a:t>
            </a:r>
            <a:endParaRPr sz="1800">
              <a:latin typeface="Noto Serif CJK JP"/>
              <a:cs typeface="Noto Serif CJK JP"/>
            </a:endParaRPr>
          </a:p>
        </p:txBody>
      </p:sp>
      <p:sp>
        <p:nvSpPr>
          <p:cNvPr id="30" name="object 30"/>
          <p:cNvSpPr txBox="1"/>
          <p:nvPr/>
        </p:nvSpPr>
        <p:spPr>
          <a:xfrm>
            <a:off x="2352992" y="4867037"/>
            <a:ext cx="5386070" cy="820419"/>
          </a:xfrm>
          <a:prstGeom prst="rect">
            <a:avLst/>
          </a:prstGeom>
        </p:spPr>
        <p:txBody>
          <a:bodyPr vert="horz" wrap="square" lIns="0" tIns="0" rIns="0" bIns="0" rtlCol="0">
            <a:spAutoFit/>
          </a:bodyPr>
          <a:lstStyle/>
          <a:p>
            <a:pPr marL="836295">
              <a:lnSpc>
                <a:spcPts val="1910"/>
              </a:lnSpc>
              <a:tabLst>
                <a:tab pos="2680335" algn="l"/>
              </a:tabLst>
            </a:pPr>
            <a:r>
              <a:rPr sz="1800" dirty="0">
                <a:solidFill>
                  <a:srgbClr val="0000FF"/>
                </a:solidFill>
                <a:latin typeface="Noto Serif CJK JP"/>
                <a:cs typeface="Noto Serif CJK JP"/>
              </a:rPr>
              <a:t>控制信</a:t>
            </a:r>
            <a:r>
              <a:rPr sz="1800" spc="-50" dirty="0">
                <a:solidFill>
                  <a:srgbClr val="0000FF"/>
                </a:solidFill>
                <a:latin typeface="Noto Serif CJK JP"/>
                <a:cs typeface="Noto Serif CJK JP"/>
              </a:rPr>
              <a:t>号</a:t>
            </a:r>
            <a:r>
              <a:rPr sz="1800" dirty="0">
                <a:solidFill>
                  <a:srgbClr val="0000FF"/>
                </a:solidFill>
                <a:latin typeface="Noto Serif CJK JP"/>
                <a:cs typeface="Noto Serif CJK JP"/>
              </a:rPr>
              <a:t>	模拟信</a:t>
            </a:r>
            <a:r>
              <a:rPr sz="1800" spc="-50" dirty="0">
                <a:solidFill>
                  <a:srgbClr val="0000FF"/>
                </a:solidFill>
                <a:latin typeface="Noto Serif CJK JP"/>
                <a:cs typeface="Noto Serif CJK JP"/>
              </a:rPr>
              <a:t>号</a:t>
            </a:r>
            <a:endParaRPr sz="1800">
              <a:latin typeface="Noto Serif CJK JP"/>
              <a:cs typeface="Noto Serif CJK JP"/>
            </a:endParaRPr>
          </a:p>
          <a:p>
            <a:pPr marL="5157470">
              <a:lnSpc>
                <a:spcPts val="2080"/>
              </a:lnSpc>
              <a:spcBef>
                <a:spcPts val="150"/>
              </a:spcBef>
            </a:pPr>
            <a:r>
              <a:rPr sz="1800" spc="-50" dirty="0">
                <a:solidFill>
                  <a:srgbClr val="0000FF"/>
                </a:solidFill>
                <a:latin typeface="Noto Serif CJK JP"/>
                <a:cs typeface="Noto Serif CJK JP"/>
              </a:rPr>
              <a:t>数</a:t>
            </a:r>
            <a:endParaRPr sz="1800">
              <a:latin typeface="Noto Serif CJK JP"/>
              <a:cs typeface="Noto Serif CJK JP"/>
            </a:endParaRPr>
          </a:p>
          <a:p>
            <a:pPr>
              <a:lnSpc>
                <a:spcPts val="2080"/>
              </a:lnSpc>
              <a:tabLst>
                <a:tab pos="1781810" algn="l"/>
                <a:tab pos="3766820" algn="l"/>
              </a:tabLst>
            </a:pPr>
            <a:r>
              <a:rPr sz="2700" baseline="-11000" dirty="0">
                <a:solidFill>
                  <a:srgbClr val="663300"/>
                </a:solidFill>
                <a:latin typeface="Noto Serif CJK JP"/>
                <a:cs typeface="Noto Serif CJK JP"/>
              </a:rPr>
              <a:t>受控对</a:t>
            </a:r>
            <a:r>
              <a:rPr sz="2700" spc="-75" baseline="-11000" dirty="0">
                <a:solidFill>
                  <a:srgbClr val="663300"/>
                </a:solidFill>
                <a:latin typeface="Noto Serif CJK JP"/>
                <a:cs typeface="Noto Serif CJK JP"/>
              </a:rPr>
              <a:t>象</a:t>
            </a:r>
            <a:r>
              <a:rPr sz="2700" baseline="-11000" dirty="0">
                <a:solidFill>
                  <a:srgbClr val="663300"/>
                </a:solidFill>
                <a:latin typeface="Noto Serif CJK JP"/>
                <a:cs typeface="Noto Serif CJK JP"/>
              </a:rPr>
              <a:t>	</a:t>
            </a:r>
            <a:r>
              <a:rPr sz="1800" dirty="0">
                <a:solidFill>
                  <a:srgbClr val="663300"/>
                </a:solidFill>
                <a:latin typeface="Noto Serif CJK JP"/>
                <a:cs typeface="Noto Serif CJK JP"/>
              </a:rPr>
              <a:t>放大驱动电</a:t>
            </a:r>
            <a:r>
              <a:rPr sz="1800" spc="-50" dirty="0">
                <a:solidFill>
                  <a:srgbClr val="663300"/>
                </a:solidFill>
                <a:latin typeface="Noto Serif CJK JP"/>
                <a:cs typeface="Noto Serif CJK JP"/>
              </a:rPr>
              <a:t>路</a:t>
            </a:r>
            <a:r>
              <a:rPr sz="1800" dirty="0">
                <a:solidFill>
                  <a:srgbClr val="663300"/>
                </a:solidFill>
                <a:latin typeface="Noto Serif CJK JP"/>
                <a:cs typeface="Noto Serif CJK JP"/>
              </a:rPr>
              <a:t>	</a:t>
            </a:r>
            <a:r>
              <a:rPr sz="1800" spc="-10" dirty="0">
                <a:solidFill>
                  <a:srgbClr val="663300"/>
                </a:solidFill>
                <a:latin typeface="Times New Roman" panose="02020603050405020304"/>
                <a:cs typeface="Times New Roman" panose="02020603050405020304"/>
              </a:rPr>
              <a:t>D/A</a:t>
            </a:r>
            <a:r>
              <a:rPr sz="1800" spc="-25" dirty="0">
                <a:solidFill>
                  <a:srgbClr val="663300"/>
                </a:solidFill>
                <a:latin typeface="Noto Serif CJK JP"/>
                <a:cs typeface="Noto Serif CJK JP"/>
              </a:rPr>
              <a:t>转换</a:t>
            </a:r>
            <a:r>
              <a:rPr sz="1800" spc="-50" dirty="0">
                <a:solidFill>
                  <a:srgbClr val="663300"/>
                </a:solidFill>
                <a:latin typeface="Noto Serif CJK JP"/>
                <a:cs typeface="Noto Serif CJK JP"/>
              </a:rPr>
              <a:t>器</a:t>
            </a:r>
            <a:endParaRPr sz="1800">
              <a:latin typeface="Noto Serif CJK JP"/>
              <a:cs typeface="Noto Serif CJK JP"/>
            </a:endParaRPr>
          </a:p>
        </p:txBody>
      </p:sp>
      <p:grpSp>
        <p:nvGrpSpPr>
          <p:cNvPr id="31" name="object 31"/>
          <p:cNvGrpSpPr/>
          <p:nvPr/>
        </p:nvGrpSpPr>
        <p:grpSpPr>
          <a:xfrm>
            <a:off x="2266950" y="5187950"/>
            <a:ext cx="5124450" cy="617855"/>
            <a:chOff x="2266950" y="5187950"/>
            <a:chExt cx="5124450" cy="617855"/>
          </a:xfrm>
        </p:grpSpPr>
        <p:sp>
          <p:nvSpPr>
            <p:cNvPr id="32" name="object 32"/>
            <p:cNvSpPr/>
            <p:nvPr/>
          </p:nvSpPr>
          <p:spPr>
            <a:xfrm>
              <a:off x="2281427" y="5334000"/>
              <a:ext cx="1059180" cy="413384"/>
            </a:xfrm>
            <a:custGeom>
              <a:avLst/>
              <a:gdLst/>
              <a:ahLst/>
              <a:cxnLst/>
              <a:rect l="l" t="t" r="r" b="b"/>
              <a:pathLst>
                <a:path w="1059179" h="413385">
                  <a:moveTo>
                    <a:pt x="1059179" y="413003"/>
                  </a:moveTo>
                  <a:lnTo>
                    <a:pt x="0" y="413003"/>
                  </a:lnTo>
                  <a:lnTo>
                    <a:pt x="0" y="0"/>
                  </a:lnTo>
                  <a:lnTo>
                    <a:pt x="1059179" y="0"/>
                  </a:lnTo>
                  <a:lnTo>
                    <a:pt x="1059179" y="413003"/>
                  </a:lnTo>
                  <a:close/>
                </a:path>
              </a:pathLst>
            </a:custGeom>
            <a:solidFill>
              <a:srgbClr val="66FFFF"/>
            </a:solidFill>
          </p:spPr>
          <p:txBody>
            <a:bodyPr wrap="square" lIns="0" tIns="0" rIns="0" bIns="0" rtlCol="0"/>
            <a:lstStyle/>
            <a:p>
              <a:endParaRPr/>
            </a:p>
          </p:txBody>
        </p:sp>
        <p:sp>
          <p:nvSpPr>
            <p:cNvPr id="33" name="object 33"/>
            <p:cNvSpPr/>
            <p:nvPr/>
          </p:nvSpPr>
          <p:spPr>
            <a:xfrm>
              <a:off x="2266950" y="5319712"/>
              <a:ext cx="1087755" cy="441325"/>
            </a:xfrm>
            <a:custGeom>
              <a:avLst/>
              <a:gdLst/>
              <a:ahLst/>
              <a:cxnLst/>
              <a:rect l="l" t="t" r="r" b="b"/>
              <a:pathLst>
                <a:path w="1087754" h="441325">
                  <a:moveTo>
                    <a:pt x="1087437" y="441325"/>
                  </a:moveTo>
                  <a:lnTo>
                    <a:pt x="0" y="441325"/>
                  </a:lnTo>
                  <a:lnTo>
                    <a:pt x="0" y="0"/>
                  </a:lnTo>
                  <a:lnTo>
                    <a:pt x="1087437" y="0"/>
                  </a:lnTo>
                  <a:lnTo>
                    <a:pt x="1087437" y="14287"/>
                  </a:lnTo>
                  <a:lnTo>
                    <a:pt x="28575" y="14287"/>
                  </a:lnTo>
                  <a:lnTo>
                    <a:pt x="14287" y="28575"/>
                  </a:lnTo>
                  <a:lnTo>
                    <a:pt x="28575" y="28575"/>
                  </a:lnTo>
                  <a:lnTo>
                    <a:pt x="28575" y="412750"/>
                  </a:lnTo>
                  <a:lnTo>
                    <a:pt x="14287" y="412750"/>
                  </a:lnTo>
                  <a:lnTo>
                    <a:pt x="28575" y="427037"/>
                  </a:lnTo>
                  <a:lnTo>
                    <a:pt x="1087437" y="427037"/>
                  </a:lnTo>
                  <a:lnTo>
                    <a:pt x="1087437" y="441325"/>
                  </a:lnTo>
                  <a:close/>
                </a:path>
                <a:path w="1087754" h="441325">
                  <a:moveTo>
                    <a:pt x="28575" y="28575"/>
                  </a:moveTo>
                  <a:lnTo>
                    <a:pt x="14287" y="28575"/>
                  </a:lnTo>
                  <a:lnTo>
                    <a:pt x="28575" y="14287"/>
                  </a:lnTo>
                  <a:lnTo>
                    <a:pt x="28575" y="28575"/>
                  </a:lnTo>
                  <a:close/>
                </a:path>
                <a:path w="1087754" h="441325">
                  <a:moveTo>
                    <a:pt x="1058862" y="28575"/>
                  </a:moveTo>
                  <a:lnTo>
                    <a:pt x="28575" y="28575"/>
                  </a:lnTo>
                  <a:lnTo>
                    <a:pt x="28575" y="14287"/>
                  </a:lnTo>
                  <a:lnTo>
                    <a:pt x="1058862" y="14287"/>
                  </a:lnTo>
                  <a:lnTo>
                    <a:pt x="1058862" y="28575"/>
                  </a:lnTo>
                  <a:close/>
                </a:path>
                <a:path w="1087754" h="441325">
                  <a:moveTo>
                    <a:pt x="1058862" y="427037"/>
                  </a:moveTo>
                  <a:lnTo>
                    <a:pt x="1058862" y="14287"/>
                  </a:lnTo>
                  <a:lnTo>
                    <a:pt x="1073150" y="28575"/>
                  </a:lnTo>
                  <a:lnTo>
                    <a:pt x="1087437" y="28575"/>
                  </a:lnTo>
                  <a:lnTo>
                    <a:pt x="1087437" y="412750"/>
                  </a:lnTo>
                  <a:lnTo>
                    <a:pt x="1073150" y="412750"/>
                  </a:lnTo>
                  <a:lnTo>
                    <a:pt x="1058862" y="427037"/>
                  </a:lnTo>
                  <a:close/>
                </a:path>
                <a:path w="1087754" h="441325">
                  <a:moveTo>
                    <a:pt x="1087437" y="28575"/>
                  </a:moveTo>
                  <a:lnTo>
                    <a:pt x="1073150" y="28575"/>
                  </a:lnTo>
                  <a:lnTo>
                    <a:pt x="1058862" y="14287"/>
                  </a:lnTo>
                  <a:lnTo>
                    <a:pt x="1087437" y="14287"/>
                  </a:lnTo>
                  <a:lnTo>
                    <a:pt x="1087437" y="28575"/>
                  </a:lnTo>
                  <a:close/>
                </a:path>
                <a:path w="1087754" h="441325">
                  <a:moveTo>
                    <a:pt x="28575" y="427037"/>
                  </a:moveTo>
                  <a:lnTo>
                    <a:pt x="14287" y="412750"/>
                  </a:lnTo>
                  <a:lnTo>
                    <a:pt x="28575" y="412750"/>
                  </a:lnTo>
                  <a:lnTo>
                    <a:pt x="28575" y="427037"/>
                  </a:lnTo>
                  <a:close/>
                </a:path>
                <a:path w="1087754" h="441325">
                  <a:moveTo>
                    <a:pt x="1058862" y="427037"/>
                  </a:moveTo>
                  <a:lnTo>
                    <a:pt x="28575" y="427037"/>
                  </a:lnTo>
                  <a:lnTo>
                    <a:pt x="28575" y="412750"/>
                  </a:lnTo>
                  <a:lnTo>
                    <a:pt x="1058862" y="412750"/>
                  </a:lnTo>
                  <a:lnTo>
                    <a:pt x="1058862" y="427037"/>
                  </a:lnTo>
                  <a:close/>
                </a:path>
                <a:path w="1087754" h="441325">
                  <a:moveTo>
                    <a:pt x="1087437" y="427037"/>
                  </a:moveTo>
                  <a:lnTo>
                    <a:pt x="1058862" y="427037"/>
                  </a:lnTo>
                  <a:lnTo>
                    <a:pt x="1073150" y="412750"/>
                  </a:lnTo>
                  <a:lnTo>
                    <a:pt x="1087437" y="412750"/>
                  </a:lnTo>
                  <a:lnTo>
                    <a:pt x="1087437" y="427037"/>
                  </a:lnTo>
                  <a:close/>
                </a:path>
              </a:pathLst>
            </a:custGeom>
            <a:solidFill>
              <a:srgbClr val="A40020"/>
            </a:solidFill>
          </p:spPr>
          <p:txBody>
            <a:bodyPr wrap="square" lIns="0" tIns="0" rIns="0" bIns="0" rtlCol="0"/>
            <a:lstStyle/>
            <a:p>
              <a:endParaRPr/>
            </a:p>
          </p:txBody>
        </p:sp>
        <p:sp>
          <p:nvSpPr>
            <p:cNvPr id="34" name="object 34"/>
            <p:cNvSpPr/>
            <p:nvPr/>
          </p:nvSpPr>
          <p:spPr>
            <a:xfrm>
              <a:off x="5945123" y="5204459"/>
              <a:ext cx="1432560" cy="586740"/>
            </a:xfrm>
            <a:custGeom>
              <a:avLst/>
              <a:gdLst/>
              <a:ahLst/>
              <a:cxnLst/>
              <a:rect l="l" t="t" r="r" b="b"/>
              <a:pathLst>
                <a:path w="1432559" h="586739">
                  <a:moveTo>
                    <a:pt x="1432559" y="586739"/>
                  </a:moveTo>
                  <a:lnTo>
                    <a:pt x="0" y="586739"/>
                  </a:lnTo>
                  <a:lnTo>
                    <a:pt x="0" y="0"/>
                  </a:lnTo>
                  <a:lnTo>
                    <a:pt x="1432559" y="0"/>
                  </a:lnTo>
                  <a:lnTo>
                    <a:pt x="1432559" y="586739"/>
                  </a:lnTo>
                  <a:close/>
                </a:path>
              </a:pathLst>
            </a:custGeom>
            <a:solidFill>
              <a:srgbClr val="66FFFF"/>
            </a:solidFill>
          </p:spPr>
          <p:txBody>
            <a:bodyPr wrap="square" lIns="0" tIns="0" rIns="0" bIns="0" rtlCol="0"/>
            <a:lstStyle/>
            <a:p>
              <a:endParaRPr/>
            </a:p>
          </p:txBody>
        </p:sp>
        <p:sp>
          <p:nvSpPr>
            <p:cNvPr id="35" name="object 35"/>
            <p:cNvSpPr/>
            <p:nvPr/>
          </p:nvSpPr>
          <p:spPr>
            <a:xfrm>
              <a:off x="5930900" y="5189537"/>
              <a:ext cx="1460500" cy="615950"/>
            </a:xfrm>
            <a:custGeom>
              <a:avLst/>
              <a:gdLst/>
              <a:ahLst/>
              <a:cxnLst/>
              <a:rect l="l" t="t" r="r" b="b"/>
              <a:pathLst>
                <a:path w="1460500" h="615950">
                  <a:moveTo>
                    <a:pt x="1460500" y="615950"/>
                  </a:moveTo>
                  <a:lnTo>
                    <a:pt x="0" y="615950"/>
                  </a:lnTo>
                  <a:lnTo>
                    <a:pt x="0" y="0"/>
                  </a:lnTo>
                  <a:lnTo>
                    <a:pt x="1460500" y="0"/>
                  </a:lnTo>
                  <a:lnTo>
                    <a:pt x="1460500" y="14287"/>
                  </a:lnTo>
                  <a:lnTo>
                    <a:pt x="28575" y="14287"/>
                  </a:lnTo>
                  <a:lnTo>
                    <a:pt x="14287" y="28575"/>
                  </a:lnTo>
                  <a:lnTo>
                    <a:pt x="28575" y="28575"/>
                  </a:lnTo>
                  <a:lnTo>
                    <a:pt x="28575" y="587375"/>
                  </a:lnTo>
                  <a:lnTo>
                    <a:pt x="14287" y="587375"/>
                  </a:lnTo>
                  <a:lnTo>
                    <a:pt x="28575" y="601662"/>
                  </a:lnTo>
                  <a:lnTo>
                    <a:pt x="1460500" y="601662"/>
                  </a:lnTo>
                  <a:lnTo>
                    <a:pt x="1460500" y="615950"/>
                  </a:lnTo>
                  <a:close/>
                </a:path>
                <a:path w="1460500" h="615950">
                  <a:moveTo>
                    <a:pt x="28575" y="28575"/>
                  </a:moveTo>
                  <a:lnTo>
                    <a:pt x="14287" y="28575"/>
                  </a:lnTo>
                  <a:lnTo>
                    <a:pt x="28575" y="14287"/>
                  </a:lnTo>
                  <a:lnTo>
                    <a:pt x="28575" y="28575"/>
                  </a:lnTo>
                  <a:close/>
                </a:path>
                <a:path w="1460500" h="615950">
                  <a:moveTo>
                    <a:pt x="1431925" y="28575"/>
                  </a:moveTo>
                  <a:lnTo>
                    <a:pt x="28575" y="28575"/>
                  </a:lnTo>
                  <a:lnTo>
                    <a:pt x="28575" y="14287"/>
                  </a:lnTo>
                  <a:lnTo>
                    <a:pt x="1431925" y="14287"/>
                  </a:lnTo>
                  <a:lnTo>
                    <a:pt x="1431925" y="28575"/>
                  </a:lnTo>
                  <a:close/>
                </a:path>
                <a:path w="1460500" h="615950">
                  <a:moveTo>
                    <a:pt x="1431925" y="601662"/>
                  </a:moveTo>
                  <a:lnTo>
                    <a:pt x="1431925" y="14287"/>
                  </a:lnTo>
                  <a:lnTo>
                    <a:pt x="1446212" y="28575"/>
                  </a:lnTo>
                  <a:lnTo>
                    <a:pt x="1460500" y="28575"/>
                  </a:lnTo>
                  <a:lnTo>
                    <a:pt x="1460500" y="587375"/>
                  </a:lnTo>
                  <a:lnTo>
                    <a:pt x="1446212" y="587375"/>
                  </a:lnTo>
                  <a:lnTo>
                    <a:pt x="1431925" y="601662"/>
                  </a:lnTo>
                  <a:close/>
                </a:path>
                <a:path w="1460500" h="615950">
                  <a:moveTo>
                    <a:pt x="1460500" y="28575"/>
                  </a:moveTo>
                  <a:lnTo>
                    <a:pt x="1446212" y="28575"/>
                  </a:lnTo>
                  <a:lnTo>
                    <a:pt x="1431925" y="14287"/>
                  </a:lnTo>
                  <a:lnTo>
                    <a:pt x="1460500" y="14287"/>
                  </a:lnTo>
                  <a:lnTo>
                    <a:pt x="1460500" y="28575"/>
                  </a:lnTo>
                  <a:close/>
                </a:path>
                <a:path w="1460500" h="615950">
                  <a:moveTo>
                    <a:pt x="28575" y="601662"/>
                  </a:moveTo>
                  <a:lnTo>
                    <a:pt x="14287" y="587375"/>
                  </a:lnTo>
                  <a:lnTo>
                    <a:pt x="28575" y="587375"/>
                  </a:lnTo>
                  <a:lnTo>
                    <a:pt x="28575" y="601662"/>
                  </a:lnTo>
                  <a:close/>
                </a:path>
                <a:path w="1460500" h="615950">
                  <a:moveTo>
                    <a:pt x="1431925" y="601662"/>
                  </a:moveTo>
                  <a:lnTo>
                    <a:pt x="28575" y="601662"/>
                  </a:lnTo>
                  <a:lnTo>
                    <a:pt x="28575" y="587375"/>
                  </a:lnTo>
                  <a:lnTo>
                    <a:pt x="1431925" y="587375"/>
                  </a:lnTo>
                  <a:lnTo>
                    <a:pt x="1431925" y="601662"/>
                  </a:lnTo>
                  <a:close/>
                </a:path>
                <a:path w="1460500" h="615950">
                  <a:moveTo>
                    <a:pt x="1460500" y="601662"/>
                  </a:moveTo>
                  <a:lnTo>
                    <a:pt x="1431925" y="601662"/>
                  </a:lnTo>
                  <a:lnTo>
                    <a:pt x="1446212" y="587375"/>
                  </a:lnTo>
                  <a:lnTo>
                    <a:pt x="1460500" y="587375"/>
                  </a:lnTo>
                  <a:lnTo>
                    <a:pt x="1460500" y="601662"/>
                  </a:lnTo>
                  <a:close/>
                </a:path>
              </a:pathLst>
            </a:custGeom>
            <a:solidFill>
              <a:srgbClr val="A40020"/>
            </a:solidFill>
          </p:spPr>
          <p:txBody>
            <a:bodyPr wrap="square" lIns="0" tIns="0" rIns="0" bIns="0" rtlCol="0"/>
            <a:lstStyle/>
            <a:p>
              <a:endParaRPr/>
            </a:p>
          </p:txBody>
        </p:sp>
        <p:sp>
          <p:nvSpPr>
            <p:cNvPr id="36" name="object 36"/>
            <p:cNvSpPr/>
            <p:nvPr/>
          </p:nvSpPr>
          <p:spPr>
            <a:xfrm>
              <a:off x="4044695" y="5202935"/>
              <a:ext cx="1553210" cy="585470"/>
            </a:xfrm>
            <a:custGeom>
              <a:avLst/>
              <a:gdLst/>
              <a:ahLst/>
              <a:cxnLst/>
              <a:rect l="l" t="t" r="r" b="b"/>
              <a:pathLst>
                <a:path w="1553210" h="585470">
                  <a:moveTo>
                    <a:pt x="1552955" y="585215"/>
                  </a:moveTo>
                  <a:lnTo>
                    <a:pt x="0" y="585215"/>
                  </a:lnTo>
                  <a:lnTo>
                    <a:pt x="0" y="0"/>
                  </a:lnTo>
                  <a:lnTo>
                    <a:pt x="1552955" y="0"/>
                  </a:lnTo>
                  <a:lnTo>
                    <a:pt x="1552955" y="585215"/>
                  </a:lnTo>
                  <a:close/>
                </a:path>
              </a:pathLst>
            </a:custGeom>
            <a:solidFill>
              <a:srgbClr val="66FFFF"/>
            </a:solidFill>
          </p:spPr>
          <p:txBody>
            <a:bodyPr wrap="square" lIns="0" tIns="0" rIns="0" bIns="0" rtlCol="0"/>
            <a:lstStyle/>
            <a:p>
              <a:endParaRPr/>
            </a:p>
          </p:txBody>
        </p:sp>
        <p:sp>
          <p:nvSpPr>
            <p:cNvPr id="37" name="object 37"/>
            <p:cNvSpPr/>
            <p:nvPr/>
          </p:nvSpPr>
          <p:spPr>
            <a:xfrm>
              <a:off x="4030662" y="5187950"/>
              <a:ext cx="1581150" cy="614680"/>
            </a:xfrm>
            <a:custGeom>
              <a:avLst/>
              <a:gdLst/>
              <a:ahLst/>
              <a:cxnLst/>
              <a:rect l="l" t="t" r="r" b="b"/>
              <a:pathLst>
                <a:path w="1581150" h="614679">
                  <a:moveTo>
                    <a:pt x="1581150" y="614362"/>
                  </a:moveTo>
                  <a:lnTo>
                    <a:pt x="0" y="614362"/>
                  </a:lnTo>
                  <a:lnTo>
                    <a:pt x="0" y="0"/>
                  </a:lnTo>
                  <a:lnTo>
                    <a:pt x="1581150" y="0"/>
                  </a:lnTo>
                  <a:lnTo>
                    <a:pt x="1581150" y="14287"/>
                  </a:lnTo>
                  <a:lnTo>
                    <a:pt x="28575" y="14287"/>
                  </a:lnTo>
                  <a:lnTo>
                    <a:pt x="14287" y="28575"/>
                  </a:lnTo>
                  <a:lnTo>
                    <a:pt x="28575" y="28575"/>
                  </a:lnTo>
                  <a:lnTo>
                    <a:pt x="28575" y="585787"/>
                  </a:lnTo>
                  <a:lnTo>
                    <a:pt x="14287" y="585787"/>
                  </a:lnTo>
                  <a:lnTo>
                    <a:pt x="28575" y="600075"/>
                  </a:lnTo>
                  <a:lnTo>
                    <a:pt x="1581150" y="600075"/>
                  </a:lnTo>
                  <a:lnTo>
                    <a:pt x="1581150" y="614362"/>
                  </a:lnTo>
                  <a:close/>
                </a:path>
                <a:path w="1581150" h="614679">
                  <a:moveTo>
                    <a:pt x="28575" y="28575"/>
                  </a:moveTo>
                  <a:lnTo>
                    <a:pt x="14287" y="28575"/>
                  </a:lnTo>
                  <a:lnTo>
                    <a:pt x="28575" y="14287"/>
                  </a:lnTo>
                  <a:lnTo>
                    <a:pt x="28575" y="28575"/>
                  </a:lnTo>
                  <a:close/>
                </a:path>
                <a:path w="1581150" h="614679">
                  <a:moveTo>
                    <a:pt x="1552575" y="28575"/>
                  </a:moveTo>
                  <a:lnTo>
                    <a:pt x="28575" y="28575"/>
                  </a:lnTo>
                  <a:lnTo>
                    <a:pt x="28575" y="14287"/>
                  </a:lnTo>
                  <a:lnTo>
                    <a:pt x="1552575" y="14287"/>
                  </a:lnTo>
                  <a:lnTo>
                    <a:pt x="1552575" y="28575"/>
                  </a:lnTo>
                  <a:close/>
                </a:path>
                <a:path w="1581150" h="614679">
                  <a:moveTo>
                    <a:pt x="1552575" y="600075"/>
                  </a:moveTo>
                  <a:lnTo>
                    <a:pt x="1552575" y="14287"/>
                  </a:lnTo>
                  <a:lnTo>
                    <a:pt x="1566862" y="28575"/>
                  </a:lnTo>
                  <a:lnTo>
                    <a:pt x="1581150" y="28575"/>
                  </a:lnTo>
                  <a:lnTo>
                    <a:pt x="1581150" y="585787"/>
                  </a:lnTo>
                  <a:lnTo>
                    <a:pt x="1566862" y="585787"/>
                  </a:lnTo>
                  <a:lnTo>
                    <a:pt x="1552575" y="600075"/>
                  </a:lnTo>
                  <a:close/>
                </a:path>
                <a:path w="1581150" h="614679">
                  <a:moveTo>
                    <a:pt x="1581150" y="28575"/>
                  </a:moveTo>
                  <a:lnTo>
                    <a:pt x="1566862" y="28575"/>
                  </a:lnTo>
                  <a:lnTo>
                    <a:pt x="1552575" y="14287"/>
                  </a:lnTo>
                  <a:lnTo>
                    <a:pt x="1581150" y="14287"/>
                  </a:lnTo>
                  <a:lnTo>
                    <a:pt x="1581150" y="28575"/>
                  </a:lnTo>
                  <a:close/>
                </a:path>
                <a:path w="1581150" h="614679">
                  <a:moveTo>
                    <a:pt x="28575" y="600075"/>
                  </a:moveTo>
                  <a:lnTo>
                    <a:pt x="14287" y="585787"/>
                  </a:lnTo>
                  <a:lnTo>
                    <a:pt x="28575" y="585787"/>
                  </a:lnTo>
                  <a:lnTo>
                    <a:pt x="28575" y="600075"/>
                  </a:lnTo>
                  <a:close/>
                </a:path>
                <a:path w="1581150" h="614679">
                  <a:moveTo>
                    <a:pt x="1552575" y="600075"/>
                  </a:moveTo>
                  <a:lnTo>
                    <a:pt x="28575" y="600075"/>
                  </a:lnTo>
                  <a:lnTo>
                    <a:pt x="28575" y="585787"/>
                  </a:lnTo>
                  <a:lnTo>
                    <a:pt x="1552575" y="585787"/>
                  </a:lnTo>
                  <a:lnTo>
                    <a:pt x="1552575" y="600075"/>
                  </a:lnTo>
                  <a:close/>
                </a:path>
                <a:path w="1581150" h="614679">
                  <a:moveTo>
                    <a:pt x="1581150" y="600075"/>
                  </a:moveTo>
                  <a:lnTo>
                    <a:pt x="1552575" y="600075"/>
                  </a:lnTo>
                  <a:lnTo>
                    <a:pt x="1566862" y="585787"/>
                  </a:lnTo>
                  <a:lnTo>
                    <a:pt x="1581150" y="585787"/>
                  </a:lnTo>
                  <a:lnTo>
                    <a:pt x="1581150" y="600075"/>
                  </a:lnTo>
                  <a:close/>
                </a:path>
              </a:pathLst>
            </a:custGeom>
            <a:solidFill>
              <a:srgbClr val="A40020"/>
            </a:solidFill>
          </p:spPr>
          <p:txBody>
            <a:bodyPr wrap="square" lIns="0" tIns="0" rIns="0" bIns="0" rtlCol="0"/>
            <a:lstStyle/>
            <a:p>
              <a:endParaRPr/>
            </a:p>
          </p:txBody>
        </p:sp>
      </p:grpSp>
      <p:grpSp>
        <p:nvGrpSpPr>
          <p:cNvPr id="38" name="object 38"/>
          <p:cNvGrpSpPr/>
          <p:nvPr/>
        </p:nvGrpSpPr>
        <p:grpSpPr>
          <a:xfrm>
            <a:off x="2462148" y="4582553"/>
            <a:ext cx="6042660" cy="1241425"/>
            <a:chOff x="2462148" y="4582553"/>
            <a:chExt cx="6042660" cy="1241425"/>
          </a:xfrm>
        </p:grpSpPr>
        <p:sp>
          <p:nvSpPr>
            <p:cNvPr id="39" name="object 39"/>
            <p:cNvSpPr/>
            <p:nvPr/>
          </p:nvSpPr>
          <p:spPr>
            <a:xfrm>
              <a:off x="3376612" y="4613274"/>
              <a:ext cx="5128260" cy="919480"/>
            </a:xfrm>
            <a:custGeom>
              <a:avLst/>
              <a:gdLst/>
              <a:ahLst/>
              <a:cxnLst/>
              <a:rect l="l" t="t" r="r" b="b"/>
              <a:pathLst>
                <a:path w="5128259" h="919479">
                  <a:moveTo>
                    <a:pt x="681075" y="900112"/>
                  </a:moveTo>
                  <a:lnTo>
                    <a:pt x="680999" y="871537"/>
                  </a:lnTo>
                  <a:lnTo>
                    <a:pt x="57111" y="872998"/>
                  </a:lnTo>
                  <a:lnTo>
                    <a:pt x="57086" y="858697"/>
                  </a:lnTo>
                  <a:lnTo>
                    <a:pt x="28536" y="873061"/>
                  </a:lnTo>
                  <a:lnTo>
                    <a:pt x="0" y="887412"/>
                  </a:lnTo>
                  <a:lnTo>
                    <a:pt x="28600" y="901636"/>
                  </a:lnTo>
                  <a:lnTo>
                    <a:pt x="57213" y="915847"/>
                  </a:lnTo>
                  <a:lnTo>
                    <a:pt x="57175" y="901573"/>
                  </a:lnTo>
                  <a:lnTo>
                    <a:pt x="681075" y="900112"/>
                  </a:lnTo>
                  <a:close/>
                </a:path>
                <a:path w="5128259" h="919479">
                  <a:moveTo>
                    <a:pt x="2571813" y="877887"/>
                  </a:moveTo>
                  <a:lnTo>
                    <a:pt x="2571686" y="849312"/>
                  </a:lnTo>
                  <a:lnTo>
                    <a:pt x="2281174" y="850646"/>
                  </a:lnTo>
                  <a:lnTo>
                    <a:pt x="2281110" y="836345"/>
                  </a:lnTo>
                  <a:lnTo>
                    <a:pt x="2252599" y="850773"/>
                  </a:lnTo>
                  <a:lnTo>
                    <a:pt x="2224087" y="865187"/>
                  </a:lnTo>
                  <a:lnTo>
                    <a:pt x="2252713" y="879348"/>
                  </a:lnTo>
                  <a:lnTo>
                    <a:pt x="2281364" y="893495"/>
                  </a:lnTo>
                  <a:lnTo>
                    <a:pt x="2281301" y="879221"/>
                  </a:lnTo>
                  <a:lnTo>
                    <a:pt x="2571813" y="877887"/>
                  </a:lnTo>
                  <a:close/>
                </a:path>
                <a:path w="5128259" h="919479">
                  <a:moveTo>
                    <a:pt x="5127955" y="0"/>
                  </a:moveTo>
                  <a:lnTo>
                    <a:pt x="5099380" y="0"/>
                  </a:lnTo>
                  <a:lnTo>
                    <a:pt x="5099380" y="876147"/>
                  </a:lnTo>
                  <a:lnTo>
                    <a:pt x="4075112" y="876147"/>
                  </a:lnTo>
                  <a:lnTo>
                    <a:pt x="4075112" y="861860"/>
                  </a:lnTo>
                  <a:lnTo>
                    <a:pt x="4046537" y="876147"/>
                  </a:lnTo>
                  <a:lnTo>
                    <a:pt x="4017962" y="890435"/>
                  </a:lnTo>
                  <a:lnTo>
                    <a:pt x="4046537" y="904722"/>
                  </a:lnTo>
                  <a:lnTo>
                    <a:pt x="4075112" y="919010"/>
                  </a:lnTo>
                  <a:lnTo>
                    <a:pt x="4075112" y="904722"/>
                  </a:lnTo>
                  <a:lnTo>
                    <a:pt x="5113667" y="904722"/>
                  </a:lnTo>
                  <a:lnTo>
                    <a:pt x="5116449" y="904443"/>
                  </a:lnTo>
                  <a:lnTo>
                    <a:pt x="5127955" y="890435"/>
                  </a:lnTo>
                  <a:lnTo>
                    <a:pt x="5127955" y="876147"/>
                  </a:lnTo>
                  <a:lnTo>
                    <a:pt x="5127955" y="0"/>
                  </a:lnTo>
                  <a:close/>
                </a:path>
              </a:pathLst>
            </a:custGeom>
            <a:solidFill>
              <a:srgbClr val="CC3300"/>
            </a:solidFill>
          </p:spPr>
          <p:txBody>
            <a:bodyPr wrap="square" lIns="0" tIns="0" rIns="0" bIns="0" rtlCol="0"/>
            <a:lstStyle/>
            <a:p>
              <a:endParaRPr/>
            </a:p>
          </p:txBody>
        </p:sp>
        <p:pic>
          <p:nvPicPr>
            <p:cNvPr id="40" name="object 40"/>
            <p:cNvPicPr/>
            <p:nvPr/>
          </p:nvPicPr>
          <p:blipFill>
            <a:blip r:embed="rId2" cstate="print"/>
            <a:stretch>
              <a:fillRect/>
            </a:stretch>
          </p:blipFill>
          <p:spPr>
            <a:xfrm>
              <a:off x="2462148" y="4582553"/>
              <a:ext cx="5274437" cy="1240916"/>
            </a:xfrm>
            <a:prstGeom prst="rect">
              <a:avLst/>
            </a:prstGeom>
          </p:spPr>
        </p:pic>
      </p:grpSp>
      <p:sp>
        <p:nvSpPr>
          <p:cNvPr id="41" name="object 41"/>
          <p:cNvSpPr txBox="1"/>
          <p:nvPr/>
        </p:nvSpPr>
        <p:spPr>
          <a:xfrm>
            <a:off x="342029" y="3248025"/>
            <a:ext cx="278765" cy="254000"/>
          </a:xfrm>
          <a:prstGeom prst="rect">
            <a:avLst/>
          </a:prstGeom>
        </p:spPr>
        <p:txBody>
          <a:bodyPr vert="vert" wrap="square" lIns="0" tIns="0" rIns="0" bIns="0" rtlCol="0">
            <a:spAutoFit/>
          </a:bodyPr>
          <a:lstStyle/>
          <a:p>
            <a:pPr marL="12700">
              <a:lnSpc>
                <a:spcPts val="2065"/>
              </a:lnSpc>
            </a:pPr>
            <a:r>
              <a:rPr sz="1800" spc="-50" dirty="0">
                <a:solidFill>
                  <a:srgbClr val="0000FF"/>
                </a:solidFill>
                <a:latin typeface="Times New Roman" panose="02020603050405020304"/>
                <a:cs typeface="Times New Roman" panose="02020603050405020304"/>
              </a:rPr>
              <a:t>…</a:t>
            </a:r>
            <a:endParaRPr sz="1800">
              <a:latin typeface="Times New Roman" panose="02020603050405020304"/>
              <a:cs typeface="Times New Roman" panose="02020603050405020304"/>
            </a:endParaRPr>
          </a:p>
        </p:txBody>
      </p:sp>
      <p:sp>
        <p:nvSpPr>
          <p:cNvPr id="44" name="object 4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8</a:t>
            </a:fld>
            <a:endParaRPr spc="-25" dirty="0"/>
          </a:p>
        </p:txBody>
      </p:sp>
      <p:sp>
        <p:nvSpPr>
          <p:cNvPr id="42" name="object 42"/>
          <p:cNvSpPr txBox="1">
            <a:spLocks noGrp="1"/>
          </p:cNvSpPr>
          <p:nvPr>
            <p:ph type="title"/>
          </p:nvPr>
        </p:nvSpPr>
        <p:spPr>
          <a:xfrm>
            <a:off x="423811" y="146405"/>
            <a:ext cx="1625600" cy="442595"/>
          </a:xfrm>
          <a:prstGeom prst="rect">
            <a:avLst/>
          </a:prstGeom>
        </p:spPr>
        <p:txBody>
          <a:bodyPr vert="horz" wrap="square" lIns="0" tIns="12065" rIns="0" bIns="0" rtlCol="0">
            <a:spAutoFit/>
          </a:bodyPr>
          <a:lstStyle/>
          <a:p>
            <a:pPr marL="12700">
              <a:lnSpc>
                <a:spcPct val="100000"/>
              </a:lnSpc>
              <a:spcBef>
                <a:spcPts val="95"/>
              </a:spcBef>
              <a:tabLst>
                <a:tab pos="901700" algn="l"/>
              </a:tabLst>
            </a:pPr>
            <a:r>
              <a:rPr spc="-20" dirty="0">
                <a:latin typeface="Arial" panose="020B0604020202020204"/>
                <a:cs typeface="Arial" panose="020B0604020202020204"/>
              </a:rPr>
              <a:t>9.1</a:t>
            </a:r>
            <a:r>
              <a:rPr dirty="0">
                <a:latin typeface="Arial" panose="020B0604020202020204"/>
                <a:cs typeface="Arial" panose="020B0604020202020204"/>
              </a:rPr>
              <a:t>	</a:t>
            </a:r>
            <a:r>
              <a:rPr spc="-40" dirty="0"/>
              <a:t>概述</a:t>
            </a:r>
          </a:p>
        </p:txBody>
      </p:sp>
      <p:sp>
        <p:nvSpPr>
          <p:cNvPr id="43" name="object 43"/>
          <p:cNvSpPr txBox="1"/>
          <p:nvPr/>
        </p:nvSpPr>
        <p:spPr>
          <a:xfrm>
            <a:off x="2649943" y="4784178"/>
            <a:ext cx="4902200" cy="75882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Noto Sans Mono CJK HK"/>
                <a:cs typeface="Noto Sans Mono CJK HK"/>
              </a:rPr>
              <a:t>放大器把传感器输出的电信号放大到</a:t>
            </a:r>
            <a:endParaRPr sz="2400">
              <a:latin typeface="Noto Sans Mono CJK HK"/>
              <a:cs typeface="Noto Sans Mono CJK HK"/>
            </a:endParaRPr>
          </a:p>
          <a:p>
            <a:pPr marL="12700">
              <a:lnSpc>
                <a:spcPct val="100000"/>
              </a:lnSpc>
              <a:spcBef>
                <a:spcPts val="15"/>
              </a:spcBef>
            </a:pPr>
            <a:r>
              <a:rPr sz="2400" spc="-20" dirty="0">
                <a:solidFill>
                  <a:srgbClr val="FFFFFF"/>
                </a:solidFill>
                <a:latin typeface="Arial" panose="020B0604020202020204"/>
                <a:cs typeface="Arial" panose="020B0604020202020204"/>
              </a:rPr>
              <a:t>ADC</a:t>
            </a:r>
            <a:r>
              <a:rPr sz="2400" spc="-10" dirty="0">
                <a:solidFill>
                  <a:srgbClr val="FFFFFF"/>
                </a:solidFill>
                <a:latin typeface="Noto Sans Mono CJK HK"/>
                <a:cs typeface="Noto Sans Mono CJK HK"/>
              </a:rPr>
              <a:t>所需的量程范围</a:t>
            </a:r>
            <a:endParaRPr sz="2400">
              <a:latin typeface="Noto Sans Mono CJK HK"/>
              <a:cs typeface="Noto Sans Mono CJK H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13625" y="273367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3" name="object 3"/>
          <p:cNvSpPr txBox="1"/>
          <p:nvPr/>
        </p:nvSpPr>
        <p:spPr>
          <a:xfrm>
            <a:off x="0" y="973137"/>
            <a:ext cx="5300980" cy="1022985"/>
          </a:xfrm>
          <a:prstGeom prst="rect">
            <a:avLst/>
          </a:prstGeom>
        </p:spPr>
        <p:txBody>
          <a:bodyPr vert="horz" wrap="square" lIns="0" tIns="55880" rIns="0" bIns="0" rtlCol="0">
            <a:spAutoFit/>
          </a:bodyPr>
          <a:lstStyle/>
          <a:p>
            <a:pPr marL="522605">
              <a:lnSpc>
                <a:spcPct val="100000"/>
              </a:lnSpc>
              <a:spcBef>
                <a:spcPts val="440"/>
              </a:spcBef>
            </a:pPr>
            <a:r>
              <a:rPr sz="2400" dirty="0">
                <a:solidFill>
                  <a:srgbClr val="0000CC"/>
                </a:solidFill>
                <a:latin typeface="Arial" panose="020B0604020202020204"/>
                <a:cs typeface="Arial" panose="020B0604020202020204"/>
              </a:rPr>
              <a:t>2</a:t>
            </a:r>
            <a:r>
              <a:rPr sz="2400" spc="-1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模拟量输入输出系统</a:t>
            </a:r>
            <a:endParaRPr sz="2400">
              <a:latin typeface="Noto Sans Mono CJK HK"/>
              <a:cs typeface="Noto Sans Mono CJK HK"/>
            </a:endParaRPr>
          </a:p>
          <a:p>
            <a:pPr marL="4373245">
              <a:lnSpc>
                <a:spcPct val="100000"/>
              </a:lnSpc>
              <a:spcBef>
                <a:spcPts val="255"/>
              </a:spcBef>
            </a:pPr>
            <a:r>
              <a:rPr sz="1800" spc="-15" dirty="0">
                <a:solidFill>
                  <a:srgbClr val="0000FF"/>
                </a:solidFill>
                <a:latin typeface="Noto Serif CJK JP"/>
                <a:cs typeface="Noto Serif CJK JP"/>
              </a:rPr>
              <a:t>模拟信号</a:t>
            </a:r>
            <a:endParaRPr sz="1800">
              <a:latin typeface="Noto Serif CJK JP"/>
              <a:cs typeface="Noto Serif CJK JP"/>
            </a:endParaRPr>
          </a:p>
          <a:p>
            <a:pPr marL="12700">
              <a:lnSpc>
                <a:spcPct val="100000"/>
              </a:lnSpc>
              <a:spcBef>
                <a:spcPts val="6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4" name="object 4"/>
          <p:cNvSpPr txBox="1"/>
          <p:nvPr/>
        </p:nvSpPr>
        <p:spPr>
          <a:xfrm>
            <a:off x="0" y="2602865"/>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5" name="object 5"/>
          <p:cNvSpPr txBox="1"/>
          <p:nvPr/>
        </p:nvSpPr>
        <p:spPr>
          <a:xfrm>
            <a:off x="7875587" y="3268979"/>
            <a:ext cx="1173480" cy="1334770"/>
          </a:xfrm>
          <a:prstGeom prst="rect">
            <a:avLst/>
          </a:prstGeom>
          <a:ln w="38100">
            <a:solidFill>
              <a:srgbClr val="0000FF"/>
            </a:solidFill>
          </a:ln>
        </p:spPr>
        <p:txBody>
          <a:bodyPr vert="horz" wrap="square" lIns="0" tIns="257175" rIns="0" bIns="0" rtlCol="0">
            <a:spAutoFit/>
          </a:bodyPr>
          <a:lstStyle/>
          <a:p>
            <a:pPr marL="128270" marR="121920" indent="152400">
              <a:lnSpc>
                <a:spcPct val="119000"/>
              </a:lnSpc>
              <a:spcBef>
                <a:spcPts val="2025"/>
              </a:spcBef>
            </a:pPr>
            <a:r>
              <a:rPr sz="2400" spc="-25" dirty="0">
                <a:solidFill>
                  <a:srgbClr val="0000FF"/>
                </a:solidFill>
                <a:latin typeface="Noto Serif CJK JP"/>
                <a:cs typeface="Noto Serif CJK JP"/>
              </a:rPr>
              <a:t>微型</a:t>
            </a:r>
            <a:r>
              <a:rPr sz="2400" spc="-20" dirty="0">
                <a:solidFill>
                  <a:srgbClr val="0000FF"/>
                </a:solidFill>
                <a:latin typeface="Noto Serif CJK JP"/>
                <a:cs typeface="Noto Serif CJK JP"/>
              </a:rPr>
              <a:t>计算机</a:t>
            </a:r>
            <a:endParaRPr sz="2400">
              <a:latin typeface="Noto Serif CJK JP"/>
              <a:cs typeface="Noto Serif CJK JP"/>
            </a:endParaRPr>
          </a:p>
        </p:txBody>
      </p:sp>
      <p:sp>
        <p:nvSpPr>
          <p:cNvPr id="6" name="object 6"/>
          <p:cNvSpPr txBox="1"/>
          <p:nvPr/>
        </p:nvSpPr>
        <p:spPr>
          <a:xfrm>
            <a:off x="2276475" y="1949450"/>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7" name="object 7"/>
          <p:cNvSpPr txBox="1"/>
          <p:nvPr/>
        </p:nvSpPr>
        <p:spPr>
          <a:xfrm>
            <a:off x="2276475" y="2854325"/>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8" name="object 8"/>
          <p:cNvSpPr txBox="1"/>
          <p:nvPr/>
        </p:nvSpPr>
        <p:spPr>
          <a:xfrm>
            <a:off x="2266950" y="4173537"/>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9" name="object 9"/>
          <p:cNvSpPr/>
          <p:nvPr/>
        </p:nvSpPr>
        <p:spPr>
          <a:xfrm>
            <a:off x="4989512" y="1819275"/>
            <a:ext cx="557530" cy="2768600"/>
          </a:xfrm>
          <a:custGeom>
            <a:avLst/>
            <a:gdLst/>
            <a:ahLst/>
            <a:cxnLst/>
            <a:rect l="l" t="t" r="r" b="b"/>
            <a:pathLst>
              <a:path w="557529" h="2768600">
                <a:moveTo>
                  <a:pt x="557212" y="2768600"/>
                </a:moveTo>
                <a:lnTo>
                  <a:pt x="0" y="2768600"/>
                </a:lnTo>
                <a:lnTo>
                  <a:pt x="0" y="0"/>
                </a:lnTo>
                <a:lnTo>
                  <a:pt x="557212" y="0"/>
                </a:lnTo>
                <a:lnTo>
                  <a:pt x="557212" y="14287"/>
                </a:lnTo>
                <a:lnTo>
                  <a:pt x="28575" y="14287"/>
                </a:lnTo>
                <a:lnTo>
                  <a:pt x="14287" y="28575"/>
                </a:lnTo>
                <a:lnTo>
                  <a:pt x="28575" y="28575"/>
                </a:lnTo>
                <a:lnTo>
                  <a:pt x="28575" y="2740025"/>
                </a:lnTo>
                <a:lnTo>
                  <a:pt x="14287" y="2740025"/>
                </a:lnTo>
                <a:lnTo>
                  <a:pt x="28575" y="2754312"/>
                </a:lnTo>
                <a:lnTo>
                  <a:pt x="557212" y="2754312"/>
                </a:lnTo>
                <a:lnTo>
                  <a:pt x="557212" y="2768600"/>
                </a:lnTo>
                <a:close/>
              </a:path>
              <a:path w="557529" h="2768600">
                <a:moveTo>
                  <a:pt x="28575" y="28575"/>
                </a:moveTo>
                <a:lnTo>
                  <a:pt x="14287" y="28575"/>
                </a:lnTo>
                <a:lnTo>
                  <a:pt x="28575" y="14287"/>
                </a:lnTo>
                <a:lnTo>
                  <a:pt x="28575" y="28575"/>
                </a:lnTo>
                <a:close/>
              </a:path>
              <a:path w="557529" h="2768600">
                <a:moveTo>
                  <a:pt x="528637" y="28575"/>
                </a:moveTo>
                <a:lnTo>
                  <a:pt x="28575" y="28575"/>
                </a:lnTo>
                <a:lnTo>
                  <a:pt x="28575" y="14287"/>
                </a:lnTo>
                <a:lnTo>
                  <a:pt x="528637" y="14287"/>
                </a:lnTo>
                <a:lnTo>
                  <a:pt x="528637" y="28575"/>
                </a:lnTo>
                <a:close/>
              </a:path>
              <a:path w="557529" h="2768600">
                <a:moveTo>
                  <a:pt x="528637" y="2754312"/>
                </a:moveTo>
                <a:lnTo>
                  <a:pt x="528637" y="14287"/>
                </a:lnTo>
                <a:lnTo>
                  <a:pt x="542925" y="28575"/>
                </a:lnTo>
                <a:lnTo>
                  <a:pt x="557212" y="28575"/>
                </a:lnTo>
                <a:lnTo>
                  <a:pt x="557212" y="2740025"/>
                </a:lnTo>
                <a:lnTo>
                  <a:pt x="542925" y="2740025"/>
                </a:lnTo>
                <a:lnTo>
                  <a:pt x="528637" y="2754312"/>
                </a:lnTo>
                <a:close/>
              </a:path>
              <a:path w="557529" h="2768600">
                <a:moveTo>
                  <a:pt x="557212" y="28575"/>
                </a:moveTo>
                <a:lnTo>
                  <a:pt x="542925" y="28575"/>
                </a:lnTo>
                <a:lnTo>
                  <a:pt x="528637" y="14287"/>
                </a:lnTo>
                <a:lnTo>
                  <a:pt x="557212" y="14287"/>
                </a:lnTo>
                <a:lnTo>
                  <a:pt x="557212" y="28575"/>
                </a:lnTo>
                <a:close/>
              </a:path>
              <a:path w="557529" h="2768600">
                <a:moveTo>
                  <a:pt x="28575" y="2754312"/>
                </a:moveTo>
                <a:lnTo>
                  <a:pt x="14287" y="2740025"/>
                </a:lnTo>
                <a:lnTo>
                  <a:pt x="28575" y="2740025"/>
                </a:lnTo>
                <a:lnTo>
                  <a:pt x="28575" y="2754312"/>
                </a:lnTo>
                <a:close/>
              </a:path>
              <a:path w="557529" h="2768600">
                <a:moveTo>
                  <a:pt x="528637" y="2754312"/>
                </a:moveTo>
                <a:lnTo>
                  <a:pt x="28575" y="2754312"/>
                </a:lnTo>
                <a:lnTo>
                  <a:pt x="28575" y="2740025"/>
                </a:lnTo>
                <a:lnTo>
                  <a:pt x="528637" y="2740025"/>
                </a:lnTo>
                <a:lnTo>
                  <a:pt x="528637" y="2754312"/>
                </a:lnTo>
                <a:close/>
              </a:path>
              <a:path w="557529" h="2768600">
                <a:moveTo>
                  <a:pt x="557212" y="2754312"/>
                </a:moveTo>
                <a:lnTo>
                  <a:pt x="528637" y="2754312"/>
                </a:lnTo>
                <a:lnTo>
                  <a:pt x="542925" y="2740025"/>
                </a:lnTo>
                <a:lnTo>
                  <a:pt x="557212" y="2740025"/>
                </a:lnTo>
                <a:lnTo>
                  <a:pt x="557212" y="2754312"/>
                </a:lnTo>
                <a:close/>
              </a:path>
            </a:pathLst>
          </a:custGeom>
          <a:solidFill>
            <a:srgbClr val="0000FF"/>
          </a:solidFill>
        </p:spPr>
        <p:txBody>
          <a:bodyPr wrap="square" lIns="0" tIns="0" rIns="0" bIns="0" rtlCol="0"/>
          <a:lstStyle/>
          <a:p>
            <a:endParaRPr/>
          </a:p>
        </p:txBody>
      </p:sp>
      <p:sp>
        <p:nvSpPr>
          <p:cNvPr id="10" name="object 10"/>
          <p:cNvSpPr txBox="1"/>
          <p:nvPr/>
        </p:nvSpPr>
        <p:spPr>
          <a:xfrm>
            <a:off x="5140959" y="2671128"/>
            <a:ext cx="254000" cy="1275080"/>
          </a:xfrm>
          <a:prstGeom prst="rect">
            <a:avLst/>
          </a:prstGeom>
        </p:spPr>
        <p:txBody>
          <a:bodyPr vert="horz" wrap="square" lIns="0" tIns="12700" rIns="0" bIns="0" rtlCol="0">
            <a:spAutoFit/>
          </a:bodyPr>
          <a:lstStyle/>
          <a:p>
            <a:pPr marL="12700" marR="5080" algn="just">
              <a:lnSpc>
                <a:spcPct val="114000"/>
              </a:lnSpc>
              <a:spcBef>
                <a:spcPts val="100"/>
              </a:spcBef>
            </a:pPr>
            <a:r>
              <a:rPr sz="1800" spc="-50" dirty="0">
                <a:solidFill>
                  <a:srgbClr val="0000FF"/>
                </a:solidFill>
                <a:latin typeface="Noto Serif CJK JP"/>
                <a:cs typeface="Noto Serif CJK JP"/>
              </a:rPr>
              <a:t>多路开关</a:t>
            </a:r>
            <a:endParaRPr sz="1800">
              <a:latin typeface="Noto Serif CJK JP"/>
              <a:cs typeface="Noto Serif CJK JP"/>
            </a:endParaRPr>
          </a:p>
        </p:txBody>
      </p:sp>
      <p:sp>
        <p:nvSpPr>
          <p:cNvPr id="11" name="object 11"/>
          <p:cNvSpPr/>
          <p:nvPr/>
        </p:nvSpPr>
        <p:spPr>
          <a:xfrm>
            <a:off x="3625850" y="1851025"/>
            <a:ext cx="1038225" cy="523875"/>
          </a:xfrm>
          <a:custGeom>
            <a:avLst/>
            <a:gdLst/>
            <a:ahLst/>
            <a:cxnLst/>
            <a:rect l="l" t="t" r="r" b="b"/>
            <a:pathLst>
              <a:path w="1038225" h="523875">
                <a:moveTo>
                  <a:pt x="1038225" y="523875"/>
                </a:moveTo>
                <a:lnTo>
                  <a:pt x="0" y="523875"/>
                </a:lnTo>
                <a:lnTo>
                  <a:pt x="0" y="0"/>
                </a:lnTo>
                <a:lnTo>
                  <a:pt x="1038225" y="0"/>
                </a:lnTo>
                <a:lnTo>
                  <a:pt x="1038225" y="14287"/>
                </a:lnTo>
                <a:lnTo>
                  <a:pt x="28575" y="14287"/>
                </a:lnTo>
                <a:lnTo>
                  <a:pt x="14287" y="28575"/>
                </a:lnTo>
                <a:lnTo>
                  <a:pt x="28575" y="28575"/>
                </a:lnTo>
                <a:lnTo>
                  <a:pt x="28575" y="495300"/>
                </a:lnTo>
                <a:lnTo>
                  <a:pt x="14287" y="495300"/>
                </a:lnTo>
                <a:lnTo>
                  <a:pt x="28575" y="509587"/>
                </a:lnTo>
                <a:lnTo>
                  <a:pt x="1038225" y="509587"/>
                </a:lnTo>
                <a:lnTo>
                  <a:pt x="1038225" y="523875"/>
                </a:lnTo>
                <a:close/>
              </a:path>
              <a:path w="1038225" h="523875">
                <a:moveTo>
                  <a:pt x="28575" y="28575"/>
                </a:moveTo>
                <a:lnTo>
                  <a:pt x="14287" y="28575"/>
                </a:lnTo>
                <a:lnTo>
                  <a:pt x="28575" y="14287"/>
                </a:lnTo>
                <a:lnTo>
                  <a:pt x="28575" y="28575"/>
                </a:lnTo>
                <a:close/>
              </a:path>
              <a:path w="1038225" h="523875">
                <a:moveTo>
                  <a:pt x="1009650" y="28575"/>
                </a:moveTo>
                <a:lnTo>
                  <a:pt x="28575" y="28575"/>
                </a:lnTo>
                <a:lnTo>
                  <a:pt x="28575" y="14287"/>
                </a:lnTo>
                <a:lnTo>
                  <a:pt x="1009650" y="14287"/>
                </a:lnTo>
                <a:lnTo>
                  <a:pt x="1009650" y="28575"/>
                </a:lnTo>
                <a:close/>
              </a:path>
              <a:path w="1038225" h="523875">
                <a:moveTo>
                  <a:pt x="1009650" y="509587"/>
                </a:moveTo>
                <a:lnTo>
                  <a:pt x="1009650" y="14287"/>
                </a:lnTo>
                <a:lnTo>
                  <a:pt x="1023937" y="28575"/>
                </a:lnTo>
                <a:lnTo>
                  <a:pt x="1038225" y="28575"/>
                </a:lnTo>
                <a:lnTo>
                  <a:pt x="1038225" y="495300"/>
                </a:lnTo>
                <a:lnTo>
                  <a:pt x="1023937" y="495300"/>
                </a:lnTo>
                <a:lnTo>
                  <a:pt x="1009650" y="509587"/>
                </a:lnTo>
                <a:close/>
              </a:path>
              <a:path w="1038225" h="523875">
                <a:moveTo>
                  <a:pt x="1038225" y="28575"/>
                </a:moveTo>
                <a:lnTo>
                  <a:pt x="1023937" y="28575"/>
                </a:lnTo>
                <a:lnTo>
                  <a:pt x="1009650" y="14287"/>
                </a:lnTo>
                <a:lnTo>
                  <a:pt x="1038225" y="14287"/>
                </a:lnTo>
                <a:lnTo>
                  <a:pt x="1038225" y="28575"/>
                </a:lnTo>
                <a:close/>
              </a:path>
              <a:path w="1038225" h="523875">
                <a:moveTo>
                  <a:pt x="28575" y="509587"/>
                </a:moveTo>
                <a:lnTo>
                  <a:pt x="14287" y="495300"/>
                </a:lnTo>
                <a:lnTo>
                  <a:pt x="28575" y="495300"/>
                </a:lnTo>
                <a:lnTo>
                  <a:pt x="28575" y="509587"/>
                </a:lnTo>
                <a:close/>
              </a:path>
              <a:path w="1038225" h="523875">
                <a:moveTo>
                  <a:pt x="1009650" y="509587"/>
                </a:moveTo>
                <a:lnTo>
                  <a:pt x="28575" y="509587"/>
                </a:lnTo>
                <a:lnTo>
                  <a:pt x="28575" y="495300"/>
                </a:lnTo>
                <a:lnTo>
                  <a:pt x="1009650" y="495300"/>
                </a:lnTo>
                <a:lnTo>
                  <a:pt x="1009650" y="509587"/>
                </a:lnTo>
                <a:close/>
              </a:path>
              <a:path w="1038225" h="523875">
                <a:moveTo>
                  <a:pt x="1038225" y="509587"/>
                </a:moveTo>
                <a:lnTo>
                  <a:pt x="1009650" y="509587"/>
                </a:lnTo>
                <a:lnTo>
                  <a:pt x="1023937" y="495300"/>
                </a:lnTo>
                <a:lnTo>
                  <a:pt x="1038225" y="495300"/>
                </a:lnTo>
                <a:lnTo>
                  <a:pt x="1038225" y="509587"/>
                </a:lnTo>
                <a:close/>
              </a:path>
            </a:pathLst>
          </a:custGeom>
          <a:solidFill>
            <a:srgbClr val="0000FF"/>
          </a:solidFill>
        </p:spPr>
        <p:txBody>
          <a:bodyPr wrap="square" lIns="0" tIns="0" rIns="0" bIns="0" rtlCol="0"/>
          <a:lstStyle/>
          <a:p>
            <a:endParaRPr/>
          </a:p>
        </p:txBody>
      </p:sp>
      <p:sp>
        <p:nvSpPr>
          <p:cNvPr id="12" name="object 12"/>
          <p:cNvSpPr txBox="1"/>
          <p:nvPr/>
        </p:nvSpPr>
        <p:spPr>
          <a:xfrm>
            <a:off x="3640137" y="1968817"/>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3" name="object 13"/>
          <p:cNvSpPr/>
          <p:nvPr/>
        </p:nvSpPr>
        <p:spPr>
          <a:xfrm>
            <a:off x="1052512" y="1874837"/>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4" name="object 14"/>
          <p:cNvSpPr txBox="1"/>
          <p:nvPr/>
        </p:nvSpPr>
        <p:spPr>
          <a:xfrm>
            <a:off x="1129030" y="1992629"/>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5" name="object 15"/>
          <p:cNvSpPr/>
          <p:nvPr/>
        </p:nvSpPr>
        <p:spPr>
          <a:xfrm>
            <a:off x="719074" y="1664804"/>
            <a:ext cx="4283710" cy="1615440"/>
          </a:xfrm>
          <a:custGeom>
            <a:avLst/>
            <a:gdLst/>
            <a:ahLst/>
            <a:cxnLst/>
            <a:rect l="l" t="t" r="r" b="b"/>
            <a:pathLst>
              <a:path w="4283710" h="1615439">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1615439">
                <a:moveTo>
                  <a:pt x="2919476" y="422757"/>
                </a:moveTo>
                <a:lnTo>
                  <a:pt x="2890964" y="408343"/>
                </a:lnTo>
                <a:lnTo>
                  <a:pt x="2862453" y="393915"/>
                </a:lnTo>
                <a:lnTo>
                  <a:pt x="2862376" y="408216"/>
                </a:lnTo>
                <a:lnTo>
                  <a:pt x="2573464" y="406882"/>
                </a:lnTo>
                <a:lnTo>
                  <a:pt x="2573426" y="412750"/>
                </a:lnTo>
                <a:lnTo>
                  <a:pt x="2557272" y="419506"/>
                </a:lnTo>
                <a:lnTo>
                  <a:pt x="2520213" y="404025"/>
                </a:lnTo>
                <a:lnTo>
                  <a:pt x="2520213" y="434987"/>
                </a:lnTo>
                <a:lnTo>
                  <a:pt x="1563497" y="834783"/>
                </a:lnTo>
                <a:lnTo>
                  <a:pt x="1562188" y="34658"/>
                </a:lnTo>
                <a:lnTo>
                  <a:pt x="2520213" y="434987"/>
                </a:lnTo>
                <a:lnTo>
                  <a:pt x="2520213" y="404025"/>
                </a:lnTo>
                <a:lnTo>
                  <a:pt x="1553387" y="0"/>
                </a:lnTo>
                <a:lnTo>
                  <a:pt x="1547876" y="13182"/>
                </a:lnTo>
                <a:lnTo>
                  <a:pt x="1533588" y="13208"/>
                </a:lnTo>
                <a:lnTo>
                  <a:pt x="1534287" y="446913"/>
                </a:lnTo>
                <a:lnTo>
                  <a:pt x="1508252" y="433743"/>
                </a:lnTo>
                <a:lnTo>
                  <a:pt x="1479740" y="419315"/>
                </a:lnTo>
                <a:lnTo>
                  <a:pt x="1479664" y="433616"/>
                </a:lnTo>
                <a:lnTo>
                  <a:pt x="1190752" y="432282"/>
                </a:lnTo>
                <a:lnTo>
                  <a:pt x="1190625" y="460857"/>
                </a:lnTo>
                <a:lnTo>
                  <a:pt x="1479537" y="462191"/>
                </a:lnTo>
                <a:lnTo>
                  <a:pt x="1479486" y="476465"/>
                </a:lnTo>
                <a:lnTo>
                  <a:pt x="1508099" y="462318"/>
                </a:lnTo>
                <a:lnTo>
                  <a:pt x="1534299" y="449376"/>
                </a:lnTo>
                <a:lnTo>
                  <a:pt x="1534985" y="867283"/>
                </a:lnTo>
                <a:lnTo>
                  <a:pt x="1552244" y="867257"/>
                </a:lnTo>
                <a:lnTo>
                  <a:pt x="1553387" y="869975"/>
                </a:lnTo>
                <a:lnTo>
                  <a:pt x="1559928" y="867244"/>
                </a:lnTo>
                <a:lnTo>
                  <a:pt x="1563560" y="867232"/>
                </a:lnTo>
                <a:lnTo>
                  <a:pt x="1563547" y="865733"/>
                </a:lnTo>
                <a:lnTo>
                  <a:pt x="2557272" y="450481"/>
                </a:lnTo>
                <a:lnTo>
                  <a:pt x="2580576" y="460209"/>
                </a:lnTo>
                <a:lnTo>
                  <a:pt x="2590444" y="436626"/>
                </a:lnTo>
                <a:lnTo>
                  <a:pt x="2591612" y="436130"/>
                </a:lnTo>
                <a:lnTo>
                  <a:pt x="2591358" y="435546"/>
                </a:lnTo>
                <a:lnTo>
                  <a:pt x="2862249" y="436791"/>
                </a:lnTo>
                <a:lnTo>
                  <a:pt x="2862199" y="451065"/>
                </a:lnTo>
                <a:lnTo>
                  <a:pt x="2890812" y="436918"/>
                </a:lnTo>
                <a:lnTo>
                  <a:pt x="2919476" y="422757"/>
                </a:lnTo>
                <a:close/>
              </a:path>
              <a:path w="4283710" h="1615439">
                <a:moveTo>
                  <a:pt x="3945001" y="1091095"/>
                </a:moveTo>
                <a:lnTo>
                  <a:pt x="3916426" y="1091095"/>
                </a:lnTo>
                <a:lnTo>
                  <a:pt x="3916426" y="1119670"/>
                </a:lnTo>
                <a:lnTo>
                  <a:pt x="3916426" y="1586395"/>
                </a:lnTo>
                <a:lnTo>
                  <a:pt x="2935351" y="1586395"/>
                </a:lnTo>
                <a:lnTo>
                  <a:pt x="2935351" y="1119670"/>
                </a:lnTo>
                <a:lnTo>
                  <a:pt x="3916426" y="1119670"/>
                </a:lnTo>
                <a:lnTo>
                  <a:pt x="3916426" y="1091095"/>
                </a:lnTo>
                <a:lnTo>
                  <a:pt x="2906776" y="1091095"/>
                </a:lnTo>
                <a:lnTo>
                  <a:pt x="2906776" y="1614970"/>
                </a:lnTo>
                <a:lnTo>
                  <a:pt x="3945001" y="1614970"/>
                </a:lnTo>
                <a:lnTo>
                  <a:pt x="3945001" y="1600682"/>
                </a:lnTo>
                <a:lnTo>
                  <a:pt x="3945001" y="1586395"/>
                </a:lnTo>
                <a:lnTo>
                  <a:pt x="3945001" y="1119670"/>
                </a:lnTo>
                <a:lnTo>
                  <a:pt x="3945001" y="1105382"/>
                </a:lnTo>
                <a:lnTo>
                  <a:pt x="3945001" y="1091095"/>
                </a:lnTo>
                <a:close/>
              </a:path>
              <a:path w="4283710" h="1615439">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16" name="object 16"/>
          <p:cNvSpPr txBox="1"/>
          <p:nvPr/>
        </p:nvSpPr>
        <p:spPr>
          <a:xfrm>
            <a:off x="3640137" y="287369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7" name="object 17"/>
          <p:cNvSpPr/>
          <p:nvPr/>
        </p:nvSpPr>
        <p:spPr>
          <a:xfrm>
            <a:off x="1052512" y="2779712"/>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8" name="object 18"/>
          <p:cNvSpPr txBox="1"/>
          <p:nvPr/>
        </p:nvSpPr>
        <p:spPr>
          <a:xfrm>
            <a:off x="1129030" y="289750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9" name="object 19"/>
          <p:cNvSpPr/>
          <p:nvPr/>
        </p:nvSpPr>
        <p:spPr>
          <a:xfrm>
            <a:off x="719074" y="2569679"/>
            <a:ext cx="4283710" cy="2029460"/>
          </a:xfrm>
          <a:custGeom>
            <a:avLst/>
            <a:gdLst/>
            <a:ahLst/>
            <a:cxnLst/>
            <a:rect l="l" t="t" r="r" b="b"/>
            <a:pathLst>
              <a:path w="4283710" h="2029460">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2029460">
                <a:moveTo>
                  <a:pt x="2919476" y="422757"/>
                </a:moveTo>
                <a:lnTo>
                  <a:pt x="2890964" y="408343"/>
                </a:lnTo>
                <a:lnTo>
                  <a:pt x="2862453" y="393915"/>
                </a:lnTo>
                <a:lnTo>
                  <a:pt x="2862376" y="408216"/>
                </a:lnTo>
                <a:lnTo>
                  <a:pt x="2573464" y="406882"/>
                </a:lnTo>
                <a:lnTo>
                  <a:pt x="2573426" y="413677"/>
                </a:lnTo>
                <a:lnTo>
                  <a:pt x="2557322" y="420420"/>
                </a:lnTo>
                <a:lnTo>
                  <a:pt x="2520315" y="404926"/>
                </a:lnTo>
                <a:lnTo>
                  <a:pt x="2520315" y="435902"/>
                </a:lnTo>
                <a:lnTo>
                  <a:pt x="1563306" y="836422"/>
                </a:lnTo>
                <a:lnTo>
                  <a:pt x="1562188" y="34683"/>
                </a:lnTo>
                <a:lnTo>
                  <a:pt x="2520315" y="435902"/>
                </a:lnTo>
                <a:lnTo>
                  <a:pt x="2520315" y="404926"/>
                </a:lnTo>
                <a:lnTo>
                  <a:pt x="1553400" y="0"/>
                </a:lnTo>
                <a:lnTo>
                  <a:pt x="1547876" y="13182"/>
                </a:lnTo>
                <a:lnTo>
                  <a:pt x="1533588" y="13208"/>
                </a:lnTo>
                <a:lnTo>
                  <a:pt x="1534185" y="448449"/>
                </a:lnTo>
                <a:lnTo>
                  <a:pt x="1508252" y="435330"/>
                </a:lnTo>
                <a:lnTo>
                  <a:pt x="1479740" y="420903"/>
                </a:lnTo>
                <a:lnTo>
                  <a:pt x="1479664" y="435203"/>
                </a:lnTo>
                <a:lnTo>
                  <a:pt x="1190752" y="433870"/>
                </a:lnTo>
                <a:lnTo>
                  <a:pt x="1190625" y="462445"/>
                </a:lnTo>
                <a:lnTo>
                  <a:pt x="1479537" y="463778"/>
                </a:lnTo>
                <a:lnTo>
                  <a:pt x="1479486" y="478053"/>
                </a:lnTo>
                <a:lnTo>
                  <a:pt x="1508099" y="463905"/>
                </a:lnTo>
                <a:lnTo>
                  <a:pt x="1534198" y="451015"/>
                </a:lnTo>
                <a:lnTo>
                  <a:pt x="1534782" y="868870"/>
                </a:lnTo>
                <a:lnTo>
                  <a:pt x="1552257" y="868845"/>
                </a:lnTo>
                <a:lnTo>
                  <a:pt x="1553387" y="871537"/>
                </a:lnTo>
                <a:lnTo>
                  <a:pt x="1559864" y="868832"/>
                </a:lnTo>
                <a:lnTo>
                  <a:pt x="1563357" y="868819"/>
                </a:lnTo>
                <a:lnTo>
                  <a:pt x="1563344" y="867371"/>
                </a:lnTo>
                <a:lnTo>
                  <a:pt x="2557310" y="451396"/>
                </a:lnTo>
                <a:lnTo>
                  <a:pt x="2580576" y="461124"/>
                </a:lnTo>
                <a:lnTo>
                  <a:pt x="2590469" y="437515"/>
                </a:lnTo>
                <a:lnTo>
                  <a:pt x="2591612" y="437032"/>
                </a:lnTo>
                <a:lnTo>
                  <a:pt x="2591143" y="435927"/>
                </a:lnTo>
                <a:lnTo>
                  <a:pt x="2591295" y="435546"/>
                </a:lnTo>
                <a:lnTo>
                  <a:pt x="2862249" y="436791"/>
                </a:lnTo>
                <a:lnTo>
                  <a:pt x="2862199" y="451065"/>
                </a:lnTo>
                <a:lnTo>
                  <a:pt x="2890812" y="436918"/>
                </a:lnTo>
                <a:lnTo>
                  <a:pt x="2919476" y="422757"/>
                </a:lnTo>
                <a:close/>
              </a:path>
              <a:path w="4283710" h="2029460">
                <a:moveTo>
                  <a:pt x="3945001" y="1505432"/>
                </a:moveTo>
                <a:lnTo>
                  <a:pt x="3916426" y="1505432"/>
                </a:lnTo>
                <a:lnTo>
                  <a:pt x="3916426" y="1534007"/>
                </a:lnTo>
                <a:lnTo>
                  <a:pt x="3916426" y="2000732"/>
                </a:lnTo>
                <a:lnTo>
                  <a:pt x="2935351" y="2000732"/>
                </a:lnTo>
                <a:lnTo>
                  <a:pt x="2935351" y="1534007"/>
                </a:lnTo>
                <a:lnTo>
                  <a:pt x="3916426" y="1534007"/>
                </a:lnTo>
                <a:lnTo>
                  <a:pt x="3916426" y="1505432"/>
                </a:lnTo>
                <a:lnTo>
                  <a:pt x="2906776" y="1505432"/>
                </a:lnTo>
                <a:lnTo>
                  <a:pt x="2906776" y="2029307"/>
                </a:lnTo>
                <a:lnTo>
                  <a:pt x="3945001" y="2029307"/>
                </a:lnTo>
                <a:lnTo>
                  <a:pt x="3945001" y="2015020"/>
                </a:lnTo>
                <a:lnTo>
                  <a:pt x="3945001" y="2000732"/>
                </a:lnTo>
                <a:lnTo>
                  <a:pt x="3945001" y="1534007"/>
                </a:lnTo>
                <a:lnTo>
                  <a:pt x="3945001" y="1519720"/>
                </a:lnTo>
                <a:lnTo>
                  <a:pt x="3945001" y="1505432"/>
                </a:lnTo>
                <a:close/>
              </a:path>
              <a:path w="4283710" h="2029460">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20" name="object 20"/>
          <p:cNvSpPr txBox="1"/>
          <p:nvPr/>
        </p:nvSpPr>
        <p:spPr>
          <a:xfrm>
            <a:off x="3640137" y="4192904"/>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21" name="object 21"/>
          <p:cNvSpPr/>
          <p:nvPr/>
        </p:nvSpPr>
        <p:spPr>
          <a:xfrm>
            <a:off x="1052512" y="4100512"/>
            <a:ext cx="865505" cy="522605"/>
          </a:xfrm>
          <a:custGeom>
            <a:avLst/>
            <a:gdLst/>
            <a:ahLst/>
            <a:cxnLst/>
            <a:rect l="l" t="t" r="r" b="b"/>
            <a:pathLst>
              <a:path w="865505" h="522604">
                <a:moveTo>
                  <a:pt x="865187" y="522287"/>
                </a:moveTo>
                <a:lnTo>
                  <a:pt x="0" y="522287"/>
                </a:lnTo>
                <a:lnTo>
                  <a:pt x="0" y="0"/>
                </a:lnTo>
                <a:lnTo>
                  <a:pt x="865187" y="0"/>
                </a:lnTo>
                <a:lnTo>
                  <a:pt x="865187" y="14287"/>
                </a:lnTo>
                <a:lnTo>
                  <a:pt x="28575" y="14287"/>
                </a:lnTo>
                <a:lnTo>
                  <a:pt x="14287" y="28575"/>
                </a:lnTo>
                <a:lnTo>
                  <a:pt x="28575" y="28575"/>
                </a:lnTo>
                <a:lnTo>
                  <a:pt x="28575" y="493712"/>
                </a:lnTo>
                <a:lnTo>
                  <a:pt x="14287" y="493712"/>
                </a:lnTo>
                <a:lnTo>
                  <a:pt x="28575" y="508000"/>
                </a:lnTo>
                <a:lnTo>
                  <a:pt x="865187" y="508000"/>
                </a:lnTo>
                <a:lnTo>
                  <a:pt x="865187" y="522287"/>
                </a:lnTo>
                <a:close/>
              </a:path>
              <a:path w="865505" h="522604">
                <a:moveTo>
                  <a:pt x="28575" y="28575"/>
                </a:moveTo>
                <a:lnTo>
                  <a:pt x="14287" y="28575"/>
                </a:lnTo>
                <a:lnTo>
                  <a:pt x="28575" y="14287"/>
                </a:lnTo>
                <a:lnTo>
                  <a:pt x="28575" y="28575"/>
                </a:lnTo>
                <a:close/>
              </a:path>
              <a:path w="865505" h="522604">
                <a:moveTo>
                  <a:pt x="836612" y="28575"/>
                </a:moveTo>
                <a:lnTo>
                  <a:pt x="28575" y="28575"/>
                </a:lnTo>
                <a:lnTo>
                  <a:pt x="28575" y="14287"/>
                </a:lnTo>
                <a:lnTo>
                  <a:pt x="836612" y="14287"/>
                </a:lnTo>
                <a:lnTo>
                  <a:pt x="836612" y="28575"/>
                </a:lnTo>
                <a:close/>
              </a:path>
              <a:path w="865505" h="522604">
                <a:moveTo>
                  <a:pt x="836612" y="508000"/>
                </a:moveTo>
                <a:lnTo>
                  <a:pt x="836612" y="14287"/>
                </a:lnTo>
                <a:lnTo>
                  <a:pt x="850900" y="28575"/>
                </a:lnTo>
                <a:lnTo>
                  <a:pt x="865187" y="28575"/>
                </a:lnTo>
                <a:lnTo>
                  <a:pt x="865187" y="493712"/>
                </a:lnTo>
                <a:lnTo>
                  <a:pt x="850900" y="493712"/>
                </a:lnTo>
                <a:lnTo>
                  <a:pt x="836612" y="508000"/>
                </a:lnTo>
                <a:close/>
              </a:path>
              <a:path w="865505" h="522604">
                <a:moveTo>
                  <a:pt x="865187" y="28575"/>
                </a:moveTo>
                <a:lnTo>
                  <a:pt x="850900" y="28575"/>
                </a:lnTo>
                <a:lnTo>
                  <a:pt x="836612" y="14287"/>
                </a:lnTo>
                <a:lnTo>
                  <a:pt x="865187" y="14287"/>
                </a:lnTo>
                <a:lnTo>
                  <a:pt x="865187" y="28575"/>
                </a:lnTo>
                <a:close/>
              </a:path>
              <a:path w="865505" h="522604">
                <a:moveTo>
                  <a:pt x="28575" y="508000"/>
                </a:moveTo>
                <a:lnTo>
                  <a:pt x="14287" y="493712"/>
                </a:lnTo>
                <a:lnTo>
                  <a:pt x="28575" y="493712"/>
                </a:lnTo>
                <a:lnTo>
                  <a:pt x="28575" y="508000"/>
                </a:lnTo>
                <a:close/>
              </a:path>
              <a:path w="865505" h="522604">
                <a:moveTo>
                  <a:pt x="836612" y="508000"/>
                </a:moveTo>
                <a:lnTo>
                  <a:pt x="28575" y="508000"/>
                </a:lnTo>
                <a:lnTo>
                  <a:pt x="28575" y="493712"/>
                </a:lnTo>
                <a:lnTo>
                  <a:pt x="836612" y="493712"/>
                </a:lnTo>
                <a:lnTo>
                  <a:pt x="836612" y="508000"/>
                </a:lnTo>
                <a:close/>
              </a:path>
              <a:path w="865505" h="522604">
                <a:moveTo>
                  <a:pt x="865187" y="508000"/>
                </a:moveTo>
                <a:lnTo>
                  <a:pt x="836612" y="508000"/>
                </a:lnTo>
                <a:lnTo>
                  <a:pt x="850900" y="493712"/>
                </a:lnTo>
                <a:lnTo>
                  <a:pt x="865187" y="493712"/>
                </a:lnTo>
                <a:lnTo>
                  <a:pt x="865187" y="508000"/>
                </a:lnTo>
                <a:close/>
              </a:path>
            </a:pathLst>
          </a:custGeom>
          <a:solidFill>
            <a:srgbClr val="0000FF"/>
          </a:solidFill>
        </p:spPr>
        <p:txBody>
          <a:bodyPr wrap="square" lIns="0" tIns="0" rIns="0" bIns="0" rtlCol="0"/>
          <a:lstStyle/>
          <a:p>
            <a:endParaRPr/>
          </a:p>
        </p:txBody>
      </p:sp>
      <p:sp>
        <p:nvSpPr>
          <p:cNvPr id="22" name="object 22"/>
          <p:cNvSpPr txBox="1"/>
          <p:nvPr/>
        </p:nvSpPr>
        <p:spPr>
          <a:xfrm>
            <a:off x="0" y="3901439"/>
            <a:ext cx="1840230" cy="615315"/>
          </a:xfrm>
          <a:prstGeom prst="rect">
            <a:avLst/>
          </a:prstGeom>
        </p:spPr>
        <p:txBody>
          <a:bodyPr vert="horz" wrap="square" lIns="0" tIns="33020" rIns="0" bIns="0" rtlCol="0">
            <a:spAutoFit/>
          </a:bodyPr>
          <a:lstStyle/>
          <a:p>
            <a:pPr marL="12700">
              <a:lnSpc>
                <a:spcPct val="100000"/>
              </a:lnSpc>
              <a:spcBef>
                <a:spcPts val="26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n</a:t>
            </a:r>
            <a:endParaRPr sz="1800">
              <a:latin typeface="Times New Roman" panose="02020603050405020304"/>
              <a:cs typeface="Times New Roman" panose="02020603050405020304"/>
            </a:endParaRPr>
          </a:p>
          <a:p>
            <a:pPr marL="1141730">
              <a:lnSpc>
                <a:spcPct val="100000"/>
              </a:lnSpc>
              <a:spcBef>
                <a:spcPts val="165"/>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3" name="object 23"/>
          <p:cNvSpPr/>
          <p:nvPr/>
        </p:nvSpPr>
        <p:spPr>
          <a:xfrm>
            <a:off x="719074" y="1979612"/>
            <a:ext cx="8425180" cy="2781300"/>
          </a:xfrm>
          <a:custGeom>
            <a:avLst/>
            <a:gdLst/>
            <a:ahLst/>
            <a:cxnLst/>
            <a:rect l="l" t="t" r="r" b="b"/>
            <a:pathLst>
              <a:path w="8425180" h="2781300">
                <a:moveTo>
                  <a:pt x="346138" y="2384425"/>
                </a:moveTo>
                <a:lnTo>
                  <a:pt x="317627" y="2370010"/>
                </a:lnTo>
                <a:lnTo>
                  <a:pt x="289115" y="2355583"/>
                </a:lnTo>
                <a:lnTo>
                  <a:pt x="289039" y="2369883"/>
                </a:lnTo>
                <a:lnTo>
                  <a:pt x="127" y="2368550"/>
                </a:lnTo>
                <a:lnTo>
                  <a:pt x="0" y="2397125"/>
                </a:lnTo>
                <a:lnTo>
                  <a:pt x="288912" y="2398458"/>
                </a:lnTo>
                <a:lnTo>
                  <a:pt x="288861" y="2412733"/>
                </a:lnTo>
                <a:lnTo>
                  <a:pt x="317474" y="2398585"/>
                </a:lnTo>
                <a:lnTo>
                  <a:pt x="346138" y="2384425"/>
                </a:lnTo>
                <a:close/>
              </a:path>
              <a:path w="8425180" h="2781300">
                <a:moveTo>
                  <a:pt x="2891015" y="2339708"/>
                </a:moveTo>
                <a:lnTo>
                  <a:pt x="2862592" y="2325166"/>
                </a:lnTo>
                <a:lnTo>
                  <a:pt x="2862453" y="2339454"/>
                </a:lnTo>
                <a:lnTo>
                  <a:pt x="2891015" y="2339708"/>
                </a:lnTo>
                <a:close/>
              </a:path>
              <a:path w="8425180" h="2781300">
                <a:moveTo>
                  <a:pt x="2919476" y="2354262"/>
                </a:moveTo>
                <a:lnTo>
                  <a:pt x="2891015" y="2339721"/>
                </a:lnTo>
                <a:lnTo>
                  <a:pt x="2862453" y="2339454"/>
                </a:lnTo>
                <a:lnTo>
                  <a:pt x="2587739" y="2336939"/>
                </a:lnTo>
                <a:lnTo>
                  <a:pt x="2580576" y="2319782"/>
                </a:lnTo>
                <a:lnTo>
                  <a:pt x="2557272" y="2329548"/>
                </a:lnTo>
                <a:lnTo>
                  <a:pt x="2520264" y="2314067"/>
                </a:lnTo>
                <a:lnTo>
                  <a:pt x="2520264" y="2345042"/>
                </a:lnTo>
                <a:lnTo>
                  <a:pt x="1563306" y="2745702"/>
                </a:lnTo>
                <a:lnTo>
                  <a:pt x="1562188" y="1943950"/>
                </a:lnTo>
                <a:lnTo>
                  <a:pt x="2520264" y="2345042"/>
                </a:lnTo>
                <a:lnTo>
                  <a:pt x="2520264" y="2314067"/>
                </a:lnTo>
                <a:lnTo>
                  <a:pt x="1553387" y="1909279"/>
                </a:lnTo>
                <a:lnTo>
                  <a:pt x="1547876" y="1922462"/>
                </a:lnTo>
                <a:lnTo>
                  <a:pt x="1533588" y="1922487"/>
                </a:lnTo>
                <a:lnTo>
                  <a:pt x="1534185" y="2357729"/>
                </a:lnTo>
                <a:lnTo>
                  <a:pt x="1508252" y="2344610"/>
                </a:lnTo>
                <a:lnTo>
                  <a:pt x="1479740" y="2330183"/>
                </a:lnTo>
                <a:lnTo>
                  <a:pt x="1479664" y="2344483"/>
                </a:lnTo>
                <a:lnTo>
                  <a:pt x="1190752" y="2343150"/>
                </a:lnTo>
                <a:lnTo>
                  <a:pt x="1190625" y="2371725"/>
                </a:lnTo>
                <a:lnTo>
                  <a:pt x="1479537" y="2373058"/>
                </a:lnTo>
                <a:lnTo>
                  <a:pt x="1479486" y="2387333"/>
                </a:lnTo>
                <a:lnTo>
                  <a:pt x="1508099" y="2373185"/>
                </a:lnTo>
                <a:lnTo>
                  <a:pt x="1534198" y="2360295"/>
                </a:lnTo>
                <a:lnTo>
                  <a:pt x="1534782" y="2778150"/>
                </a:lnTo>
                <a:lnTo>
                  <a:pt x="1552257" y="2778125"/>
                </a:lnTo>
                <a:lnTo>
                  <a:pt x="1553387" y="2780817"/>
                </a:lnTo>
                <a:lnTo>
                  <a:pt x="1559852" y="2778112"/>
                </a:lnTo>
                <a:lnTo>
                  <a:pt x="1563357" y="2778099"/>
                </a:lnTo>
                <a:lnTo>
                  <a:pt x="1563344" y="2776651"/>
                </a:lnTo>
                <a:lnTo>
                  <a:pt x="2557272" y="2360523"/>
                </a:lnTo>
                <a:lnTo>
                  <a:pt x="2580576" y="2370277"/>
                </a:lnTo>
                <a:lnTo>
                  <a:pt x="2582583" y="2365464"/>
                </a:lnTo>
                <a:lnTo>
                  <a:pt x="2862199" y="2368029"/>
                </a:lnTo>
                <a:lnTo>
                  <a:pt x="2862072" y="2382316"/>
                </a:lnTo>
                <a:lnTo>
                  <a:pt x="2890786" y="2368283"/>
                </a:lnTo>
                <a:lnTo>
                  <a:pt x="2919476" y="2354262"/>
                </a:lnTo>
                <a:close/>
              </a:path>
              <a:path w="8425180" h="2781300">
                <a:moveTo>
                  <a:pt x="4283138" y="2330450"/>
                </a:moveTo>
                <a:lnTo>
                  <a:pt x="4254627" y="2316035"/>
                </a:lnTo>
                <a:lnTo>
                  <a:pt x="4226115" y="2301608"/>
                </a:lnTo>
                <a:lnTo>
                  <a:pt x="4226039" y="2315908"/>
                </a:lnTo>
                <a:lnTo>
                  <a:pt x="3937127" y="2314575"/>
                </a:lnTo>
                <a:lnTo>
                  <a:pt x="3937000" y="2343150"/>
                </a:lnTo>
                <a:lnTo>
                  <a:pt x="4225912" y="2344483"/>
                </a:lnTo>
                <a:lnTo>
                  <a:pt x="4225861" y="2358758"/>
                </a:lnTo>
                <a:lnTo>
                  <a:pt x="4254474" y="2344610"/>
                </a:lnTo>
                <a:lnTo>
                  <a:pt x="4283138" y="2330450"/>
                </a:lnTo>
                <a:close/>
              </a:path>
              <a:path w="8425180" h="2781300">
                <a:moveTo>
                  <a:pt x="8424926" y="0"/>
                </a:moveTo>
                <a:lnTo>
                  <a:pt x="8410638" y="0"/>
                </a:lnTo>
                <a:lnTo>
                  <a:pt x="8410638" y="28575"/>
                </a:lnTo>
                <a:lnTo>
                  <a:pt x="8410638" y="587375"/>
                </a:lnTo>
                <a:lnTo>
                  <a:pt x="7007288" y="587375"/>
                </a:lnTo>
                <a:lnTo>
                  <a:pt x="7007288" y="28575"/>
                </a:lnTo>
                <a:lnTo>
                  <a:pt x="8410638" y="28575"/>
                </a:lnTo>
                <a:lnTo>
                  <a:pt x="8410638" y="0"/>
                </a:lnTo>
                <a:lnTo>
                  <a:pt x="6978713" y="0"/>
                </a:lnTo>
                <a:lnTo>
                  <a:pt x="6978713" y="615950"/>
                </a:lnTo>
                <a:lnTo>
                  <a:pt x="8424926" y="615950"/>
                </a:lnTo>
                <a:lnTo>
                  <a:pt x="8424926" y="601662"/>
                </a:lnTo>
                <a:lnTo>
                  <a:pt x="8424926" y="587375"/>
                </a:lnTo>
                <a:lnTo>
                  <a:pt x="8424926" y="28575"/>
                </a:lnTo>
                <a:lnTo>
                  <a:pt x="8424926" y="14287"/>
                </a:lnTo>
                <a:lnTo>
                  <a:pt x="8424926" y="0"/>
                </a:lnTo>
                <a:close/>
              </a:path>
            </a:pathLst>
          </a:custGeom>
          <a:solidFill>
            <a:srgbClr val="0000FF"/>
          </a:solidFill>
        </p:spPr>
        <p:txBody>
          <a:bodyPr wrap="square" lIns="0" tIns="0" rIns="0" bIns="0" rtlCol="0"/>
          <a:lstStyle/>
          <a:p>
            <a:endParaRPr/>
          </a:p>
        </p:txBody>
      </p:sp>
      <p:sp>
        <p:nvSpPr>
          <p:cNvPr id="24" name="object 24"/>
          <p:cNvSpPr txBox="1"/>
          <p:nvPr/>
        </p:nvSpPr>
        <p:spPr>
          <a:xfrm>
            <a:off x="7875269" y="2160270"/>
            <a:ext cx="11049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Times New Roman" panose="02020603050405020304"/>
                <a:cs typeface="Times New Roman" panose="02020603050405020304"/>
              </a:rPr>
              <a:t>A/D</a:t>
            </a:r>
            <a:r>
              <a:rPr sz="1800" spc="-35" dirty="0">
                <a:solidFill>
                  <a:srgbClr val="0000FF"/>
                </a:solidFill>
                <a:latin typeface="Noto Serif CJK JP"/>
                <a:cs typeface="Noto Serif CJK JP"/>
              </a:rPr>
              <a:t>转换器</a:t>
            </a:r>
            <a:endParaRPr sz="1800">
              <a:latin typeface="Noto Serif CJK JP"/>
              <a:cs typeface="Noto Serif CJK JP"/>
            </a:endParaRPr>
          </a:p>
        </p:txBody>
      </p:sp>
      <p:sp>
        <p:nvSpPr>
          <p:cNvPr id="25" name="object 25"/>
          <p:cNvSpPr/>
          <p:nvPr/>
        </p:nvSpPr>
        <p:spPr>
          <a:xfrm>
            <a:off x="5891212" y="1979612"/>
            <a:ext cx="1460500" cy="615950"/>
          </a:xfrm>
          <a:custGeom>
            <a:avLst/>
            <a:gdLst/>
            <a:ahLst/>
            <a:cxnLst/>
            <a:rect l="l" t="t" r="r" b="b"/>
            <a:pathLst>
              <a:path w="1460500" h="615950">
                <a:moveTo>
                  <a:pt x="1460500" y="615950"/>
                </a:moveTo>
                <a:lnTo>
                  <a:pt x="0" y="615950"/>
                </a:lnTo>
                <a:lnTo>
                  <a:pt x="0" y="0"/>
                </a:lnTo>
                <a:lnTo>
                  <a:pt x="1460500" y="0"/>
                </a:lnTo>
                <a:lnTo>
                  <a:pt x="1460500" y="14287"/>
                </a:lnTo>
                <a:lnTo>
                  <a:pt x="28575" y="14287"/>
                </a:lnTo>
                <a:lnTo>
                  <a:pt x="14287" y="28575"/>
                </a:lnTo>
                <a:lnTo>
                  <a:pt x="28575" y="28575"/>
                </a:lnTo>
                <a:lnTo>
                  <a:pt x="28575" y="587375"/>
                </a:lnTo>
                <a:lnTo>
                  <a:pt x="14287" y="587375"/>
                </a:lnTo>
                <a:lnTo>
                  <a:pt x="28575" y="601662"/>
                </a:lnTo>
                <a:lnTo>
                  <a:pt x="1460500" y="601662"/>
                </a:lnTo>
                <a:lnTo>
                  <a:pt x="1460500" y="615950"/>
                </a:lnTo>
                <a:close/>
              </a:path>
              <a:path w="1460500" h="615950">
                <a:moveTo>
                  <a:pt x="28575" y="28575"/>
                </a:moveTo>
                <a:lnTo>
                  <a:pt x="14287" y="28575"/>
                </a:lnTo>
                <a:lnTo>
                  <a:pt x="28575" y="14287"/>
                </a:lnTo>
                <a:lnTo>
                  <a:pt x="28575" y="28575"/>
                </a:lnTo>
                <a:close/>
              </a:path>
              <a:path w="1460500" h="615950">
                <a:moveTo>
                  <a:pt x="1431925" y="28575"/>
                </a:moveTo>
                <a:lnTo>
                  <a:pt x="28575" y="28575"/>
                </a:lnTo>
                <a:lnTo>
                  <a:pt x="28575" y="14287"/>
                </a:lnTo>
                <a:lnTo>
                  <a:pt x="1431925" y="14287"/>
                </a:lnTo>
                <a:lnTo>
                  <a:pt x="1431925" y="28575"/>
                </a:lnTo>
                <a:close/>
              </a:path>
              <a:path w="1460500" h="615950">
                <a:moveTo>
                  <a:pt x="1431925" y="601662"/>
                </a:moveTo>
                <a:lnTo>
                  <a:pt x="1431925" y="14287"/>
                </a:lnTo>
                <a:lnTo>
                  <a:pt x="1446212" y="28575"/>
                </a:lnTo>
                <a:lnTo>
                  <a:pt x="1460500" y="28575"/>
                </a:lnTo>
                <a:lnTo>
                  <a:pt x="1460500" y="587375"/>
                </a:lnTo>
                <a:lnTo>
                  <a:pt x="1446212" y="587375"/>
                </a:lnTo>
                <a:lnTo>
                  <a:pt x="1431925" y="601662"/>
                </a:lnTo>
                <a:close/>
              </a:path>
              <a:path w="1460500" h="615950">
                <a:moveTo>
                  <a:pt x="1460500" y="28575"/>
                </a:moveTo>
                <a:lnTo>
                  <a:pt x="1446212" y="28575"/>
                </a:lnTo>
                <a:lnTo>
                  <a:pt x="1431925" y="14287"/>
                </a:lnTo>
                <a:lnTo>
                  <a:pt x="1460500" y="14287"/>
                </a:lnTo>
                <a:lnTo>
                  <a:pt x="1460500" y="28575"/>
                </a:lnTo>
                <a:close/>
              </a:path>
              <a:path w="1460500" h="615950">
                <a:moveTo>
                  <a:pt x="28575" y="601662"/>
                </a:moveTo>
                <a:lnTo>
                  <a:pt x="14287" y="587375"/>
                </a:lnTo>
                <a:lnTo>
                  <a:pt x="28575" y="587375"/>
                </a:lnTo>
                <a:lnTo>
                  <a:pt x="28575" y="601662"/>
                </a:lnTo>
                <a:close/>
              </a:path>
              <a:path w="1460500" h="615950">
                <a:moveTo>
                  <a:pt x="1431925" y="601662"/>
                </a:moveTo>
                <a:lnTo>
                  <a:pt x="28575" y="601662"/>
                </a:lnTo>
                <a:lnTo>
                  <a:pt x="28575" y="587375"/>
                </a:lnTo>
                <a:lnTo>
                  <a:pt x="1431925" y="587375"/>
                </a:lnTo>
                <a:lnTo>
                  <a:pt x="1431925" y="601662"/>
                </a:lnTo>
                <a:close/>
              </a:path>
              <a:path w="1460500" h="615950">
                <a:moveTo>
                  <a:pt x="1460500" y="601662"/>
                </a:moveTo>
                <a:lnTo>
                  <a:pt x="1431925" y="601662"/>
                </a:lnTo>
                <a:lnTo>
                  <a:pt x="1446212" y="587375"/>
                </a:lnTo>
                <a:lnTo>
                  <a:pt x="1460500" y="587375"/>
                </a:lnTo>
                <a:lnTo>
                  <a:pt x="1460500" y="601662"/>
                </a:lnTo>
                <a:close/>
              </a:path>
            </a:pathLst>
          </a:custGeom>
          <a:solidFill>
            <a:srgbClr val="0000FF"/>
          </a:solidFill>
        </p:spPr>
        <p:txBody>
          <a:bodyPr wrap="square" lIns="0" tIns="0" rIns="0" bIns="0" rtlCol="0"/>
          <a:lstStyle/>
          <a:p>
            <a:endParaRPr/>
          </a:p>
        </p:txBody>
      </p:sp>
      <p:sp>
        <p:nvSpPr>
          <p:cNvPr id="26" name="object 26"/>
          <p:cNvSpPr txBox="1"/>
          <p:nvPr/>
        </p:nvSpPr>
        <p:spPr>
          <a:xfrm>
            <a:off x="6036945" y="2160904"/>
            <a:ext cx="11684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Noto Serif CJK JP"/>
                <a:cs typeface="Noto Serif CJK JP"/>
              </a:rPr>
              <a:t>采样保持器</a:t>
            </a:r>
            <a:endParaRPr sz="1800">
              <a:latin typeface="Noto Serif CJK JP"/>
              <a:cs typeface="Noto Serif CJK JP"/>
            </a:endParaRPr>
          </a:p>
        </p:txBody>
      </p:sp>
      <p:sp>
        <p:nvSpPr>
          <p:cNvPr id="27" name="object 27"/>
          <p:cNvSpPr/>
          <p:nvPr/>
        </p:nvSpPr>
        <p:spPr>
          <a:xfrm>
            <a:off x="5557774" y="2263520"/>
            <a:ext cx="2935605" cy="992505"/>
          </a:xfrm>
          <a:custGeom>
            <a:avLst/>
            <a:gdLst/>
            <a:ahLst/>
            <a:cxnLst/>
            <a:rect l="l" t="t" r="r" b="b"/>
            <a:pathLst>
              <a:path w="2935604" h="992504">
                <a:moveTo>
                  <a:pt x="347726" y="30416"/>
                </a:moveTo>
                <a:lnTo>
                  <a:pt x="319214" y="16002"/>
                </a:lnTo>
                <a:lnTo>
                  <a:pt x="290703" y="1574"/>
                </a:lnTo>
                <a:lnTo>
                  <a:pt x="290626" y="15875"/>
                </a:lnTo>
                <a:lnTo>
                  <a:pt x="127" y="14541"/>
                </a:lnTo>
                <a:lnTo>
                  <a:pt x="0" y="43116"/>
                </a:lnTo>
                <a:lnTo>
                  <a:pt x="290499" y="44450"/>
                </a:lnTo>
                <a:lnTo>
                  <a:pt x="290449" y="58724"/>
                </a:lnTo>
                <a:lnTo>
                  <a:pt x="319062" y="44577"/>
                </a:lnTo>
                <a:lnTo>
                  <a:pt x="347726" y="30416"/>
                </a:lnTo>
                <a:close/>
              </a:path>
              <a:path w="2935604" h="992504">
                <a:moveTo>
                  <a:pt x="2152713" y="28829"/>
                </a:moveTo>
                <a:lnTo>
                  <a:pt x="2124202" y="14414"/>
                </a:lnTo>
                <a:lnTo>
                  <a:pt x="2095690" y="0"/>
                </a:lnTo>
                <a:lnTo>
                  <a:pt x="2095627" y="14287"/>
                </a:lnTo>
                <a:lnTo>
                  <a:pt x="1805114" y="12954"/>
                </a:lnTo>
                <a:lnTo>
                  <a:pt x="1804987" y="41529"/>
                </a:lnTo>
                <a:lnTo>
                  <a:pt x="2095487" y="42862"/>
                </a:lnTo>
                <a:lnTo>
                  <a:pt x="2095436" y="57137"/>
                </a:lnTo>
                <a:lnTo>
                  <a:pt x="2124049" y="42989"/>
                </a:lnTo>
                <a:lnTo>
                  <a:pt x="2152713" y="28829"/>
                </a:lnTo>
                <a:close/>
              </a:path>
              <a:path w="2935604" h="992504">
                <a:moveTo>
                  <a:pt x="2935351" y="935291"/>
                </a:moveTo>
                <a:lnTo>
                  <a:pt x="2921063" y="935291"/>
                </a:lnTo>
                <a:lnTo>
                  <a:pt x="2921063" y="320929"/>
                </a:lnTo>
                <a:lnTo>
                  <a:pt x="2892488" y="320929"/>
                </a:lnTo>
                <a:lnTo>
                  <a:pt x="2892488" y="935291"/>
                </a:lnTo>
                <a:lnTo>
                  <a:pt x="2878201" y="935291"/>
                </a:lnTo>
                <a:lnTo>
                  <a:pt x="2892488" y="963866"/>
                </a:lnTo>
                <a:lnTo>
                  <a:pt x="2906776" y="992441"/>
                </a:lnTo>
                <a:lnTo>
                  <a:pt x="2921063" y="963866"/>
                </a:lnTo>
                <a:lnTo>
                  <a:pt x="2935351" y="935291"/>
                </a:lnTo>
                <a:close/>
              </a:path>
            </a:pathLst>
          </a:custGeom>
          <a:solidFill>
            <a:srgbClr val="0000FF"/>
          </a:solidFill>
        </p:spPr>
        <p:txBody>
          <a:bodyPr wrap="square" lIns="0" tIns="0" rIns="0" bIns="0" rtlCol="0"/>
          <a:lstStyle/>
          <a:p>
            <a:endParaRPr/>
          </a:p>
        </p:txBody>
      </p:sp>
      <p:sp>
        <p:nvSpPr>
          <p:cNvPr id="28" name="object 28"/>
          <p:cNvSpPr txBox="1"/>
          <p:nvPr/>
        </p:nvSpPr>
        <p:spPr>
          <a:xfrm>
            <a:off x="7497762" y="511651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29" name="object 29"/>
          <p:cNvSpPr/>
          <p:nvPr/>
        </p:nvSpPr>
        <p:spPr>
          <a:xfrm>
            <a:off x="2266950" y="5319712"/>
            <a:ext cx="1087755" cy="441325"/>
          </a:xfrm>
          <a:custGeom>
            <a:avLst/>
            <a:gdLst/>
            <a:ahLst/>
            <a:cxnLst/>
            <a:rect l="l" t="t" r="r" b="b"/>
            <a:pathLst>
              <a:path w="1087754" h="441325">
                <a:moveTo>
                  <a:pt x="1087437" y="441325"/>
                </a:moveTo>
                <a:lnTo>
                  <a:pt x="0" y="441325"/>
                </a:lnTo>
                <a:lnTo>
                  <a:pt x="0" y="0"/>
                </a:lnTo>
                <a:lnTo>
                  <a:pt x="1087437" y="0"/>
                </a:lnTo>
                <a:lnTo>
                  <a:pt x="1087437" y="14287"/>
                </a:lnTo>
                <a:lnTo>
                  <a:pt x="28575" y="14287"/>
                </a:lnTo>
                <a:lnTo>
                  <a:pt x="14287" y="28575"/>
                </a:lnTo>
                <a:lnTo>
                  <a:pt x="28575" y="28575"/>
                </a:lnTo>
                <a:lnTo>
                  <a:pt x="28575" y="412750"/>
                </a:lnTo>
                <a:lnTo>
                  <a:pt x="14287" y="412750"/>
                </a:lnTo>
                <a:lnTo>
                  <a:pt x="28575" y="427037"/>
                </a:lnTo>
                <a:lnTo>
                  <a:pt x="1087437" y="427037"/>
                </a:lnTo>
                <a:lnTo>
                  <a:pt x="1087437" y="441325"/>
                </a:lnTo>
                <a:close/>
              </a:path>
              <a:path w="1087754" h="441325">
                <a:moveTo>
                  <a:pt x="28575" y="28575"/>
                </a:moveTo>
                <a:lnTo>
                  <a:pt x="14287" y="28575"/>
                </a:lnTo>
                <a:lnTo>
                  <a:pt x="28575" y="14287"/>
                </a:lnTo>
                <a:lnTo>
                  <a:pt x="28575" y="28575"/>
                </a:lnTo>
                <a:close/>
              </a:path>
              <a:path w="1087754" h="441325">
                <a:moveTo>
                  <a:pt x="1058862" y="28575"/>
                </a:moveTo>
                <a:lnTo>
                  <a:pt x="28575" y="28575"/>
                </a:lnTo>
                <a:lnTo>
                  <a:pt x="28575" y="14287"/>
                </a:lnTo>
                <a:lnTo>
                  <a:pt x="1058862" y="14287"/>
                </a:lnTo>
                <a:lnTo>
                  <a:pt x="1058862" y="28575"/>
                </a:lnTo>
                <a:close/>
              </a:path>
              <a:path w="1087754" h="441325">
                <a:moveTo>
                  <a:pt x="1058862" y="427037"/>
                </a:moveTo>
                <a:lnTo>
                  <a:pt x="1058862" y="14287"/>
                </a:lnTo>
                <a:lnTo>
                  <a:pt x="1073150" y="28575"/>
                </a:lnTo>
                <a:lnTo>
                  <a:pt x="1087437" y="28575"/>
                </a:lnTo>
                <a:lnTo>
                  <a:pt x="1087437" y="412750"/>
                </a:lnTo>
                <a:lnTo>
                  <a:pt x="1073150" y="412750"/>
                </a:lnTo>
                <a:lnTo>
                  <a:pt x="1058862" y="427037"/>
                </a:lnTo>
                <a:close/>
              </a:path>
              <a:path w="1087754" h="441325">
                <a:moveTo>
                  <a:pt x="1087437" y="28575"/>
                </a:moveTo>
                <a:lnTo>
                  <a:pt x="1073150" y="28575"/>
                </a:lnTo>
                <a:lnTo>
                  <a:pt x="1058862" y="14287"/>
                </a:lnTo>
                <a:lnTo>
                  <a:pt x="1087437" y="14287"/>
                </a:lnTo>
                <a:lnTo>
                  <a:pt x="1087437" y="28575"/>
                </a:lnTo>
                <a:close/>
              </a:path>
              <a:path w="1087754" h="441325">
                <a:moveTo>
                  <a:pt x="28575" y="427037"/>
                </a:moveTo>
                <a:lnTo>
                  <a:pt x="14287" y="412750"/>
                </a:lnTo>
                <a:lnTo>
                  <a:pt x="28575" y="412750"/>
                </a:lnTo>
                <a:lnTo>
                  <a:pt x="28575" y="427037"/>
                </a:lnTo>
                <a:close/>
              </a:path>
              <a:path w="1087754" h="441325">
                <a:moveTo>
                  <a:pt x="1058862" y="427037"/>
                </a:moveTo>
                <a:lnTo>
                  <a:pt x="28575" y="427037"/>
                </a:lnTo>
                <a:lnTo>
                  <a:pt x="28575" y="412750"/>
                </a:lnTo>
                <a:lnTo>
                  <a:pt x="1058862" y="412750"/>
                </a:lnTo>
                <a:lnTo>
                  <a:pt x="1058862" y="427037"/>
                </a:lnTo>
                <a:close/>
              </a:path>
              <a:path w="1087754" h="441325">
                <a:moveTo>
                  <a:pt x="1087437" y="427037"/>
                </a:moveTo>
                <a:lnTo>
                  <a:pt x="1058862" y="427037"/>
                </a:lnTo>
                <a:lnTo>
                  <a:pt x="1073150" y="412750"/>
                </a:lnTo>
                <a:lnTo>
                  <a:pt x="1087437" y="412750"/>
                </a:lnTo>
                <a:lnTo>
                  <a:pt x="1087437" y="427037"/>
                </a:lnTo>
                <a:close/>
              </a:path>
            </a:pathLst>
          </a:custGeom>
          <a:solidFill>
            <a:srgbClr val="0000FF"/>
          </a:solidFill>
        </p:spPr>
        <p:txBody>
          <a:bodyPr wrap="square" lIns="0" tIns="0" rIns="0" bIns="0" rtlCol="0"/>
          <a:lstStyle/>
          <a:p>
            <a:endParaRPr/>
          </a:p>
        </p:txBody>
      </p:sp>
      <p:sp>
        <p:nvSpPr>
          <p:cNvPr id="30" name="object 30"/>
          <p:cNvSpPr txBox="1"/>
          <p:nvPr/>
        </p:nvSpPr>
        <p:spPr>
          <a:xfrm>
            <a:off x="2340292" y="5414009"/>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受控对象</a:t>
            </a:r>
            <a:endParaRPr sz="1800">
              <a:latin typeface="Noto Serif CJK JP"/>
              <a:cs typeface="Noto Serif CJK JP"/>
            </a:endParaRPr>
          </a:p>
        </p:txBody>
      </p:sp>
      <p:sp>
        <p:nvSpPr>
          <p:cNvPr id="31" name="object 31"/>
          <p:cNvSpPr/>
          <p:nvPr/>
        </p:nvSpPr>
        <p:spPr>
          <a:xfrm>
            <a:off x="4030662" y="5187950"/>
            <a:ext cx="3361054" cy="617855"/>
          </a:xfrm>
          <a:custGeom>
            <a:avLst/>
            <a:gdLst/>
            <a:ahLst/>
            <a:cxnLst/>
            <a:rect l="l" t="t" r="r" b="b"/>
            <a:pathLst>
              <a:path w="3361054" h="617854">
                <a:moveTo>
                  <a:pt x="1581150" y="0"/>
                </a:moveTo>
                <a:lnTo>
                  <a:pt x="1552575" y="0"/>
                </a:lnTo>
                <a:lnTo>
                  <a:pt x="1552575" y="28575"/>
                </a:lnTo>
                <a:lnTo>
                  <a:pt x="1552575" y="585787"/>
                </a:lnTo>
                <a:lnTo>
                  <a:pt x="28575" y="585787"/>
                </a:lnTo>
                <a:lnTo>
                  <a:pt x="28575" y="28575"/>
                </a:lnTo>
                <a:lnTo>
                  <a:pt x="1552575" y="28575"/>
                </a:lnTo>
                <a:lnTo>
                  <a:pt x="1552575" y="0"/>
                </a:lnTo>
                <a:lnTo>
                  <a:pt x="0" y="0"/>
                </a:lnTo>
                <a:lnTo>
                  <a:pt x="0" y="614362"/>
                </a:lnTo>
                <a:lnTo>
                  <a:pt x="1581150" y="614362"/>
                </a:lnTo>
                <a:lnTo>
                  <a:pt x="1581150" y="600075"/>
                </a:lnTo>
                <a:lnTo>
                  <a:pt x="1581150" y="585787"/>
                </a:lnTo>
                <a:lnTo>
                  <a:pt x="1581150" y="28575"/>
                </a:lnTo>
                <a:lnTo>
                  <a:pt x="1581150" y="14287"/>
                </a:lnTo>
                <a:lnTo>
                  <a:pt x="1581150" y="0"/>
                </a:lnTo>
                <a:close/>
              </a:path>
              <a:path w="3361054" h="617854">
                <a:moveTo>
                  <a:pt x="3360737" y="1587"/>
                </a:moveTo>
                <a:lnTo>
                  <a:pt x="3332162" y="1587"/>
                </a:lnTo>
                <a:lnTo>
                  <a:pt x="3332162" y="30162"/>
                </a:lnTo>
                <a:lnTo>
                  <a:pt x="3332162" y="588962"/>
                </a:lnTo>
                <a:lnTo>
                  <a:pt x="1928812" y="588962"/>
                </a:lnTo>
                <a:lnTo>
                  <a:pt x="1928812" y="30162"/>
                </a:lnTo>
                <a:lnTo>
                  <a:pt x="3332162" y="30162"/>
                </a:lnTo>
                <a:lnTo>
                  <a:pt x="3332162" y="1587"/>
                </a:lnTo>
                <a:lnTo>
                  <a:pt x="1900237" y="1587"/>
                </a:lnTo>
                <a:lnTo>
                  <a:pt x="1900237" y="617537"/>
                </a:lnTo>
                <a:lnTo>
                  <a:pt x="3360737" y="617537"/>
                </a:lnTo>
                <a:lnTo>
                  <a:pt x="3360737" y="603250"/>
                </a:lnTo>
                <a:lnTo>
                  <a:pt x="3360737" y="588962"/>
                </a:lnTo>
                <a:lnTo>
                  <a:pt x="3360737" y="30162"/>
                </a:lnTo>
                <a:lnTo>
                  <a:pt x="3360737" y="15875"/>
                </a:lnTo>
                <a:lnTo>
                  <a:pt x="3360737" y="1587"/>
                </a:lnTo>
                <a:close/>
              </a:path>
            </a:pathLst>
          </a:custGeom>
          <a:solidFill>
            <a:srgbClr val="0000FF"/>
          </a:solidFill>
        </p:spPr>
        <p:txBody>
          <a:bodyPr wrap="square" lIns="0" tIns="0" rIns="0" bIns="0" rtlCol="0"/>
          <a:lstStyle/>
          <a:p>
            <a:endParaRPr/>
          </a:p>
        </p:txBody>
      </p:sp>
      <p:sp>
        <p:nvSpPr>
          <p:cNvPr id="32" name="object 32"/>
          <p:cNvSpPr txBox="1"/>
          <p:nvPr/>
        </p:nvSpPr>
        <p:spPr>
          <a:xfrm>
            <a:off x="4122420" y="5370195"/>
            <a:ext cx="3091180" cy="299720"/>
          </a:xfrm>
          <a:prstGeom prst="rect">
            <a:avLst/>
          </a:prstGeom>
        </p:spPr>
        <p:txBody>
          <a:bodyPr vert="horz" wrap="square" lIns="0" tIns="12700" rIns="0" bIns="0" rtlCol="0">
            <a:spAutoFit/>
          </a:bodyPr>
          <a:lstStyle/>
          <a:p>
            <a:pPr marL="12700">
              <a:lnSpc>
                <a:spcPct val="100000"/>
              </a:lnSpc>
              <a:spcBef>
                <a:spcPts val="100"/>
              </a:spcBef>
              <a:tabLst>
                <a:tab pos="1998345" algn="l"/>
              </a:tabLst>
            </a:pPr>
            <a:r>
              <a:rPr sz="1800" dirty="0">
                <a:solidFill>
                  <a:srgbClr val="0000FF"/>
                </a:solidFill>
                <a:latin typeface="Noto Serif CJK JP"/>
                <a:cs typeface="Noto Serif CJK JP"/>
              </a:rPr>
              <a:t>放大驱动电</a:t>
            </a:r>
            <a:r>
              <a:rPr sz="1800" spc="-50" dirty="0">
                <a:solidFill>
                  <a:srgbClr val="0000FF"/>
                </a:solidFill>
                <a:latin typeface="Noto Serif CJK JP"/>
                <a:cs typeface="Noto Serif CJK JP"/>
              </a:rPr>
              <a:t>路</a:t>
            </a:r>
            <a:r>
              <a:rPr sz="1800" dirty="0">
                <a:solidFill>
                  <a:srgbClr val="0000FF"/>
                </a:solidFill>
                <a:latin typeface="Noto Serif CJK JP"/>
                <a:cs typeface="Noto Serif CJK JP"/>
              </a:rPr>
              <a:t>	</a:t>
            </a:r>
            <a:r>
              <a:rPr sz="1800" spc="-10" dirty="0">
                <a:solidFill>
                  <a:srgbClr val="0000FF"/>
                </a:solidFill>
                <a:latin typeface="Times New Roman" panose="02020603050405020304"/>
                <a:cs typeface="Times New Roman" panose="02020603050405020304"/>
              </a:rPr>
              <a:t>D/A</a:t>
            </a:r>
            <a:r>
              <a:rPr sz="1800" spc="-25" dirty="0">
                <a:solidFill>
                  <a:srgbClr val="0000FF"/>
                </a:solidFill>
                <a:latin typeface="Noto Serif CJK JP"/>
                <a:cs typeface="Noto Serif CJK JP"/>
              </a:rPr>
              <a:t>转换</a:t>
            </a:r>
            <a:r>
              <a:rPr sz="1800" spc="-50" dirty="0">
                <a:solidFill>
                  <a:srgbClr val="0000FF"/>
                </a:solidFill>
                <a:latin typeface="Noto Serif CJK JP"/>
                <a:cs typeface="Noto Serif CJK JP"/>
              </a:rPr>
              <a:t>器</a:t>
            </a:r>
            <a:endParaRPr sz="1800">
              <a:latin typeface="Noto Serif CJK JP"/>
              <a:cs typeface="Noto Serif CJK JP"/>
            </a:endParaRPr>
          </a:p>
        </p:txBody>
      </p:sp>
      <p:grpSp>
        <p:nvGrpSpPr>
          <p:cNvPr id="33" name="object 33"/>
          <p:cNvGrpSpPr/>
          <p:nvPr/>
        </p:nvGrpSpPr>
        <p:grpSpPr>
          <a:xfrm>
            <a:off x="3376612" y="4613275"/>
            <a:ext cx="5128260" cy="935355"/>
            <a:chOff x="3376612" y="4613275"/>
            <a:chExt cx="5128260" cy="935355"/>
          </a:xfrm>
        </p:grpSpPr>
        <p:sp>
          <p:nvSpPr>
            <p:cNvPr id="34" name="object 34"/>
            <p:cNvSpPr/>
            <p:nvPr/>
          </p:nvSpPr>
          <p:spPr>
            <a:xfrm>
              <a:off x="5600700" y="5449620"/>
              <a:ext cx="347980" cy="57150"/>
            </a:xfrm>
            <a:custGeom>
              <a:avLst/>
              <a:gdLst/>
              <a:ahLst/>
              <a:cxnLst/>
              <a:rect l="l" t="t" r="r" b="b"/>
              <a:pathLst>
                <a:path w="347979" h="57150">
                  <a:moveTo>
                    <a:pt x="28638" y="42995"/>
                  </a:moveTo>
                  <a:lnTo>
                    <a:pt x="0" y="28841"/>
                  </a:lnTo>
                  <a:lnTo>
                    <a:pt x="57023" y="0"/>
                  </a:lnTo>
                  <a:lnTo>
                    <a:pt x="57086" y="14296"/>
                  </a:lnTo>
                  <a:lnTo>
                    <a:pt x="28511" y="14427"/>
                  </a:lnTo>
                  <a:lnTo>
                    <a:pt x="28638" y="42995"/>
                  </a:lnTo>
                  <a:close/>
                </a:path>
                <a:path w="347979" h="57150">
                  <a:moveTo>
                    <a:pt x="57213" y="42871"/>
                  </a:moveTo>
                  <a:lnTo>
                    <a:pt x="57086" y="14296"/>
                  </a:lnTo>
                  <a:lnTo>
                    <a:pt x="347599" y="12966"/>
                  </a:lnTo>
                  <a:lnTo>
                    <a:pt x="347725" y="41541"/>
                  </a:lnTo>
                  <a:lnTo>
                    <a:pt x="57213" y="42871"/>
                  </a:lnTo>
                  <a:close/>
                </a:path>
                <a:path w="347979" h="57150">
                  <a:moveTo>
                    <a:pt x="28651" y="43002"/>
                  </a:moveTo>
                  <a:lnTo>
                    <a:pt x="28511" y="14427"/>
                  </a:lnTo>
                  <a:lnTo>
                    <a:pt x="57086" y="14296"/>
                  </a:lnTo>
                  <a:lnTo>
                    <a:pt x="57213" y="42871"/>
                  </a:lnTo>
                  <a:lnTo>
                    <a:pt x="28651" y="43002"/>
                  </a:lnTo>
                  <a:close/>
                </a:path>
                <a:path w="347979" h="57150">
                  <a:moveTo>
                    <a:pt x="57276" y="57150"/>
                  </a:moveTo>
                  <a:lnTo>
                    <a:pt x="28651" y="43002"/>
                  </a:lnTo>
                  <a:lnTo>
                    <a:pt x="57213" y="42871"/>
                  </a:lnTo>
                  <a:lnTo>
                    <a:pt x="57276" y="57150"/>
                  </a:lnTo>
                  <a:close/>
                </a:path>
              </a:pathLst>
            </a:custGeom>
            <a:solidFill>
              <a:srgbClr val="CC3300"/>
            </a:solidFill>
          </p:spPr>
          <p:txBody>
            <a:bodyPr wrap="square" lIns="0" tIns="0" rIns="0" bIns="0" rtlCol="0"/>
            <a:lstStyle/>
            <a:p>
              <a:endParaRPr/>
            </a:p>
          </p:txBody>
        </p:sp>
        <p:sp>
          <p:nvSpPr>
            <p:cNvPr id="35" name="object 35"/>
            <p:cNvSpPr/>
            <p:nvPr/>
          </p:nvSpPr>
          <p:spPr>
            <a:xfrm>
              <a:off x="3377184" y="5498591"/>
              <a:ext cx="681355" cy="1905"/>
            </a:xfrm>
            <a:custGeom>
              <a:avLst/>
              <a:gdLst/>
              <a:ahLst/>
              <a:cxnLst/>
              <a:rect l="l" t="t" r="r" b="b"/>
              <a:pathLst>
                <a:path w="681354" h="1904">
                  <a:moveTo>
                    <a:pt x="0" y="1524"/>
                  </a:moveTo>
                  <a:lnTo>
                    <a:pt x="681227" y="0"/>
                  </a:lnTo>
                </a:path>
              </a:pathLst>
            </a:custGeom>
            <a:solidFill>
              <a:srgbClr val="FFFFFF"/>
            </a:solidFill>
          </p:spPr>
          <p:txBody>
            <a:bodyPr wrap="square" lIns="0" tIns="0" rIns="0" bIns="0" rtlCol="0"/>
            <a:lstStyle/>
            <a:p>
              <a:endParaRPr/>
            </a:p>
          </p:txBody>
        </p:sp>
        <p:sp>
          <p:nvSpPr>
            <p:cNvPr id="36" name="object 36"/>
            <p:cNvSpPr/>
            <p:nvPr/>
          </p:nvSpPr>
          <p:spPr>
            <a:xfrm>
              <a:off x="3376612" y="5471972"/>
              <a:ext cx="681355" cy="57150"/>
            </a:xfrm>
            <a:custGeom>
              <a:avLst/>
              <a:gdLst/>
              <a:ahLst/>
              <a:cxnLst/>
              <a:rect l="l" t="t" r="r" b="b"/>
              <a:pathLst>
                <a:path w="681354" h="57150">
                  <a:moveTo>
                    <a:pt x="28613" y="42935"/>
                  </a:moveTo>
                  <a:lnTo>
                    <a:pt x="0" y="28714"/>
                  </a:lnTo>
                  <a:lnTo>
                    <a:pt x="57086" y="0"/>
                  </a:lnTo>
                  <a:lnTo>
                    <a:pt x="57118" y="14296"/>
                  </a:lnTo>
                  <a:lnTo>
                    <a:pt x="28536" y="14363"/>
                  </a:lnTo>
                  <a:lnTo>
                    <a:pt x="28613" y="42935"/>
                  </a:lnTo>
                  <a:close/>
                </a:path>
                <a:path w="681354" h="57150">
                  <a:moveTo>
                    <a:pt x="57181" y="42871"/>
                  </a:moveTo>
                  <a:lnTo>
                    <a:pt x="57118" y="14296"/>
                  </a:lnTo>
                  <a:lnTo>
                    <a:pt x="680999" y="12839"/>
                  </a:lnTo>
                  <a:lnTo>
                    <a:pt x="681075" y="41414"/>
                  </a:lnTo>
                  <a:lnTo>
                    <a:pt x="57181" y="42871"/>
                  </a:lnTo>
                  <a:close/>
                </a:path>
                <a:path w="681354" h="57150">
                  <a:moveTo>
                    <a:pt x="28619" y="42938"/>
                  </a:moveTo>
                  <a:lnTo>
                    <a:pt x="28536" y="14363"/>
                  </a:lnTo>
                  <a:lnTo>
                    <a:pt x="57118" y="14296"/>
                  </a:lnTo>
                  <a:lnTo>
                    <a:pt x="57181" y="42871"/>
                  </a:lnTo>
                  <a:lnTo>
                    <a:pt x="28619" y="42938"/>
                  </a:lnTo>
                  <a:close/>
                </a:path>
                <a:path w="681354" h="57150">
                  <a:moveTo>
                    <a:pt x="57213" y="57150"/>
                  </a:moveTo>
                  <a:lnTo>
                    <a:pt x="28619" y="42938"/>
                  </a:lnTo>
                  <a:lnTo>
                    <a:pt x="57181" y="42871"/>
                  </a:lnTo>
                  <a:lnTo>
                    <a:pt x="57213" y="57150"/>
                  </a:lnTo>
                  <a:close/>
                </a:path>
              </a:pathLst>
            </a:custGeom>
            <a:solidFill>
              <a:srgbClr val="0000FF"/>
            </a:solidFill>
          </p:spPr>
          <p:txBody>
            <a:bodyPr wrap="square" lIns="0" tIns="0" rIns="0" bIns="0" rtlCol="0"/>
            <a:lstStyle/>
            <a:p>
              <a:endParaRPr/>
            </a:p>
          </p:txBody>
        </p:sp>
        <p:sp>
          <p:nvSpPr>
            <p:cNvPr id="37" name="object 37"/>
            <p:cNvSpPr/>
            <p:nvPr/>
          </p:nvSpPr>
          <p:spPr>
            <a:xfrm>
              <a:off x="7394575" y="4613275"/>
              <a:ext cx="1110615" cy="919480"/>
            </a:xfrm>
            <a:custGeom>
              <a:avLst/>
              <a:gdLst/>
              <a:ahLst/>
              <a:cxnLst/>
              <a:rect l="l" t="t" r="r" b="b"/>
              <a:pathLst>
                <a:path w="1110615" h="919479">
                  <a:moveTo>
                    <a:pt x="1081417" y="890435"/>
                  </a:moveTo>
                  <a:lnTo>
                    <a:pt x="1081417" y="0"/>
                  </a:lnTo>
                  <a:lnTo>
                    <a:pt x="1109992" y="0"/>
                  </a:lnTo>
                  <a:lnTo>
                    <a:pt x="1109992" y="876147"/>
                  </a:lnTo>
                  <a:lnTo>
                    <a:pt x="1095705" y="876147"/>
                  </a:lnTo>
                  <a:lnTo>
                    <a:pt x="1081417" y="890435"/>
                  </a:lnTo>
                  <a:close/>
                </a:path>
                <a:path w="1110615" h="919479">
                  <a:moveTo>
                    <a:pt x="57150" y="919010"/>
                  </a:moveTo>
                  <a:lnTo>
                    <a:pt x="28575" y="904722"/>
                  </a:lnTo>
                  <a:lnTo>
                    <a:pt x="28575" y="876147"/>
                  </a:lnTo>
                  <a:lnTo>
                    <a:pt x="57150" y="861860"/>
                  </a:lnTo>
                  <a:lnTo>
                    <a:pt x="57150" y="919010"/>
                  </a:lnTo>
                  <a:close/>
                </a:path>
                <a:path w="1110615" h="919479">
                  <a:moveTo>
                    <a:pt x="28575" y="904722"/>
                  </a:moveTo>
                  <a:lnTo>
                    <a:pt x="0" y="890435"/>
                  </a:lnTo>
                  <a:lnTo>
                    <a:pt x="28575" y="876147"/>
                  </a:lnTo>
                  <a:lnTo>
                    <a:pt x="28575" y="904722"/>
                  </a:lnTo>
                  <a:close/>
                </a:path>
                <a:path w="1110615" h="919479">
                  <a:moveTo>
                    <a:pt x="1095705" y="904722"/>
                  </a:moveTo>
                  <a:lnTo>
                    <a:pt x="57150" y="904722"/>
                  </a:lnTo>
                  <a:lnTo>
                    <a:pt x="57150" y="876147"/>
                  </a:lnTo>
                  <a:lnTo>
                    <a:pt x="1081417" y="876147"/>
                  </a:lnTo>
                  <a:lnTo>
                    <a:pt x="1081417" y="890435"/>
                  </a:lnTo>
                  <a:lnTo>
                    <a:pt x="1109992" y="890435"/>
                  </a:lnTo>
                  <a:lnTo>
                    <a:pt x="1098486" y="904443"/>
                  </a:lnTo>
                  <a:lnTo>
                    <a:pt x="1095705" y="904722"/>
                  </a:lnTo>
                  <a:close/>
                </a:path>
                <a:path w="1110615" h="919479">
                  <a:moveTo>
                    <a:pt x="1109992" y="890435"/>
                  </a:moveTo>
                  <a:lnTo>
                    <a:pt x="1081417" y="890435"/>
                  </a:lnTo>
                  <a:lnTo>
                    <a:pt x="1095705" y="876147"/>
                  </a:lnTo>
                  <a:lnTo>
                    <a:pt x="1109992" y="876147"/>
                  </a:lnTo>
                  <a:lnTo>
                    <a:pt x="1109992" y="890435"/>
                  </a:lnTo>
                  <a:close/>
                </a:path>
              </a:pathLst>
            </a:custGeom>
            <a:solidFill>
              <a:srgbClr val="CC3300"/>
            </a:solidFill>
          </p:spPr>
          <p:txBody>
            <a:bodyPr wrap="square" lIns="0" tIns="0" rIns="0" bIns="0" rtlCol="0"/>
            <a:lstStyle/>
            <a:p>
              <a:endParaRPr/>
            </a:p>
          </p:txBody>
        </p:sp>
        <p:sp>
          <p:nvSpPr>
            <p:cNvPr id="38" name="object 38"/>
            <p:cNvSpPr/>
            <p:nvPr/>
          </p:nvSpPr>
          <p:spPr>
            <a:xfrm>
              <a:off x="3635692" y="4619815"/>
              <a:ext cx="4867910" cy="928369"/>
            </a:xfrm>
            <a:custGeom>
              <a:avLst/>
              <a:gdLst/>
              <a:ahLst/>
              <a:cxnLst/>
              <a:rect l="l" t="t" r="r" b="b"/>
              <a:pathLst>
                <a:path w="4867909" h="928370">
                  <a:moveTo>
                    <a:pt x="4867910" y="157480"/>
                  </a:moveTo>
                  <a:lnTo>
                    <a:pt x="4862906" y="118110"/>
                  </a:lnTo>
                  <a:lnTo>
                    <a:pt x="4856658" y="99060"/>
                  </a:lnTo>
                  <a:lnTo>
                    <a:pt x="4855527" y="96520"/>
                  </a:lnTo>
                  <a:lnTo>
                    <a:pt x="4852276" y="88900"/>
                  </a:lnTo>
                  <a:lnTo>
                    <a:pt x="4848885" y="82550"/>
                  </a:lnTo>
                  <a:lnTo>
                    <a:pt x="4845088" y="74930"/>
                  </a:lnTo>
                  <a:lnTo>
                    <a:pt x="4844262" y="73660"/>
                  </a:lnTo>
                  <a:lnTo>
                    <a:pt x="4840973" y="68580"/>
                  </a:lnTo>
                  <a:lnTo>
                    <a:pt x="4836579" y="63500"/>
                  </a:lnTo>
                  <a:lnTo>
                    <a:pt x="4835639" y="62230"/>
                  </a:lnTo>
                  <a:lnTo>
                    <a:pt x="4831893" y="57150"/>
                  </a:lnTo>
                  <a:lnTo>
                    <a:pt x="4826927" y="50800"/>
                  </a:lnTo>
                  <a:lnTo>
                    <a:pt x="4798326" y="26670"/>
                  </a:lnTo>
                  <a:lnTo>
                    <a:pt x="4793373" y="22860"/>
                  </a:lnTo>
                  <a:lnTo>
                    <a:pt x="4791722" y="21590"/>
                  </a:lnTo>
                  <a:lnTo>
                    <a:pt x="4785296" y="19050"/>
                  </a:lnTo>
                  <a:lnTo>
                    <a:pt x="4778489" y="15240"/>
                  </a:lnTo>
                  <a:lnTo>
                    <a:pt x="4771479" y="11430"/>
                  </a:lnTo>
                  <a:lnTo>
                    <a:pt x="4764303" y="8890"/>
                  </a:lnTo>
                  <a:lnTo>
                    <a:pt x="4749470" y="3810"/>
                  </a:lnTo>
                  <a:lnTo>
                    <a:pt x="4726127" y="0"/>
                  </a:lnTo>
                  <a:lnTo>
                    <a:pt x="142024" y="0"/>
                  </a:lnTo>
                  <a:lnTo>
                    <a:pt x="118440" y="3810"/>
                  </a:lnTo>
                  <a:lnTo>
                    <a:pt x="110947" y="6350"/>
                  </a:lnTo>
                  <a:lnTo>
                    <a:pt x="96634" y="11430"/>
                  </a:lnTo>
                  <a:lnTo>
                    <a:pt x="89636" y="15240"/>
                  </a:lnTo>
                  <a:lnTo>
                    <a:pt x="82816" y="17780"/>
                  </a:lnTo>
                  <a:lnTo>
                    <a:pt x="76187" y="21590"/>
                  </a:lnTo>
                  <a:lnTo>
                    <a:pt x="69773" y="26670"/>
                  </a:lnTo>
                  <a:lnTo>
                    <a:pt x="63576" y="30480"/>
                  </a:lnTo>
                  <a:lnTo>
                    <a:pt x="36169" y="57150"/>
                  </a:lnTo>
                  <a:lnTo>
                    <a:pt x="31470" y="62230"/>
                  </a:lnTo>
                  <a:lnTo>
                    <a:pt x="27063" y="68580"/>
                  </a:lnTo>
                  <a:lnTo>
                    <a:pt x="22821" y="74930"/>
                  </a:lnTo>
                  <a:lnTo>
                    <a:pt x="19138" y="82550"/>
                  </a:lnTo>
                  <a:lnTo>
                    <a:pt x="15633" y="88900"/>
                  </a:lnTo>
                  <a:lnTo>
                    <a:pt x="3238" y="125730"/>
                  </a:lnTo>
                  <a:lnTo>
                    <a:pt x="0" y="157480"/>
                  </a:lnTo>
                  <a:lnTo>
                    <a:pt x="0" y="770890"/>
                  </a:lnTo>
                  <a:lnTo>
                    <a:pt x="5003" y="810260"/>
                  </a:lnTo>
                  <a:lnTo>
                    <a:pt x="9550" y="824230"/>
                  </a:lnTo>
                  <a:lnTo>
                    <a:pt x="12382" y="831850"/>
                  </a:lnTo>
                  <a:lnTo>
                    <a:pt x="36017" y="871220"/>
                  </a:lnTo>
                  <a:lnTo>
                    <a:pt x="40982" y="876300"/>
                  </a:lnTo>
                  <a:lnTo>
                    <a:pt x="46215" y="882650"/>
                  </a:lnTo>
                  <a:lnTo>
                    <a:pt x="51701" y="887730"/>
                  </a:lnTo>
                  <a:lnTo>
                    <a:pt x="57429" y="892810"/>
                  </a:lnTo>
                  <a:lnTo>
                    <a:pt x="63398" y="896620"/>
                  </a:lnTo>
                  <a:lnTo>
                    <a:pt x="69583" y="901700"/>
                  </a:lnTo>
                  <a:lnTo>
                    <a:pt x="76187" y="905510"/>
                  </a:lnTo>
                  <a:lnTo>
                    <a:pt x="82613" y="909320"/>
                  </a:lnTo>
                  <a:lnTo>
                    <a:pt x="89420" y="913130"/>
                  </a:lnTo>
                  <a:lnTo>
                    <a:pt x="96418" y="915670"/>
                  </a:lnTo>
                  <a:lnTo>
                    <a:pt x="103606" y="919480"/>
                  </a:lnTo>
                  <a:lnTo>
                    <a:pt x="110947" y="922020"/>
                  </a:lnTo>
                  <a:lnTo>
                    <a:pt x="118440" y="923290"/>
                  </a:lnTo>
                  <a:lnTo>
                    <a:pt x="126085" y="925830"/>
                  </a:lnTo>
                  <a:lnTo>
                    <a:pt x="141782" y="928370"/>
                  </a:lnTo>
                  <a:lnTo>
                    <a:pt x="4725886" y="928370"/>
                  </a:lnTo>
                  <a:lnTo>
                    <a:pt x="4741583" y="925830"/>
                  </a:lnTo>
                  <a:lnTo>
                    <a:pt x="4749241" y="923290"/>
                  </a:lnTo>
                  <a:lnTo>
                    <a:pt x="4756963" y="922020"/>
                  </a:lnTo>
                  <a:lnTo>
                    <a:pt x="4764087" y="919480"/>
                  </a:lnTo>
                  <a:lnTo>
                    <a:pt x="4771275" y="915670"/>
                  </a:lnTo>
                  <a:lnTo>
                    <a:pt x="4778273" y="913130"/>
                  </a:lnTo>
                  <a:lnTo>
                    <a:pt x="4785093" y="909320"/>
                  </a:lnTo>
                  <a:lnTo>
                    <a:pt x="4787303" y="908050"/>
                  </a:lnTo>
                  <a:lnTo>
                    <a:pt x="4791722" y="905510"/>
                  </a:lnTo>
                  <a:lnTo>
                    <a:pt x="4798136" y="901700"/>
                  </a:lnTo>
                  <a:lnTo>
                    <a:pt x="4804334" y="897890"/>
                  </a:lnTo>
                  <a:lnTo>
                    <a:pt x="4810303" y="892810"/>
                  </a:lnTo>
                  <a:lnTo>
                    <a:pt x="4813173" y="890270"/>
                  </a:lnTo>
                  <a:lnTo>
                    <a:pt x="4816043" y="887730"/>
                  </a:lnTo>
                  <a:lnTo>
                    <a:pt x="4821694" y="882650"/>
                  </a:lnTo>
                  <a:lnTo>
                    <a:pt x="4826774" y="876300"/>
                  </a:lnTo>
                  <a:lnTo>
                    <a:pt x="4831740" y="871220"/>
                  </a:lnTo>
                  <a:lnTo>
                    <a:pt x="4850866" y="842010"/>
                  </a:lnTo>
                  <a:lnTo>
                    <a:pt x="4852276" y="839470"/>
                  </a:lnTo>
                  <a:lnTo>
                    <a:pt x="4853851" y="835660"/>
                  </a:lnTo>
                  <a:lnTo>
                    <a:pt x="4855438" y="831850"/>
                  </a:lnTo>
                  <a:lnTo>
                    <a:pt x="4858270" y="825500"/>
                  </a:lnTo>
                  <a:lnTo>
                    <a:pt x="4860772" y="817880"/>
                  </a:lnTo>
                  <a:lnTo>
                    <a:pt x="4861484" y="815340"/>
                  </a:lnTo>
                  <a:lnTo>
                    <a:pt x="4862906" y="810260"/>
                  </a:lnTo>
                  <a:lnTo>
                    <a:pt x="4864671" y="802640"/>
                  </a:lnTo>
                  <a:lnTo>
                    <a:pt x="4866068" y="795020"/>
                  </a:lnTo>
                  <a:lnTo>
                    <a:pt x="4866233" y="793750"/>
                  </a:lnTo>
                  <a:lnTo>
                    <a:pt x="4867084" y="787400"/>
                  </a:lnTo>
                  <a:lnTo>
                    <a:pt x="4867694" y="778510"/>
                  </a:lnTo>
                  <a:lnTo>
                    <a:pt x="4867910" y="770890"/>
                  </a:lnTo>
                  <a:lnTo>
                    <a:pt x="4867910" y="157480"/>
                  </a:lnTo>
                  <a:close/>
                </a:path>
              </a:pathLst>
            </a:custGeom>
            <a:solidFill>
              <a:srgbClr val="0000FF"/>
            </a:solidFill>
          </p:spPr>
          <p:txBody>
            <a:bodyPr wrap="square" lIns="0" tIns="0" rIns="0" bIns="0" rtlCol="0"/>
            <a:lstStyle/>
            <a:p>
              <a:endParaRPr/>
            </a:p>
          </p:txBody>
        </p:sp>
      </p:grpSp>
      <p:sp>
        <p:nvSpPr>
          <p:cNvPr id="39" name="object 39"/>
          <p:cNvSpPr txBox="1"/>
          <p:nvPr/>
        </p:nvSpPr>
        <p:spPr>
          <a:xfrm>
            <a:off x="3151187" y="4688522"/>
            <a:ext cx="5236210" cy="391160"/>
          </a:xfrm>
          <a:prstGeom prst="rect">
            <a:avLst/>
          </a:prstGeom>
        </p:spPr>
        <p:txBody>
          <a:bodyPr vert="horz" wrap="square" lIns="0" tIns="12700" rIns="0" bIns="0" rtlCol="0">
            <a:spAutoFit/>
          </a:bodyPr>
          <a:lstStyle/>
          <a:p>
            <a:pPr marL="38100">
              <a:lnSpc>
                <a:spcPct val="100000"/>
              </a:lnSpc>
              <a:spcBef>
                <a:spcPts val="100"/>
              </a:spcBef>
            </a:pPr>
            <a:r>
              <a:rPr sz="2700" spc="-390" baseline="-14000" dirty="0">
                <a:solidFill>
                  <a:srgbClr val="0000FF"/>
                </a:solidFill>
                <a:latin typeface="Noto Serif CJK JP"/>
                <a:cs typeface="Noto Serif CJK JP"/>
              </a:rPr>
              <a:t>控制信</a:t>
            </a:r>
            <a:r>
              <a:rPr sz="2400" spc="-1630" dirty="0">
                <a:solidFill>
                  <a:srgbClr val="FFFFFF"/>
                </a:solidFill>
                <a:latin typeface="Noto Sans Mono CJK HK"/>
                <a:cs typeface="Noto Sans Mono CJK HK"/>
              </a:rPr>
              <a:t>低</a:t>
            </a:r>
            <a:r>
              <a:rPr sz="2700" spc="-262" baseline="-14000" dirty="0">
                <a:solidFill>
                  <a:srgbClr val="0000FF"/>
                </a:solidFill>
                <a:latin typeface="Noto Serif CJK JP"/>
                <a:cs typeface="Noto Serif CJK JP"/>
              </a:rPr>
              <a:t>号</a:t>
            </a:r>
            <a:r>
              <a:rPr sz="2400" dirty="0">
                <a:solidFill>
                  <a:srgbClr val="FFFFFF"/>
                </a:solidFill>
                <a:latin typeface="Noto Sans Mono CJK HK"/>
                <a:cs typeface="Noto Sans Mono CJK HK"/>
              </a:rPr>
              <a:t>通滤波</a:t>
            </a:r>
            <a:r>
              <a:rPr sz="2400" spc="-2105" dirty="0">
                <a:solidFill>
                  <a:srgbClr val="FFFFFF"/>
                </a:solidFill>
                <a:latin typeface="Noto Sans Mono CJK HK"/>
                <a:cs typeface="Noto Sans Mono CJK HK"/>
              </a:rPr>
              <a:t>器</a:t>
            </a:r>
            <a:r>
              <a:rPr sz="2700" spc="-1125" baseline="-14000" dirty="0">
                <a:solidFill>
                  <a:srgbClr val="0000FF"/>
                </a:solidFill>
                <a:latin typeface="Noto Serif CJK JP"/>
                <a:cs typeface="Noto Serif CJK JP"/>
              </a:rPr>
              <a:t>模拟</a:t>
            </a:r>
            <a:r>
              <a:rPr sz="2400" spc="-905" dirty="0">
                <a:solidFill>
                  <a:srgbClr val="FFFFFF"/>
                </a:solidFill>
                <a:latin typeface="Noto Sans Mono CJK HK"/>
                <a:cs typeface="Noto Sans Mono CJK HK"/>
              </a:rPr>
              <a:t>用</a:t>
            </a:r>
            <a:r>
              <a:rPr sz="2700" spc="-1350" baseline="-14000" dirty="0">
                <a:solidFill>
                  <a:srgbClr val="0000FF"/>
                </a:solidFill>
                <a:latin typeface="Noto Serif CJK JP"/>
                <a:cs typeface="Noto Serif CJK JP"/>
              </a:rPr>
              <a:t>信</a:t>
            </a:r>
            <a:r>
              <a:rPr sz="2400" spc="-1505" dirty="0">
                <a:solidFill>
                  <a:srgbClr val="FFFFFF"/>
                </a:solidFill>
                <a:latin typeface="Noto Sans Mono CJK HK"/>
                <a:cs typeface="Noto Sans Mono CJK HK"/>
              </a:rPr>
              <a:t>于</a:t>
            </a:r>
            <a:r>
              <a:rPr sz="2700" spc="-450" baseline="-14000" dirty="0">
                <a:solidFill>
                  <a:srgbClr val="0000FF"/>
                </a:solidFill>
                <a:latin typeface="Noto Serif CJK JP"/>
                <a:cs typeface="Noto Serif CJK JP"/>
              </a:rPr>
              <a:t>号</a:t>
            </a:r>
            <a:r>
              <a:rPr sz="2400" spc="-10" dirty="0">
                <a:solidFill>
                  <a:srgbClr val="FFFFFF"/>
                </a:solidFill>
                <a:latin typeface="Noto Sans Mono CJK HK"/>
                <a:cs typeface="Noto Sans Mono CJK HK"/>
              </a:rPr>
              <a:t>降低噪声、滤去高</a:t>
            </a:r>
            <a:endParaRPr sz="2400">
              <a:latin typeface="Noto Sans Mono CJK HK"/>
              <a:cs typeface="Noto Sans Mono CJK HK"/>
            </a:endParaRPr>
          </a:p>
        </p:txBody>
      </p:sp>
      <p:sp>
        <p:nvSpPr>
          <p:cNvPr id="43" name="object 43"/>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9</a:t>
            </a:fld>
            <a:endParaRPr spc="-25" dirty="0"/>
          </a:p>
        </p:txBody>
      </p:sp>
      <p:sp>
        <p:nvSpPr>
          <p:cNvPr id="40" name="object 40"/>
          <p:cNvSpPr txBox="1"/>
          <p:nvPr/>
        </p:nvSpPr>
        <p:spPr>
          <a:xfrm>
            <a:off x="342029" y="3248025"/>
            <a:ext cx="278765" cy="254000"/>
          </a:xfrm>
          <a:prstGeom prst="rect">
            <a:avLst/>
          </a:prstGeom>
        </p:spPr>
        <p:txBody>
          <a:bodyPr vert="vert" wrap="square" lIns="0" tIns="0" rIns="0" bIns="0" rtlCol="0">
            <a:spAutoFit/>
          </a:bodyPr>
          <a:lstStyle/>
          <a:p>
            <a:pPr marL="12700">
              <a:lnSpc>
                <a:spcPts val="2065"/>
              </a:lnSpc>
            </a:pPr>
            <a:r>
              <a:rPr sz="1800" spc="-50" dirty="0">
                <a:solidFill>
                  <a:srgbClr val="0000FF"/>
                </a:solidFill>
                <a:latin typeface="Times New Roman" panose="02020603050405020304"/>
                <a:cs typeface="Times New Roman" panose="02020603050405020304"/>
              </a:rPr>
              <a:t>…</a:t>
            </a:r>
            <a:endParaRPr sz="1800">
              <a:latin typeface="Times New Roman" panose="02020603050405020304"/>
              <a:cs typeface="Times New Roman" panose="02020603050405020304"/>
            </a:endParaRPr>
          </a:p>
        </p:txBody>
      </p:sp>
      <p:sp>
        <p:nvSpPr>
          <p:cNvPr id="41" name="object 41"/>
          <p:cNvSpPr txBox="1">
            <a:spLocks noGrp="1"/>
          </p:cNvSpPr>
          <p:nvPr>
            <p:ph type="title"/>
          </p:nvPr>
        </p:nvSpPr>
        <p:spPr>
          <a:xfrm>
            <a:off x="423811" y="146405"/>
            <a:ext cx="1625600" cy="442595"/>
          </a:xfrm>
          <a:prstGeom prst="rect">
            <a:avLst/>
          </a:prstGeom>
        </p:spPr>
        <p:txBody>
          <a:bodyPr vert="horz" wrap="square" lIns="0" tIns="12065" rIns="0" bIns="0" rtlCol="0">
            <a:spAutoFit/>
          </a:bodyPr>
          <a:lstStyle/>
          <a:p>
            <a:pPr marL="12700">
              <a:lnSpc>
                <a:spcPct val="100000"/>
              </a:lnSpc>
              <a:spcBef>
                <a:spcPts val="95"/>
              </a:spcBef>
              <a:tabLst>
                <a:tab pos="901700" algn="l"/>
              </a:tabLst>
            </a:pPr>
            <a:r>
              <a:rPr spc="-20" dirty="0">
                <a:latin typeface="Arial" panose="020B0604020202020204"/>
                <a:cs typeface="Arial" panose="020B0604020202020204"/>
              </a:rPr>
              <a:t>9.1</a:t>
            </a:r>
            <a:r>
              <a:rPr dirty="0">
                <a:latin typeface="Arial" panose="020B0604020202020204"/>
                <a:cs typeface="Arial" panose="020B0604020202020204"/>
              </a:rPr>
              <a:t>	</a:t>
            </a:r>
            <a:r>
              <a:rPr spc="-40" dirty="0"/>
              <a:t>概述</a:t>
            </a:r>
          </a:p>
        </p:txBody>
      </p:sp>
      <p:sp>
        <p:nvSpPr>
          <p:cNvPr id="42" name="object 42"/>
          <p:cNvSpPr txBox="1"/>
          <p:nvPr/>
        </p:nvSpPr>
        <p:spPr>
          <a:xfrm>
            <a:off x="3764089" y="5054282"/>
            <a:ext cx="276860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FFFF"/>
                </a:solidFill>
                <a:latin typeface="Noto Sans Mono CJK HK"/>
                <a:cs typeface="Noto Sans Mono CJK HK"/>
              </a:rPr>
              <a:t>频干扰，提高信噪比</a:t>
            </a:r>
            <a:endParaRPr sz="2400">
              <a:latin typeface="Noto Sans Mono CJK HK"/>
              <a:cs typeface="Noto Sans Mono CJK H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13625" y="273367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3" name="object 3"/>
          <p:cNvSpPr txBox="1"/>
          <p:nvPr/>
        </p:nvSpPr>
        <p:spPr>
          <a:xfrm>
            <a:off x="0" y="973137"/>
            <a:ext cx="5300980" cy="1022985"/>
          </a:xfrm>
          <a:prstGeom prst="rect">
            <a:avLst/>
          </a:prstGeom>
        </p:spPr>
        <p:txBody>
          <a:bodyPr vert="horz" wrap="square" lIns="0" tIns="55880" rIns="0" bIns="0" rtlCol="0">
            <a:spAutoFit/>
          </a:bodyPr>
          <a:lstStyle/>
          <a:p>
            <a:pPr marL="522605">
              <a:lnSpc>
                <a:spcPct val="100000"/>
              </a:lnSpc>
              <a:spcBef>
                <a:spcPts val="440"/>
              </a:spcBef>
            </a:pPr>
            <a:r>
              <a:rPr sz="2400" dirty="0">
                <a:solidFill>
                  <a:srgbClr val="0000CC"/>
                </a:solidFill>
                <a:latin typeface="Arial" panose="020B0604020202020204"/>
                <a:cs typeface="Arial" panose="020B0604020202020204"/>
              </a:rPr>
              <a:t>2</a:t>
            </a:r>
            <a:r>
              <a:rPr sz="2400" spc="-1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模拟量输入输出系统</a:t>
            </a:r>
            <a:endParaRPr sz="2400">
              <a:latin typeface="Noto Sans Mono CJK HK"/>
              <a:cs typeface="Noto Sans Mono CJK HK"/>
            </a:endParaRPr>
          </a:p>
          <a:p>
            <a:pPr marL="4373245">
              <a:lnSpc>
                <a:spcPct val="100000"/>
              </a:lnSpc>
              <a:spcBef>
                <a:spcPts val="255"/>
              </a:spcBef>
            </a:pPr>
            <a:r>
              <a:rPr sz="1800" spc="-15" dirty="0">
                <a:solidFill>
                  <a:srgbClr val="0000FF"/>
                </a:solidFill>
                <a:latin typeface="Noto Serif CJK JP"/>
                <a:cs typeface="Noto Serif CJK JP"/>
              </a:rPr>
              <a:t>模拟信号</a:t>
            </a:r>
            <a:endParaRPr sz="1800">
              <a:latin typeface="Noto Serif CJK JP"/>
              <a:cs typeface="Noto Serif CJK JP"/>
            </a:endParaRPr>
          </a:p>
          <a:p>
            <a:pPr marL="12700">
              <a:lnSpc>
                <a:spcPct val="100000"/>
              </a:lnSpc>
              <a:spcBef>
                <a:spcPts val="6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4" name="object 4"/>
          <p:cNvSpPr txBox="1"/>
          <p:nvPr/>
        </p:nvSpPr>
        <p:spPr>
          <a:xfrm>
            <a:off x="0" y="2602865"/>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5" name="object 5"/>
          <p:cNvSpPr txBox="1"/>
          <p:nvPr/>
        </p:nvSpPr>
        <p:spPr>
          <a:xfrm>
            <a:off x="0" y="3922077"/>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n</a:t>
            </a:r>
            <a:endParaRPr sz="1800">
              <a:latin typeface="Times New Roman" panose="02020603050405020304"/>
              <a:cs typeface="Times New Roman" panose="02020603050405020304"/>
            </a:endParaRPr>
          </a:p>
        </p:txBody>
      </p:sp>
      <p:sp>
        <p:nvSpPr>
          <p:cNvPr id="6" name="object 6"/>
          <p:cNvSpPr/>
          <p:nvPr/>
        </p:nvSpPr>
        <p:spPr>
          <a:xfrm>
            <a:off x="7856537" y="3249929"/>
            <a:ext cx="1211580" cy="1372870"/>
          </a:xfrm>
          <a:custGeom>
            <a:avLst/>
            <a:gdLst/>
            <a:ahLst/>
            <a:cxnLst/>
            <a:rect l="l" t="t" r="r" b="b"/>
            <a:pathLst>
              <a:path w="1211579" h="1372870">
                <a:moveTo>
                  <a:pt x="1185862" y="25400"/>
                </a:moveTo>
                <a:lnTo>
                  <a:pt x="1173162" y="25400"/>
                </a:lnTo>
                <a:lnTo>
                  <a:pt x="1173162" y="38100"/>
                </a:lnTo>
                <a:lnTo>
                  <a:pt x="1173162" y="1334770"/>
                </a:lnTo>
                <a:lnTo>
                  <a:pt x="38100" y="1334770"/>
                </a:lnTo>
                <a:lnTo>
                  <a:pt x="38100" y="38100"/>
                </a:lnTo>
                <a:lnTo>
                  <a:pt x="1173162" y="38100"/>
                </a:lnTo>
                <a:lnTo>
                  <a:pt x="1173162" y="25400"/>
                </a:lnTo>
                <a:lnTo>
                  <a:pt x="25400" y="25400"/>
                </a:lnTo>
                <a:lnTo>
                  <a:pt x="25400" y="38100"/>
                </a:lnTo>
                <a:lnTo>
                  <a:pt x="25400" y="1334770"/>
                </a:lnTo>
                <a:lnTo>
                  <a:pt x="25400" y="1347470"/>
                </a:lnTo>
                <a:lnTo>
                  <a:pt x="1185862" y="1347470"/>
                </a:lnTo>
                <a:lnTo>
                  <a:pt x="1185862" y="1334770"/>
                </a:lnTo>
                <a:lnTo>
                  <a:pt x="1185862" y="38100"/>
                </a:lnTo>
                <a:lnTo>
                  <a:pt x="1185862" y="37782"/>
                </a:lnTo>
                <a:lnTo>
                  <a:pt x="1185862" y="25400"/>
                </a:lnTo>
                <a:close/>
              </a:path>
              <a:path w="1211579" h="1372870">
                <a:moveTo>
                  <a:pt x="1211262" y="0"/>
                </a:moveTo>
                <a:lnTo>
                  <a:pt x="1198562" y="0"/>
                </a:lnTo>
                <a:lnTo>
                  <a:pt x="1198562" y="12700"/>
                </a:lnTo>
                <a:lnTo>
                  <a:pt x="1198562" y="1360170"/>
                </a:lnTo>
                <a:lnTo>
                  <a:pt x="12700" y="1360170"/>
                </a:lnTo>
                <a:lnTo>
                  <a:pt x="12700" y="12700"/>
                </a:lnTo>
                <a:lnTo>
                  <a:pt x="1198562" y="12700"/>
                </a:lnTo>
                <a:lnTo>
                  <a:pt x="1198562" y="0"/>
                </a:lnTo>
                <a:lnTo>
                  <a:pt x="0" y="0"/>
                </a:lnTo>
                <a:lnTo>
                  <a:pt x="0" y="12700"/>
                </a:lnTo>
                <a:lnTo>
                  <a:pt x="0" y="1360170"/>
                </a:lnTo>
                <a:lnTo>
                  <a:pt x="0" y="1372870"/>
                </a:lnTo>
                <a:lnTo>
                  <a:pt x="1211262" y="1372870"/>
                </a:lnTo>
                <a:lnTo>
                  <a:pt x="1211262" y="1360170"/>
                </a:lnTo>
                <a:lnTo>
                  <a:pt x="1211262" y="12700"/>
                </a:lnTo>
                <a:lnTo>
                  <a:pt x="1211262" y="12382"/>
                </a:lnTo>
                <a:lnTo>
                  <a:pt x="1211262" y="0"/>
                </a:lnTo>
                <a:close/>
              </a:path>
            </a:pathLst>
          </a:custGeom>
          <a:solidFill>
            <a:srgbClr val="0000FF"/>
          </a:solidFill>
        </p:spPr>
        <p:txBody>
          <a:bodyPr wrap="square" lIns="0" tIns="0" rIns="0" bIns="0" rtlCol="0"/>
          <a:lstStyle/>
          <a:p>
            <a:endParaRPr/>
          </a:p>
        </p:txBody>
      </p:sp>
      <p:sp>
        <p:nvSpPr>
          <p:cNvPr id="7" name="object 7"/>
          <p:cNvSpPr txBox="1"/>
          <p:nvPr/>
        </p:nvSpPr>
        <p:spPr>
          <a:xfrm>
            <a:off x="8144192" y="3403917"/>
            <a:ext cx="635000"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0000FF"/>
                </a:solidFill>
                <a:latin typeface="Noto Serif CJK JP"/>
                <a:cs typeface="Noto Serif CJK JP"/>
              </a:rPr>
              <a:t>微型</a:t>
            </a:r>
            <a:endParaRPr sz="2400">
              <a:latin typeface="Noto Serif CJK JP"/>
              <a:cs typeface="Noto Serif CJK JP"/>
            </a:endParaRPr>
          </a:p>
        </p:txBody>
      </p:sp>
      <p:sp>
        <p:nvSpPr>
          <p:cNvPr id="8" name="object 8"/>
          <p:cNvSpPr txBox="1"/>
          <p:nvPr/>
        </p:nvSpPr>
        <p:spPr>
          <a:xfrm>
            <a:off x="2276475" y="1949450"/>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9" name="object 9"/>
          <p:cNvSpPr txBox="1"/>
          <p:nvPr/>
        </p:nvSpPr>
        <p:spPr>
          <a:xfrm>
            <a:off x="2276475" y="2854325"/>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10" name="object 10"/>
          <p:cNvSpPr txBox="1"/>
          <p:nvPr/>
        </p:nvSpPr>
        <p:spPr>
          <a:xfrm>
            <a:off x="2266950" y="4173537"/>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11" name="object 11"/>
          <p:cNvSpPr/>
          <p:nvPr/>
        </p:nvSpPr>
        <p:spPr>
          <a:xfrm>
            <a:off x="4989512" y="1819275"/>
            <a:ext cx="557530" cy="2768600"/>
          </a:xfrm>
          <a:custGeom>
            <a:avLst/>
            <a:gdLst/>
            <a:ahLst/>
            <a:cxnLst/>
            <a:rect l="l" t="t" r="r" b="b"/>
            <a:pathLst>
              <a:path w="557529" h="2768600">
                <a:moveTo>
                  <a:pt x="557212" y="2768600"/>
                </a:moveTo>
                <a:lnTo>
                  <a:pt x="0" y="2768600"/>
                </a:lnTo>
                <a:lnTo>
                  <a:pt x="0" y="0"/>
                </a:lnTo>
                <a:lnTo>
                  <a:pt x="557212" y="0"/>
                </a:lnTo>
                <a:lnTo>
                  <a:pt x="557212" y="14287"/>
                </a:lnTo>
                <a:lnTo>
                  <a:pt x="28575" y="14287"/>
                </a:lnTo>
                <a:lnTo>
                  <a:pt x="14287" y="28575"/>
                </a:lnTo>
                <a:lnTo>
                  <a:pt x="28575" y="28575"/>
                </a:lnTo>
                <a:lnTo>
                  <a:pt x="28575" y="2740025"/>
                </a:lnTo>
                <a:lnTo>
                  <a:pt x="14287" y="2740025"/>
                </a:lnTo>
                <a:lnTo>
                  <a:pt x="28575" y="2754312"/>
                </a:lnTo>
                <a:lnTo>
                  <a:pt x="557212" y="2754312"/>
                </a:lnTo>
                <a:lnTo>
                  <a:pt x="557212" y="2768600"/>
                </a:lnTo>
                <a:close/>
              </a:path>
              <a:path w="557529" h="2768600">
                <a:moveTo>
                  <a:pt x="28575" y="28575"/>
                </a:moveTo>
                <a:lnTo>
                  <a:pt x="14287" y="28575"/>
                </a:lnTo>
                <a:lnTo>
                  <a:pt x="28575" y="14287"/>
                </a:lnTo>
                <a:lnTo>
                  <a:pt x="28575" y="28575"/>
                </a:lnTo>
                <a:close/>
              </a:path>
              <a:path w="557529" h="2768600">
                <a:moveTo>
                  <a:pt x="528637" y="28575"/>
                </a:moveTo>
                <a:lnTo>
                  <a:pt x="28575" y="28575"/>
                </a:lnTo>
                <a:lnTo>
                  <a:pt x="28575" y="14287"/>
                </a:lnTo>
                <a:lnTo>
                  <a:pt x="528637" y="14287"/>
                </a:lnTo>
                <a:lnTo>
                  <a:pt x="528637" y="28575"/>
                </a:lnTo>
                <a:close/>
              </a:path>
              <a:path w="557529" h="2768600">
                <a:moveTo>
                  <a:pt x="528637" y="2754312"/>
                </a:moveTo>
                <a:lnTo>
                  <a:pt x="528637" y="14287"/>
                </a:lnTo>
                <a:lnTo>
                  <a:pt x="542925" y="28575"/>
                </a:lnTo>
                <a:lnTo>
                  <a:pt x="557212" y="28575"/>
                </a:lnTo>
                <a:lnTo>
                  <a:pt x="557212" y="2740025"/>
                </a:lnTo>
                <a:lnTo>
                  <a:pt x="542925" y="2740025"/>
                </a:lnTo>
                <a:lnTo>
                  <a:pt x="528637" y="2754312"/>
                </a:lnTo>
                <a:close/>
              </a:path>
              <a:path w="557529" h="2768600">
                <a:moveTo>
                  <a:pt x="557212" y="28575"/>
                </a:moveTo>
                <a:lnTo>
                  <a:pt x="542925" y="28575"/>
                </a:lnTo>
                <a:lnTo>
                  <a:pt x="528637" y="14287"/>
                </a:lnTo>
                <a:lnTo>
                  <a:pt x="557212" y="14287"/>
                </a:lnTo>
                <a:lnTo>
                  <a:pt x="557212" y="28575"/>
                </a:lnTo>
                <a:close/>
              </a:path>
              <a:path w="557529" h="2768600">
                <a:moveTo>
                  <a:pt x="28575" y="2754312"/>
                </a:moveTo>
                <a:lnTo>
                  <a:pt x="14287" y="2740025"/>
                </a:lnTo>
                <a:lnTo>
                  <a:pt x="28575" y="2740025"/>
                </a:lnTo>
                <a:lnTo>
                  <a:pt x="28575" y="2754312"/>
                </a:lnTo>
                <a:close/>
              </a:path>
              <a:path w="557529" h="2768600">
                <a:moveTo>
                  <a:pt x="528637" y="2754312"/>
                </a:moveTo>
                <a:lnTo>
                  <a:pt x="28575" y="2754312"/>
                </a:lnTo>
                <a:lnTo>
                  <a:pt x="28575" y="2740025"/>
                </a:lnTo>
                <a:lnTo>
                  <a:pt x="528637" y="2740025"/>
                </a:lnTo>
                <a:lnTo>
                  <a:pt x="528637" y="2754312"/>
                </a:lnTo>
                <a:close/>
              </a:path>
              <a:path w="557529" h="2768600">
                <a:moveTo>
                  <a:pt x="557212" y="2754312"/>
                </a:moveTo>
                <a:lnTo>
                  <a:pt x="528637" y="2754312"/>
                </a:lnTo>
                <a:lnTo>
                  <a:pt x="542925" y="2740025"/>
                </a:lnTo>
                <a:lnTo>
                  <a:pt x="557212" y="2740025"/>
                </a:lnTo>
                <a:lnTo>
                  <a:pt x="557212" y="2754312"/>
                </a:lnTo>
                <a:close/>
              </a:path>
            </a:pathLst>
          </a:custGeom>
          <a:solidFill>
            <a:srgbClr val="0000FF"/>
          </a:solidFill>
        </p:spPr>
        <p:txBody>
          <a:bodyPr wrap="square" lIns="0" tIns="0" rIns="0" bIns="0" rtlCol="0"/>
          <a:lstStyle/>
          <a:p>
            <a:endParaRPr/>
          </a:p>
        </p:txBody>
      </p:sp>
      <p:sp>
        <p:nvSpPr>
          <p:cNvPr id="12" name="object 12"/>
          <p:cNvSpPr txBox="1"/>
          <p:nvPr/>
        </p:nvSpPr>
        <p:spPr>
          <a:xfrm>
            <a:off x="5140959" y="2671128"/>
            <a:ext cx="254000" cy="1275080"/>
          </a:xfrm>
          <a:prstGeom prst="rect">
            <a:avLst/>
          </a:prstGeom>
        </p:spPr>
        <p:txBody>
          <a:bodyPr vert="horz" wrap="square" lIns="0" tIns="12700" rIns="0" bIns="0" rtlCol="0">
            <a:spAutoFit/>
          </a:bodyPr>
          <a:lstStyle/>
          <a:p>
            <a:pPr marL="12700" marR="5080" algn="just">
              <a:lnSpc>
                <a:spcPct val="114000"/>
              </a:lnSpc>
              <a:spcBef>
                <a:spcPts val="100"/>
              </a:spcBef>
            </a:pPr>
            <a:r>
              <a:rPr sz="1800" spc="-50" dirty="0">
                <a:solidFill>
                  <a:srgbClr val="0000FF"/>
                </a:solidFill>
                <a:latin typeface="Noto Serif CJK JP"/>
                <a:cs typeface="Noto Serif CJK JP"/>
              </a:rPr>
              <a:t>多路开关</a:t>
            </a:r>
            <a:endParaRPr sz="1800">
              <a:latin typeface="Noto Serif CJK JP"/>
              <a:cs typeface="Noto Serif CJK JP"/>
            </a:endParaRPr>
          </a:p>
        </p:txBody>
      </p:sp>
      <p:sp>
        <p:nvSpPr>
          <p:cNvPr id="13" name="object 13"/>
          <p:cNvSpPr/>
          <p:nvPr/>
        </p:nvSpPr>
        <p:spPr>
          <a:xfrm>
            <a:off x="3625850" y="1851025"/>
            <a:ext cx="1038225" cy="523875"/>
          </a:xfrm>
          <a:custGeom>
            <a:avLst/>
            <a:gdLst/>
            <a:ahLst/>
            <a:cxnLst/>
            <a:rect l="l" t="t" r="r" b="b"/>
            <a:pathLst>
              <a:path w="1038225" h="523875">
                <a:moveTo>
                  <a:pt x="1038225" y="523875"/>
                </a:moveTo>
                <a:lnTo>
                  <a:pt x="0" y="523875"/>
                </a:lnTo>
                <a:lnTo>
                  <a:pt x="0" y="0"/>
                </a:lnTo>
                <a:lnTo>
                  <a:pt x="1038225" y="0"/>
                </a:lnTo>
                <a:lnTo>
                  <a:pt x="1038225" y="14287"/>
                </a:lnTo>
                <a:lnTo>
                  <a:pt x="28575" y="14287"/>
                </a:lnTo>
                <a:lnTo>
                  <a:pt x="14287" y="28575"/>
                </a:lnTo>
                <a:lnTo>
                  <a:pt x="28575" y="28575"/>
                </a:lnTo>
                <a:lnTo>
                  <a:pt x="28575" y="495300"/>
                </a:lnTo>
                <a:lnTo>
                  <a:pt x="14287" y="495300"/>
                </a:lnTo>
                <a:lnTo>
                  <a:pt x="28575" y="509587"/>
                </a:lnTo>
                <a:lnTo>
                  <a:pt x="1038225" y="509587"/>
                </a:lnTo>
                <a:lnTo>
                  <a:pt x="1038225" y="523875"/>
                </a:lnTo>
                <a:close/>
              </a:path>
              <a:path w="1038225" h="523875">
                <a:moveTo>
                  <a:pt x="28575" y="28575"/>
                </a:moveTo>
                <a:lnTo>
                  <a:pt x="14287" y="28575"/>
                </a:lnTo>
                <a:lnTo>
                  <a:pt x="28575" y="14287"/>
                </a:lnTo>
                <a:lnTo>
                  <a:pt x="28575" y="28575"/>
                </a:lnTo>
                <a:close/>
              </a:path>
              <a:path w="1038225" h="523875">
                <a:moveTo>
                  <a:pt x="1009650" y="28575"/>
                </a:moveTo>
                <a:lnTo>
                  <a:pt x="28575" y="28575"/>
                </a:lnTo>
                <a:lnTo>
                  <a:pt x="28575" y="14287"/>
                </a:lnTo>
                <a:lnTo>
                  <a:pt x="1009650" y="14287"/>
                </a:lnTo>
                <a:lnTo>
                  <a:pt x="1009650" y="28575"/>
                </a:lnTo>
                <a:close/>
              </a:path>
              <a:path w="1038225" h="523875">
                <a:moveTo>
                  <a:pt x="1009650" y="509587"/>
                </a:moveTo>
                <a:lnTo>
                  <a:pt x="1009650" y="14287"/>
                </a:lnTo>
                <a:lnTo>
                  <a:pt x="1023937" y="28575"/>
                </a:lnTo>
                <a:lnTo>
                  <a:pt x="1038225" y="28575"/>
                </a:lnTo>
                <a:lnTo>
                  <a:pt x="1038225" y="495300"/>
                </a:lnTo>
                <a:lnTo>
                  <a:pt x="1023937" y="495300"/>
                </a:lnTo>
                <a:lnTo>
                  <a:pt x="1009650" y="509587"/>
                </a:lnTo>
                <a:close/>
              </a:path>
              <a:path w="1038225" h="523875">
                <a:moveTo>
                  <a:pt x="1038225" y="28575"/>
                </a:moveTo>
                <a:lnTo>
                  <a:pt x="1023937" y="28575"/>
                </a:lnTo>
                <a:lnTo>
                  <a:pt x="1009650" y="14287"/>
                </a:lnTo>
                <a:lnTo>
                  <a:pt x="1038225" y="14287"/>
                </a:lnTo>
                <a:lnTo>
                  <a:pt x="1038225" y="28575"/>
                </a:lnTo>
                <a:close/>
              </a:path>
              <a:path w="1038225" h="523875">
                <a:moveTo>
                  <a:pt x="28575" y="509587"/>
                </a:moveTo>
                <a:lnTo>
                  <a:pt x="14287" y="495300"/>
                </a:lnTo>
                <a:lnTo>
                  <a:pt x="28575" y="495300"/>
                </a:lnTo>
                <a:lnTo>
                  <a:pt x="28575" y="509587"/>
                </a:lnTo>
                <a:close/>
              </a:path>
              <a:path w="1038225" h="523875">
                <a:moveTo>
                  <a:pt x="1009650" y="509587"/>
                </a:moveTo>
                <a:lnTo>
                  <a:pt x="28575" y="509587"/>
                </a:lnTo>
                <a:lnTo>
                  <a:pt x="28575" y="495300"/>
                </a:lnTo>
                <a:lnTo>
                  <a:pt x="1009650" y="495300"/>
                </a:lnTo>
                <a:lnTo>
                  <a:pt x="1009650" y="509587"/>
                </a:lnTo>
                <a:close/>
              </a:path>
              <a:path w="1038225" h="523875">
                <a:moveTo>
                  <a:pt x="1038225" y="509587"/>
                </a:moveTo>
                <a:lnTo>
                  <a:pt x="1009650" y="509587"/>
                </a:lnTo>
                <a:lnTo>
                  <a:pt x="1023937" y="495300"/>
                </a:lnTo>
                <a:lnTo>
                  <a:pt x="1038225" y="495300"/>
                </a:lnTo>
                <a:lnTo>
                  <a:pt x="1038225" y="509587"/>
                </a:lnTo>
                <a:close/>
              </a:path>
            </a:pathLst>
          </a:custGeom>
          <a:solidFill>
            <a:srgbClr val="0000FF"/>
          </a:solidFill>
        </p:spPr>
        <p:txBody>
          <a:bodyPr wrap="square" lIns="0" tIns="0" rIns="0" bIns="0" rtlCol="0"/>
          <a:lstStyle/>
          <a:p>
            <a:endParaRPr/>
          </a:p>
        </p:txBody>
      </p:sp>
      <p:sp>
        <p:nvSpPr>
          <p:cNvPr id="14" name="object 14"/>
          <p:cNvSpPr txBox="1"/>
          <p:nvPr/>
        </p:nvSpPr>
        <p:spPr>
          <a:xfrm>
            <a:off x="3640137" y="1968817"/>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5" name="object 15"/>
          <p:cNvSpPr/>
          <p:nvPr/>
        </p:nvSpPr>
        <p:spPr>
          <a:xfrm>
            <a:off x="1052512" y="1874837"/>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6" name="object 16"/>
          <p:cNvSpPr txBox="1"/>
          <p:nvPr/>
        </p:nvSpPr>
        <p:spPr>
          <a:xfrm>
            <a:off x="1129030" y="1992629"/>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7" name="object 17"/>
          <p:cNvSpPr/>
          <p:nvPr/>
        </p:nvSpPr>
        <p:spPr>
          <a:xfrm>
            <a:off x="719074" y="1664804"/>
            <a:ext cx="4283710" cy="1615440"/>
          </a:xfrm>
          <a:custGeom>
            <a:avLst/>
            <a:gdLst/>
            <a:ahLst/>
            <a:cxnLst/>
            <a:rect l="l" t="t" r="r" b="b"/>
            <a:pathLst>
              <a:path w="4283710" h="1615439">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1615439">
                <a:moveTo>
                  <a:pt x="2919476" y="422757"/>
                </a:moveTo>
                <a:lnTo>
                  <a:pt x="2890964" y="408343"/>
                </a:lnTo>
                <a:lnTo>
                  <a:pt x="2862453" y="393915"/>
                </a:lnTo>
                <a:lnTo>
                  <a:pt x="2862376" y="408216"/>
                </a:lnTo>
                <a:lnTo>
                  <a:pt x="2573464" y="406882"/>
                </a:lnTo>
                <a:lnTo>
                  <a:pt x="2573426" y="412750"/>
                </a:lnTo>
                <a:lnTo>
                  <a:pt x="2557272" y="419506"/>
                </a:lnTo>
                <a:lnTo>
                  <a:pt x="2520213" y="404025"/>
                </a:lnTo>
                <a:lnTo>
                  <a:pt x="2520213" y="434987"/>
                </a:lnTo>
                <a:lnTo>
                  <a:pt x="1563497" y="834783"/>
                </a:lnTo>
                <a:lnTo>
                  <a:pt x="1562188" y="34658"/>
                </a:lnTo>
                <a:lnTo>
                  <a:pt x="2520213" y="434987"/>
                </a:lnTo>
                <a:lnTo>
                  <a:pt x="2520213" y="404025"/>
                </a:lnTo>
                <a:lnTo>
                  <a:pt x="1553387" y="0"/>
                </a:lnTo>
                <a:lnTo>
                  <a:pt x="1547876" y="13182"/>
                </a:lnTo>
                <a:lnTo>
                  <a:pt x="1533588" y="13208"/>
                </a:lnTo>
                <a:lnTo>
                  <a:pt x="1534287" y="446913"/>
                </a:lnTo>
                <a:lnTo>
                  <a:pt x="1508252" y="433743"/>
                </a:lnTo>
                <a:lnTo>
                  <a:pt x="1479740" y="419315"/>
                </a:lnTo>
                <a:lnTo>
                  <a:pt x="1479664" y="433616"/>
                </a:lnTo>
                <a:lnTo>
                  <a:pt x="1190752" y="432282"/>
                </a:lnTo>
                <a:lnTo>
                  <a:pt x="1190625" y="460857"/>
                </a:lnTo>
                <a:lnTo>
                  <a:pt x="1479537" y="462191"/>
                </a:lnTo>
                <a:lnTo>
                  <a:pt x="1479486" y="476465"/>
                </a:lnTo>
                <a:lnTo>
                  <a:pt x="1508099" y="462318"/>
                </a:lnTo>
                <a:lnTo>
                  <a:pt x="1534299" y="449376"/>
                </a:lnTo>
                <a:lnTo>
                  <a:pt x="1534985" y="867283"/>
                </a:lnTo>
                <a:lnTo>
                  <a:pt x="1552244" y="867257"/>
                </a:lnTo>
                <a:lnTo>
                  <a:pt x="1553387" y="869975"/>
                </a:lnTo>
                <a:lnTo>
                  <a:pt x="1559928" y="867244"/>
                </a:lnTo>
                <a:lnTo>
                  <a:pt x="1563560" y="867232"/>
                </a:lnTo>
                <a:lnTo>
                  <a:pt x="1563547" y="865733"/>
                </a:lnTo>
                <a:lnTo>
                  <a:pt x="2557272" y="450481"/>
                </a:lnTo>
                <a:lnTo>
                  <a:pt x="2580576" y="460209"/>
                </a:lnTo>
                <a:lnTo>
                  <a:pt x="2590444" y="436626"/>
                </a:lnTo>
                <a:lnTo>
                  <a:pt x="2591612" y="436130"/>
                </a:lnTo>
                <a:lnTo>
                  <a:pt x="2591358" y="435546"/>
                </a:lnTo>
                <a:lnTo>
                  <a:pt x="2862249" y="436791"/>
                </a:lnTo>
                <a:lnTo>
                  <a:pt x="2862199" y="451065"/>
                </a:lnTo>
                <a:lnTo>
                  <a:pt x="2890812" y="436918"/>
                </a:lnTo>
                <a:lnTo>
                  <a:pt x="2919476" y="422757"/>
                </a:lnTo>
                <a:close/>
              </a:path>
              <a:path w="4283710" h="1615439">
                <a:moveTo>
                  <a:pt x="3945001" y="1091095"/>
                </a:moveTo>
                <a:lnTo>
                  <a:pt x="3916426" y="1091095"/>
                </a:lnTo>
                <a:lnTo>
                  <a:pt x="3916426" y="1119670"/>
                </a:lnTo>
                <a:lnTo>
                  <a:pt x="3916426" y="1586395"/>
                </a:lnTo>
                <a:lnTo>
                  <a:pt x="2935351" y="1586395"/>
                </a:lnTo>
                <a:lnTo>
                  <a:pt x="2935351" y="1119670"/>
                </a:lnTo>
                <a:lnTo>
                  <a:pt x="3916426" y="1119670"/>
                </a:lnTo>
                <a:lnTo>
                  <a:pt x="3916426" y="1091095"/>
                </a:lnTo>
                <a:lnTo>
                  <a:pt x="2906776" y="1091095"/>
                </a:lnTo>
                <a:lnTo>
                  <a:pt x="2906776" y="1614970"/>
                </a:lnTo>
                <a:lnTo>
                  <a:pt x="3945001" y="1614970"/>
                </a:lnTo>
                <a:lnTo>
                  <a:pt x="3945001" y="1600682"/>
                </a:lnTo>
                <a:lnTo>
                  <a:pt x="3945001" y="1586395"/>
                </a:lnTo>
                <a:lnTo>
                  <a:pt x="3945001" y="1119670"/>
                </a:lnTo>
                <a:lnTo>
                  <a:pt x="3945001" y="1105382"/>
                </a:lnTo>
                <a:lnTo>
                  <a:pt x="3945001" y="1091095"/>
                </a:lnTo>
                <a:close/>
              </a:path>
              <a:path w="4283710" h="1615439">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18" name="object 18"/>
          <p:cNvSpPr txBox="1"/>
          <p:nvPr/>
        </p:nvSpPr>
        <p:spPr>
          <a:xfrm>
            <a:off x="3640137" y="287369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9" name="object 19"/>
          <p:cNvSpPr/>
          <p:nvPr/>
        </p:nvSpPr>
        <p:spPr>
          <a:xfrm>
            <a:off x="1052512" y="2779712"/>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20" name="object 20"/>
          <p:cNvSpPr txBox="1"/>
          <p:nvPr/>
        </p:nvSpPr>
        <p:spPr>
          <a:xfrm>
            <a:off x="1129030" y="289750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1" name="object 21"/>
          <p:cNvSpPr/>
          <p:nvPr/>
        </p:nvSpPr>
        <p:spPr>
          <a:xfrm>
            <a:off x="719074" y="2569679"/>
            <a:ext cx="4283710" cy="2029460"/>
          </a:xfrm>
          <a:custGeom>
            <a:avLst/>
            <a:gdLst/>
            <a:ahLst/>
            <a:cxnLst/>
            <a:rect l="l" t="t" r="r" b="b"/>
            <a:pathLst>
              <a:path w="4283710" h="2029460">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2029460">
                <a:moveTo>
                  <a:pt x="2919476" y="422757"/>
                </a:moveTo>
                <a:lnTo>
                  <a:pt x="2890964" y="408343"/>
                </a:lnTo>
                <a:lnTo>
                  <a:pt x="2862453" y="393915"/>
                </a:lnTo>
                <a:lnTo>
                  <a:pt x="2862376" y="408216"/>
                </a:lnTo>
                <a:lnTo>
                  <a:pt x="2573464" y="406882"/>
                </a:lnTo>
                <a:lnTo>
                  <a:pt x="2573426" y="413677"/>
                </a:lnTo>
                <a:lnTo>
                  <a:pt x="2557322" y="420420"/>
                </a:lnTo>
                <a:lnTo>
                  <a:pt x="2520315" y="404926"/>
                </a:lnTo>
                <a:lnTo>
                  <a:pt x="2520315" y="435902"/>
                </a:lnTo>
                <a:lnTo>
                  <a:pt x="1563306" y="836422"/>
                </a:lnTo>
                <a:lnTo>
                  <a:pt x="1562188" y="34683"/>
                </a:lnTo>
                <a:lnTo>
                  <a:pt x="2520315" y="435902"/>
                </a:lnTo>
                <a:lnTo>
                  <a:pt x="2520315" y="404926"/>
                </a:lnTo>
                <a:lnTo>
                  <a:pt x="1553400" y="0"/>
                </a:lnTo>
                <a:lnTo>
                  <a:pt x="1547876" y="13182"/>
                </a:lnTo>
                <a:lnTo>
                  <a:pt x="1533588" y="13208"/>
                </a:lnTo>
                <a:lnTo>
                  <a:pt x="1534185" y="448449"/>
                </a:lnTo>
                <a:lnTo>
                  <a:pt x="1508252" y="435330"/>
                </a:lnTo>
                <a:lnTo>
                  <a:pt x="1479740" y="420903"/>
                </a:lnTo>
                <a:lnTo>
                  <a:pt x="1479664" y="435203"/>
                </a:lnTo>
                <a:lnTo>
                  <a:pt x="1190752" y="433870"/>
                </a:lnTo>
                <a:lnTo>
                  <a:pt x="1190625" y="462445"/>
                </a:lnTo>
                <a:lnTo>
                  <a:pt x="1479537" y="463778"/>
                </a:lnTo>
                <a:lnTo>
                  <a:pt x="1479486" y="478053"/>
                </a:lnTo>
                <a:lnTo>
                  <a:pt x="1508099" y="463905"/>
                </a:lnTo>
                <a:lnTo>
                  <a:pt x="1534198" y="451015"/>
                </a:lnTo>
                <a:lnTo>
                  <a:pt x="1534782" y="868870"/>
                </a:lnTo>
                <a:lnTo>
                  <a:pt x="1552257" y="868845"/>
                </a:lnTo>
                <a:lnTo>
                  <a:pt x="1553387" y="871537"/>
                </a:lnTo>
                <a:lnTo>
                  <a:pt x="1559864" y="868832"/>
                </a:lnTo>
                <a:lnTo>
                  <a:pt x="1563357" y="868819"/>
                </a:lnTo>
                <a:lnTo>
                  <a:pt x="1563344" y="867371"/>
                </a:lnTo>
                <a:lnTo>
                  <a:pt x="2557310" y="451396"/>
                </a:lnTo>
                <a:lnTo>
                  <a:pt x="2580576" y="461124"/>
                </a:lnTo>
                <a:lnTo>
                  <a:pt x="2590469" y="437515"/>
                </a:lnTo>
                <a:lnTo>
                  <a:pt x="2591612" y="437032"/>
                </a:lnTo>
                <a:lnTo>
                  <a:pt x="2591143" y="435927"/>
                </a:lnTo>
                <a:lnTo>
                  <a:pt x="2591295" y="435546"/>
                </a:lnTo>
                <a:lnTo>
                  <a:pt x="2862249" y="436791"/>
                </a:lnTo>
                <a:lnTo>
                  <a:pt x="2862199" y="451065"/>
                </a:lnTo>
                <a:lnTo>
                  <a:pt x="2890812" y="436918"/>
                </a:lnTo>
                <a:lnTo>
                  <a:pt x="2919476" y="422757"/>
                </a:lnTo>
                <a:close/>
              </a:path>
              <a:path w="4283710" h="2029460">
                <a:moveTo>
                  <a:pt x="3945001" y="1505432"/>
                </a:moveTo>
                <a:lnTo>
                  <a:pt x="3916426" y="1505432"/>
                </a:lnTo>
                <a:lnTo>
                  <a:pt x="3916426" y="1534007"/>
                </a:lnTo>
                <a:lnTo>
                  <a:pt x="3916426" y="2000732"/>
                </a:lnTo>
                <a:lnTo>
                  <a:pt x="2935351" y="2000732"/>
                </a:lnTo>
                <a:lnTo>
                  <a:pt x="2935351" y="1534007"/>
                </a:lnTo>
                <a:lnTo>
                  <a:pt x="3916426" y="1534007"/>
                </a:lnTo>
                <a:lnTo>
                  <a:pt x="3916426" y="1505432"/>
                </a:lnTo>
                <a:lnTo>
                  <a:pt x="2906776" y="1505432"/>
                </a:lnTo>
                <a:lnTo>
                  <a:pt x="2906776" y="2029307"/>
                </a:lnTo>
                <a:lnTo>
                  <a:pt x="3945001" y="2029307"/>
                </a:lnTo>
                <a:lnTo>
                  <a:pt x="3945001" y="2015020"/>
                </a:lnTo>
                <a:lnTo>
                  <a:pt x="3945001" y="2000732"/>
                </a:lnTo>
                <a:lnTo>
                  <a:pt x="3945001" y="1534007"/>
                </a:lnTo>
                <a:lnTo>
                  <a:pt x="3945001" y="1519720"/>
                </a:lnTo>
                <a:lnTo>
                  <a:pt x="3945001" y="1505432"/>
                </a:lnTo>
                <a:close/>
              </a:path>
              <a:path w="4283710" h="2029460">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22" name="object 22"/>
          <p:cNvSpPr txBox="1"/>
          <p:nvPr/>
        </p:nvSpPr>
        <p:spPr>
          <a:xfrm>
            <a:off x="3640137" y="4192904"/>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23" name="object 23"/>
          <p:cNvSpPr/>
          <p:nvPr/>
        </p:nvSpPr>
        <p:spPr>
          <a:xfrm>
            <a:off x="1052512" y="4100512"/>
            <a:ext cx="865505" cy="522605"/>
          </a:xfrm>
          <a:custGeom>
            <a:avLst/>
            <a:gdLst/>
            <a:ahLst/>
            <a:cxnLst/>
            <a:rect l="l" t="t" r="r" b="b"/>
            <a:pathLst>
              <a:path w="865505" h="522604">
                <a:moveTo>
                  <a:pt x="865187" y="522287"/>
                </a:moveTo>
                <a:lnTo>
                  <a:pt x="0" y="522287"/>
                </a:lnTo>
                <a:lnTo>
                  <a:pt x="0" y="0"/>
                </a:lnTo>
                <a:lnTo>
                  <a:pt x="865187" y="0"/>
                </a:lnTo>
                <a:lnTo>
                  <a:pt x="865187" y="14287"/>
                </a:lnTo>
                <a:lnTo>
                  <a:pt x="28575" y="14287"/>
                </a:lnTo>
                <a:lnTo>
                  <a:pt x="14287" y="28575"/>
                </a:lnTo>
                <a:lnTo>
                  <a:pt x="28575" y="28575"/>
                </a:lnTo>
                <a:lnTo>
                  <a:pt x="28575" y="493712"/>
                </a:lnTo>
                <a:lnTo>
                  <a:pt x="14287" y="493712"/>
                </a:lnTo>
                <a:lnTo>
                  <a:pt x="28575" y="508000"/>
                </a:lnTo>
                <a:lnTo>
                  <a:pt x="865187" y="508000"/>
                </a:lnTo>
                <a:lnTo>
                  <a:pt x="865187" y="522287"/>
                </a:lnTo>
                <a:close/>
              </a:path>
              <a:path w="865505" h="522604">
                <a:moveTo>
                  <a:pt x="28575" y="28575"/>
                </a:moveTo>
                <a:lnTo>
                  <a:pt x="14287" y="28575"/>
                </a:lnTo>
                <a:lnTo>
                  <a:pt x="28575" y="14287"/>
                </a:lnTo>
                <a:lnTo>
                  <a:pt x="28575" y="28575"/>
                </a:lnTo>
                <a:close/>
              </a:path>
              <a:path w="865505" h="522604">
                <a:moveTo>
                  <a:pt x="836612" y="28575"/>
                </a:moveTo>
                <a:lnTo>
                  <a:pt x="28575" y="28575"/>
                </a:lnTo>
                <a:lnTo>
                  <a:pt x="28575" y="14287"/>
                </a:lnTo>
                <a:lnTo>
                  <a:pt x="836612" y="14287"/>
                </a:lnTo>
                <a:lnTo>
                  <a:pt x="836612" y="28575"/>
                </a:lnTo>
                <a:close/>
              </a:path>
              <a:path w="865505" h="522604">
                <a:moveTo>
                  <a:pt x="836612" y="508000"/>
                </a:moveTo>
                <a:lnTo>
                  <a:pt x="836612" y="14287"/>
                </a:lnTo>
                <a:lnTo>
                  <a:pt x="850900" y="28575"/>
                </a:lnTo>
                <a:lnTo>
                  <a:pt x="865187" y="28575"/>
                </a:lnTo>
                <a:lnTo>
                  <a:pt x="865187" y="493712"/>
                </a:lnTo>
                <a:lnTo>
                  <a:pt x="850900" y="493712"/>
                </a:lnTo>
                <a:lnTo>
                  <a:pt x="836612" y="508000"/>
                </a:lnTo>
                <a:close/>
              </a:path>
              <a:path w="865505" h="522604">
                <a:moveTo>
                  <a:pt x="865187" y="28575"/>
                </a:moveTo>
                <a:lnTo>
                  <a:pt x="850900" y="28575"/>
                </a:lnTo>
                <a:lnTo>
                  <a:pt x="836612" y="14287"/>
                </a:lnTo>
                <a:lnTo>
                  <a:pt x="865187" y="14287"/>
                </a:lnTo>
                <a:lnTo>
                  <a:pt x="865187" y="28575"/>
                </a:lnTo>
                <a:close/>
              </a:path>
              <a:path w="865505" h="522604">
                <a:moveTo>
                  <a:pt x="28575" y="508000"/>
                </a:moveTo>
                <a:lnTo>
                  <a:pt x="14287" y="493712"/>
                </a:lnTo>
                <a:lnTo>
                  <a:pt x="28575" y="493712"/>
                </a:lnTo>
                <a:lnTo>
                  <a:pt x="28575" y="508000"/>
                </a:lnTo>
                <a:close/>
              </a:path>
              <a:path w="865505" h="522604">
                <a:moveTo>
                  <a:pt x="836612" y="508000"/>
                </a:moveTo>
                <a:lnTo>
                  <a:pt x="28575" y="508000"/>
                </a:lnTo>
                <a:lnTo>
                  <a:pt x="28575" y="493712"/>
                </a:lnTo>
                <a:lnTo>
                  <a:pt x="836612" y="493712"/>
                </a:lnTo>
                <a:lnTo>
                  <a:pt x="836612" y="508000"/>
                </a:lnTo>
                <a:close/>
              </a:path>
              <a:path w="865505" h="522604">
                <a:moveTo>
                  <a:pt x="865187" y="508000"/>
                </a:moveTo>
                <a:lnTo>
                  <a:pt x="836612" y="508000"/>
                </a:lnTo>
                <a:lnTo>
                  <a:pt x="850900" y="493712"/>
                </a:lnTo>
                <a:lnTo>
                  <a:pt x="865187" y="493712"/>
                </a:lnTo>
                <a:lnTo>
                  <a:pt x="865187" y="508000"/>
                </a:lnTo>
                <a:close/>
              </a:path>
            </a:pathLst>
          </a:custGeom>
          <a:solidFill>
            <a:srgbClr val="0000FF"/>
          </a:solidFill>
        </p:spPr>
        <p:txBody>
          <a:bodyPr wrap="square" lIns="0" tIns="0" rIns="0" bIns="0" rtlCol="0"/>
          <a:lstStyle/>
          <a:p>
            <a:endParaRPr/>
          </a:p>
        </p:txBody>
      </p:sp>
      <p:sp>
        <p:nvSpPr>
          <p:cNvPr id="24" name="object 24"/>
          <p:cNvSpPr txBox="1"/>
          <p:nvPr/>
        </p:nvSpPr>
        <p:spPr>
          <a:xfrm>
            <a:off x="1129030" y="421703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5" name="object 25"/>
          <p:cNvSpPr/>
          <p:nvPr/>
        </p:nvSpPr>
        <p:spPr>
          <a:xfrm>
            <a:off x="719074" y="1979612"/>
            <a:ext cx="8425180" cy="2781300"/>
          </a:xfrm>
          <a:custGeom>
            <a:avLst/>
            <a:gdLst/>
            <a:ahLst/>
            <a:cxnLst/>
            <a:rect l="l" t="t" r="r" b="b"/>
            <a:pathLst>
              <a:path w="8425180" h="2781300">
                <a:moveTo>
                  <a:pt x="346138" y="2384425"/>
                </a:moveTo>
                <a:lnTo>
                  <a:pt x="317627" y="2370010"/>
                </a:lnTo>
                <a:lnTo>
                  <a:pt x="289115" y="2355583"/>
                </a:lnTo>
                <a:lnTo>
                  <a:pt x="289039" y="2369883"/>
                </a:lnTo>
                <a:lnTo>
                  <a:pt x="127" y="2368550"/>
                </a:lnTo>
                <a:lnTo>
                  <a:pt x="0" y="2397125"/>
                </a:lnTo>
                <a:lnTo>
                  <a:pt x="288912" y="2398458"/>
                </a:lnTo>
                <a:lnTo>
                  <a:pt x="288861" y="2412733"/>
                </a:lnTo>
                <a:lnTo>
                  <a:pt x="317474" y="2398585"/>
                </a:lnTo>
                <a:lnTo>
                  <a:pt x="346138" y="2384425"/>
                </a:lnTo>
                <a:close/>
              </a:path>
              <a:path w="8425180" h="2781300">
                <a:moveTo>
                  <a:pt x="2891015" y="2339708"/>
                </a:moveTo>
                <a:lnTo>
                  <a:pt x="2862592" y="2325166"/>
                </a:lnTo>
                <a:lnTo>
                  <a:pt x="2862453" y="2339454"/>
                </a:lnTo>
                <a:lnTo>
                  <a:pt x="2891015" y="2339708"/>
                </a:lnTo>
                <a:close/>
              </a:path>
              <a:path w="8425180" h="2781300">
                <a:moveTo>
                  <a:pt x="2919476" y="2354262"/>
                </a:moveTo>
                <a:lnTo>
                  <a:pt x="2891015" y="2339721"/>
                </a:lnTo>
                <a:lnTo>
                  <a:pt x="2862453" y="2339454"/>
                </a:lnTo>
                <a:lnTo>
                  <a:pt x="2587739" y="2336939"/>
                </a:lnTo>
                <a:lnTo>
                  <a:pt x="2580576" y="2319782"/>
                </a:lnTo>
                <a:lnTo>
                  <a:pt x="2557272" y="2329548"/>
                </a:lnTo>
                <a:lnTo>
                  <a:pt x="2520264" y="2314067"/>
                </a:lnTo>
                <a:lnTo>
                  <a:pt x="2520264" y="2345042"/>
                </a:lnTo>
                <a:lnTo>
                  <a:pt x="1563306" y="2745702"/>
                </a:lnTo>
                <a:lnTo>
                  <a:pt x="1562188" y="1943950"/>
                </a:lnTo>
                <a:lnTo>
                  <a:pt x="2520264" y="2345042"/>
                </a:lnTo>
                <a:lnTo>
                  <a:pt x="2520264" y="2314067"/>
                </a:lnTo>
                <a:lnTo>
                  <a:pt x="1553387" y="1909279"/>
                </a:lnTo>
                <a:lnTo>
                  <a:pt x="1547876" y="1922462"/>
                </a:lnTo>
                <a:lnTo>
                  <a:pt x="1533588" y="1922487"/>
                </a:lnTo>
                <a:lnTo>
                  <a:pt x="1534185" y="2357729"/>
                </a:lnTo>
                <a:lnTo>
                  <a:pt x="1508252" y="2344610"/>
                </a:lnTo>
                <a:lnTo>
                  <a:pt x="1479740" y="2330183"/>
                </a:lnTo>
                <a:lnTo>
                  <a:pt x="1479664" y="2344483"/>
                </a:lnTo>
                <a:lnTo>
                  <a:pt x="1190752" y="2343150"/>
                </a:lnTo>
                <a:lnTo>
                  <a:pt x="1190625" y="2371725"/>
                </a:lnTo>
                <a:lnTo>
                  <a:pt x="1479537" y="2373058"/>
                </a:lnTo>
                <a:lnTo>
                  <a:pt x="1479486" y="2387333"/>
                </a:lnTo>
                <a:lnTo>
                  <a:pt x="1508099" y="2373185"/>
                </a:lnTo>
                <a:lnTo>
                  <a:pt x="1534198" y="2360295"/>
                </a:lnTo>
                <a:lnTo>
                  <a:pt x="1534782" y="2778150"/>
                </a:lnTo>
                <a:lnTo>
                  <a:pt x="1552257" y="2778125"/>
                </a:lnTo>
                <a:lnTo>
                  <a:pt x="1553387" y="2780817"/>
                </a:lnTo>
                <a:lnTo>
                  <a:pt x="1559852" y="2778112"/>
                </a:lnTo>
                <a:lnTo>
                  <a:pt x="1563357" y="2778099"/>
                </a:lnTo>
                <a:lnTo>
                  <a:pt x="1563344" y="2776651"/>
                </a:lnTo>
                <a:lnTo>
                  <a:pt x="2557272" y="2360523"/>
                </a:lnTo>
                <a:lnTo>
                  <a:pt x="2580576" y="2370277"/>
                </a:lnTo>
                <a:lnTo>
                  <a:pt x="2582583" y="2365464"/>
                </a:lnTo>
                <a:lnTo>
                  <a:pt x="2862199" y="2368029"/>
                </a:lnTo>
                <a:lnTo>
                  <a:pt x="2862072" y="2382316"/>
                </a:lnTo>
                <a:lnTo>
                  <a:pt x="2890786" y="2368283"/>
                </a:lnTo>
                <a:lnTo>
                  <a:pt x="2919476" y="2354262"/>
                </a:lnTo>
                <a:close/>
              </a:path>
              <a:path w="8425180" h="2781300">
                <a:moveTo>
                  <a:pt x="4283138" y="2330450"/>
                </a:moveTo>
                <a:lnTo>
                  <a:pt x="4254627" y="2316035"/>
                </a:lnTo>
                <a:lnTo>
                  <a:pt x="4226115" y="2301608"/>
                </a:lnTo>
                <a:lnTo>
                  <a:pt x="4226039" y="2315908"/>
                </a:lnTo>
                <a:lnTo>
                  <a:pt x="3937127" y="2314575"/>
                </a:lnTo>
                <a:lnTo>
                  <a:pt x="3937000" y="2343150"/>
                </a:lnTo>
                <a:lnTo>
                  <a:pt x="4225912" y="2344483"/>
                </a:lnTo>
                <a:lnTo>
                  <a:pt x="4225861" y="2358758"/>
                </a:lnTo>
                <a:lnTo>
                  <a:pt x="4254474" y="2344610"/>
                </a:lnTo>
                <a:lnTo>
                  <a:pt x="4283138" y="2330450"/>
                </a:lnTo>
                <a:close/>
              </a:path>
              <a:path w="8425180" h="2781300">
                <a:moveTo>
                  <a:pt x="8424926" y="0"/>
                </a:moveTo>
                <a:lnTo>
                  <a:pt x="8410638" y="0"/>
                </a:lnTo>
                <a:lnTo>
                  <a:pt x="8410638" y="28575"/>
                </a:lnTo>
                <a:lnTo>
                  <a:pt x="8410638" y="587375"/>
                </a:lnTo>
                <a:lnTo>
                  <a:pt x="7007288" y="587375"/>
                </a:lnTo>
                <a:lnTo>
                  <a:pt x="7007288" y="28575"/>
                </a:lnTo>
                <a:lnTo>
                  <a:pt x="8410638" y="28575"/>
                </a:lnTo>
                <a:lnTo>
                  <a:pt x="8410638" y="0"/>
                </a:lnTo>
                <a:lnTo>
                  <a:pt x="6978713" y="0"/>
                </a:lnTo>
                <a:lnTo>
                  <a:pt x="6978713" y="615950"/>
                </a:lnTo>
                <a:lnTo>
                  <a:pt x="8424926" y="615950"/>
                </a:lnTo>
                <a:lnTo>
                  <a:pt x="8424926" y="601662"/>
                </a:lnTo>
                <a:lnTo>
                  <a:pt x="8424926" y="587375"/>
                </a:lnTo>
                <a:lnTo>
                  <a:pt x="8424926" y="28575"/>
                </a:lnTo>
                <a:lnTo>
                  <a:pt x="8424926" y="14287"/>
                </a:lnTo>
                <a:lnTo>
                  <a:pt x="8424926" y="0"/>
                </a:lnTo>
                <a:close/>
              </a:path>
            </a:pathLst>
          </a:custGeom>
          <a:solidFill>
            <a:srgbClr val="0000FF"/>
          </a:solidFill>
        </p:spPr>
        <p:txBody>
          <a:bodyPr wrap="square" lIns="0" tIns="0" rIns="0" bIns="0" rtlCol="0"/>
          <a:lstStyle/>
          <a:p>
            <a:endParaRPr/>
          </a:p>
        </p:txBody>
      </p:sp>
      <p:sp>
        <p:nvSpPr>
          <p:cNvPr id="26" name="object 26"/>
          <p:cNvSpPr txBox="1"/>
          <p:nvPr/>
        </p:nvSpPr>
        <p:spPr>
          <a:xfrm>
            <a:off x="7875269" y="2160270"/>
            <a:ext cx="11049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Times New Roman" panose="02020603050405020304"/>
                <a:cs typeface="Times New Roman" panose="02020603050405020304"/>
              </a:rPr>
              <a:t>A/D</a:t>
            </a:r>
            <a:r>
              <a:rPr sz="1800" spc="-35" dirty="0">
                <a:solidFill>
                  <a:srgbClr val="0000FF"/>
                </a:solidFill>
                <a:latin typeface="Noto Serif CJK JP"/>
                <a:cs typeface="Noto Serif CJK JP"/>
              </a:rPr>
              <a:t>转换器</a:t>
            </a:r>
            <a:endParaRPr sz="1800">
              <a:latin typeface="Noto Serif CJK JP"/>
              <a:cs typeface="Noto Serif CJK JP"/>
            </a:endParaRPr>
          </a:p>
        </p:txBody>
      </p:sp>
      <p:sp>
        <p:nvSpPr>
          <p:cNvPr id="27" name="object 27"/>
          <p:cNvSpPr/>
          <p:nvPr/>
        </p:nvSpPr>
        <p:spPr>
          <a:xfrm>
            <a:off x="5891212" y="1979612"/>
            <a:ext cx="1460500" cy="615950"/>
          </a:xfrm>
          <a:custGeom>
            <a:avLst/>
            <a:gdLst/>
            <a:ahLst/>
            <a:cxnLst/>
            <a:rect l="l" t="t" r="r" b="b"/>
            <a:pathLst>
              <a:path w="1460500" h="615950">
                <a:moveTo>
                  <a:pt x="1460500" y="615950"/>
                </a:moveTo>
                <a:lnTo>
                  <a:pt x="0" y="615950"/>
                </a:lnTo>
                <a:lnTo>
                  <a:pt x="0" y="0"/>
                </a:lnTo>
                <a:lnTo>
                  <a:pt x="1460500" y="0"/>
                </a:lnTo>
                <a:lnTo>
                  <a:pt x="1460500" y="14287"/>
                </a:lnTo>
                <a:lnTo>
                  <a:pt x="28575" y="14287"/>
                </a:lnTo>
                <a:lnTo>
                  <a:pt x="14287" y="28575"/>
                </a:lnTo>
                <a:lnTo>
                  <a:pt x="28575" y="28575"/>
                </a:lnTo>
                <a:lnTo>
                  <a:pt x="28575" y="587375"/>
                </a:lnTo>
                <a:lnTo>
                  <a:pt x="14287" y="587375"/>
                </a:lnTo>
                <a:lnTo>
                  <a:pt x="28575" y="601662"/>
                </a:lnTo>
                <a:lnTo>
                  <a:pt x="1460500" y="601662"/>
                </a:lnTo>
                <a:lnTo>
                  <a:pt x="1460500" y="615950"/>
                </a:lnTo>
                <a:close/>
              </a:path>
              <a:path w="1460500" h="615950">
                <a:moveTo>
                  <a:pt x="28575" y="28575"/>
                </a:moveTo>
                <a:lnTo>
                  <a:pt x="14287" y="28575"/>
                </a:lnTo>
                <a:lnTo>
                  <a:pt x="28575" y="14287"/>
                </a:lnTo>
                <a:lnTo>
                  <a:pt x="28575" y="28575"/>
                </a:lnTo>
                <a:close/>
              </a:path>
              <a:path w="1460500" h="615950">
                <a:moveTo>
                  <a:pt x="1431925" y="28575"/>
                </a:moveTo>
                <a:lnTo>
                  <a:pt x="28575" y="28575"/>
                </a:lnTo>
                <a:lnTo>
                  <a:pt x="28575" y="14287"/>
                </a:lnTo>
                <a:lnTo>
                  <a:pt x="1431925" y="14287"/>
                </a:lnTo>
                <a:lnTo>
                  <a:pt x="1431925" y="28575"/>
                </a:lnTo>
                <a:close/>
              </a:path>
              <a:path w="1460500" h="615950">
                <a:moveTo>
                  <a:pt x="1431925" y="601662"/>
                </a:moveTo>
                <a:lnTo>
                  <a:pt x="1431925" y="14287"/>
                </a:lnTo>
                <a:lnTo>
                  <a:pt x="1446212" y="28575"/>
                </a:lnTo>
                <a:lnTo>
                  <a:pt x="1460500" y="28575"/>
                </a:lnTo>
                <a:lnTo>
                  <a:pt x="1460500" y="587375"/>
                </a:lnTo>
                <a:lnTo>
                  <a:pt x="1446212" y="587375"/>
                </a:lnTo>
                <a:lnTo>
                  <a:pt x="1431925" y="601662"/>
                </a:lnTo>
                <a:close/>
              </a:path>
              <a:path w="1460500" h="615950">
                <a:moveTo>
                  <a:pt x="1460500" y="28575"/>
                </a:moveTo>
                <a:lnTo>
                  <a:pt x="1446212" y="28575"/>
                </a:lnTo>
                <a:lnTo>
                  <a:pt x="1431925" y="14287"/>
                </a:lnTo>
                <a:lnTo>
                  <a:pt x="1460500" y="14287"/>
                </a:lnTo>
                <a:lnTo>
                  <a:pt x="1460500" y="28575"/>
                </a:lnTo>
                <a:close/>
              </a:path>
              <a:path w="1460500" h="615950">
                <a:moveTo>
                  <a:pt x="28575" y="601662"/>
                </a:moveTo>
                <a:lnTo>
                  <a:pt x="14287" y="587375"/>
                </a:lnTo>
                <a:lnTo>
                  <a:pt x="28575" y="587375"/>
                </a:lnTo>
                <a:lnTo>
                  <a:pt x="28575" y="601662"/>
                </a:lnTo>
                <a:close/>
              </a:path>
              <a:path w="1460500" h="615950">
                <a:moveTo>
                  <a:pt x="1431925" y="601662"/>
                </a:moveTo>
                <a:lnTo>
                  <a:pt x="28575" y="601662"/>
                </a:lnTo>
                <a:lnTo>
                  <a:pt x="28575" y="587375"/>
                </a:lnTo>
                <a:lnTo>
                  <a:pt x="1431925" y="587375"/>
                </a:lnTo>
                <a:lnTo>
                  <a:pt x="1431925" y="601662"/>
                </a:lnTo>
                <a:close/>
              </a:path>
              <a:path w="1460500" h="615950">
                <a:moveTo>
                  <a:pt x="1460500" y="601662"/>
                </a:moveTo>
                <a:lnTo>
                  <a:pt x="1431925" y="601662"/>
                </a:lnTo>
                <a:lnTo>
                  <a:pt x="1446212" y="587375"/>
                </a:lnTo>
                <a:lnTo>
                  <a:pt x="1460500" y="587375"/>
                </a:lnTo>
                <a:lnTo>
                  <a:pt x="1460500" y="601662"/>
                </a:lnTo>
                <a:close/>
              </a:path>
            </a:pathLst>
          </a:custGeom>
          <a:solidFill>
            <a:srgbClr val="0000FF"/>
          </a:solidFill>
        </p:spPr>
        <p:txBody>
          <a:bodyPr wrap="square" lIns="0" tIns="0" rIns="0" bIns="0" rtlCol="0"/>
          <a:lstStyle/>
          <a:p>
            <a:endParaRPr/>
          </a:p>
        </p:txBody>
      </p:sp>
      <p:sp>
        <p:nvSpPr>
          <p:cNvPr id="28" name="object 28"/>
          <p:cNvSpPr txBox="1"/>
          <p:nvPr/>
        </p:nvSpPr>
        <p:spPr>
          <a:xfrm>
            <a:off x="6036945" y="2160904"/>
            <a:ext cx="11684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Noto Serif CJK JP"/>
                <a:cs typeface="Noto Serif CJK JP"/>
              </a:rPr>
              <a:t>采样保持器</a:t>
            </a:r>
            <a:endParaRPr sz="1800">
              <a:latin typeface="Noto Serif CJK JP"/>
              <a:cs typeface="Noto Serif CJK JP"/>
            </a:endParaRPr>
          </a:p>
        </p:txBody>
      </p:sp>
      <p:sp>
        <p:nvSpPr>
          <p:cNvPr id="29" name="object 29"/>
          <p:cNvSpPr/>
          <p:nvPr/>
        </p:nvSpPr>
        <p:spPr>
          <a:xfrm>
            <a:off x="5557774" y="2263520"/>
            <a:ext cx="2935605" cy="992505"/>
          </a:xfrm>
          <a:custGeom>
            <a:avLst/>
            <a:gdLst/>
            <a:ahLst/>
            <a:cxnLst/>
            <a:rect l="l" t="t" r="r" b="b"/>
            <a:pathLst>
              <a:path w="2935604" h="992504">
                <a:moveTo>
                  <a:pt x="347726" y="30416"/>
                </a:moveTo>
                <a:lnTo>
                  <a:pt x="319214" y="16002"/>
                </a:lnTo>
                <a:lnTo>
                  <a:pt x="290703" y="1574"/>
                </a:lnTo>
                <a:lnTo>
                  <a:pt x="290626" y="15875"/>
                </a:lnTo>
                <a:lnTo>
                  <a:pt x="127" y="14541"/>
                </a:lnTo>
                <a:lnTo>
                  <a:pt x="0" y="43116"/>
                </a:lnTo>
                <a:lnTo>
                  <a:pt x="290499" y="44450"/>
                </a:lnTo>
                <a:lnTo>
                  <a:pt x="290449" y="58724"/>
                </a:lnTo>
                <a:lnTo>
                  <a:pt x="319062" y="44577"/>
                </a:lnTo>
                <a:lnTo>
                  <a:pt x="347726" y="30416"/>
                </a:lnTo>
                <a:close/>
              </a:path>
              <a:path w="2935604" h="992504">
                <a:moveTo>
                  <a:pt x="2152713" y="28829"/>
                </a:moveTo>
                <a:lnTo>
                  <a:pt x="2124202" y="14414"/>
                </a:lnTo>
                <a:lnTo>
                  <a:pt x="2095690" y="0"/>
                </a:lnTo>
                <a:lnTo>
                  <a:pt x="2095627" y="14287"/>
                </a:lnTo>
                <a:lnTo>
                  <a:pt x="1805114" y="12954"/>
                </a:lnTo>
                <a:lnTo>
                  <a:pt x="1804987" y="41529"/>
                </a:lnTo>
                <a:lnTo>
                  <a:pt x="2095487" y="42862"/>
                </a:lnTo>
                <a:lnTo>
                  <a:pt x="2095436" y="57137"/>
                </a:lnTo>
                <a:lnTo>
                  <a:pt x="2124049" y="42989"/>
                </a:lnTo>
                <a:lnTo>
                  <a:pt x="2152713" y="28829"/>
                </a:lnTo>
                <a:close/>
              </a:path>
              <a:path w="2935604" h="992504">
                <a:moveTo>
                  <a:pt x="2935351" y="935291"/>
                </a:moveTo>
                <a:lnTo>
                  <a:pt x="2921063" y="935291"/>
                </a:lnTo>
                <a:lnTo>
                  <a:pt x="2921063" y="320929"/>
                </a:lnTo>
                <a:lnTo>
                  <a:pt x="2892488" y="320929"/>
                </a:lnTo>
                <a:lnTo>
                  <a:pt x="2892488" y="935291"/>
                </a:lnTo>
                <a:lnTo>
                  <a:pt x="2878201" y="935291"/>
                </a:lnTo>
                <a:lnTo>
                  <a:pt x="2892488" y="963866"/>
                </a:lnTo>
                <a:lnTo>
                  <a:pt x="2906776" y="992441"/>
                </a:lnTo>
                <a:lnTo>
                  <a:pt x="2921063" y="963866"/>
                </a:lnTo>
                <a:lnTo>
                  <a:pt x="2935351" y="935291"/>
                </a:lnTo>
                <a:close/>
              </a:path>
            </a:pathLst>
          </a:custGeom>
          <a:solidFill>
            <a:srgbClr val="0000FF"/>
          </a:solidFill>
        </p:spPr>
        <p:txBody>
          <a:bodyPr wrap="square" lIns="0" tIns="0" rIns="0" bIns="0" rtlCol="0"/>
          <a:lstStyle/>
          <a:p>
            <a:endParaRPr/>
          </a:p>
        </p:txBody>
      </p:sp>
      <p:sp>
        <p:nvSpPr>
          <p:cNvPr id="30" name="object 30"/>
          <p:cNvSpPr txBox="1"/>
          <p:nvPr/>
        </p:nvSpPr>
        <p:spPr>
          <a:xfrm>
            <a:off x="7497762" y="511651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31" name="object 31"/>
          <p:cNvSpPr/>
          <p:nvPr/>
        </p:nvSpPr>
        <p:spPr>
          <a:xfrm>
            <a:off x="2266950" y="5319712"/>
            <a:ext cx="1087755" cy="441325"/>
          </a:xfrm>
          <a:custGeom>
            <a:avLst/>
            <a:gdLst/>
            <a:ahLst/>
            <a:cxnLst/>
            <a:rect l="l" t="t" r="r" b="b"/>
            <a:pathLst>
              <a:path w="1087754" h="441325">
                <a:moveTo>
                  <a:pt x="1087437" y="441325"/>
                </a:moveTo>
                <a:lnTo>
                  <a:pt x="0" y="441325"/>
                </a:lnTo>
                <a:lnTo>
                  <a:pt x="0" y="0"/>
                </a:lnTo>
                <a:lnTo>
                  <a:pt x="1087437" y="0"/>
                </a:lnTo>
                <a:lnTo>
                  <a:pt x="1087437" y="14287"/>
                </a:lnTo>
                <a:lnTo>
                  <a:pt x="28575" y="14287"/>
                </a:lnTo>
                <a:lnTo>
                  <a:pt x="14287" y="28575"/>
                </a:lnTo>
                <a:lnTo>
                  <a:pt x="28575" y="28575"/>
                </a:lnTo>
                <a:lnTo>
                  <a:pt x="28575" y="412750"/>
                </a:lnTo>
                <a:lnTo>
                  <a:pt x="14287" y="412750"/>
                </a:lnTo>
                <a:lnTo>
                  <a:pt x="28575" y="427037"/>
                </a:lnTo>
                <a:lnTo>
                  <a:pt x="1087437" y="427037"/>
                </a:lnTo>
                <a:lnTo>
                  <a:pt x="1087437" y="441325"/>
                </a:lnTo>
                <a:close/>
              </a:path>
              <a:path w="1087754" h="441325">
                <a:moveTo>
                  <a:pt x="28575" y="28575"/>
                </a:moveTo>
                <a:lnTo>
                  <a:pt x="14287" y="28575"/>
                </a:lnTo>
                <a:lnTo>
                  <a:pt x="28575" y="14287"/>
                </a:lnTo>
                <a:lnTo>
                  <a:pt x="28575" y="28575"/>
                </a:lnTo>
                <a:close/>
              </a:path>
              <a:path w="1087754" h="441325">
                <a:moveTo>
                  <a:pt x="1058862" y="28575"/>
                </a:moveTo>
                <a:lnTo>
                  <a:pt x="28575" y="28575"/>
                </a:lnTo>
                <a:lnTo>
                  <a:pt x="28575" y="14287"/>
                </a:lnTo>
                <a:lnTo>
                  <a:pt x="1058862" y="14287"/>
                </a:lnTo>
                <a:lnTo>
                  <a:pt x="1058862" y="28575"/>
                </a:lnTo>
                <a:close/>
              </a:path>
              <a:path w="1087754" h="441325">
                <a:moveTo>
                  <a:pt x="1058862" y="427037"/>
                </a:moveTo>
                <a:lnTo>
                  <a:pt x="1058862" y="14287"/>
                </a:lnTo>
                <a:lnTo>
                  <a:pt x="1073150" y="28575"/>
                </a:lnTo>
                <a:lnTo>
                  <a:pt x="1087437" y="28575"/>
                </a:lnTo>
                <a:lnTo>
                  <a:pt x="1087437" y="412750"/>
                </a:lnTo>
                <a:lnTo>
                  <a:pt x="1073150" y="412750"/>
                </a:lnTo>
                <a:lnTo>
                  <a:pt x="1058862" y="427037"/>
                </a:lnTo>
                <a:close/>
              </a:path>
              <a:path w="1087754" h="441325">
                <a:moveTo>
                  <a:pt x="1087437" y="28575"/>
                </a:moveTo>
                <a:lnTo>
                  <a:pt x="1073150" y="28575"/>
                </a:lnTo>
                <a:lnTo>
                  <a:pt x="1058862" y="14287"/>
                </a:lnTo>
                <a:lnTo>
                  <a:pt x="1087437" y="14287"/>
                </a:lnTo>
                <a:lnTo>
                  <a:pt x="1087437" y="28575"/>
                </a:lnTo>
                <a:close/>
              </a:path>
              <a:path w="1087754" h="441325">
                <a:moveTo>
                  <a:pt x="28575" y="427037"/>
                </a:moveTo>
                <a:lnTo>
                  <a:pt x="14287" y="412750"/>
                </a:lnTo>
                <a:lnTo>
                  <a:pt x="28575" y="412750"/>
                </a:lnTo>
                <a:lnTo>
                  <a:pt x="28575" y="427037"/>
                </a:lnTo>
                <a:close/>
              </a:path>
              <a:path w="1087754" h="441325">
                <a:moveTo>
                  <a:pt x="1058862" y="427037"/>
                </a:moveTo>
                <a:lnTo>
                  <a:pt x="28575" y="427037"/>
                </a:lnTo>
                <a:lnTo>
                  <a:pt x="28575" y="412750"/>
                </a:lnTo>
                <a:lnTo>
                  <a:pt x="1058862" y="412750"/>
                </a:lnTo>
                <a:lnTo>
                  <a:pt x="1058862" y="427037"/>
                </a:lnTo>
                <a:close/>
              </a:path>
              <a:path w="1087754" h="441325">
                <a:moveTo>
                  <a:pt x="1087437" y="427037"/>
                </a:moveTo>
                <a:lnTo>
                  <a:pt x="1058862" y="427037"/>
                </a:lnTo>
                <a:lnTo>
                  <a:pt x="1073150" y="412750"/>
                </a:lnTo>
                <a:lnTo>
                  <a:pt x="1087437" y="412750"/>
                </a:lnTo>
                <a:lnTo>
                  <a:pt x="1087437" y="427037"/>
                </a:lnTo>
                <a:close/>
              </a:path>
            </a:pathLst>
          </a:custGeom>
          <a:solidFill>
            <a:srgbClr val="0000FF"/>
          </a:solidFill>
        </p:spPr>
        <p:txBody>
          <a:bodyPr wrap="square" lIns="0" tIns="0" rIns="0" bIns="0" rtlCol="0"/>
          <a:lstStyle/>
          <a:p>
            <a:endParaRPr/>
          </a:p>
        </p:txBody>
      </p:sp>
      <p:sp>
        <p:nvSpPr>
          <p:cNvPr id="32" name="object 32"/>
          <p:cNvSpPr txBox="1"/>
          <p:nvPr/>
        </p:nvSpPr>
        <p:spPr>
          <a:xfrm>
            <a:off x="2340292" y="5414009"/>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受控对象</a:t>
            </a:r>
            <a:endParaRPr sz="1800">
              <a:latin typeface="Noto Serif CJK JP"/>
              <a:cs typeface="Noto Serif CJK JP"/>
            </a:endParaRPr>
          </a:p>
        </p:txBody>
      </p:sp>
      <p:sp>
        <p:nvSpPr>
          <p:cNvPr id="33" name="object 33"/>
          <p:cNvSpPr txBox="1"/>
          <p:nvPr/>
        </p:nvSpPr>
        <p:spPr>
          <a:xfrm>
            <a:off x="3176587" y="4822190"/>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控制信号</a:t>
            </a:r>
            <a:endParaRPr sz="1800">
              <a:latin typeface="Noto Serif CJK JP"/>
              <a:cs typeface="Noto Serif CJK JP"/>
            </a:endParaRPr>
          </a:p>
        </p:txBody>
      </p:sp>
      <p:sp>
        <p:nvSpPr>
          <p:cNvPr id="34" name="object 34"/>
          <p:cNvSpPr txBox="1"/>
          <p:nvPr/>
        </p:nvSpPr>
        <p:spPr>
          <a:xfrm>
            <a:off x="5021262" y="482282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模拟信号</a:t>
            </a:r>
            <a:endParaRPr sz="1800">
              <a:latin typeface="Noto Serif CJK JP"/>
              <a:cs typeface="Noto Serif CJK JP"/>
            </a:endParaRPr>
          </a:p>
        </p:txBody>
      </p:sp>
      <p:sp>
        <p:nvSpPr>
          <p:cNvPr id="35" name="object 35"/>
          <p:cNvSpPr/>
          <p:nvPr/>
        </p:nvSpPr>
        <p:spPr>
          <a:xfrm>
            <a:off x="5930900" y="5189537"/>
            <a:ext cx="1460500" cy="615950"/>
          </a:xfrm>
          <a:custGeom>
            <a:avLst/>
            <a:gdLst/>
            <a:ahLst/>
            <a:cxnLst/>
            <a:rect l="l" t="t" r="r" b="b"/>
            <a:pathLst>
              <a:path w="1460500" h="615950">
                <a:moveTo>
                  <a:pt x="1460500" y="615950"/>
                </a:moveTo>
                <a:lnTo>
                  <a:pt x="0" y="615950"/>
                </a:lnTo>
                <a:lnTo>
                  <a:pt x="0" y="0"/>
                </a:lnTo>
                <a:lnTo>
                  <a:pt x="1460500" y="0"/>
                </a:lnTo>
                <a:lnTo>
                  <a:pt x="1460500" y="14287"/>
                </a:lnTo>
                <a:lnTo>
                  <a:pt x="28575" y="14287"/>
                </a:lnTo>
                <a:lnTo>
                  <a:pt x="14287" y="28575"/>
                </a:lnTo>
                <a:lnTo>
                  <a:pt x="28575" y="28575"/>
                </a:lnTo>
                <a:lnTo>
                  <a:pt x="28575" y="587375"/>
                </a:lnTo>
                <a:lnTo>
                  <a:pt x="14287" y="587375"/>
                </a:lnTo>
                <a:lnTo>
                  <a:pt x="28575" y="601662"/>
                </a:lnTo>
                <a:lnTo>
                  <a:pt x="1460500" y="601662"/>
                </a:lnTo>
                <a:lnTo>
                  <a:pt x="1460500" y="615950"/>
                </a:lnTo>
                <a:close/>
              </a:path>
              <a:path w="1460500" h="615950">
                <a:moveTo>
                  <a:pt x="28575" y="28575"/>
                </a:moveTo>
                <a:lnTo>
                  <a:pt x="14287" y="28575"/>
                </a:lnTo>
                <a:lnTo>
                  <a:pt x="28575" y="14287"/>
                </a:lnTo>
                <a:lnTo>
                  <a:pt x="28575" y="28575"/>
                </a:lnTo>
                <a:close/>
              </a:path>
              <a:path w="1460500" h="615950">
                <a:moveTo>
                  <a:pt x="1431925" y="28575"/>
                </a:moveTo>
                <a:lnTo>
                  <a:pt x="28575" y="28575"/>
                </a:lnTo>
                <a:lnTo>
                  <a:pt x="28575" y="14287"/>
                </a:lnTo>
                <a:lnTo>
                  <a:pt x="1431925" y="14287"/>
                </a:lnTo>
                <a:lnTo>
                  <a:pt x="1431925" y="28575"/>
                </a:lnTo>
                <a:close/>
              </a:path>
              <a:path w="1460500" h="615950">
                <a:moveTo>
                  <a:pt x="1431925" y="601662"/>
                </a:moveTo>
                <a:lnTo>
                  <a:pt x="1431925" y="14287"/>
                </a:lnTo>
                <a:lnTo>
                  <a:pt x="1446212" y="28575"/>
                </a:lnTo>
                <a:lnTo>
                  <a:pt x="1460500" y="28575"/>
                </a:lnTo>
                <a:lnTo>
                  <a:pt x="1460500" y="587375"/>
                </a:lnTo>
                <a:lnTo>
                  <a:pt x="1446212" y="587375"/>
                </a:lnTo>
                <a:lnTo>
                  <a:pt x="1431925" y="601662"/>
                </a:lnTo>
                <a:close/>
              </a:path>
              <a:path w="1460500" h="615950">
                <a:moveTo>
                  <a:pt x="1460500" y="28575"/>
                </a:moveTo>
                <a:lnTo>
                  <a:pt x="1446212" y="28575"/>
                </a:lnTo>
                <a:lnTo>
                  <a:pt x="1431925" y="14287"/>
                </a:lnTo>
                <a:lnTo>
                  <a:pt x="1460500" y="14287"/>
                </a:lnTo>
                <a:lnTo>
                  <a:pt x="1460500" y="28575"/>
                </a:lnTo>
                <a:close/>
              </a:path>
              <a:path w="1460500" h="615950">
                <a:moveTo>
                  <a:pt x="28575" y="601662"/>
                </a:moveTo>
                <a:lnTo>
                  <a:pt x="14287" y="587375"/>
                </a:lnTo>
                <a:lnTo>
                  <a:pt x="28575" y="587375"/>
                </a:lnTo>
                <a:lnTo>
                  <a:pt x="28575" y="601662"/>
                </a:lnTo>
                <a:close/>
              </a:path>
              <a:path w="1460500" h="615950">
                <a:moveTo>
                  <a:pt x="1431925" y="601662"/>
                </a:moveTo>
                <a:lnTo>
                  <a:pt x="28575" y="601662"/>
                </a:lnTo>
                <a:lnTo>
                  <a:pt x="28575" y="587375"/>
                </a:lnTo>
                <a:lnTo>
                  <a:pt x="1431925" y="587375"/>
                </a:lnTo>
                <a:lnTo>
                  <a:pt x="1431925" y="601662"/>
                </a:lnTo>
                <a:close/>
              </a:path>
              <a:path w="1460500" h="615950">
                <a:moveTo>
                  <a:pt x="1460500" y="601662"/>
                </a:moveTo>
                <a:lnTo>
                  <a:pt x="1431925" y="601662"/>
                </a:lnTo>
                <a:lnTo>
                  <a:pt x="1446212" y="587375"/>
                </a:lnTo>
                <a:lnTo>
                  <a:pt x="1460500" y="587375"/>
                </a:lnTo>
                <a:lnTo>
                  <a:pt x="1460500" y="601662"/>
                </a:lnTo>
                <a:close/>
              </a:path>
            </a:pathLst>
          </a:custGeom>
          <a:solidFill>
            <a:srgbClr val="0000FF"/>
          </a:solidFill>
        </p:spPr>
        <p:txBody>
          <a:bodyPr wrap="square" lIns="0" tIns="0" rIns="0" bIns="0" rtlCol="0"/>
          <a:lstStyle/>
          <a:p>
            <a:endParaRPr/>
          </a:p>
        </p:txBody>
      </p:sp>
      <p:sp>
        <p:nvSpPr>
          <p:cNvPr id="36" name="object 36"/>
          <p:cNvSpPr txBox="1"/>
          <p:nvPr/>
        </p:nvSpPr>
        <p:spPr>
          <a:xfrm>
            <a:off x="6108382" y="5370195"/>
            <a:ext cx="11049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Times New Roman" panose="02020603050405020304"/>
                <a:cs typeface="Times New Roman" panose="02020603050405020304"/>
              </a:rPr>
              <a:t>D/A</a:t>
            </a:r>
            <a:r>
              <a:rPr sz="1800" spc="-35" dirty="0">
                <a:solidFill>
                  <a:srgbClr val="0000FF"/>
                </a:solidFill>
                <a:latin typeface="Noto Serif CJK JP"/>
                <a:cs typeface="Noto Serif CJK JP"/>
              </a:rPr>
              <a:t>转换器</a:t>
            </a:r>
            <a:endParaRPr sz="1800">
              <a:latin typeface="Noto Serif CJK JP"/>
              <a:cs typeface="Noto Serif CJK JP"/>
            </a:endParaRPr>
          </a:p>
        </p:txBody>
      </p:sp>
      <p:sp>
        <p:nvSpPr>
          <p:cNvPr id="37" name="object 37"/>
          <p:cNvSpPr/>
          <p:nvPr/>
        </p:nvSpPr>
        <p:spPr>
          <a:xfrm>
            <a:off x="4030662" y="5187950"/>
            <a:ext cx="1581150" cy="614680"/>
          </a:xfrm>
          <a:custGeom>
            <a:avLst/>
            <a:gdLst/>
            <a:ahLst/>
            <a:cxnLst/>
            <a:rect l="l" t="t" r="r" b="b"/>
            <a:pathLst>
              <a:path w="1581150" h="614679">
                <a:moveTo>
                  <a:pt x="1581150" y="614362"/>
                </a:moveTo>
                <a:lnTo>
                  <a:pt x="0" y="614362"/>
                </a:lnTo>
                <a:lnTo>
                  <a:pt x="0" y="0"/>
                </a:lnTo>
                <a:lnTo>
                  <a:pt x="1581150" y="0"/>
                </a:lnTo>
                <a:lnTo>
                  <a:pt x="1581150" y="14287"/>
                </a:lnTo>
                <a:lnTo>
                  <a:pt x="28575" y="14287"/>
                </a:lnTo>
                <a:lnTo>
                  <a:pt x="14287" y="28575"/>
                </a:lnTo>
                <a:lnTo>
                  <a:pt x="28575" y="28575"/>
                </a:lnTo>
                <a:lnTo>
                  <a:pt x="28575" y="585787"/>
                </a:lnTo>
                <a:lnTo>
                  <a:pt x="14287" y="585787"/>
                </a:lnTo>
                <a:lnTo>
                  <a:pt x="28575" y="600075"/>
                </a:lnTo>
                <a:lnTo>
                  <a:pt x="1581150" y="600075"/>
                </a:lnTo>
                <a:lnTo>
                  <a:pt x="1581150" y="614362"/>
                </a:lnTo>
                <a:close/>
              </a:path>
              <a:path w="1581150" h="614679">
                <a:moveTo>
                  <a:pt x="28575" y="28575"/>
                </a:moveTo>
                <a:lnTo>
                  <a:pt x="14287" y="28575"/>
                </a:lnTo>
                <a:lnTo>
                  <a:pt x="28575" y="14287"/>
                </a:lnTo>
                <a:lnTo>
                  <a:pt x="28575" y="28575"/>
                </a:lnTo>
                <a:close/>
              </a:path>
              <a:path w="1581150" h="614679">
                <a:moveTo>
                  <a:pt x="1552575" y="28575"/>
                </a:moveTo>
                <a:lnTo>
                  <a:pt x="28575" y="28575"/>
                </a:lnTo>
                <a:lnTo>
                  <a:pt x="28575" y="14287"/>
                </a:lnTo>
                <a:lnTo>
                  <a:pt x="1552575" y="14287"/>
                </a:lnTo>
                <a:lnTo>
                  <a:pt x="1552575" y="28575"/>
                </a:lnTo>
                <a:close/>
              </a:path>
              <a:path w="1581150" h="614679">
                <a:moveTo>
                  <a:pt x="1552575" y="600075"/>
                </a:moveTo>
                <a:lnTo>
                  <a:pt x="1552575" y="14287"/>
                </a:lnTo>
                <a:lnTo>
                  <a:pt x="1566862" y="28575"/>
                </a:lnTo>
                <a:lnTo>
                  <a:pt x="1581150" y="28575"/>
                </a:lnTo>
                <a:lnTo>
                  <a:pt x="1581150" y="585787"/>
                </a:lnTo>
                <a:lnTo>
                  <a:pt x="1566862" y="585787"/>
                </a:lnTo>
                <a:lnTo>
                  <a:pt x="1552575" y="600075"/>
                </a:lnTo>
                <a:close/>
              </a:path>
              <a:path w="1581150" h="614679">
                <a:moveTo>
                  <a:pt x="1581150" y="28575"/>
                </a:moveTo>
                <a:lnTo>
                  <a:pt x="1566862" y="28575"/>
                </a:lnTo>
                <a:lnTo>
                  <a:pt x="1552575" y="14287"/>
                </a:lnTo>
                <a:lnTo>
                  <a:pt x="1581150" y="14287"/>
                </a:lnTo>
                <a:lnTo>
                  <a:pt x="1581150" y="28575"/>
                </a:lnTo>
                <a:close/>
              </a:path>
              <a:path w="1581150" h="614679">
                <a:moveTo>
                  <a:pt x="28575" y="600075"/>
                </a:moveTo>
                <a:lnTo>
                  <a:pt x="14287" y="585787"/>
                </a:lnTo>
                <a:lnTo>
                  <a:pt x="28575" y="585787"/>
                </a:lnTo>
                <a:lnTo>
                  <a:pt x="28575" y="600075"/>
                </a:lnTo>
                <a:close/>
              </a:path>
              <a:path w="1581150" h="614679">
                <a:moveTo>
                  <a:pt x="1552575" y="600075"/>
                </a:moveTo>
                <a:lnTo>
                  <a:pt x="28575" y="600075"/>
                </a:lnTo>
                <a:lnTo>
                  <a:pt x="28575" y="585787"/>
                </a:lnTo>
                <a:lnTo>
                  <a:pt x="1552575" y="585787"/>
                </a:lnTo>
                <a:lnTo>
                  <a:pt x="1552575" y="600075"/>
                </a:lnTo>
                <a:close/>
              </a:path>
              <a:path w="1581150" h="614679">
                <a:moveTo>
                  <a:pt x="1581150" y="600075"/>
                </a:moveTo>
                <a:lnTo>
                  <a:pt x="1552575" y="600075"/>
                </a:lnTo>
                <a:lnTo>
                  <a:pt x="1566862" y="585787"/>
                </a:lnTo>
                <a:lnTo>
                  <a:pt x="1581150" y="585787"/>
                </a:lnTo>
                <a:lnTo>
                  <a:pt x="1581150" y="600075"/>
                </a:lnTo>
                <a:close/>
              </a:path>
            </a:pathLst>
          </a:custGeom>
          <a:solidFill>
            <a:srgbClr val="0000FF"/>
          </a:solidFill>
        </p:spPr>
        <p:txBody>
          <a:bodyPr wrap="square" lIns="0" tIns="0" rIns="0" bIns="0" rtlCol="0"/>
          <a:lstStyle/>
          <a:p>
            <a:endParaRPr/>
          </a:p>
        </p:txBody>
      </p:sp>
      <p:sp>
        <p:nvSpPr>
          <p:cNvPr id="38" name="object 38"/>
          <p:cNvSpPr txBox="1"/>
          <p:nvPr/>
        </p:nvSpPr>
        <p:spPr>
          <a:xfrm>
            <a:off x="4122420" y="5368607"/>
            <a:ext cx="13970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Noto Serif CJK JP"/>
                <a:cs typeface="Noto Serif CJK JP"/>
              </a:rPr>
              <a:t>放大驱动电路</a:t>
            </a:r>
            <a:endParaRPr sz="1800">
              <a:latin typeface="Noto Serif CJK JP"/>
              <a:cs typeface="Noto Serif CJK JP"/>
            </a:endParaRPr>
          </a:p>
        </p:txBody>
      </p:sp>
      <p:sp>
        <p:nvSpPr>
          <p:cNvPr id="39" name="object 39"/>
          <p:cNvSpPr/>
          <p:nvPr/>
        </p:nvSpPr>
        <p:spPr>
          <a:xfrm>
            <a:off x="3376612" y="3220821"/>
            <a:ext cx="5676900" cy="2312035"/>
          </a:xfrm>
          <a:custGeom>
            <a:avLst/>
            <a:gdLst/>
            <a:ahLst/>
            <a:cxnLst/>
            <a:rect l="l" t="t" r="r" b="b"/>
            <a:pathLst>
              <a:path w="5676900" h="2312035">
                <a:moveTo>
                  <a:pt x="681075" y="2292566"/>
                </a:moveTo>
                <a:lnTo>
                  <a:pt x="680999" y="2263991"/>
                </a:lnTo>
                <a:lnTo>
                  <a:pt x="57111" y="2265451"/>
                </a:lnTo>
                <a:lnTo>
                  <a:pt x="57086" y="2251151"/>
                </a:lnTo>
                <a:lnTo>
                  <a:pt x="28536" y="2265515"/>
                </a:lnTo>
                <a:lnTo>
                  <a:pt x="0" y="2279866"/>
                </a:lnTo>
                <a:lnTo>
                  <a:pt x="28600" y="2294090"/>
                </a:lnTo>
                <a:lnTo>
                  <a:pt x="57213" y="2308301"/>
                </a:lnTo>
                <a:lnTo>
                  <a:pt x="57175" y="2294026"/>
                </a:lnTo>
                <a:lnTo>
                  <a:pt x="681075" y="2292566"/>
                </a:lnTo>
                <a:close/>
              </a:path>
              <a:path w="5676900" h="2312035">
                <a:moveTo>
                  <a:pt x="2571813" y="2270341"/>
                </a:moveTo>
                <a:lnTo>
                  <a:pt x="2571686" y="2241766"/>
                </a:lnTo>
                <a:lnTo>
                  <a:pt x="2281174" y="2243099"/>
                </a:lnTo>
                <a:lnTo>
                  <a:pt x="2281110" y="2228799"/>
                </a:lnTo>
                <a:lnTo>
                  <a:pt x="2252599" y="2243226"/>
                </a:lnTo>
                <a:lnTo>
                  <a:pt x="2224087" y="2257641"/>
                </a:lnTo>
                <a:lnTo>
                  <a:pt x="2252713" y="2271801"/>
                </a:lnTo>
                <a:lnTo>
                  <a:pt x="2281364" y="2285949"/>
                </a:lnTo>
                <a:lnTo>
                  <a:pt x="2281301" y="2271674"/>
                </a:lnTo>
                <a:lnTo>
                  <a:pt x="2571813" y="2270341"/>
                </a:lnTo>
                <a:close/>
              </a:path>
              <a:path w="5676900" h="2312035">
                <a:moveTo>
                  <a:pt x="5127955" y="1392453"/>
                </a:moveTo>
                <a:lnTo>
                  <a:pt x="5099380" y="1392453"/>
                </a:lnTo>
                <a:lnTo>
                  <a:pt x="5099380" y="2268601"/>
                </a:lnTo>
                <a:lnTo>
                  <a:pt x="4075112" y="2268601"/>
                </a:lnTo>
                <a:lnTo>
                  <a:pt x="4075112" y="2254313"/>
                </a:lnTo>
                <a:lnTo>
                  <a:pt x="4046537" y="2268601"/>
                </a:lnTo>
                <a:lnTo>
                  <a:pt x="4017962" y="2282888"/>
                </a:lnTo>
                <a:lnTo>
                  <a:pt x="4046537" y="2297176"/>
                </a:lnTo>
                <a:lnTo>
                  <a:pt x="4075112" y="2311463"/>
                </a:lnTo>
                <a:lnTo>
                  <a:pt x="4075112" y="2297176"/>
                </a:lnTo>
                <a:lnTo>
                  <a:pt x="5113667" y="2297176"/>
                </a:lnTo>
                <a:lnTo>
                  <a:pt x="5116449" y="2296896"/>
                </a:lnTo>
                <a:lnTo>
                  <a:pt x="5127955" y="2282888"/>
                </a:lnTo>
                <a:lnTo>
                  <a:pt x="5127955" y="2268601"/>
                </a:lnTo>
                <a:lnTo>
                  <a:pt x="5127955" y="1392453"/>
                </a:lnTo>
                <a:close/>
              </a:path>
              <a:path w="5676900" h="2312035">
                <a:moveTo>
                  <a:pt x="5676900" y="215900"/>
                </a:moveTo>
                <a:lnTo>
                  <a:pt x="5676608" y="203200"/>
                </a:lnTo>
                <a:lnTo>
                  <a:pt x="5676239" y="203200"/>
                </a:lnTo>
                <a:lnTo>
                  <a:pt x="5675744" y="190500"/>
                </a:lnTo>
                <a:lnTo>
                  <a:pt x="5674309" y="190500"/>
                </a:lnTo>
                <a:lnTo>
                  <a:pt x="5673382" y="177800"/>
                </a:lnTo>
                <a:lnTo>
                  <a:pt x="5672315" y="177800"/>
                </a:lnTo>
                <a:lnTo>
                  <a:pt x="5669813" y="165100"/>
                </a:lnTo>
                <a:lnTo>
                  <a:pt x="5666765" y="152400"/>
                </a:lnTo>
                <a:lnTo>
                  <a:pt x="5663209" y="139700"/>
                </a:lnTo>
                <a:lnTo>
                  <a:pt x="5659171" y="127000"/>
                </a:lnTo>
                <a:lnTo>
                  <a:pt x="5654637" y="127000"/>
                </a:lnTo>
                <a:lnTo>
                  <a:pt x="5649544" y="114300"/>
                </a:lnTo>
                <a:lnTo>
                  <a:pt x="5644210" y="101600"/>
                </a:lnTo>
                <a:lnTo>
                  <a:pt x="5641759" y="96316"/>
                </a:lnTo>
                <a:lnTo>
                  <a:pt x="5641759" y="115849"/>
                </a:lnTo>
                <a:lnTo>
                  <a:pt x="5634482" y="102501"/>
                </a:lnTo>
                <a:lnTo>
                  <a:pt x="5633732" y="101600"/>
                </a:lnTo>
                <a:lnTo>
                  <a:pt x="5635955" y="101600"/>
                </a:lnTo>
                <a:lnTo>
                  <a:pt x="5641289" y="114300"/>
                </a:lnTo>
                <a:lnTo>
                  <a:pt x="5641759" y="115849"/>
                </a:lnTo>
                <a:lnTo>
                  <a:pt x="5641759" y="96316"/>
                </a:lnTo>
                <a:lnTo>
                  <a:pt x="5638330" y="88900"/>
                </a:lnTo>
                <a:lnTo>
                  <a:pt x="5632031" y="88900"/>
                </a:lnTo>
                <a:lnTo>
                  <a:pt x="5625770" y="77076"/>
                </a:lnTo>
                <a:lnTo>
                  <a:pt x="5625770" y="92011"/>
                </a:lnTo>
                <a:lnTo>
                  <a:pt x="5612676" y="76200"/>
                </a:lnTo>
                <a:lnTo>
                  <a:pt x="5617832" y="76200"/>
                </a:lnTo>
                <a:lnTo>
                  <a:pt x="5624398" y="88900"/>
                </a:lnTo>
                <a:lnTo>
                  <a:pt x="5624271" y="88900"/>
                </a:lnTo>
                <a:lnTo>
                  <a:pt x="5625770" y="92011"/>
                </a:lnTo>
                <a:lnTo>
                  <a:pt x="5625770" y="77076"/>
                </a:lnTo>
                <a:lnTo>
                  <a:pt x="5625312" y="76200"/>
                </a:lnTo>
                <a:lnTo>
                  <a:pt x="5618213" y="63500"/>
                </a:lnTo>
                <a:lnTo>
                  <a:pt x="5610733" y="63500"/>
                </a:lnTo>
                <a:lnTo>
                  <a:pt x="5607697" y="58597"/>
                </a:lnTo>
                <a:lnTo>
                  <a:pt x="5607697" y="70205"/>
                </a:lnTo>
                <a:lnTo>
                  <a:pt x="5607329" y="69748"/>
                </a:lnTo>
                <a:lnTo>
                  <a:pt x="5599709" y="63500"/>
                </a:lnTo>
                <a:lnTo>
                  <a:pt x="5603837" y="63500"/>
                </a:lnTo>
                <a:lnTo>
                  <a:pt x="5607697" y="70205"/>
                </a:lnTo>
                <a:lnTo>
                  <a:pt x="5607697" y="58597"/>
                </a:lnTo>
                <a:lnTo>
                  <a:pt x="5602871" y="50800"/>
                </a:lnTo>
                <a:lnTo>
                  <a:pt x="5594680" y="50800"/>
                </a:lnTo>
                <a:lnTo>
                  <a:pt x="5592953" y="48234"/>
                </a:lnTo>
                <a:lnTo>
                  <a:pt x="5592953" y="57950"/>
                </a:lnTo>
                <a:lnTo>
                  <a:pt x="5584241" y="50800"/>
                </a:lnTo>
                <a:lnTo>
                  <a:pt x="5588432" y="50800"/>
                </a:lnTo>
                <a:lnTo>
                  <a:pt x="5592953" y="57950"/>
                </a:lnTo>
                <a:lnTo>
                  <a:pt x="5592953" y="48234"/>
                </a:lnTo>
                <a:lnTo>
                  <a:pt x="5586133" y="38100"/>
                </a:lnTo>
                <a:lnTo>
                  <a:pt x="5577268" y="38100"/>
                </a:lnTo>
                <a:lnTo>
                  <a:pt x="5575528" y="35699"/>
                </a:lnTo>
                <a:lnTo>
                  <a:pt x="5575528" y="43649"/>
                </a:lnTo>
                <a:lnTo>
                  <a:pt x="5574474" y="42773"/>
                </a:lnTo>
                <a:lnTo>
                  <a:pt x="5565787" y="38100"/>
                </a:lnTo>
                <a:lnTo>
                  <a:pt x="5571744" y="38100"/>
                </a:lnTo>
                <a:lnTo>
                  <a:pt x="5575528" y="43649"/>
                </a:lnTo>
                <a:lnTo>
                  <a:pt x="5575528" y="35699"/>
                </a:lnTo>
                <a:lnTo>
                  <a:pt x="5568099" y="25400"/>
                </a:lnTo>
                <a:lnTo>
                  <a:pt x="5561431" y="25400"/>
                </a:lnTo>
                <a:lnTo>
                  <a:pt x="5561431" y="35763"/>
                </a:lnTo>
                <a:lnTo>
                  <a:pt x="5542191" y="25400"/>
                </a:lnTo>
                <a:lnTo>
                  <a:pt x="5553875" y="25400"/>
                </a:lnTo>
                <a:lnTo>
                  <a:pt x="5561431" y="35763"/>
                </a:lnTo>
                <a:lnTo>
                  <a:pt x="5561431" y="25400"/>
                </a:lnTo>
                <a:lnTo>
                  <a:pt x="5558625" y="25400"/>
                </a:lnTo>
                <a:lnTo>
                  <a:pt x="5548871" y="12700"/>
                </a:lnTo>
                <a:lnTo>
                  <a:pt x="5531586" y="12700"/>
                </a:lnTo>
                <a:lnTo>
                  <a:pt x="5531586" y="20904"/>
                </a:lnTo>
                <a:lnTo>
                  <a:pt x="5504764" y="12700"/>
                </a:lnTo>
                <a:lnTo>
                  <a:pt x="5525097" y="12700"/>
                </a:lnTo>
                <a:lnTo>
                  <a:pt x="5531586" y="20904"/>
                </a:lnTo>
                <a:lnTo>
                  <a:pt x="5531586" y="12700"/>
                </a:lnTo>
                <a:lnTo>
                  <a:pt x="5528589" y="12700"/>
                </a:lnTo>
                <a:lnTo>
                  <a:pt x="5518074" y="0"/>
                </a:lnTo>
                <a:lnTo>
                  <a:pt x="5483644" y="0"/>
                </a:lnTo>
                <a:lnTo>
                  <a:pt x="5487530" y="9029"/>
                </a:lnTo>
                <a:lnTo>
                  <a:pt x="5450395" y="5486"/>
                </a:lnTo>
                <a:lnTo>
                  <a:pt x="2442019" y="5486"/>
                </a:lnTo>
                <a:lnTo>
                  <a:pt x="2405532" y="8991"/>
                </a:lnTo>
                <a:lnTo>
                  <a:pt x="2409406" y="0"/>
                </a:lnTo>
                <a:lnTo>
                  <a:pt x="2387879" y="0"/>
                </a:lnTo>
                <a:lnTo>
                  <a:pt x="2387879" y="12700"/>
                </a:lnTo>
                <a:lnTo>
                  <a:pt x="2361552" y="20777"/>
                </a:lnTo>
                <a:lnTo>
                  <a:pt x="2367953" y="12700"/>
                </a:lnTo>
                <a:lnTo>
                  <a:pt x="2387879" y="12700"/>
                </a:lnTo>
                <a:lnTo>
                  <a:pt x="2387879" y="0"/>
                </a:lnTo>
                <a:lnTo>
                  <a:pt x="2374976" y="0"/>
                </a:lnTo>
                <a:lnTo>
                  <a:pt x="2364689" y="12700"/>
                </a:lnTo>
                <a:lnTo>
                  <a:pt x="2350605" y="12700"/>
                </a:lnTo>
                <a:lnTo>
                  <a:pt x="2350605" y="25400"/>
                </a:lnTo>
                <a:lnTo>
                  <a:pt x="2331720" y="35610"/>
                </a:lnTo>
                <a:lnTo>
                  <a:pt x="2339175" y="25400"/>
                </a:lnTo>
                <a:lnTo>
                  <a:pt x="2350605" y="25400"/>
                </a:lnTo>
                <a:lnTo>
                  <a:pt x="2350605" y="12700"/>
                </a:lnTo>
                <a:lnTo>
                  <a:pt x="2344382" y="12700"/>
                </a:lnTo>
                <a:lnTo>
                  <a:pt x="2334628" y="25400"/>
                </a:lnTo>
                <a:lnTo>
                  <a:pt x="2327097" y="25400"/>
                </a:lnTo>
                <a:lnTo>
                  <a:pt x="2327097" y="38100"/>
                </a:lnTo>
                <a:lnTo>
                  <a:pt x="2318461" y="42773"/>
                </a:lnTo>
                <a:lnTo>
                  <a:pt x="2317648" y="43446"/>
                </a:lnTo>
                <a:lnTo>
                  <a:pt x="2321306" y="38100"/>
                </a:lnTo>
                <a:lnTo>
                  <a:pt x="2327097" y="38100"/>
                </a:lnTo>
                <a:lnTo>
                  <a:pt x="2327097" y="25400"/>
                </a:lnTo>
                <a:lnTo>
                  <a:pt x="2324951" y="25400"/>
                </a:lnTo>
                <a:lnTo>
                  <a:pt x="2315972" y="38100"/>
                </a:lnTo>
                <a:lnTo>
                  <a:pt x="2308720" y="38100"/>
                </a:lnTo>
                <a:lnTo>
                  <a:pt x="2308720" y="50800"/>
                </a:lnTo>
                <a:lnTo>
                  <a:pt x="2300135" y="57873"/>
                </a:lnTo>
                <a:lnTo>
                  <a:pt x="2304618" y="50800"/>
                </a:lnTo>
                <a:lnTo>
                  <a:pt x="2308720" y="50800"/>
                </a:lnTo>
                <a:lnTo>
                  <a:pt x="2308720" y="38100"/>
                </a:lnTo>
                <a:lnTo>
                  <a:pt x="2307094" y="38100"/>
                </a:lnTo>
                <a:lnTo>
                  <a:pt x="2298547" y="50800"/>
                </a:lnTo>
                <a:lnTo>
                  <a:pt x="2293302" y="50800"/>
                </a:lnTo>
                <a:lnTo>
                  <a:pt x="2293302" y="63500"/>
                </a:lnTo>
                <a:lnTo>
                  <a:pt x="2285733" y="69748"/>
                </a:lnTo>
                <a:lnTo>
                  <a:pt x="2285314" y="70256"/>
                </a:lnTo>
                <a:lnTo>
                  <a:pt x="2289213" y="63500"/>
                </a:lnTo>
                <a:lnTo>
                  <a:pt x="2293302" y="63500"/>
                </a:lnTo>
                <a:lnTo>
                  <a:pt x="2293302" y="50800"/>
                </a:lnTo>
                <a:lnTo>
                  <a:pt x="2290343" y="50800"/>
                </a:lnTo>
                <a:lnTo>
                  <a:pt x="2282482" y="63500"/>
                </a:lnTo>
                <a:lnTo>
                  <a:pt x="2280412" y="63500"/>
                </a:lnTo>
                <a:lnTo>
                  <a:pt x="2280412" y="76200"/>
                </a:lnTo>
                <a:lnTo>
                  <a:pt x="2267115" y="92329"/>
                </a:lnTo>
                <a:lnTo>
                  <a:pt x="2268791" y="88900"/>
                </a:lnTo>
                <a:lnTo>
                  <a:pt x="2268651" y="88900"/>
                </a:lnTo>
                <a:lnTo>
                  <a:pt x="2275217" y="76200"/>
                </a:lnTo>
                <a:lnTo>
                  <a:pt x="2280412" y="76200"/>
                </a:lnTo>
                <a:lnTo>
                  <a:pt x="2280412" y="63500"/>
                </a:lnTo>
                <a:lnTo>
                  <a:pt x="2274989" y="63500"/>
                </a:lnTo>
                <a:lnTo>
                  <a:pt x="2267877" y="76200"/>
                </a:lnTo>
                <a:lnTo>
                  <a:pt x="2261158" y="88900"/>
                </a:lnTo>
                <a:lnTo>
                  <a:pt x="2259469" y="88900"/>
                </a:lnTo>
                <a:lnTo>
                  <a:pt x="2259469" y="101600"/>
                </a:lnTo>
                <a:lnTo>
                  <a:pt x="2258733" y="102501"/>
                </a:lnTo>
                <a:lnTo>
                  <a:pt x="2250719" y="117309"/>
                </a:lnTo>
                <a:lnTo>
                  <a:pt x="2251875" y="114300"/>
                </a:lnTo>
                <a:lnTo>
                  <a:pt x="2257094" y="101600"/>
                </a:lnTo>
                <a:lnTo>
                  <a:pt x="2259469" y="101600"/>
                </a:lnTo>
                <a:lnTo>
                  <a:pt x="2259469" y="88900"/>
                </a:lnTo>
                <a:lnTo>
                  <a:pt x="2254847" y="88900"/>
                </a:lnTo>
                <a:lnTo>
                  <a:pt x="2248839" y="101600"/>
                </a:lnTo>
                <a:lnTo>
                  <a:pt x="2243505" y="114300"/>
                </a:lnTo>
                <a:lnTo>
                  <a:pt x="2238514" y="127000"/>
                </a:lnTo>
                <a:lnTo>
                  <a:pt x="2233879" y="127000"/>
                </a:lnTo>
                <a:lnTo>
                  <a:pt x="2229916" y="139700"/>
                </a:lnTo>
                <a:lnTo>
                  <a:pt x="2226360" y="152400"/>
                </a:lnTo>
                <a:lnTo>
                  <a:pt x="2223300" y="165100"/>
                </a:lnTo>
                <a:lnTo>
                  <a:pt x="2220772" y="177800"/>
                </a:lnTo>
                <a:lnTo>
                  <a:pt x="2219693" y="177800"/>
                </a:lnTo>
                <a:lnTo>
                  <a:pt x="2218766" y="190500"/>
                </a:lnTo>
                <a:lnTo>
                  <a:pt x="2217318" y="190500"/>
                </a:lnTo>
                <a:lnTo>
                  <a:pt x="2216810" y="203200"/>
                </a:lnTo>
                <a:lnTo>
                  <a:pt x="2216442" y="203200"/>
                </a:lnTo>
                <a:lnTo>
                  <a:pt x="2216226" y="215900"/>
                </a:lnTo>
                <a:lnTo>
                  <a:pt x="2216226" y="1117600"/>
                </a:lnTo>
                <a:lnTo>
                  <a:pt x="2216810" y="1117600"/>
                </a:lnTo>
                <a:lnTo>
                  <a:pt x="2217305" y="1130300"/>
                </a:lnTo>
                <a:lnTo>
                  <a:pt x="2217966" y="1130300"/>
                </a:lnTo>
                <a:lnTo>
                  <a:pt x="2218753" y="1143000"/>
                </a:lnTo>
                <a:lnTo>
                  <a:pt x="2219668" y="1143000"/>
                </a:lnTo>
                <a:lnTo>
                  <a:pt x="2220734" y="1155700"/>
                </a:lnTo>
                <a:lnTo>
                  <a:pt x="2223300" y="1168400"/>
                </a:lnTo>
                <a:lnTo>
                  <a:pt x="2226284" y="1168400"/>
                </a:lnTo>
                <a:lnTo>
                  <a:pt x="2229840" y="1181100"/>
                </a:lnTo>
                <a:lnTo>
                  <a:pt x="2233879" y="1193800"/>
                </a:lnTo>
                <a:lnTo>
                  <a:pt x="2238413" y="1206500"/>
                </a:lnTo>
                <a:lnTo>
                  <a:pt x="2243505" y="1219200"/>
                </a:lnTo>
                <a:lnTo>
                  <a:pt x="2248839" y="1219200"/>
                </a:lnTo>
                <a:lnTo>
                  <a:pt x="2254720" y="1231900"/>
                </a:lnTo>
                <a:lnTo>
                  <a:pt x="2261019" y="1244600"/>
                </a:lnTo>
                <a:lnTo>
                  <a:pt x="2266073" y="1244600"/>
                </a:lnTo>
                <a:lnTo>
                  <a:pt x="2271230" y="1250861"/>
                </a:lnTo>
                <a:lnTo>
                  <a:pt x="2274836" y="1257300"/>
                </a:lnTo>
                <a:lnTo>
                  <a:pt x="2282317" y="1270000"/>
                </a:lnTo>
                <a:lnTo>
                  <a:pt x="2287625" y="1270000"/>
                </a:lnTo>
                <a:lnTo>
                  <a:pt x="2293213" y="1274610"/>
                </a:lnTo>
                <a:lnTo>
                  <a:pt x="2298547" y="1282700"/>
                </a:lnTo>
                <a:lnTo>
                  <a:pt x="2303018" y="1282700"/>
                </a:lnTo>
                <a:lnTo>
                  <a:pt x="2312187" y="1290256"/>
                </a:lnTo>
                <a:lnTo>
                  <a:pt x="2315781" y="1295400"/>
                </a:lnTo>
                <a:lnTo>
                  <a:pt x="2318423" y="1295400"/>
                </a:lnTo>
                <a:lnTo>
                  <a:pt x="2329370" y="1301343"/>
                </a:lnTo>
                <a:lnTo>
                  <a:pt x="2334425" y="1308100"/>
                </a:lnTo>
                <a:lnTo>
                  <a:pt x="2341867" y="1308100"/>
                </a:lnTo>
                <a:lnTo>
                  <a:pt x="2356015" y="1315758"/>
                </a:lnTo>
                <a:lnTo>
                  <a:pt x="2361831" y="1317561"/>
                </a:lnTo>
                <a:lnTo>
                  <a:pt x="2364460" y="1320800"/>
                </a:lnTo>
                <a:lnTo>
                  <a:pt x="2372360" y="1320800"/>
                </a:lnTo>
                <a:lnTo>
                  <a:pt x="2390533" y="1326413"/>
                </a:lnTo>
                <a:lnTo>
                  <a:pt x="2396655" y="1333500"/>
                </a:lnTo>
                <a:lnTo>
                  <a:pt x="5496230" y="1333500"/>
                </a:lnTo>
                <a:lnTo>
                  <a:pt x="5502376" y="1326324"/>
                </a:lnTo>
                <a:lnTo>
                  <a:pt x="5520347" y="1320800"/>
                </a:lnTo>
                <a:lnTo>
                  <a:pt x="5528361" y="1320800"/>
                </a:lnTo>
                <a:lnTo>
                  <a:pt x="5531002" y="1317536"/>
                </a:lnTo>
                <a:lnTo>
                  <a:pt x="5536768" y="1315758"/>
                </a:lnTo>
                <a:lnTo>
                  <a:pt x="5550967" y="1308100"/>
                </a:lnTo>
                <a:lnTo>
                  <a:pt x="5558421" y="1308100"/>
                </a:lnTo>
                <a:lnTo>
                  <a:pt x="5563616" y="1301280"/>
                </a:lnTo>
                <a:lnTo>
                  <a:pt x="5574474" y="1295425"/>
                </a:lnTo>
                <a:lnTo>
                  <a:pt x="5577078" y="1295400"/>
                </a:lnTo>
                <a:lnTo>
                  <a:pt x="5580545" y="1290447"/>
                </a:lnTo>
                <a:lnTo>
                  <a:pt x="5589956" y="1282700"/>
                </a:lnTo>
                <a:lnTo>
                  <a:pt x="5594502" y="1282700"/>
                </a:lnTo>
                <a:lnTo>
                  <a:pt x="5599620" y="1274762"/>
                </a:lnTo>
                <a:lnTo>
                  <a:pt x="5605424" y="1270000"/>
                </a:lnTo>
                <a:lnTo>
                  <a:pt x="5610568" y="1270000"/>
                </a:lnTo>
                <a:lnTo>
                  <a:pt x="5618061" y="1257300"/>
                </a:lnTo>
                <a:lnTo>
                  <a:pt x="5621159" y="1251762"/>
                </a:lnTo>
                <a:lnTo>
                  <a:pt x="5627090" y="1244600"/>
                </a:lnTo>
                <a:lnTo>
                  <a:pt x="5631891" y="1244600"/>
                </a:lnTo>
                <a:lnTo>
                  <a:pt x="5638203" y="1231900"/>
                </a:lnTo>
                <a:lnTo>
                  <a:pt x="5644096" y="1219200"/>
                </a:lnTo>
                <a:lnTo>
                  <a:pt x="5649544" y="1219200"/>
                </a:lnTo>
                <a:lnTo>
                  <a:pt x="5654535" y="1206500"/>
                </a:lnTo>
                <a:lnTo>
                  <a:pt x="5659082" y="1193800"/>
                </a:lnTo>
                <a:lnTo>
                  <a:pt x="5663133" y="1181100"/>
                </a:lnTo>
                <a:lnTo>
                  <a:pt x="5666689" y="1168400"/>
                </a:lnTo>
                <a:lnTo>
                  <a:pt x="5669750" y="1168400"/>
                </a:lnTo>
                <a:lnTo>
                  <a:pt x="5672277" y="1155700"/>
                </a:lnTo>
                <a:lnTo>
                  <a:pt x="5673356" y="1143000"/>
                </a:lnTo>
                <a:lnTo>
                  <a:pt x="5674284" y="1143000"/>
                </a:lnTo>
                <a:lnTo>
                  <a:pt x="5675071" y="1130300"/>
                </a:lnTo>
                <a:lnTo>
                  <a:pt x="5675731" y="1130300"/>
                </a:lnTo>
                <a:lnTo>
                  <a:pt x="5676239" y="1117600"/>
                </a:lnTo>
                <a:lnTo>
                  <a:pt x="5676824" y="1117600"/>
                </a:lnTo>
                <a:lnTo>
                  <a:pt x="5676900" y="215900"/>
                </a:lnTo>
                <a:close/>
              </a:path>
            </a:pathLst>
          </a:custGeom>
          <a:solidFill>
            <a:srgbClr val="0000FF"/>
          </a:solidFill>
        </p:spPr>
        <p:txBody>
          <a:bodyPr wrap="square" lIns="0" tIns="0" rIns="0" bIns="0" rtlCol="0"/>
          <a:lstStyle/>
          <a:p>
            <a:endParaRPr/>
          </a:p>
        </p:txBody>
      </p:sp>
      <p:sp>
        <p:nvSpPr>
          <p:cNvPr id="40" name="object 40"/>
          <p:cNvSpPr txBox="1"/>
          <p:nvPr/>
        </p:nvSpPr>
        <p:spPr>
          <a:xfrm>
            <a:off x="342029" y="3248025"/>
            <a:ext cx="278765" cy="254000"/>
          </a:xfrm>
          <a:prstGeom prst="rect">
            <a:avLst/>
          </a:prstGeom>
        </p:spPr>
        <p:txBody>
          <a:bodyPr vert="vert" wrap="square" lIns="0" tIns="0" rIns="0" bIns="0" rtlCol="0">
            <a:spAutoFit/>
          </a:bodyPr>
          <a:lstStyle/>
          <a:p>
            <a:pPr marL="12700">
              <a:lnSpc>
                <a:spcPts val="2065"/>
              </a:lnSpc>
            </a:pPr>
            <a:r>
              <a:rPr sz="1800" spc="-50" dirty="0">
                <a:solidFill>
                  <a:srgbClr val="0000FF"/>
                </a:solidFill>
                <a:latin typeface="Times New Roman" panose="02020603050405020304"/>
                <a:cs typeface="Times New Roman" panose="02020603050405020304"/>
              </a:rPr>
              <a:t>…</a:t>
            </a:r>
            <a:endParaRPr sz="1800">
              <a:latin typeface="Times New Roman" panose="02020603050405020304"/>
              <a:cs typeface="Times New Roman" panose="02020603050405020304"/>
            </a:endParaRPr>
          </a:p>
        </p:txBody>
      </p:sp>
      <p:sp>
        <p:nvSpPr>
          <p:cNvPr id="45" name="object 4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10</a:t>
            </a:fld>
            <a:endParaRPr spc="-25" dirty="0"/>
          </a:p>
        </p:txBody>
      </p:sp>
      <p:sp>
        <p:nvSpPr>
          <p:cNvPr id="41" name="object 41"/>
          <p:cNvSpPr txBox="1">
            <a:spLocks noGrp="1"/>
          </p:cNvSpPr>
          <p:nvPr>
            <p:ph type="title"/>
          </p:nvPr>
        </p:nvSpPr>
        <p:spPr>
          <a:xfrm>
            <a:off x="423811" y="146405"/>
            <a:ext cx="1625600" cy="442595"/>
          </a:xfrm>
          <a:prstGeom prst="rect">
            <a:avLst/>
          </a:prstGeom>
        </p:spPr>
        <p:txBody>
          <a:bodyPr vert="horz" wrap="square" lIns="0" tIns="12065" rIns="0" bIns="0" rtlCol="0">
            <a:spAutoFit/>
          </a:bodyPr>
          <a:lstStyle/>
          <a:p>
            <a:pPr marL="12700">
              <a:lnSpc>
                <a:spcPct val="100000"/>
              </a:lnSpc>
              <a:spcBef>
                <a:spcPts val="95"/>
              </a:spcBef>
              <a:tabLst>
                <a:tab pos="901700" algn="l"/>
              </a:tabLst>
            </a:pPr>
            <a:r>
              <a:rPr spc="-20" dirty="0">
                <a:latin typeface="Arial" panose="020B0604020202020204"/>
                <a:cs typeface="Arial" panose="020B0604020202020204"/>
              </a:rPr>
              <a:t>9.1</a:t>
            </a:r>
            <a:r>
              <a:rPr dirty="0">
                <a:latin typeface="Arial" panose="020B0604020202020204"/>
                <a:cs typeface="Arial" panose="020B0604020202020204"/>
              </a:rPr>
              <a:t>	</a:t>
            </a:r>
            <a:r>
              <a:rPr spc="-40" dirty="0"/>
              <a:t>概述</a:t>
            </a:r>
          </a:p>
        </p:txBody>
      </p:sp>
      <p:sp>
        <p:nvSpPr>
          <p:cNvPr id="42" name="object 42"/>
          <p:cNvSpPr txBox="1"/>
          <p:nvPr/>
        </p:nvSpPr>
        <p:spPr>
          <a:xfrm>
            <a:off x="5741123" y="3310763"/>
            <a:ext cx="1244600" cy="391160"/>
          </a:xfrm>
          <a:prstGeom prst="rect">
            <a:avLst/>
          </a:prstGeom>
        </p:spPr>
        <p:txBody>
          <a:bodyPr vert="horz" wrap="square" lIns="0" tIns="12700" rIns="0" bIns="0" rtlCol="0">
            <a:spAutoFit/>
          </a:bodyPr>
          <a:lstStyle/>
          <a:p>
            <a:pPr marL="12700">
              <a:lnSpc>
                <a:spcPct val="100000"/>
              </a:lnSpc>
              <a:spcBef>
                <a:spcPts val="100"/>
              </a:spcBef>
            </a:pPr>
            <a:r>
              <a:rPr sz="2400" spc="-15" dirty="0">
                <a:solidFill>
                  <a:srgbClr val="FFFFFF"/>
                </a:solidFill>
                <a:latin typeface="Noto Sans Mono CJK HK"/>
                <a:cs typeface="Noto Sans Mono CJK HK"/>
              </a:rPr>
              <a:t>多路开关</a:t>
            </a:r>
            <a:endParaRPr sz="2400">
              <a:latin typeface="Noto Sans Mono CJK HK"/>
              <a:cs typeface="Noto Sans Mono CJK HK"/>
            </a:endParaRPr>
          </a:p>
        </p:txBody>
      </p:sp>
      <p:sp>
        <p:nvSpPr>
          <p:cNvPr id="43" name="object 43"/>
          <p:cNvSpPr txBox="1"/>
          <p:nvPr/>
        </p:nvSpPr>
        <p:spPr>
          <a:xfrm>
            <a:off x="5715723" y="3676522"/>
            <a:ext cx="3241675" cy="391160"/>
          </a:xfrm>
          <a:prstGeom prst="rect">
            <a:avLst/>
          </a:prstGeom>
        </p:spPr>
        <p:txBody>
          <a:bodyPr vert="horz" wrap="square" lIns="0" tIns="12700" rIns="0" bIns="0" rtlCol="0">
            <a:spAutoFit/>
          </a:bodyPr>
          <a:lstStyle/>
          <a:p>
            <a:pPr marL="38100">
              <a:lnSpc>
                <a:spcPct val="100000"/>
              </a:lnSpc>
              <a:spcBef>
                <a:spcPts val="100"/>
              </a:spcBef>
            </a:pPr>
            <a:r>
              <a:rPr sz="2400" dirty="0">
                <a:solidFill>
                  <a:srgbClr val="FFFFFF"/>
                </a:solidFill>
                <a:latin typeface="Noto Sans Mono CJK HK"/>
                <a:cs typeface="Noto Sans Mono CJK HK"/>
              </a:rPr>
              <a:t>把多个现场信号</a:t>
            </a:r>
            <a:r>
              <a:rPr sz="2400" spc="-1480" dirty="0">
                <a:solidFill>
                  <a:srgbClr val="FFFFFF"/>
                </a:solidFill>
                <a:latin typeface="Noto Sans Mono CJK HK"/>
                <a:cs typeface="Noto Sans Mono CJK HK"/>
              </a:rPr>
              <a:t>分</a:t>
            </a:r>
            <a:r>
              <a:rPr sz="3600" spc="-1387" baseline="-29000" dirty="0">
                <a:solidFill>
                  <a:srgbClr val="0000FF"/>
                </a:solidFill>
                <a:latin typeface="Noto Serif CJK JP"/>
                <a:cs typeface="Noto Serif CJK JP"/>
              </a:rPr>
              <a:t>计</a:t>
            </a:r>
            <a:r>
              <a:rPr sz="2400" spc="-1480" dirty="0">
                <a:solidFill>
                  <a:srgbClr val="FFFFFF"/>
                </a:solidFill>
                <a:latin typeface="Noto Sans Mono CJK HK"/>
                <a:cs typeface="Noto Sans Mono CJK HK"/>
              </a:rPr>
              <a:t>时</a:t>
            </a:r>
            <a:r>
              <a:rPr sz="3600" spc="-1387" baseline="-29000" dirty="0">
                <a:solidFill>
                  <a:srgbClr val="0000FF"/>
                </a:solidFill>
                <a:latin typeface="Noto Serif CJK JP"/>
                <a:cs typeface="Noto Serif CJK JP"/>
              </a:rPr>
              <a:t>算</a:t>
            </a:r>
            <a:r>
              <a:rPr sz="2400" spc="-1480" dirty="0">
                <a:solidFill>
                  <a:srgbClr val="FFFFFF"/>
                </a:solidFill>
                <a:latin typeface="Noto Sans Mono CJK HK"/>
                <a:cs typeface="Noto Sans Mono CJK HK"/>
              </a:rPr>
              <a:t>地</a:t>
            </a:r>
            <a:r>
              <a:rPr sz="3600" spc="-75" baseline="-29000" dirty="0">
                <a:solidFill>
                  <a:srgbClr val="0000FF"/>
                </a:solidFill>
                <a:latin typeface="Noto Serif CJK JP"/>
                <a:cs typeface="Noto Serif CJK JP"/>
              </a:rPr>
              <a:t>机</a:t>
            </a:r>
            <a:endParaRPr sz="3600" baseline="-29000">
              <a:latin typeface="Noto Serif CJK JP"/>
              <a:cs typeface="Noto Serif CJK JP"/>
            </a:endParaRPr>
          </a:p>
        </p:txBody>
      </p:sp>
      <p:sp>
        <p:nvSpPr>
          <p:cNvPr id="44" name="object 44"/>
          <p:cNvSpPr txBox="1"/>
          <p:nvPr/>
        </p:nvSpPr>
        <p:spPr>
          <a:xfrm>
            <a:off x="5741123" y="4044188"/>
            <a:ext cx="2362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Noto Sans Mono CJK HK"/>
                <a:cs typeface="Noto Sans Mono CJK HK"/>
              </a:rPr>
              <a:t>接通到</a:t>
            </a:r>
            <a:r>
              <a:rPr sz="2400" spc="-10" dirty="0">
                <a:solidFill>
                  <a:srgbClr val="FFFFFF"/>
                </a:solidFill>
                <a:latin typeface="Arial" panose="020B0604020202020204"/>
                <a:cs typeface="Arial" panose="020B0604020202020204"/>
              </a:rPr>
              <a:t>A/D</a:t>
            </a:r>
            <a:r>
              <a:rPr sz="2400" spc="-20" dirty="0">
                <a:solidFill>
                  <a:srgbClr val="FFFFFF"/>
                </a:solidFill>
                <a:latin typeface="Noto Sans Mono CJK HK"/>
                <a:cs typeface="Noto Sans Mono CJK HK"/>
              </a:rPr>
              <a:t>转换器</a:t>
            </a:r>
            <a:endParaRPr sz="2400">
              <a:latin typeface="Noto Sans Mono CJK HK"/>
              <a:cs typeface="Noto Sans Mono CJK H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973137"/>
            <a:ext cx="5300980" cy="1022985"/>
          </a:xfrm>
          <a:prstGeom prst="rect">
            <a:avLst/>
          </a:prstGeom>
        </p:spPr>
        <p:txBody>
          <a:bodyPr vert="horz" wrap="square" lIns="0" tIns="55880" rIns="0" bIns="0" rtlCol="0">
            <a:spAutoFit/>
          </a:bodyPr>
          <a:lstStyle/>
          <a:p>
            <a:pPr marL="522605">
              <a:lnSpc>
                <a:spcPct val="100000"/>
              </a:lnSpc>
              <a:spcBef>
                <a:spcPts val="440"/>
              </a:spcBef>
            </a:pPr>
            <a:r>
              <a:rPr sz="2400" dirty="0">
                <a:solidFill>
                  <a:srgbClr val="0000CC"/>
                </a:solidFill>
                <a:latin typeface="Arial" panose="020B0604020202020204"/>
                <a:cs typeface="Arial" panose="020B0604020202020204"/>
              </a:rPr>
              <a:t>2</a:t>
            </a:r>
            <a:r>
              <a:rPr sz="2400" spc="-1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模拟量输入输出系统</a:t>
            </a:r>
            <a:endParaRPr sz="2400">
              <a:latin typeface="Noto Sans Mono CJK HK"/>
              <a:cs typeface="Noto Sans Mono CJK HK"/>
            </a:endParaRPr>
          </a:p>
          <a:p>
            <a:pPr marL="4373245">
              <a:lnSpc>
                <a:spcPct val="100000"/>
              </a:lnSpc>
              <a:spcBef>
                <a:spcPts val="255"/>
              </a:spcBef>
            </a:pPr>
            <a:r>
              <a:rPr sz="1800" spc="-15" dirty="0">
                <a:solidFill>
                  <a:srgbClr val="0000FF"/>
                </a:solidFill>
                <a:latin typeface="Noto Serif CJK JP"/>
                <a:cs typeface="Noto Serif CJK JP"/>
              </a:rPr>
              <a:t>模拟信号</a:t>
            </a:r>
            <a:endParaRPr sz="1800">
              <a:latin typeface="Noto Serif CJK JP"/>
              <a:cs typeface="Noto Serif CJK JP"/>
            </a:endParaRPr>
          </a:p>
          <a:p>
            <a:pPr marL="12700">
              <a:lnSpc>
                <a:spcPct val="100000"/>
              </a:lnSpc>
              <a:spcBef>
                <a:spcPts val="6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3" name="object 3"/>
          <p:cNvSpPr txBox="1"/>
          <p:nvPr/>
        </p:nvSpPr>
        <p:spPr>
          <a:xfrm>
            <a:off x="0" y="2602865"/>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4" name="object 4"/>
          <p:cNvSpPr txBox="1"/>
          <p:nvPr/>
        </p:nvSpPr>
        <p:spPr>
          <a:xfrm>
            <a:off x="0" y="3922077"/>
            <a:ext cx="1054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Noto Serif CJK JP"/>
                <a:cs typeface="Noto Serif CJK JP"/>
              </a:rPr>
              <a:t>现场信号</a:t>
            </a:r>
            <a:r>
              <a:rPr sz="1800" spc="-50" dirty="0">
                <a:solidFill>
                  <a:srgbClr val="0000FF"/>
                </a:solidFill>
                <a:latin typeface="Times New Roman" panose="02020603050405020304"/>
                <a:cs typeface="Times New Roman" panose="02020603050405020304"/>
              </a:rPr>
              <a:t>n</a:t>
            </a:r>
            <a:endParaRPr sz="1800">
              <a:latin typeface="Times New Roman" panose="02020603050405020304"/>
              <a:cs typeface="Times New Roman" panose="02020603050405020304"/>
            </a:endParaRPr>
          </a:p>
        </p:txBody>
      </p:sp>
      <p:sp>
        <p:nvSpPr>
          <p:cNvPr id="5" name="object 5"/>
          <p:cNvSpPr/>
          <p:nvPr/>
        </p:nvSpPr>
        <p:spPr>
          <a:xfrm>
            <a:off x="7856537" y="3249929"/>
            <a:ext cx="1211580" cy="1372870"/>
          </a:xfrm>
          <a:custGeom>
            <a:avLst/>
            <a:gdLst/>
            <a:ahLst/>
            <a:cxnLst/>
            <a:rect l="l" t="t" r="r" b="b"/>
            <a:pathLst>
              <a:path w="1211579" h="1372870">
                <a:moveTo>
                  <a:pt x="1185862" y="25400"/>
                </a:moveTo>
                <a:lnTo>
                  <a:pt x="1173162" y="25400"/>
                </a:lnTo>
                <a:lnTo>
                  <a:pt x="1173162" y="38100"/>
                </a:lnTo>
                <a:lnTo>
                  <a:pt x="1173162" y="1334770"/>
                </a:lnTo>
                <a:lnTo>
                  <a:pt x="38100" y="1334770"/>
                </a:lnTo>
                <a:lnTo>
                  <a:pt x="38100" y="38100"/>
                </a:lnTo>
                <a:lnTo>
                  <a:pt x="1173162" y="38100"/>
                </a:lnTo>
                <a:lnTo>
                  <a:pt x="1173162" y="25400"/>
                </a:lnTo>
                <a:lnTo>
                  <a:pt x="25400" y="25400"/>
                </a:lnTo>
                <a:lnTo>
                  <a:pt x="25400" y="38100"/>
                </a:lnTo>
                <a:lnTo>
                  <a:pt x="25400" y="1334770"/>
                </a:lnTo>
                <a:lnTo>
                  <a:pt x="25400" y="1347470"/>
                </a:lnTo>
                <a:lnTo>
                  <a:pt x="1185862" y="1347470"/>
                </a:lnTo>
                <a:lnTo>
                  <a:pt x="1185862" y="1334770"/>
                </a:lnTo>
                <a:lnTo>
                  <a:pt x="1185862" y="38100"/>
                </a:lnTo>
                <a:lnTo>
                  <a:pt x="1185862" y="37782"/>
                </a:lnTo>
                <a:lnTo>
                  <a:pt x="1185862" y="25400"/>
                </a:lnTo>
                <a:close/>
              </a:path>
              <a:path w="1211579" h="1372870">
                <a:moveTo>
                  <a:pt x="1211262" y="0"/>
                </a:moveTo>
                <a:lnTo>
                  <a:pt x="1198562" y="0"/>
                </a:lnTo>
                <a:lnTo>
                  <a:pt x="1198562" y="12700"/>
                </a:lnTo>
                <a:lnTo>
                  <a:pt x="1198562" y="1360170"/>
                </a:lnTo>
                <a:lnTo>
                  <a:pt x="12700" y="1360170"/>
                </a:lnTo>
                <a:lnTo>
                  <a:pt x="12700" y="12700"/>
                </a:lnTo>
                <a:lnTo>
                  <a:pt x="1198562" y="12700"/>
                </a:lnTo>
                <a:lnTo>
                  <a:pt x="1198562" y="0"/>
                </a:lnTo>
                <a:lnTo>
                  <a:pt x="0" y="0"/>
                </a:lnTo>
                <a:lnTo>
                  <a:pt x="0" y="12700"/>
                </a:lnTo>
                <a:lnTo>
                  <a:pt x="0" y="1360170"/>
                </a:lnTo>
                <a:lnTo>
                  <a:pt x="0" y="1372870"/>
                </a:lnTo>
                <a:lnTo>
                  <a:pt x="1211262" y="1372870"/>
                </a:lnTo>
                <a:lnTo>
                  <a:pt x="1211262" y="1360170"/>
                </a:lnTo>
                <a:lnTo>
                  <a:pt x="1211262" y="12700"/>
                </a:lnTo>
                <a:lnTo>
                  <a:pt x="1211262" y="12382"/>
                </a:lnTo>
                <a:lnTo>
                  <a:pt x="1211262" y="0"/>
                </a:lnTo>
                <a:close/>
              </a:path>
            </a:pathLst>
          </a:custGeom>
          <a:solidFill>
            <a:srgbClr val="0000FF"/>
          </a:solidFill>
        </p:spPr>
        <p:txBody>
          <a:bodyPr wrap="square" lIns="0" tIns="0" rIns="0" bIns="0" rtlCol="0"/>
          <a:lstStyle/>
          <a:p>
            <a:endParaRPr/>
          </a:p>
        </p:txBody>
      </p:sp>
      <p:sp>
        <p:nvSpPr>
          <p:cNvPr id="6" name="object 6"/>
          <p:cNvSpPr txBox="1"/>
          <p:nvPr/>
        </p:nvSpPr>
        <p:spPr>
          <a:xfrm>
            <a:off x="2276475" y="1949450"/>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7" name="object 7"/>
          <p:cNvSpPr txBox="1"/>
          <p:nvPr/>
        </p:nvSpPr>
        <p:spPr>
          <a:xfrm>
            <a:off x="2276475" y="2854325"/>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8" name="object 8"/>
          <p:cNvSpPr txBox="1"/>
          <p:nvPr/>
        </p:nvSpPr>
        <p:spPr>
          <a:xfrm>
            <a:off x="2266950" y="4173537"/>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放大器</a:t>
            </a:r>
            <a:endParaRPr sz="1800">
              <a:latin typeface="Noto Serif CJK JP"/>
              <a:cs typeface="Noto Serif CJK JP"/>
            </a:endParaRPr>
          </a:p>
        </p:txBody>
      </p:sp>
      <p:sp>
        <p:nvSpPr>
          <p:cNvPr id="9" name="object 9"/>
          <p:cNvSpPr/>
          <p:nvPr/>
        </p:nvSpPr>
        <p:spPr>
          <a:xfrm>
            <a:off x="4989512" y="1819275"/>
            <a:ext cx="557530" cy="2768600"/>
          </a:xfrm>
          <a:custGeom>
            <a:avLst/>
            <a:gdLst/>
            <a:ahLst/>
            <a:cxnLst/>
            <a:rect l="l" t="t" r="r" b="b"/>
            <a:pathLst>
              <a:path w="557529" h="2768600">
                <a:moveTo>
                  <a:pt x="557212" y="2768600"/>
                </a:moveTo>
                <a:lnTo>
                  <a:pt x="0" y="2768600"/>
                </a:lnTo>
                <a:lnTo>
                  <a:pt x="0" y="0"/>
                </a:lnTo>
                <a:lnTo>
                  <a:pt x="557212" y="0"/>
                </a:lnTo>
                <a:lnTo>
                  <a:pt x="557212" y="14287"/>
                </a:lnTo>
                <a:lnTo>
                  <a:pt x="28575" y="14287"/>
                </a:lnTo>
                <a:lnTo>
                  <a:pt x="14287" y="28575"/>
                </a:lnTo>
                <a:lnTo>
                  <a:pt x="28575" y="28575"/>
                </a:lnTo>
                <a:lnTo>
                  <a:pt x="28575" y="2740025"/>
                </a:lnTo>
                <a:lnTo>
                  <a:pt x="14287" y="2740025"/>
                </a:lnTo>
                <a:lnTo>
                  <a:pt x="28575" y="2754312"/>
                </a:lnTo>
                <a:lnTo>
                  <a:pt x="557212" y="2754312"/>
                </a:lnTo>
                <a:lnTo>
                  <a:pt x="557212" y="2768600"/>
                </a:lnTo>
                <a:close/>
              </a:path>
              <a:path w="557529" h="2768600">
                <a:moveTo>
                  <a:pt x="28575" y="28575"/>
                </a:moveTo>
                <a:lnTo>
                  <a:pt x="14287" y="28575"/>
                </a:lnTo>
                <a:lnTo>
                  <a:pt x="28575" y="14287"/>
                </a:lnTo>
                <a:lnTo>
                  <a:pt x="28575" y="28575"/>
                </a:lnTo>
                <a:close/>
              </a:path>
              <a:path w="557529" h="2768600">
                <a:moveTo>
                  <a:pt x="528637" y="28575"/>
                </a:moveTo>
                <a:lnTo>
                  <a:pt x="28575" y="28575"/>
                </a:lnTo>
                <a:lnTo>
                  <a:pt x="28575" y="14287"/>
                </a:lnTo>
                <a:lnTo>
                  <a:pt x="528637" y="14287"/>
                </a:lnTo>
                <a:lnTo>
                  <a:pt x="528637" y="28575"/>
                </a:lnTo>
                <a:close/>
              </a:path>
              <a:path w="557529" h="2768600">
                <a:moveTo>
                  <a:pt x="528637" y="2754312"/>
                </a:moveTo>
                <a:lnTo>
                  <a:pt x="528637" y="14287"/>
                </a:lnTo>
                <a:lnTo>
                  <a:pt x="542925" y="28575"/>
                </a:lnTo>
                <a:lnTo>
                  <a:pt x="557212" y="28575"/>
                </a:lnTo>
                <a:lnTo>
                  <a:pt x="557212" y="2740025"/>
                </a:lnTo>
                <a:lnTo>
                  <a:pt x="542925" y="2740025"/>
                </a:lnTo>
                <a:lnTo>
                  <a:pt x="528637" y="2754312"/>
                </a:lnTo>
                <a:close/>
              </a:path>
              <a:path w="557529" h="2768600">
                <a:moveTo>
                  <a:pt x="557212" y="28575"/>
                </a:moveTo>
                <a:lnTo>
                  <a:pt x="542925" y="28575"/>
                </a:lnTo>
                <a:lnTo>
                  <a:pt x="528637" y="14287"/>
                </a:lnTo>
                <a:lnTo>
                  <a:pt x="557212" y="14287"/>
                </a:lnTo>
                <a:lnTo>
                  <a:pt x="557212" y="28575"/>
                </a:lnTo>
                <a:close/>
              </a:path>
              <a:path w="557529" h="2768600">
                <a:moveTo>
                  <a:pt x="28575" y="2754312"/>
                </a:moveTo>
                <a:lnTo>
                  <a:pt x="14287" y="2740025"/>
                </a:lnTo>
                <a:lnTo>
                  <a:pt x="28575" y="2740025"/>
                </a:lnTo>
                <a:lnTo>
                  <a:pt x="28575" y="2754312"/>
                </a:lnTo>
                <a:close/>
              </a:path>
              <a:path w="557529" h="2768600">
                <a:moveTo>
                  <a:pt x="528637" y="2754312"/>
                </a:moveTo>
                <a:lnTo>
                  <a:pt x="28575" y="2754312"/>
                </a:lnTo>
                <a:lnTo>
                  <a:pt x="28575" y="2740025"/>
                </a:lnTo>
                <a:lnTo>
                  <a:pt x="528637" y="2740025"/>
                </a:lnTo>
                <a:lnTo>
                  <a:pt x="528637" y="2754312"/>
                </a:lnTo>
                <a:close/>
              </a:path>
              <a:path w="557529" h="2768600">
                <a:moveTo>
                  <a:pt x="557212" y="2754312"/>
                </a:moveTo>
                <a:lnTo>
                  <a:pt x="528637" y="2754312"/>
                </a:lnTo>
                <a:lnTo>
                  <a:pt x="542925" y="2740025"/>
                </a:lnTo>
                <a:lnTo>
                  <a:pt x="557212" y="2740025"/>
                </a:lnTo>
                <a:lnTo>
                  <a:pt x="557212" y="2754312"/>
                </a:lnTo>
                <a:close/>
              </a:path>
            </a:pathLst>
          </a:custGeom>
          <a:solidFill>
            <a:srgbClr val="0000FF"/>
          </a:solidFill>
        </p:spPr>
        <p:txBody>
          <a:bodyPr wrap="square" lIns="0" tIns="0" rIns="0" bIns="0" rtlCol="0"/>
          <a:lstStyle/>
          <a:p>
            <a:endParaRPr/>
          </a:p>
        </p:txBody>
      </p:sp>
      <p:sp>
        <p:nvSpPr>
          <p:cNvPr id="10" name="object 10"/>
          <p:cNvSpPr txBox="1"/>
          <p:nvPr/>
        </p:nvSpPr>
        <p:spPr>
          <a:xfrm>
            <a:off x="5140959" y="2671128"/>
            <a:ext cx="254000" cy="1275080"/>
          </a:xfrm>
          <a:prstGeom prst="rect">
            <a:avLst/>
          </a:prstGeom>
        </p:spPr>
        <p:txBody>
          <a:bodyPr vert="horz" wrap="square" lIns="0" tIns="12700" rIns="0" bIns="0" rtlCol="0">
            <a:spAutoFit/>
          </a:bodyPr>
          <a:lstStyle/>
          <a:p>
            <a:pPr marL="12700" marR="5080" algn="just">
              <a:lnSpc>
                <a:spcPct val="114000"/>
              </a:lnSpc>
              <a:spcBef>
                <a:spcPts val="100"/>
              </a:spcBef>
            </a:pPr>
            <a:r>
              <a:rPr sz="1800" spc="-50" dirty="0">
                <a:solidFill>
                  <a:srgbClr val="0000FF"/>
                </a:solidFill>
                <a:latin typeface="Noto Serif CJK JP"/>
                <a:cs typeface="Noto Serif CJK JP"/>
              </a:rPr>
              <a:t>多路开关</a:t>
            </a:r>
            <a:endParaRPr sz="1800">
              <a:latin typeface="Noto Serif CJK JP"/>
              <a:cs typeface="Noto Serif CJK JP"/>
            </a:endParaRPr>
          </a:p>
        </p:txBody>
      </p:sp>
      <p:sp>
        <p:nvSpPr>
          <p:cNvPr id="11" name="object 11"/>
          <p:cNvSpPr/>
          <p:nvPr/>
        </p:nvSpPr>
        <p:spPr>
          <a:xfrm>
            <a:off x="3625850" y="1851025"/>
            <a:ext cx="1038225" cy="523875"/>
          </a:xfrm>
          <a:custGeom>
            <a:avLst/>
            <a:gdLst/>
            <a:ahLst/>
            <a:cxnLst/>
            <a:rect l="l" t="t" r="r" b="b"/>
            <a:pathLst>
              <a:path w="1038225" h="523875">
                <a:moveTo>
                  <a:pt x="1038225" y="523875"/>
                </a:moveTo>
                <a:lnTo>
                  <a:pt x="0" y="523875"/>
                </a:lnTo>
                <a:lnTo>
                  <a:pt x="0" y="0"/>
                </a:lnTo>
                <a:lnTo>
                  <a:pt x="1038225" y="0"/>
                </a:lnTo>
                <a:lnTo>
                  <a:pt x="1038225" y="14287"/>
                </a:lnTo>
                <a:lnTo>
                  <a:pt x="28575" y="14287"/>
                </a:lnTo>
                <a:lnTo>
                  <a:pt x="14287" y="28575"/>
                </a:lnTo>
                <a:lnTo>
                  <a:pt x="28575" y="28575"/>
                </a:lnTo>
                <a:lnTo>
                  <a:pt x="28575" y="495300"/>
                </a:lnTo>
                <a:lnTo>
                  <a:pt x="14287" y="495300"/>
                </a:lnTo>
                <a:lnTo>
                  <a:pt x="28575" y="509587"/>
                </a:lnTo>
                <a:lnTo>
                  <a:pt x="1038225" y="509587"/>
                </a:lnTo>
                <a:lnTo>
                  <a:pt x="1038225" y="523875"/>
                </a:lnTo>
                <a:close/>
              </a:path>
              <a:path w="1038225" h="523875">
                <a:moveTo>
                  <a:pt x="28575" y="28575"/>
                </a:moveTo>
                <a:lnTo>
                  <a:pt x="14287" y="28575"/>
                </a:lnTo>
                <a:lnTo>
                  <a:pt x="28575" y="14287"/>
                </a:lnTo>
                <a:lnTo>
                  <a:pt x="28575" y="28575"/>
                </a:lnTo>
                <a:close/>
              </a:path>
              <a:path w="1038225" h="523875">
                <a:moveTo>
                  <a:pt x="1009650" y="28575"/>
                </a:moveTo>
                <a:lnTo>
                  <a:pt x="28575" y="28575"/>
                </a:lnTo>
                <a:lnTo>
                  <a:pt x="28575" y="14287"/>
                </a:lnTo>
                <a:lnTo>
                  <a:pt x="1009650" y="14287"/>
                </a:lnTo>
                <a:lnTo>
                  <a:pt x="1009650" y="28575"/>
                </a:lnTo>
                <a:close/>
              </a:path>
              <a:path w="1038225" h="523875">
                <a:moveTo>
                  <a:pt x="1009650" y="509587"/>
                </a:moveTo>
                <a:lnTo>
                  <a:pt x="1009650" y="14287"/>
                </a:lnTo>
                <a:lnTo>
                  <a:pt x="1023937" y="28575"/>
                </a:lnTo>
                <a:lnTo>
                  <a:pt x="1038225" y="28575"/>
                </a:lnTo>
                <a:lnTo>
                  <a:pt x="1038225" y="495300"/>
                </a:lnTo>
                <a:lnTo>
                  <a:pt x="1023937" y="495300"/>
                </a:lnTo>
                <a:lnTo>
                  <a:pt x="1009650" y="509587"/>
                </a:lnTo>
                <a:close/>
              </a:path>
              <a:path w="1038225" h="523875">
                <a:moveTo>
                  <a:pt x="1038225" y="28575"/>
                </a:moveTo>
                <a:lnTo>
                  <a:pt x="1023937" y="28575"/>
                </a:lnTo>
                <a:lnTo>
                  <a:pt x="1009650" y="14287"/>
                </a:lnTo>
                <a:lnTo>
                  <a:pt x="1038225" y="14287"/>
                </a:lnTo>
                <a:lnTo>
                  <a:pt x="1038225" y="28575"/>
                </a:lnTo>
                <a:close/>
              </a:path>
              <a:path w="1038225" h="523875">
                <a:moveTo>
                  <a:pt x="28575" y="509587"/>
                </a:moveTo>
                <a:lnTo>
                  <a:pt x="14287" y="495300"/>
                </a:lnTo>
                <a:lnTo>
                  <a:pt x="28575" y="495300"/>
                </a:lnTo>
                <a:lnTo>
                  <a:pt x="28575" y="509587"/>
                </a:lnTo>
                <a:close/>
              </a:path>
              <a:path w="1038225" h="523875">
                <a:moveTo>
                  <a:pt x="1009650" y="509587"/>
                </a:moveTo>
                <a:lnTo>
                  <a:pt x="28575" y="509587"/>
                </a:lnTo>
                <a:lnTo>
                  <a:pt x="28575" y="495300"/>
                </a:lnTo>
                <a:lnTo>
                  <a:pt x="1009650" y="495300"/>
                </a:lnTo>
                <a:lnTo>
                  <a:pt x="1009650" y="509587"/>
                </a:lnTo>
                <a:close/>
              </a:path>
              <a:path w="1038225" h="523875">
                <a:moveTo>
                  <a:pt x="1038225" y="509587"/>
                </a:moveTo>
                <a:lnTo>
                  <a:pt x="1009650" y="509587"/>
                </a:lnTo>
                <a:lnTo>
                  <a:pt x="1023937" y="495300"/>
                </a:lnTo>
                <a:lnTo>
                  <a:pt x="1038225" y="495300"/>
                </a:lnTo>
                <a:lnTo>
                  <a:pt x="1038225" y="509587"/>
                </a:lnTo>
                <a:close/>
              </a:path>
            </a:pathLst>
          </a:custGeom>
          <a:solidFill>
            <a:srgbClr val="0000FF"/>
          </a:solidFill>
        </p:spPr>
        <p:txBody>
          <a:bodyPr wrap="square" lIns="0" tIns="0" rIns="0" bIns="0" rtlCol="0"/>
          <a:lstStyle/>
          <a:p>
            <a:endParaRPr/>
          </a:p>
        </p:txBody>
      </p:sp>
      <p:sp>
        <p:nvSpPr>
          <p:cNvPr id="12" name="object 12"/>
          <p:cNvSpPr txBox="1"/>
          <p:nvPr/>
        </p:nvSpPr>
        <p:spPr>
          <a:xfrm>
            <a:off x="3640137" y="1968817"/>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3" name="object 13"/>
          <p:cNvSpPr/>
          <p:nvPr/>
        </p:nvSpPr>
        <p:spPr>
          <a:xfrm>
            <a:off x="1052512" y="1874837"/>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4" name="object 14"/>
          <p:cNvSpPr txBox="1"/>
          <p:nvPr/>
        </p:nvSpPr>
        <p:spPr>
          <a:xfrm>
            <a:off x="1129030" y="1992629"/>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5" name="object 15"/>
          <p:cNvSpPr/>
          <p:nvPr/>
        </p:nvSpPr>
        <p:spPr>
          <a:xfrm>
            <a:off x="719074" y="1664804"/>
            <a:ext cx="4283710" cy="1615440"/>
          </a:xfrm>
          <a:custGeom>
            <a:avLst/>
            <a:gdLst/>
            <a:ahLst/>
            <a:cxnLst/>
            <a:rect l="l" t="t" r="r" b="b"/>
            <a:pathLst>
              <a:path w="4283710" h="1615439">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1615439">
                <a:moveTo>
                  <a:pt x="2919476" y="422757"/>
                </a:moveTo>
                <a:lnTo>
                  <a:pt x="2890964" y="408343"/>
                </a:lnTo>
                <a:lnTo>
                  <a:pt x="2862453" y="393915"/>
                </a:lnTo>
                <a:lnTo>
                  <a:pt x="2862376" y="408216"/>
                </a:lnTo>
                <a:lnTo>
                  <a:pt x="2573464" y="406882"/>
                </a:lnTo>
                <a:lnTo>
                  <a:pt x="2573426" y="412750"/>
                </a:lnTo>
                <a:lnTo>
                  <a:pt x="2557272" y="419506"/>
                </a:lnTo>
                <a:lnTo>
                  <a:pt x="2520213" y="404025"/>
                </a:lnTo>
                <a:lnTo>
                  <a:pt x="2520213" y="434987"/>
                </a:lnTo>
                <a:lnTo>
                  <a:pt x="1563497" y="834783"/>
                </a:lnTo>
                <a:lnTo>
                  <a:pt x="1562188" y="34658"/>
                </a:lnTo>
                <a:lnTo>
                  <a:pt x="2520213" y="434987"/>
                </a:lnTo>
                <a:lnTo>
                  <a:pt x="2520213" y="404025"/>
                </a:lnTo>
                <a:lnTo>
                  <a:pt x="1553387" y="0"/>
                </a:lnTo>
                <a:lnTo>
                  <a:pt x="1547876" y="13182"/>
                </a:lnTo>
                <a:lnTo>
                  <a:pt x="1533588" y="13208"/>
                </a:lnTo>
                <a:lnTo>
                  <a:pt x="1534287" y="446913"/>
                </a:lnTo>
                <a:lnTo>
                  <a:pt x="1508252" y="433743"/>
                </a:lnTo>
                <a:lnTo>
                  <a:pt x="1479740" y="419315"/>
                </a:lnTo>
                <a:lnTo>
                  <a:pt x="1479664" y="433616"/>
                </a:lnTo>
                <a:lnTo>
                  <a:pt x="1190752" y="432282"/>
                </a:lnTo>
                <a:lnTo>
                  <a:pt x="1190625" y="460857"/>
                </a:lnTo>
                <a:lnTo>
                  <a:pt x="1479537" y="462191"/>
                </a:lnTo>
                <a:lnTo>
                  <a:pt x="1479486" y="476465"/>
                </a:lnTo>
                <a:lnTo>
                  <a:pt x="1508099" y="462318"/>
                </a:lnTo>
                <a:lnTo>
                  <a:pt x="1534299" y="449376"/>
                </a:lnTo>
                <a:lnTo>
                  <a:pt x="1534985" y="867283"/>
                </a:lnTo>
                <a:lnTo>
                  <a:pt x="1552244" y="867257"/>
                </a:lnTo>
                <a:lnTo>
                  <a:pt x="1553387" y="869975"/>
                </a:lnTo>
                <a:lnTo>
                  <a:pt x="1559928" y="867244"/>
                </a:lnTo>
                <a:lnTo>
                  <a:pt x="1563560" y="867232"/>
                </a:lnTo>
                <a:lnTo>
                  <a:pt x="1563547" y="865733"/>
                </a:lnTo>
                <a:lnTo>
                  <a:pt x="2557272" y="450481"/>
                </a:lnTo>
                <a:lnTo>
                  <a:pt x="2580576" y="460209"/>
                </a:lnTo>
                <a:lnTo>
                  <a:pt x="2590444" y="436626"/>
                </a:lnTo>
                <a:lnTo>
                  <a:pt x="2591612" y="436130"/>
                </a:lnTo>
                <a:lnTo>
                  <a:pt x="2591358" y="435546"/>
                </a:lnTo>
                <a:lnTo>
                  <a:pt x="2862249" y="436791"/>
                </a:lnTo>
                <a:lnTo>
                  <a:pt x="2862199" y="451065"/>
                </a:lnTo>
                <a:lnTo>
                  <a:pt x="2890812" y="436918"/>
                </a:lnTo>
                <a:lnTo>
                  <a:pt x="2919476" y="422757"/>
                </a:lnTo>
                <a:close/>
              </a:path>
              <a:path w="4283710" h="1615439">
                <a:moveTo>
                  <a:pt x="3945001" y="1091095"/>
                </a:moveTo>
                <a:lnTo>
                  <a:pt x="3916426" y="1091095"/>
                </a:lnTo>
                <a:lnTo>
                  <a:pt x="3916426" y="1119670"/>
                </a:lnTo>
                <a:lnTo>
                  <a:pt x="3916426" y="1586395"/>
                </a:lnTo>
                <a:lnTo>
                  <a:pt x="2935351" y="1586395"/>
                </a:lnTo>
                <a:lnTo>
                  <a:pt x="2935351" y="1119670"/>
                </a:lnTo>
                <a:lnTo>
                  <a:pt x="3916426" y="1119670"/>
                </a:lnTo>
                <a:lnTo>
                  <a:pt x="3916426" y="1091095"/>
                </a:lnTo>
                <a:lnTo>
                  <a:pt x="2906776" y="1091095"/>
                </a:lnTo>
                <a:lnTo>
                  <a:pt x="2906776" y="1614970"/>
                </a:lnTo>
                <a:lnTo>
                  <a:pt x="3945001" y="1614970"/>
                </a:lnTo>
                <a:lnTo>
                  <a:pt x="3945001" y="1600682"/>
                </a:lnTo>
                <a:lnTo>
                  <a:pt x="3945001" y="1586395"/>
                </a:lnTo>
                <a:lnTo>
                  <a:pt x="3945001" y="1119670"/>
                </a:lnTo>
                <a:lnTo>
                  <a:pt x="3945001" y="1105382"/>
                </a:lnTo>
                <a:lnTo>
                  <a:pt x="3945001" y="1091095"/>
                </a:lnTo>
                <a:close/>
              </a:path>
              <a:path w="4283710" h="1615439">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16" name="object 16"/>
          <p:cNvSpPr txBox="1"/>
          <p:nvPr/>
        </p:nvSpPr>
        <p:spPr>
          <a:xfrm>
            <a:off x="3640137" y="287369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17" name="object 17"/>
          <p:cNvSpPr/>
          <p:nvPr/>
        </p:nvSpPr>
        <p:spPr>
          <a:xfrm>
            <a:off x="1052512" y="2779712"/>
            <a:ext cx="865505" cy="523875"/>
          </a:xfrm>
          <a:custGeom>
            <a:avLst/>
            <a:gdLst/>
            <a:ahLst/>
            <a:cxnLst/>
            <a:rect l="l" t="t" r="r" b="b"/>
            <a:pathLst>
              <a:path w="865505" h="523875">
                <a:moveTo>
                  <a:pt x="865187" y="523875"/>
                </a:moveTo>
                <a:lnTo>
                  <a:pt x="0" y="523875"/>
                </a:lnTo>
                <a:lnTo>
                  <a:pt x="0" y="0"/>
                </a:lnTo>
                <a:lnTo>
                  <a:pt x="865187" y="0"/>
                </a:lnTo>
                <a:lnTo>
                  <a:pt x="865187" y="14287"/>
                </a:lnTo>
                <a:lnTo>
                  <a:pt x="28575" y="14287"/>
                </a:lnTo>
                <a:lnTo>
                  <a:pt x="14287" y="28575"/>
                </a:lnTo>
                <a:lnTo>
                  <a:pt x="28575" y="28575"/>
                </a:lnTo>
                <a:lnTo>
                  <a:pt x="28575" y="495300"/>
                </a:lnTo>
                <a:lnTo>
                  <a:pt x="14287" y="495300"/>
                </a:lnTo>
                <a:lnTo>
                  <a:pt x="28575" y="509587"/>
                </a:lnTo>
                <a:lnTo>
                  <a:pt x="865187" y="509587"/>
                </a:lnTo>
                <a:lnTo>
                  <a:pt x="865187" y="523875"/>
                </a:lnTo>
                <a:close/>
              </a:path>
              <a:path w="865505" h="523875">
                <a:moveTo>
                  <a:pt x="28575" y="28575"/>
                </a:moveTo>
                <a:lnTo>
                  <a:pt x="14287" y="28575"/>
                </a:lnTo>
                <a:lnTo>
                  <a:pt x="28575" y="14287"/>
                </a:lnTo>
                <a:lnTo>
                  <a:pt x="28575" y="28575"/>
                </a:lnTo>
                <a:close/>
              </a:path>
              <a:path w="865505" h="523875">
                <a:moveTo>
                  <a:pt x="836612" y="28575"/>
                </a:moveTo>
                <a:lnTo>
                  <a:pt x="28575" y="28575"/>
                </a:lnTo>
                <a:lnTo>
                  <a:pt x="28575" y="14287"/>
                </a:lnTo>
                <a:lnTo>
                  <a:pt x="836612" y="14287"/>
                </a:lnTo>
                <a:lnTo>
                  <a:pt x="836612" y="28575"/>
                </a:lnTo>
                <a:close/>
              </a:path>
              <a:path w="865505" h="523875">
                <a:moveTo>
                  <a:pt x="836612" y="509587"/>
                </a:moveTo>
                <a:lnTo>
                  <a:pt x="836612" y="14287"/>
                </a:lnTo>
                <a:lnTo>
                  <a:pt x="850900" y="28575"/>
                </a:lnTo>
                <a:lnTo>
                  <a:pt x="865187" y="28575"/>
                </a:lnTo>
                <a:lnTo>
                  <a:pt x="865187" y="495300"/>
                </a:lnTo>
                <a:lnTo>
                  <a:pt x="850900" y="495300"/>
                </a:lnTo>
                <a:lnTo>
                  <a:pt x="836612" y="509587"/>
                </a:lnTo>
                <a:close/>
              </a:path>
              <a:path w="865505" h="523875">
                <a:moveTo>
                  <a:pt x="865187" y="28575"/>
                </a:moveTo>
                <a:lnTo>
                  <a:pt x="850900" y="28575"/>
                </a:lnTo>
                <a:lnTo>
                  <a:pt x="836612" y="14287"/>
                </a:lnTo>
                <a:lnTo>
                  <a:pt x="865187" y="14287"/>
                </a:lnTo>
                <a:lnTo>
                  <a:pt x="865187" y="28575"/>
                </a:lnTo>
                <a:close/>
              </a:path>
              <a:path w="865505" h="523875">
                <a:moveTo>
                  <a:pt x="28575" y="509587"/>
                </a:moveTo>
                <a:lnTo>
                  <a:pt x="14287" y="495300"/>
                </a:lnTo>
                <a:lnTo>
                  <a:pt x="28575" y="495300"/>
                </a:lnTo>
                <a:lnTo>
                  <a:pt x="28575" y="509587"/>
                </a:lnTo>
                <a:close/>
              </a:path>
              <a:path w="865505" h="523875">
                <a:moveTo>
                  <a:pt x="836612" y="509587"/>
                </a:moveTo>
                <a:lnTo>
                  <a:pt x="28575" y="509587"/>
                </a:lnTo>
                <a:lnTo>
                  <a:pt x="28575" y="495300"/>
                </a:lnTo>
                <a:lnTo>
                  <a:pt x="836612" y="495300"/>
                </a:lnTo>
                <a:lnTo>
                  <a:pt x="836612" y="509587"/>
                </a:lnTo>
                <a:close/>
              </a:path>
              <a:path w="865505" h="523875">
                <a:moveTo>
                  <a:pt x="865187" y="509587"/>
                </a:moveTo>
                <a:lnTo>
                  <a:pt x="836612" y="509587"/>
                </a:lnTo>
                <a:lnTo>
                  <a:pt x="850900" y="495300"/>
                </a:lnTo>
                <a:lnTo>
                  <a:pt x="865187" y="495300"/>
                </a:lnTo>
                <a:lnTo>
                  <a:pt x="865187" y="509587"/>
                </a:lnTo>
                <a:close/>
              </a:path>
            </a:pathLst>
          </a:custGeom>
          <a:solidFill>
            <a:srgbClr val="0000FF"/>
          </a:solidFill>
        </p:spPr>
        <p:txBody>
          <a:bodyPr wrap="square" lIns="0" tIns="0" rIns="0" bIns="0" rtlCol="0"/>
          <a:lstStyle/>
          <a:p>
            <a:endParaRPr/>
          </a:p>
        </p:txBody>
      </p:sp>
      <p:sp>
        <p:nvSpPr>
          <p:cNvPr id="18" name="object 18"/>
          <p:cNvSpPr txBox="1"/>
          <p:nvPr/>
        </p:nvSpPr>
        <p:spPr>
          <a:xfrm>
            <a:off x="1129030" y="289750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19" name="object 19"/>
          <p:cNvSpPr/>
          <p:nvPr/>
        </p:nvSpPr>
        <p:spPr>
          <a:xfrm>
            <a:off x="719074" y="2569679"/>
            <a:ext cx="4283710" cy="2029460"/>
          </a:xfrm>
          <a:custGeom>
            <a:avLst/>
            <a:gdLst/>
            <a:ahLst/>
            <a:cxnLst/>
            <a:rect l="l" t="t" r="r" b="b"/>
            <a:pathLst>
              <a:path w="4283710" h="2029460">
                <a:moveTo>
                  <a:pt x="346138" y="475145"/>
                </a:moveTo>
                <a:lnTo>
                  <a:pt x="317627" y="460730"/>
                </a:lnTo>
                <a:lnTo>
                  <a:pt x="289115" y="446303"/>
                </a:lnTo>
                <a:lnTo>
                  <a:pt x="289039" y="460603"/>
                </a:lnTo>
                <a:lnTo>
                  <a:pt x="127" y="459270"/>
                </a:lnTo>
                <a:lnTo>
                  <a:pt x="0" y="487845"/>
                </a:lnTo>
                <a:lnTo>
                  <a:pt x="288912" y="489178"/>
                </a:lnTo>
                <a:lnTo>
                  <a:pt x="288861" y="503453"/>
                </a:lnTo>
                <a:lnTo>
                  <a:pt x="317474" y="489305"/>
                </a:lnTo>
                <a:lnTo>
                  <a:pt x="346138" y="475145"/>
                </a:lnTo>
                <a:close/>
              </a:path>
              <a:path w="4283710" h="2029460">
                <a:moveTo>
                  <a:pt x="2919476" y="422757"/>
                </a:moveTo>
                <a:lnTo>
                  <a:pt x="2890964" y="408343"/>
                </a:lnTo>
                <a:lnTo>
                  <a:pt x="2862453" y="393915"/>
                </a:lnTo>
                <a:lnTo>
                  <a:pt x="2862376" y="408216"/>
                </a:lnTo>
                <a:lnTo>
                  <a:pt x="2573464" y="406882"/>
                </a:lnTo>
                <a:lnTo>
                  <a:pt x="2573426" y="413677"/>
                </a:lnTo>
                <a:lnTo>
                  <a:pt x="2557322" y="420420"/>
                </a:lnTo>
                <a:lnTo>
                  <a:pt x="2520315" y="404926"/>
                </a:lnTo>
                <a:lnTo>
                  <a:pt x="2520315" y="435902"/>
                </a:lnTo>
                <a:lnTo>
                  <a:pt x="1563306" y="836422"/>
                </a:lnTo>
                <a:lnTo>
                  <a:pt x="1562188" y="34683"/>
                </a:lnTo>
                <a:lnTo>
                  <a:pt x="2520315" y="435902"/>
                </a:lnTo>
                <a:lnTo>
                  <a:pt x="2520315" y="404926"/>
                </a:lnTo>
                <a:lnTo>
                  <a:pt x="1553400" y="0"/>
                </a:lnTo>
                <a:lnTo>
                  <a:pt x="1547876" y="13182"/>
                </a:lnTo>
                <a:lnTo>
                  <a:pt x="1533588" y="13208"/>
                </a:lnTo>
                <a:lnTo>
                  <a:pt x="1534185" y="448449"/>
                </a:lnTo>
                <a:lnTo>
                  <a:pt x="1508252" y="435330"/>
                </a:lnTo>
                <a:lnTo>
                  <a:pt x="1479740" y="420903"/>
                </a:lnTo>
                <a:lnTo>
                  <a:pt x="1479664" y="435203"/>
                </a:lnTo>
                <a:lnTo>
                  <a:pt x="1190752" y="433870"/>
                </a:lnTo>
                <a:lnTo>
                  <a:pt x="1190625" y="462445"/>
                </a:lnTo>
                <a:lnTo>
                  <a:pt x="1479537" y="463778"/>
                </a:lnTo>
                <a:lnTo>
                  <a:pt x="1479486" y="478053"/>
                </a:lnTo>
                <a:lnTo>
                  <a:pt x="1508099" y="463905"/>
                </a:lnTo>
                <a:lnTo>
                  <a:pt x="1534198" y="451015"/>
                </a:lnTo>
                <a:lnTo>
                  <a:pt x="1534782" y="868870"/>
                </a:lnTo>
                <a:lnTo>
                  <a:pt x="1552257" y="868845"/>
                </a:lnTo>
                <a:lnTo>
                  <a:pt x="1553387" y="871537"/>
                </a:lnTo>
                <a:lnTo>
                  <a:pt x="1559864" y="868832"/>
                </a:lnTo>
                <a:lnTo>
                  <a:pt x="1563357" y="868819"/>
                </a:lnTo>
                <a:lnTo>
                  <a:pt x="1563344" y="867371"/>
                </a:lnTo>
                <a:lnTo>
                  <a:pt x="2557310" y="451396"/>
                </a:lnTo>
                <a:lnTo>
                  <a:pt x="2580576" y="461124"/>
                </a:lnTo>
                <a:lnTo>
                  <a:pt x="2590469" y="437515"/>
                </a:lnTo>
                <a:lnTo>
                  <a:pt x="2591612" y="437032"/>
                </a:lnTo>
                <a:lnTo>
                  <a:pt x="2591143" y="435927"/>
                </a:lnTo>
                <a:lnTo>
                  <a:pt x="2591295" y="435546"/>
                </a:lnTo>
                <a:lnTo>
                  <a:pt x="2862249" y="436791"/>
                </a:lnTo>
                <a:lnTo>
                  <a:pt x="2862199" y="451065"/>
                </a:lnTo>
                <a:lnTo>
                  <a:pt x="2890812" y="436918"/>
                </a:lnTo>
                <a:lnTo>
                  <a:pt x="2919476" y="422757"/>
                </a:lnTo>
                <a:close/>
              </a:path>
              <a:path w="4283710" h="2029460">
                <a:moveTo>
                  <a:pt x="3945001" y="1505432"/>
                </a:moveTo>
                <a:lnTo>
                  <a:pt x="3916426" y="1505432"/>
                </a:lnTo>
                <a:lnTo>
                  <a:pt x="3916426" y="1534007"/>
                </a:lnTo>
                <a:lnTo>
                  <a:pt x="3916426" y="2000732"/>
                </a:lnTo>
                <a:lnTo>
                  <a:pt x="2935351" y="2000732"/>
                </a:lnTo>
                <a:lnTo>
                  <a:pt x="2935351" y="1534007"/>
                </a:lnTo>
                <a:lnTo>
                  <a:pt x="3916426" y="1534007"/>
                </a:lnTo>
                <a:lnTo>
                  <a:pt x="3916426" y="1505432"/>
                </a:lnTo>
                <a:lnTo>
                  <a:pt x="2906776" y="1505432"/>
                </a:lnTo>
                <a:lnTo>
                  <a:pt x="2906776" y="2029307"/>
                </a:lnTo>
                <a:lnTo>
                  <a:pt x="3945001" y="2029307"/>
                </a:lnTo>
                <a:lnTo>
                  <a:pt x="3945001" y="2015020"/>
                </a:lnTo>
                <a:lnTo>
                  <a:pt x="3945001" y="2000732"/>
                </a:lnTo>
                <a:lnTo>
                  <a:pt x="3945001" y="1534007"/>
                </a:lnTo>
                <a:lnTo>
                  <a:pt x="3945001" y="1519720"/>
                </a:lnTo>
                <a:lnTo>
                  <a:pt x="3945001" y="1505432"/>
                </a:lnTo>
                <a:close/>
              </a:path>
              <a:path w="4283710" h="2029460">
                <a:moveTo>
                  <a:pt x="4283138" y="421170"/>
                </a:moveTo>
                <a:lnTo>
                  <a:pt x="4254627" y="406755"/>
                </a:lnTo>
                <a:lnTo>
                  <a:pt x="4226115" y="392328"/>
                </a:lnTo>
                <a:lnTo>
                  <a:pt x="4226039" y="406628"/>
                </a:lnTo>
                <a:lnTo>
                  <a:pt x="3937127" y="405295"/>
                </a:lnTo>
                <a:lnTo>
                  <a:pt x="3937000" y="433870"/>
                </a:lnTo>
                <a:lnTo>
                  <a:pt x="4225912" y="435203"/>
                </a:lnTo>
                <a:lnTo>
                  <a:pt x="4225861" y="449478"/>
                </a:lnTo>
                <a:lnTo>
                  <a:pt x="4254474" y="435330"/>
                </a:lnTo>
                <a:lnTo>
                  <a:pt x="4283138" y="421170"/>
                </a:lnTo>
                <a:close/>
              </a:path>
            </a:pathLst>
          </a:custGeom>
          <a:solidFill>
            <a:srgbClr val="0000FF"/>
          </a:solidFill>
        </p:spPr>
        <p:txBody>
          <a:bodyPr wrap="square" lIns="0" tIns="0" rIns="0" bIns="0" rtlCol="0"/>
          <a:lstStyle/>
          <a:p>
            <a:endParaRPr/>
          </a:p>
        </p:txBody>
      </p:sp>
      <p:sp>
        <p:nvSpPr>
          <p:cNvPr id="20" name="object 20"/>
          <p:cNvSpPr txBox="1"/>
          <p:nvPr/>
        </p:nvSpPr>
        <p:spPr>
          <a:xfrm>
            <a:off x="3640137" y="4192904"/>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低通滤波</a:t>
            </a:r>
            <a:endParaRPr sz="1800">
              <a:latin typeface="Noto Serif CJK JP"/>
              <a:cs typeface="Noto Serif CJK JP"/>
            </a:endParaRPr>
          </a:p>
        </p:txBody>
      </p:sp>
      <p:sp>
        <p:nvSpPr>
          <p:cNvPr id="21" name="object 21"/>
          <p:cNvSpPr/>
          <p:nvPr/>
        </p:nvSpPr>
        <p:spPr>
          <a:xfrm>
            <a:off x="1052512" y="4100512"/>
            <a:ext cx="865505" cy="522605"/>
          </a:xfrm>
          <a:custGeom>
            <a:avLst/>
            <a:gdLst/>
            <a:ahLst/>
            <a:cxnLst/>
            <a:rect l="l" t="t" r="r" b="b"/>
            <a:pathLst>
              <a:path w="865505" h="522604">
                <a:moveTo>
                  <a:pt x="865187" y="522287"/>
                </a:moveTo>
                <a:lnTo>
                  <a:pt x="0" y="522287"/>
                </a:lnTo>
                <a:lnTo>
                  <a:pt x="0" y="0"/>
                </a:lnTo>
                <a:lnTo>
                  <a:pt x="865187" y="0"/>
                </a:lnTo>
                <a:lnTo>
                  <a:pt x="865187" y="14287"/>
                </a:lnTo>
                <a:lnTo>
                  <a:pt x="28575" y="14287"/>
                </a:lnTo>
                <a:lnTo>
                  <a:pt x="14287" y="28575"/>
                </a:lnTo>
                <a:lnTo>
                  <a:pt x="28575" y="28575"/>
                </a:lnTo>
                <a:lnTo>
                  <a:pt x="28575" y="493712"/>
                </a:lnTo>
                <a:lnTo>
                  <a:pt x="14287" y="493712"/>
                </a:lnTo>
                <a:lnTo>
                  <a:pt x="28575" y="508000"/>
                </a:lnTo>
                <a:lnTo>
                  <a:pt x="865187" y="508000"/>
                </a:lnTo>
                <a:lnTo>
                  <a:pt x="865187" y="522287"/>
                </a:lnTo>
                <a:close/>
              </a:path>
              <a:path w="865505" h="522604">
                <a:moveTo>
                  <a:pt x="28575" y="28575"/>
                </a:moveTo>
                <a:lnTo>
                  <a:pt x="14287" y="28575"/>
                </a:lnTo>
                <a:lnTo>
                  <a:pt x="28575" y="14287"/>
                </a:lnTo>
                <a:lnTo>
                  <a:pt x="28575" y="28575"/>
                </a:lnTo>
                <a:close/>
              </a:path>
              <a:path w="865505" h="522604">
                <a:moveTo>
                  <a:pt x="836612" y="28575"/>
                </a:moveTo>
                <a:lnTo>
                  <a:pt x="28575" y="28575"/>
                </a:lnTo>
                <a:lnTo>
                  <a:pt x="28575" y="14287"/>
                </a:lnTo>
                <a:lnTo>
                  <a:pt x="836612" y="14287"/>
                </a:lnTo>
                <a:lnTo>
                  <a:pt x="836612" y="28575"/>
                </a:lnTo>
                <a:close/>
              </a:path>
              <a:path w="865505" h="522604">
                <a:moveTo>
                  <a:pt x="836612" y="508000"/>
                </a:moveTo>
                <a:lnTo>
                  <a:pt x="836612" y="14287"/>
                </a:lnTo>
                <a:lnTo>
                  <a:pt x="850900" y="28575"/>
                </a:lnTo>
                <a:lnTo>
                  <a:pt x="865187" y="28575"/>
                </a:lnTo>
                <a:lnTo>
                  <a:pt x="865187" y="493712"/>
                </a:lnTo>
                <a:lnTo>
                  <a:pt x="850900" y="493712"/>
                </a:lnTo>
                <a:lnTo>
                  <a:pt x="836612" y="508000"/>
                </a:lnTo>
                <a:close/>
              </a:path>
              <a:path w="865505" h="522604">
                <a:moveTo>
                  <a:pt x="865187" y="28575"/>
                </a:moveTo>
                <a:lnTo>
                  <a:pt x="850900" y="28575"/>
                </a:lnTo>
                <a:lnTo>
                  <a:pt x="836612" y="14287"/>
                </a:lnTo>
                <a:lnTo>
                  <a:pt x="865187" y="14287"/>
                </a:lnTo>
                <a:lnTo>
                  <a:pt x="865187" y="28575"/>
                </a:lnTo>
                <a:close/>
              </a:path>
              <a:path w="865505" h="522604">
                <a:moveTo>
                  <a:pt x="28575" y="508000"/>
                </a:moveTo>
                <a:lnTo>
                  <a:pt x="14287" y="493712"/>
                </a:lnTo>
                <a:lnTo>
                  <a:pt x="28575" y="493712"/>
                </a:lnTo>
                <a:lnTo>
                  <a:pt x="28575" y="508000"/>
                </a:lnTo>
                <a:close/>
              </a:path>
              <a:path w="865505" h="522604">
                <a:moveTo>
                  <a:pt x="836612" y="508000"/>
                </a:moveTo>
                <a:lnTo>
                  <a:pt x="28575" y="508000"/>
                </a:lnTo>
                <a:lnTo>
                  <a:pt x="28575" y="493712"/>
                </a:lnTo>
                <a:lnTo>
                  <a:pt x="836612" y="493712"/>
                </a:lnTo>
                <a:lnTo>
                  <a:pt x="836612" y="508000"/>
                </a:lnTo>
                <a:close/>
              </a:path>
              <a:path w="865505" h="522604">
                <a:moveTo>
                  <a:pt x="865187" y="508000"/>
                </a:moveTo>
                <a:lnTo>
                  <a:pt x="836612" y="508000"/>
                </a:lnTo>
                <a:lnTo>
                  <a:pt x="850900" y="493712"/>
                </a:lnTo>
                <a:lnTo>
                  <a:pt x="865187" y="493712"/>
                </a:lnTo>
                <a:lnTo>
                  <a:pt x="865187" y="508000"/>
                </a:lnTo>
                <a:close/>
              </a:path>
            </a:pathLst>
          </a:custGeom>
          <a:solidFill>
            <a:srgbClr val="0000FF"/>
          </a:solidFill>
        </p:spPr>
        <p:txBody>
          <a:bodyPr wrap="square" lIns="0" tIns="0" rIns="0" bIns="0" rtlCol="0"/>
          <a:lstStyle/>
          <a:p>
            <a:endParaRPr/>
          </a:p>
        </p:txBody>
      </p:sp>
      <p:sp>
        <p:nvSpPr>
          <p:cNvPr id="22" name="object 22"/>
          <p:cNvSpPr txBox="1"/>
          <p:nvPr/>
        </p:nvSpPr>
        <p:spPr>
          <a:xfrm>
            <a:off x="1129030" y="4217034"/>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Noto Serif CJK JP"/>
                <a:cs typeface="Noto Serif CJK JP"/>
              </a:rPr>
              <a:t>传感器</a:t>
            </a:r>
            <a:endParaRPr sz="1800">
              <a:latin typeface="Noto Serif CJK JP"/>
              <a:cs typeface="Noto Serif CJK JP"/>
            </a:endParaRPr>
          </a:p>
        </p:txBody>
      </p:sp>
      <p:sp>
        <p:nvSpPr>
          <p:cNvPr id="23" name="object 23"/>
          <p:cNvSpPr/>
          <p:nvPr/>
        </p:nvSpPr>
        <p:spPr>
          <a:xfrm>
            <a:off x="719074" y="1979612"/>
            <a:ext cx="8425180" cy="2781300"/>
          </a:xfrm>
          <a:custGeom>
            <a:avLst/>
            <a:gdLst/>
            <a:ahLst/>
            <a:cxnLst/>
            <a:rect l="l" t="t" r="r" b="b"/>
            <a:pathLst>
              <a:path w="8425180" h="2781300">
                <a:moveTo>
                  <a:pt x="346138" y="2384425"/>
                </a:moveTo>
                <a:lnTo>
                  <a:pt x="317627" y="2370010"/>
                </a:lnTo>
                <a:lnTo>
                  <a:pt x="289115" y="2355583"/>
                </a:lnTo>
                <a:lnTo>
                  <a:pt x="289039" y="2369883"/>
                </a:lnTo>
                <a:lnTo>
                  <a:pt x="127" y="2368550"/>
                </a:lnTo>
                <a:lnTo>
                  <a:pt x="0" y="2397125"/>
                </a:lnTo>
                <a:lnTo>
                  <a:pt x="288912" y="2398458"/>
                </a:lnTo>
                <a:lnTo>
                  <a:pt x="288861" y="2412733"/>
                </a:lnTo>
                <a:lnTo>
                  <a:pt x="317474" y="2398585"/>
                </a:lnTo>
                <a:lnTo>
                  <a:pt x="346138" y="2384425"/>
                </a:lnTo>
                <a:close/>
              </a:path>
              <a:path w="8425180" h="2781300">
                <a:moveTo>
                  <a:pt x="2891015" y="2339708"/>
                </a:moveTo>
                <a:lnTo>
                  <a:pt x="2862592" y="2325166"/>
                </a:lnTo>
                <a:lnTo>
                  <a:pt x="2862453" y="2339454"/>
                </a:lnTo>
                <a:lnTo>
                  <a:pt x="2891015" y="2339708"/>
                </a:lnTo>
                <a:close/>
              </a:path>
              <a:path w="8425180" h="2781300">
                <a:moveTo>
                  <a:pt x="2919476" y="2354262"/>
                </a:moveTo>
                <a:lnTo>
                  <a:pt x="2891015" y="2339721"/>
                </a:lnTo>
                <a:lnTo>
                  <a:pt x="2862453" y="2339454"/>
                </a:lnTo>
                <a:lnTo>
                  <a:pt x="2587739" y="2336939"/>
                </a:lnTo>
                <a:lnTo>
                  <a:pt x="2580576" y="2319782"/>
                </a:lnTo>
                <a:lnTo>
                  <a:pt x="2557272" y="2329548"/>
                </a:lnTo>
                <a:lnTo>
                  <a:pt x="2520264" y="2314067"/>
                </a:lnTo>
                <a:lnTo>
                  <a:pt x="2520264" y="2345042"/>
                </a:lnTo>
                <a:lnTo>
                  <a:pt x="1563306" y="2745702"/>
                </a:lnTo>
                <a:lnTo>
                  <a:pt x="1562188" y="1943950"/>
                </a:lnTo>
                <a:lnTo>
                  <a:pt x="2520264" y="2345042"/>
                </a:lnTo>
                <a:lnTo>
                  <a:pt x="2520264" y="2314067"/>
                </a:lnTo>
                <a:lnTo>
                  <a:pt x="1553387" y="1909279"/>
                </a:lnTo>
                <a:lnTo>
                  <a:pt x="1547876" y="1922462"/>
                </a:lnTo>
                <a:lnTo>
                  <a:pt x="1533588" y="1922487"/>
                </a:lnTo>
                <a:lnTo>
                  <a:pt x="1534185" y="2357729"/>
                </a:lnTo>
                <a:lnTo>
                  <a:pt x="1508252" y="2344610"/>
                </a:lnTo>
                <a:lnTo>
                  <a:pt x="1479740" y="2330183"/>
                </a:lnTo>
                <a:lnTo>
                  <a:pt x="1479664" y="2344483"/>
                </a:lnTo>
                <a:lnTo>
                  <a:pt x="1190752" y="2343150"/>
                </a:lnTo>
                <a:lnTo>
                  <a:pt x="1190625" y="2371725"/>
                </a:lnTo>
                <a:lnTo>
                  <a:pt x="1479537" y="2373058"/>
                </a:lnTo>
                <a:lnTo>
                  <a:pt x="1479486" y="2387333"/>
                </a:lnTo>
                <a:lnTo>
                  <a:pt x="1508099" y="2373185"/>
                </a:lnTo>
                <a:lnTo>
                  <a:pt x="1534198" y="2360295"/>
                </a:lnTo>
                <a:lnTo>
                  <a:pt x="1534782" y="2778150"/>
                </a:lnTo>
                <a:lnTo>
                  <a:pt x="1552257" y="2778125"/>
                </a:lnTo>
                <a:lnTo>
                  <a:pt x="1553387" y="2780817"/>
                </a:lnTo>
                <a:lnTo>
                  <a:pt x="1559852" y="2778112"/>
                </a:lnTo>
                <a:lnTo>
                  <a:pt x="1563357" y="2778099"/>
                </a:lnTo>
                <a:lnTo>
                  <a:pt x="1563344" y="2776651"/>
                </a:lnTo>
                <a:lnTo>
                  <a:pt x="2557272" y="2360523"/>
                </a:lnTo>
                <a:lnTo>
                  <a:pt x="2580576" y="2370277"/>
                </a:lnTo>
                <a:lnTo>
                  <a:pt x="2582583" y="2365464"/>
                </a:lnTo>
                <a:lnTo>
                  <a:pt x="2862199" y="2368029"/>
                </a:lnTo>
                <a:lnTo>
                  <a:pt x="2862072" y="2382316"/>
                </a:lnTo>
                <a:lnTo>
                  <a:pt x="2890786" y="2368283"/>
                </a:lnTo>
                <a:lnTo>
                  <a:pt x="2919476" y="2354262"/>
                </a:lnTo>
                <a:close/>
              </a:path>
              <a:path w="8425180" h="2781300">
                <a:moveTo>
                  <a:pt x="4283138" y="2330450"/>
                </a:moveTo>
                <a:lnTo>
                  <a:pt x="4254627" y="2316035"/>
                </a:lnTo>
                <a:lnTo>
                  <a:pt x="4226115" y="2301608"/>
                </a:lnTo>
                <a:lnTo>
                  <a:pt x="4226039" y="2315908"/>
                </a:lnTo>
                <a:lnTo>
                  <a:pt x="3937127" y="2314575"/>
                </a:lnTo>
                <a:lnTo>
                  <a:pt x="3937000" y="2343150"/>
                </a:lnTo>
                <a:lnTo>
                  <a:pt x="4225912" y="2344483"/>
                </a:lnTo>
                <a:lnTo>
                  <a:pt x="4225861" y="2358758"/>
                </a:lnTo>
                <a:lnTo>
                  <a:pt x="4254474" y="2344610"/>
                </a:lnTo>
                <a:lnTo>
                  <a:pt x="4283138" y="2330450"/>
                </a:lnTo>
                <a:close/>
              </a:path>
              <a:path w="8425180" h="2781300">
                <a:moveTo>
                  <a:pt x="6632638" y="0"/>
                </a:moveTo>
                <a:lnTo>
                  <a:pt x="6604063" y="0"/>
                </a:lnTo>
                <a:lnTo>
                  <a:pt x="6604063" y="28575"/>
                </a:lnTo>
                <a:lnTo>
                  <a:pt x="6604063" y="587375"/>
                </a:lnTo>
                <a:lnTo>
                  <a:pt x="5200713" y="587375"/>
                </a:lnTo>
                <a:lnTo>
                  <a:pt x="5200713" y="28575"/>
                </a:lnTo>
                <a:lnTo>
                  <a:pt x="6604063" y="28575"/>
                </a:lnTo>
                <a:lnTo>
                  <a:pt x="6604063" y="0"/>
                </a:lnTo>
                <a:lnTo>
                  <a:pt x="5172138" y="0"/>
                </a:lnTo>
                <a:lnTo>
                  <a:pt x="5172138" y="307098"/>
                </a:lnTo>
                <a:lnTo>
                  <a:pt x="5157914" y="299910"/>
                </a:lnTo>
                <a:lnTo>
                  <a:pt x="5129403" y="285483"/>
                </a:lnTo>
                <a:lnTo>
                  <a:pt x="5129327" y="299783"/>
                </a:lnTo>
                <a:lnTo>
                  <a:pt x="4838827" y="298450"/>
                </a:lnTo>
                <a:lnTo>
                  <a:pt x="4838700" y="327025"/>
                </a:lnTo>
                <a:lnTo>
                  <a:pt x="5129200" y="328358"/>
                </a:lnTo>
                <a:lnTo>
                  <a:pt x="5129149" y="342633"/>
                </a:lnTo>
                <a:lnTo>
                  <a:pt x="5157762" y="328485"/>
                </a:lnTo>
                <a:lnTo>
                  <a:pt x="5172138" y="321398"/>
                </a:lnTo>
                <a:lnTo>
                  <a:pt x="5172138" y="615950"/>
                </a:lnTo>
                <a:lnTo>
                  <a:pt x="6632638" y="615950"/>
                </a:lnTo>
                <a:lnTo>
                  <a:pt x="6632638" y="601662"/>
                </a:lnTo>
                <a:lnTo>
                  <a:pt x="6632638" y="587375"/>
                </a:lnTo>
                <a:lnTo>
                  <a:pt x="6632638" y="28575"/>
                </a:lnTo>
                <a:lnTo>
                  <a:pt x="6632638" y="14287"/>
                </a:lnTo>
                <a:lnTo>
                  <a:pt x="6632638" y="0"/>
                </a:lnTo>
                <a:close/>
              </a:path>
              <a:path w="8425180" h="2781300">
                <a:moveTo>
                  <a:pt x="8424926" y="0"/>
                </a:moveTo>
                <a:lnTo>
                  <a:pt x="8410638" y="0"/>
                </a:lnTo>
                <a:lnTo>
                  <a:pt x="8410638" y="28575"/>
                </a:lnTo>
                <a:lnTo>
                  <a:pt x="8410638" y="587375"/>
                </a:lnTo>
                <a:lnTo>
                  <a:pt x="7007288" y="587375"/>
                </a:lnTo>
                <a:lnTo>
                  <a:pt x="7007288" y="28575"/>
                </a:lnTo>
                <a:lnTo>
                  <a:pt x="8410638" y="28575"/>
                </a:lnTo>
                <a:lnTo>
                  <a:pt x="8410638" y="0"/>
                </a:lnTo>
                <a:lnTo>
                  <a:pt x="6978713" y="0"/>
                </a:lnTo>
                <a:lnTo>
                  <a:pt x="6978713" y="306324"/>
                </a:lnTo>
                <a:lnTo>
                  <a:pt x="6962902" y="298323"/>
                </a:lnTo>
                <a:lnTo>
                  <a:pt x="6934390" y="283908"/>
                </a:lnTo>
                <a:lnTo>
                  <a:pt x="6934327" y="298196"/>
                </a:lnTo>
                <a:lnTo>
                  <a:pt x="6643814" y="296862"/>
                </a:lnTo>
                <a:lnTo>
                  <a:pt x="6643687" y="325437"/>
                </a:lnTo>
                <a:lnTo>
                  <a:pt x="6934187" y="326771"/>
                </a:lnTo>
                <a:lnTo>
                  <a:pt x="6934136" y="341045"/>
                </a:lnTo>
                <a:lnTo>
                  <a:pt x="6962749" y="326898"/>
                </a:lnTo>
                <a:lnTo>
                  <a:pt x="6978713" y="319024"/>
                </a:lnTo>
                <a:lnTo>
                  <a:pt x="6978713" y="615950"/>
                </a:lnTo>
                <a:lnTo>
                  <a:pt x="7731188" y="615950"/>
                </a:lnTo>
                <a:lnTo>
                  <a:pt x="7731188" y="1219200"/>
                </a:lnTo>
                <a:lnTo>
                  <a:pt x="7716901" y="1219200"/>
                </a:lnTo>
                <a:lnTo>
                  <a:pt x="7731188" y="1247775"/>
                </a:lnTo>
                <a:lnTo>
                  <a:pt x="7745476" y="1276350"/>
                </a:lnTo>
                <a:lnTo>
                  <a:pt x="7759763" y="1247775"/>
                </a:lnTo>
                <a:lnTo>
                  <a:pt x="7774051" y="1219200"/>
                </a:lnTo>
                <a:lnTo>
                  <a:pt x="7759763" y="1219200"/>
                </a:lnTo>
                <a:lnTo>
                  <a:pt x="7759763" y="615950"/>
                </a:lnTo>
                <a:lnTo>
                  <a:pt x="8424926" y="615950"/>
                </a:lnTo>
                <a:lnTo>
                  <a:pt x="8424926" y="601662"/>
                </a:lnTo>
                <a:lnTo>
                  <a:pt x="8424926" y="587375"/>
                </a:lnTo>
                <a:lnTo>
                  <a:pt x="8424926" y="28575"/>
                </a:lnTo>
                <a:lnTo>
                  <a:pt x="8424926" y="14287"/>
                </a:lnTo>
                <a:lnTo>
                  <a:pt x="8424926" y="0"/>
                </a:lnTo>
                <a:close/>
              </a:path>
            </a:pathLst>
          </a:custGeom>
          <a:solidFill>
            <a:srgbClr val="0000FF"/>
          </a:solidFill>
        </p:spPr>
        <p:txBody>
          <a:bodyPr wrap="square" lIns="0" tIns="0" rIns="0" bIns="0" rtlCol="0"/>
          <a:lstStyle/>
          <a:p>
            <a:endParaRPr/>
          </a:p>
        </p:txBody>
      </p:sp>
      <p:sp>
        <p:nvSpPr>
          <p:cNvPr id="24" name="object 24"/>
          <p:cNvSpPr txBox="1"/>
          <p:nvPr/>
        </p:nvSpPr>
        <p:spPr>
          <a:xfrm>
            <a:off x="7497762" y="511651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数字信号</a:t>
            </a:r>
            <a:endParaRPr sz="1800">
              <a:latin typeface="Noto Serif CJK JP"/>
              <a:cs typeface="Noto Serif CJK JP"/>
            </a:endParaRPr>
          </a:p>
        </p:txBody>
      </p:sp>
      <p:sp>
        <p:nvSpPr>
          <p:cNvPr id="25" name="object 25"/>
          <p:cNvSpPr/>
          <p:nvPr/>
        </p:nvSpPr>
        <p:spPr>
          <a:xfrm>
            <a:off x="2266950" y="5319712"/>
            <a:ext cx="1087755" cy="441325"/>
          </a:xfrm>
          <a:custGeom>
            <a:avLst/>
            <a:gdLst/>
            <a:ahLst/>
            <a:cxnLst/>
            <a:rect l="l" t="t" r="r" b="b"/>
            <a:pathLst>
              <a:path w="1087754" h="441325">
                <a:moveTo>
                  <a:pt x="1087437" y="441325"/>
                </a:moveTo>
                <a:lnTo>
                  <a:pt x="0" y="441325"/>
                </a:lnTo>
                <a:lnTo>
                  <a:pt x="0" y="0"/>
                </a:lnTo>
                <a:lnTo>
                  <a:pt x="1087437" y="0"/>
                </a:lnTo>
                <a:lnTo>
                  <a:pt x="1087437" y="14287"/>
                </a:lnTo>
                <a:lnTo>
                  <a:pt x="28575" y="14287"/>
                </a:lnTo>
                <a:lnTo>
                  <a:pt x="14287" y="28575"/>
                </a:lnTo>
                <a:lnTo>
                  <a:pt x="28575" y="28575"/>
                </a:lnTo>
                <a:lnTo>
                  <a:pt x="28575" y="412750"/>
                </a:lnTo>
                <a:lnTo>
                  <a:pt x="14287" y="412750"/>
                </a:lnTo>
                <a:lnTo>
                  <a:pt x="28575" y="427037"/>
                </a:lnTo>
                <a:lnTo>
                  <a:pt x="1087437" y="427037"/>
                </a:lnTo>
                <a:lnTo>
                  <a:pt x="1087437" y="441325"/>
                </a:lnTo>
                <a:close/>
              </a:path>
              <a:path w="1087754" h="441325">
                <a:moveTo>
                  <a:pt x="28575" y="28575"/>
                </a:moveTo>
                <a:lnTo>
                  <a:pt x="14287" y="28575"/>
                </a:lnTo>
                <a:lnTo>
                  <a:pt x="28575" y="14287"/>
                </a:lnTo>
                <a:lnTo>
                  <a:pt x="28575" y="28575"/>
                </a:lnTo>
                <a:close/>
              </a:path>
              <a:path w="1087754" h="441325">
                <a:moveTo>
                  <a:pt x="1058862" y="28575"/>
                </a:moveTo>
                <a:lnTo>
                  <a:pt x="28575" y="28575"/>
                </a:lnTo>
                <a:lnTo>
                  <a:pt x="28575" y="14287"/>
                </a:lnTo>
                <a:lnTo>
                  <a:pt x="1058862" y="14287"/>
                </a:lnTo>
                <a:lnTo>
                  <a:pt x="1058862" y="28575"/>
                </a:lnTo>
                <a:close/>
              </a:path>
              <a:path w="1087754" h="441325">
                <a:moveTo>
                  <a:pt x="1058862" y="427037"/>
                </a:moveTo>
                <a:lnTo>
                  <a:pt x="1058862" y="14287"/>
                </a:lnTo>
                <a:lnTo>
                  <a:pt x="1073150" y="28575"/>
                </a:lnTo>
                <a:lnTo>
                  <a:pt x="1087437" y="28575"/>
                </a:lnTo>
                <a:lnTo>
                  <a:pt x="1087437" y="412750"/>
                </a:lnTo>
                <a:lnTo>
                  <a:pt x="1073150" y="412750"/>
                </a:lnTo>
                <a:lnTo>
                  <a:pt x="1058862" y="427037"/>
                </a:lnTo>
                <a:close/>
              </a:path>
              <a:path w="1087754" h="441325">
                <a:moveTo>
                  <a:pt x="1087437" y="28575"/>
                </a:moveTo>
                <a:lnTo>
                  <a:pt x="1073150" y="28575"/>
                </a:lnTo>
                <a:lnTo>
                  <a:pt x="1058862" y="14287"/>
                </a:lnTo>
                <a:lnTo>
                  <a:pt x="1087437" y="14287"/>
                </a:lnTo>
                <a:lnTo>
                  <a:pt x="1087437" y="28575"/>
                </a:lnTo>
                <a:close/>
              </a:path>
              <a:path w="1087754" h="441325">
                <a:moveTo>
                  <a:pt x="28575" y="427037"/>
                </a:moveTo>
                <a:lnTo>
                  <a:pt x="14287" y="412750"/>
                </a:lnTo>
                <a:lnTo>
                  <a:pt x="28575" y="412750"/>
                </a:lnTo>
                <a:lnTo>
                  <a:pt x="28575" y="427037"/>
                </a:lnTo>
                <a:close/>
              </a:path>
              <a:path w="1087754" h="441325">
                <a:moveTo>
                  <a:pt x="1058862" y="427037"/>
                </a:moveTo>
                <a:lnTo>
                  <a:pt x="28575" y="427037"/>
                </a:lnTo>
                <a:lnTo>
                  <a:pt x="28575" y="412750"/>
                </a:lnTo>
                <a:lnTo>
                  <a:pt x="1058862" y="412750"/>
                </a:lnTo>
                <a:lnTo>
                  <a:pt x="1058862" y="427037"/>
                </a:lnTo>
                <a:close/>
              </a:path>
              <a:path w="1087754" h="441325">
                <a:moveTo>
                  <a:pt x="1087437" y="427037"/>
                </a:moveTo>
                <a:lnTo>
                  <a:pt x="1058862" y="427037"/>
                </a:lnTo>
                <a:lnTo>
                  <a:pt x="1073150" y="412750"/>
                </a:lnTo>
                <a:lnTo>
                  <a:pt x="1087437" y="412750"/>
                </a:lnTo>
                <a:lnTo>
                  <a:pt x="1087437" y="427037"/>
                </a:lnTo>
                <a:close/>
              </a:path>
            </a:pathLst>
          </a:custGeom>
          <a:solidFill>
            <a:srgbClr val="0000FF"/>
          </a:solidFill>
        </p:spPr>
        <p:txBody>
          <a:bodyPr wrap="square" lIns="0" tIns="0" rIns="0" bIns="0" rtlCol="0"/>
          <a:lstStyle/>
          <a:p>
            <a:endParaRPr/>
          </a:p>
        </p:txBody>
      </p:sp>
      <p:sp>
        <p:nvSpPr>
          <p:cNvPr id="26" name="object 26"/>
          <p:cNvSpPr txBox="1"/>
          <p:nvPr/>
        </p:nvSpPr>
        <p:spPr>
          <a:xfrm>
            <a:off x="2340292" y="5414009"/>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受控对象</a:t>
            </a:r>
            <a:endParaRPr sz="1800">
              <a:latin typeface="Noto Serif CJK JP"/>
              <a:cs typeface="Noto Serif CJK JP"/>
            </a:endParaRPr>
          </a:p>
        </p:txBody>
      </p:sp>
      <p:sp>
        <p:nvSpPr>
          <p:cNvPr id="27" name="object 27"/>
          <p:cNvSpPr txBox="1"/>
          <p:nvPr/>
        </p:nvSpPr>
        <p:spPr>
          <a:xfrm>
            <a:off x="3176587" y="4822190"/>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控制信号</a:t>
            </a:r>
            <a:endParaRPr sz="1800">
              <a:latin typeface="Noto Serif CJK JP"/>
              <a:cs typeface="Noto Serif CJK JP"/>
            </a:endParaRPr>
          </a:p>
        </p:txBody>
      </p:sp>
      <p:sp>
        <p:nvSpPr>
          <p:cNvPr id="28" name="object 28"/>
          <p:cNvSpPr txBox="1"/>
          <p:nvPr/>
        </p:nvSpPr>
        <p:spPr>
          <a:xfrm>
            <a:off x="5021262" y="482282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0000FF"/>
                </a:solidFill>
                <a:latin typeface="Noto Serif CJK JP"/>
                <a:cs typeface="Noto Serif CJK JP"/>
              </a:rPr>
              <a:t>模拟信号</a:t>
            </a:r>
            <a:endParaRPr sz="1800">
              <a:latin typeface="Noto Serif CJK JP"/>
              <a:cs typeface="Noto Serif CJK JP"/>
            </a:endParaRPr>
          </a:p>
        </p:txBody>
      </p:sp>
      <p:sp>
        <p:nvSpPr>
          <p:cNvPr id="29" name="object 29"/>
          <p:cNvSpPr/>
          <p:nvPr/>
        </p:nvSpPr>
        <p:spPr>
          <a:xfrm>
            <a:off x="5930900" y="5189537"/>
            <a:ext cx="1460500" cy="615950"/>
          </a:xfrm>
          <a:custGeom>
            <a:avLst/>
            <a:gdLst/>
            <a:ahLst/>
            <a:cxnLst/>
            <a:rect l="l" t="t" r="r" b="b"/>
            <a:pathLst>
              <a:path w="1460500" h="615950">
                <a:moveTo>
                  <a:pt x="1460500" y="615950"/>
                </a:moveTo>
                <a:lnTo>
                  <a:pt x="0" y="615950"/>
                </a:lnTo>
                <a:lnTo>
                  <a:pt x="0" y="0"/>
                </a:lnTo>
                <a:lnTo>
                  <a:pt x="1460500" y="0"/>
                </a:lnTo>
                <a:lnTo>
                  <a:pt x="1460500" y="14287"/>
                </a:lnTo>
                <a:lnTo>
                  <a:pt x="28575" y="14287"/>
                </a:lnTo>
                <a:lnTo>
                  <a:pt x="14287" y="28575"/>
                </a:lnTo>
                <a:lnTo>
                  <a:pt x="28575" y="28575"/>
                </a:lnTo>
                <a:lnTo>
                  <a:pt x="28575" y="587375"/>
                </a:lnTo>
                <a:lnTo>
                  <a:pt x="14287" y="587375"/>
                </a:lnTo>
                <a:lnTo>
                  <a:pt x="28575" y="601662"/>
                </a:lnTo>
                <a:lnTo>
                  <a:pt x="1460500" y="601662"/>
                </a:lnTo>
                <a:lnTo>
                  <a:pt x="1460500" y="615950"/>
                </a:lnTo>
                <a:close/>
              </a:path>
              <a:path w="1460500" h="615950">
                <a:moveTo>
                  <a:pt x="28575" y="28575"/>
                </a:moveTo>
                <a:lnTo>
                  <a:pt x="14287" y="28575"/>
                </a:lnTo>
                <a:lnTo>
                  <a:pt x="28575" y="14287"/>
                </a:lnTo>
                <a:lnTo>
                  <a:pt x="28575" y="28575"/>
                </a:lnTo>
                <a:close/>
              </a:path>
              <a:path w="1460500" h="615950">
                <a:moveTo>
                  <a:pt x="1431925" y="28575"/>
                </a:moveTo>
                <a:lnTo>
                  <a:pt x="28575" y="28575"/>
                </a:lnTo>
                <a:lnTo>
                  <a:pt x="28575" y="14287"/>
                </a:lnTo>
                <a:lnTo>
                  <a:pt x="1431925" y="14287"/>
                </a:lnTo>
                <a:lnTo>
                  <a:pt x="1431925" y="28575"/>
                </a:lnTo>
                <a:close/>
              </a:path>
              <a:path w="1460500" h="615950">
                <a:moveTo>
                  <a:pt x="1431925" y="601662"/>
                </a:moveTo>
                <a:lnTo>
                  <a:pt x="1431925" y="14287"/>
                </a:lnTo>
                <a:lnTo>
                  <a:pt x="1446212" y="28575"/>
                </a:lnTo>
                <a:lnTo>
                  <a:pt x="1460500" y="28575"/>
                </a:lnTo>
                <a:lnTo>
                  <a:pt x="1460500" y="587375"/>
                </a:lnTo>
                <a:lnTo>
                  <a:pt x="1446212" y="587375"/>
                </a:lnTo>
                <a:lnTo>
                  <a:pt x="1431925" y="601662"/>
                </a:lnTo>
                <a:close/>
              </a:path>
              <a:path w="1460500" h="615950">
                <a:moveTo>
                  <a:pt x="1460500" y="28575"/>
                </a:moveTo>
                <a:lnTo>
                  <a:pt x="1446212" y="28575"/>
                </a:lnTo>
                <a:lnTo>
                  <a:pt x="1431925" y="14287"/>
                </a:lnTo>
                <a:lnTo>
                  <a:pt x="1460500" y="14287"/>
                </a:lnTo>
                <a:lnTo>
                  <a:pt x="1460500" y="28575"/>
                </a:lnTo>
                <a:close/>
              </a:path>
              <a:path w="1460500" h="615950">
                <a:moveTo>
                  <a:pt x="28575" y="601662"/>
                </a:moveTo>
                <a:lnTo>
                  <a:pt x="14287" y="587375"/>
                </a:lnTo>
                <a:lnTo>
                  <a:pt x="28575" y="587375"/>
                </a:lnTo>
                <a:lnTo>
                  <a:pt x="28575" y="601662"/>
                </a:lnTo>
                <a:close/>
              </a:path>
              <a:path w="1460500" h="615950">
                <a:moveTo>
                  <a:pt x="1431925" y="601662"/>
                </a:moveTo>
                <a:lnTo>
                  <a:pt x="28575" y="601662"/>
                </a:lnTo>
                <a:lnTo>
                  <a:pt x="28575" y="587375"/>
                </a:lnTo>
                <a:lnTo>
                  <a:pt x="1431925" y="587375"/>
                </a:lnTo>
                <a:lnTo>
                  <a:pt x="1431925" y="601662"/>
                </a:lnTo>
                <a:close/>
              </a:path>
              <a:path w="1460500" h="615950">
                <a:moveTo>
                  <a:pt x="1460500" y="601662"/>
                </a:moveTo>
                <a:lnTo>
                  <a:pt x="1431925" y="601662"/>
                </a:lnTo>
                <a:lnTo>
                  <a:pt x="1446212" y="587375"/>
                </a:lnTo>
                <a:lnTo>
                  <a:pt x="1460500" y="587375"/>
                </a:lnTo>
                <a:lnTo>
                  <a:pt x="1460500" y="601662"/>
                </a:lnTo>
                <a:close/>
              </a:path>
            </a:pathLst>
          </a:custGeom>
          <a:solidFill>
            <a:srgbClr val="0000FF"/>
          </a:solidFill>
        </p:spPr>
        <p:txBody>
          <a:bodyPr wrap="square" lIns="0" tIns="0" rIns="0" bIns="0" rtlCol="0"/>
          <a:lstStyle/>
          <a:p>
            <a:endParaRPr/>
          </a:p>
        </p:txBody>
      </p:sp>
      <p:sp>
        <p:nvSpPr>
          <p:cNvPr id="30" name="object 30"/>
          <p:cNvSpPr txBox="1"/>
          <p:nvPr/>
        </p:nvSpPr>
        <p:spPr>
          <a:xfrm>
            <a:off x="6108382" y="5370195"/>
            <a:ext cx="11049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0000FF"/>
                </a:solidFill>
                <a:latin typeface="Times New Roman" panose="02020603050405020304"/>
                <a:cs typeface="Times New Roman" panose="02020603050405020304"/>
              </a:rPr>
              <a:t>D/A</a:t>
            </a:r>
            <a:r>
              <a:rPr sz="1800" spc="-35" dirty="0">
                <a:solidFill>
                  <a:srgbClr val="0000FF"/>
                </a:solidFill>
                <a:latin typeface="Noto Serif CJK JP"/>
                <a:cs typeface="Noto Serif CJK JP"/>
              </a:rPr>
              <a:t>转换器</a:t>
            </a:r>
            <a:endParaRPr sz="1800">
              <a:latin typeface="Noto Serif CJK JP"/>
              <a:cs typeface="Noto Serif CJK JP"/>
            </a:endParaRPr>
          </a:p>
        </p:txBody>
      </p:sp>
      <p:sp>
        <p:nvSpPr>
          <p:cNvPr id="31" name="object 31"/>
          <p:cNvSpPr/>
          <p:nvPr/>
        </p:nvSpPr>
        <p:spPr>
          <a:xfrm>
            <a:off x="4030662" y="5187950"/>
            <a:ext cx="1581150" cy="614680"/>
          </a:xfrm>
          <a:custGeom>
            <a:avLst/>
            <a:gdLst/>
            <a:ahLst/>
            <a:cxnLst/>
            <a:rect l="l" t="t" r="r" b="b"/>
            <a:pathLst>
              <a:path w="1581150" h="614679">
                <a:moveTo>
                  <a:pt x="1581150" y="614362"/>
                </a:moveTo>
                <a:lnTo>
                  <a:pt x="0" y="614362"/>
                </a:lnTo>
                <a:lnTo>
                  <a:pt x="0" y="0"/>
                </a:lnTo>
                <a:lnTo>
                  <a:pt x="1581150" y="0"/>
                </a:lnTo>
                <a:lnTo>
                  <a:pt x="1581150" y="14287"/>
                </a:lnTo>
                <a:lnTo>
                  <a:pt x="28575" y="14287"/>
                </a:lnTo>
                <a:lnTo>
                  <a:pt x="14287" y="28575"/>
                </a:lnTo>
                <a:lnTo>
                  <a:pt x="28575" y="28575"/>
                </a:lnTo>
                <a:lnTo>
                  <a:pt x="28575" y="585787"/>
                </a:lnTo>
                <a:lnTo>
                  <a:pt x="14287" y="585787"/>
                </a:lnTo>
                <a:lnTo>
                  <a:pt x="28575" y="600075"/>
                </a:lnTo>
                <a:lnTo>
                  <a:pt x="1581150" y="600075"/>
                </a:lnTo>
                <a:lnTo>
                  <a:pt x="1581150" y="614362"/>
                </a:lnTo>
                <a:close/>
              </a:path>
              <a:path w="1581150" h="614679">
                <a:moveTo>
                  <a:pt x="28575" y="28575"/>
                </a:moveTo>
                <a:lnTo>
                  <a:pt x="14287" y="28575"/>
                </a:lnTo>
                <a:lnTo>
                  <a:pt x="28575" y="14287"/>
                </a:lnTo>
                <a:lnTo>
                  <a:pt x="28575" y="28575"/>
                </a:lnTo>
                <a:close/>
              </a:path>
              <a:path w="1581150" h="614679">
                <a:moveTo>
                  <a:pt x="1552575" y="28575"/>
                </a:moveTo>
                <a:lnTo>
                  <a:pt x="28575" y="28575"/>
                </a:lnTo>
                <a:lnTo>
                  <a:pt x="28575" y="14287"/>
                </a:lnTo>
                <a:lnTo>
                  <a:pt x="1552575" y="14287"/>
                </a:lnTo>
                <a:lnTo>
                  <a:pt x="1552575" y="28575"/>
                </a:lnTo>
                <a:close/>
              </a:path>
              <a:path w="1581150" h="614679">
                <a:moveTo>
                  <a:pt x="1552575" y="600075"/>
                </a:moveTo>
                <a:lnTo>
                  <a:pt x="1552575" y="14287"/>
                </a:lnTo>
                <a:lnTo>
                  <a:pt x="1566862" y="28575"/>
                </a:lnTo>
                <a:lnTo>
                  <a:pt x="1581150" y="28575"/>
                </a:lnTo>
                <a:lnTo>
                  <a:pt x="1581150" y="585787"/>
                </a:lnTo>
                <a:lnTo>
                  <a:pt x="1566862" y="585787"/>
                </a:lnTo>
                <a:lnTo>
                  <a:pt x="1552575" y="600075"/>
                </a:lnTo>
                <a:close/>
              </a:path>
              <a:path w="1581150" h="614679">
                <a:moveTo>
                  <a:pt x="1581150" y="28575"/>
                </a:moveTo>
                <a:lnTo>
                  <a:pt x="1566862" y="28575"/>
                </a:lnTo>
                <a:lnTo>
                  <a:pt x="1552575" y="14287"/>
                </a:lnTo>
                <a:lnTo>
                  <a:pt x="1581150" y="14287"/>
                </a:lnTo>
                <a:lnTo>
                  <a:pt x="1581150" y="28575"/>
                </a:lnTo>
                <a:close/>
              </a:path>
              <a:path w="1581150" h="614679">
                <a:moveTo>
                  <a:pt x="28575" y="600075"/>
                </a:moveTo>
                <a:lnTo>
                  <a:pt x="14287" y="585787"/>
                </a:lnTo>
                <a:lnTo>
                  <a:pt x="28575" y="585787"/>
                </a:lnTo>
                <a:lnTo>
                  <a:pt x="28575" y="600075"/>
                </a:lnTo>
                <a:close/>
              </a:path>
              <a:path w="1581150" h="614679">
                <a:moveTo>
                  <a:pt x="1552575" y="600075"/>
                </a:moveTo>
                <a:lnTo>
                  <a:pt x="28575" y="600075"/>
                </a:lnTo>
                <a:lnTo>
                  <a:pt x="28575" y="585787"/>
                </a:lnTo>
                <a:lnTo>
                  <a:pt x="1552575" y="585787"/>
                </a:lnTo>
                <a:lnTo>
                  <a:pt x="1552575" y="600075"/>
                </a:lnTo>
                <a:close/>
              </a:path>
              <a:path w="1581150" h="614679">
                <a:moveTo>
                  <a:pt x="1581150" y="600075"/>
                </a:moveTo>
                <a:lnTo>
                  <a:pt x="1552575" y="600075"/>
                </a:lnTo>
                <a:lnTo>
                  <a:pt x="1566862" y="585787"/>
                </a:lnTo>
                <a:lnTo>
                  <a:pt x="1581150" y="585787"/>
                </a:lnTo>
                <a:lnTo>
                  <a:pt x="1581150" y="600075"/>
                </a:lnTo>
                <a:close/>
              </a:path>
            </a:pathLst>
          </a:custGeom>
          <a:solidFill>
            <a:srgbClr val="0000FF"/>
          </a:solidFill>
        </p:spPr>
        <p:txBody>
          <a:bodyPr wrap="square" lIns="0" tIns="0" rIns="0" bIns="0" rtlCol="0"/>
          <a:lstStyle/>
          <a:p>
            <a:endParaRPr/>
          </a:p>
        </p:txBody>
      </p:sp>
      <p:sp>
        <p:nvSpPr>
          <p:cNvPr id="32" name="object 32"/>
          <p:cNvSpPr txBox="1"/>
          <p:nvPr/>
        </p:nvSpPr>
        <p:spPr>
          <a:xfrm>
            <a:off x="4122420" y="5368607"/>
            <a:ext cx="13970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Noto Serif CJK JP"/>
                <a:cs typeface="Noto Serif CJK JP"/>
              </a:rPr>
              <a:t>放大驱动电路</a:t>
            </a:r>
            <a:endParaRPr sz="1800">
              <a:latin typeface="Noto Serif CJK JP"/>
              <a:cs typeface="Noto Serif CJK JP"/>
            </a:endParaRPr>
          </a:p>
        </p:txBody>
      </p:sp>
      <p:sp>
        <p:nvSpPr>
          <p:cNvPr id="33" name="object 33"/>
          <p:cNvSpPr/>
          <p:nvPr/>
        </p:nvSpPr>
        <p:spPr>
          <a:xfrm>
            <a:off x="3376612" y="2613862"/>
            <a:ext cx="5746115" cy="2918460"/>
          </a:xfrm>
          <a:custGeom>
            <a:avLst/>
            <a:gdLst/>
            <a:ahLst/>
            <a:cxnLst/>
            <a:rect l="l" t="t" r="r" b="b"/>
            <a:pathLst>
              <a:path w="5746115" h="2918460">
                <a:moveTo>
                  <a:pt x="681075" y="2899524"/>
                </a:moveTo>
                <a:lnTo>
                  <a:pt x="680999" y="2870949"/>
                </a:lnTo>
                <a:lnTo>
                  <a:pt x="57111" y="2872409"/>
                </a:lnTo>
                <a:lnTo>
                  <a:pt x="57086" y="2858109"/>
                </a:lnTo>
                <a:lnTo>
                  <a:pt x="28536" y="2872473"/>
                </a:lnTo>
                <a:lnTo>
                  <a:pt x="0" y="2886824"/>
                </a:lnTo>
                <a:lnTo>
                  <a:pt x="28600" y="2901048"/>
                </a:lnTo>
                <a:lnTo>
                  <a:pt x="57213" y="2915259"/>
                </a:lnTo>
                <a:lnTo>
                  <a:pt x="57175" y="2900984"/>
                </a:lnTo>
                <a:lnTo>
                  <a:pt x="681075" y="2899524"/>
                </a:lnTo>
                <a:close/>
              </a:path>
              <a:path w="5746115" h="2918460">
                <a:moveTo>
                  <a:pt x="2571813" y="2877299"/>
                </a:moveTo>
                <a:lnTo>
                  <a:pt x="2571686" y="2848724"/>
                </a:lnTo>
                <a:lnTo>
                  <a:pt x="2281174" y="2850057"/>
                </a:lnTo>
                <a:lnTo>
                  <a:pt x="2281110" y="2835757"/>
                </a:lnTo>
                <a:lnTo>
                  <a:pt x="2252599" y="2850184"/>
                </a:lnTo>
                <a:lnTo>
                  <a:pt x="2224087" y="2864599"/>
                </a:lnTo>
                <a:lnTo>
                  <a:pt x="2252713" y="2878759"/>
                </a:lnTo>
                <a:lnTo>
                  <a:pt x="2281364" y="2892907"/>
                </a:lnTo>
                <a:lnTo>
                  <a:pt x="2281301" y="2878632"/>
                </a:lnTo>
                <a:lnTo>
                  <a:pt x="2571813" y="2877299"/>
                </a:lnTo>
                <a:close/>
              </a:path>
              <a:path w="5746115" h="2918460">
                <a:moveTo>
                  <a:pt x="5127955" y="1999411"/>
                </a:moveTo>
                <a:lnTo>
                  <a:pt x="5099380" y="1999411"/>
                </a:lnTo>
                <a:lnTo>
                  <a:pt x="5099380" y="2875559"/>
                </a:lnTo>
                <a:lnTo>
                  <a:pt x="4075112" y="2875559"/>
                </a:lnTo>
                <a:lnTo>
                  <a:pt x="4075112" y="2861272"/>
                </a:lnTo>
                <a:lnTo>
                  <a:pt x="4046537" y="2875559"/>
                </a:lnTo>
                <a:lnTo>
                  <a:pt x="4017962" y="2889847"/>
                </a:lnTo>
                <a:lnTo>
                  <a:pt x="4046537" y="2904134"/>
                </a:lnTo>
                <a:lnTo>
                  <a:pt x="4075112" y="2918422"/>
                </a:lnTo>
                <a:lnTo>
                  <a:pt x="4075112" y="2904134"/>
                </a:lnTo>
                <a:lnTo>
                  <a:pt x="5113667" y="2904134"/>
                </a:lnTo>
                <a:lnTo>
                  <a:pt x="5116449" y="2903855"/>
                </a:lnTo>
                <a:lnTo>
                  <a:pt x="5127955" y="2889847"/>
                </a:lnTo>
                <a:lnTo>
                  <a:pt x="5127955" y="2875559"/>
                </a:lnTo>
                <a:lnTo>
                  <a:pt x="5127955" y="1999411"/>
                </a:lnTo>
                <a:close/>
              </a:path>
              <a:path w="5746115" h="2918460">
                <a:moveTo>
                  <a:pt x="5745658" y="215900"/>
                </a:moveTo>
                <a:lnTo>
                  <a:pt x="5745365" y="203200"/>
                </a:lnTo>
                <a:lnTo>
                  <a:pt x="5744997" y="203200"/>
                </a:lnTo>
                <a:lnTo>
                  <a:pt x="5744489" y="190500"/>
                </a:lnTo>
                <a:lnTo>
                  <a:pt x="5743054" y="190500"/>
                </a:lnTo>
                <a:lnTo>
                  <a:pt x="5742127" y="177800"/>
                </a:lnTo>
                <a:lnTo>
                  <a:pt x="5741073" y="177800"/>
                </a:lnTo>
                <a:lnTo>
                  <a:pt x="5738507" y="165100"/>
                </a:lnTo>
                <a:lnTo>
                  <a:pt x="5735523" y="152400"/>
                </a:lnTo>
                <a:lnTo>
                  <a:pt x="5731967" y="139700"/>
                </a:lnTo>
                <a:lnTo>
                  <a:pt x="5727916" y="127000"/>
                </a:lnTo>
                <a:lnTo>
                  <a:pt x="5723394" y="127000"/>
                </a:lnTo>
                <a:lnTo>
                  <a:pt x="5718403" y="114300"/>
                </a:lnTo>
                <a:lnTo>
                  <a:pt x="5712968" y="101600"/>
                </a:lnTo>
                <a:lnTo>
                  <a:pt x="5710771" y="96862"/>
                </a:lnTo>
                <a:lnTo>
                  <a:pt x="5710771" y="116497"/>
                </a:lnTo>
                <a:lnTo>
                  <a:pt x="5703189" y="102539"/>
                </a:lnTo>
                <a:lnTo>
                  <a:pt x="5702401" y="101600"/>
                </a:lnTo>
                <a:lnTo>
                  <a:pt x="5704700" y="101600"/>
                </a:lnTo>
                <a:lnTo>
                  <a:pt x="5710034" y="114300"/>
                </a:lnTo>
                <a:lnTo>
                  <a:pt x="5710771" y="116497"/>
                </a:lnTo>
                <a:lnTo>
                  <a:pt x="5710771" y="96862"/>
                </a:lnTo>
                <a:lnTo>
                  <a:pt x="5707088" y="88900"/>
                </a:lnTo>
                <a:lnTo>
                  <a:pt x="5700649" y="88900"/>
                </a:lnTo>
                <a:lnTo>
                  <a:pt x="5694565" y="77165"/>
                </a:lnTo>
                <a:lnTo>
                  <a:pt x="5694565" y="92113"/>
                </a:lnTo>
                <a:lnTo>
                  <a:pt x="5681434" y="76200"/>
                </a:lnTo>
                <a:lnTo>
                  <a:pt x="5686577" y="76200"/>
                </a:lnTo>
                <a:lnTo>
                  <a:pt x="5693156" y="88900"/>
                </a:lnTo>
                <a:lnTo>
                  <a:pt x="5693016" y="88900"/>
                </a:lnTo>
                <a:lnTo>
                  <a:pt x="5694565" y="92113"/>
                </a:lnTo>
                <a:lnTo>
                  <a:pt x="5694565" y="77165"/>
                </a:lnTo>
                <a:lnTo>
                  <a:pt x="5694070" y="76200"/>
                </a:lnTo>
                <a:lnTo>
                  <a:pt x="5686971" y="63500"/>
                </a:lnTo>
                <a:lnTo>
                  <a:pt x="5679478" y="63500"/>
                </a:lnTo>
                <a:lnTo>
                  <a:pt x="5676404" y="58534"/>
                </a:lnTo>
                <a:lnTo>
                  <a:pt x="5676404" y="70116"/>
                </a:lnTo>
                <a:lnTo>
                  <a:pt x="5676036" y="69659"/>
                </a:lnTo>
                <a:lnTo>
                  <a:pt x="5668569" y="63500"/>
                </a:lnTo>
                <a:lnTo>
                  <a:pt x="5672594" y="63500"/>
                </a:lnTo>
                <a:lnTo>
                  <a:pt x="5676404" y="70116"/>
                </a:lnTo>
                <a:lnTo>
                  <a:pt x="5676404" y="58534"/>
                </a:lnTo>
                <a:lnTo>
                  <a:pt x="5671629" y="50800"/>
                </a:lnTo>
                <a:lnTo>
                  <a:pt x="5663425" y="50800"/>
                </a:lnTo>
                <a:lnTo>
                  <a:pt x="5661558" y="48031"/>
                </a:lnTo>
                <a:lnTo>
                  <a:pt x="5661558" y="57721"/>
                </a:lnTo>
                <a:lnTo>
                  <a:pt x="5653176" y="50800"/>
                </a:lnTo>
                <a:lnTo>
                  <a:pt x="5657189" y="50800"/>
                </a:lnTo>
                <a:lnTo>
                  <a:pt x="5661558" y="57721"/>
                </a:lnTo>
                <a:lnTo>
                  <a:pt x="5661558" y="48031"/>
                </a:lnTo>
                <a:lnTo>
                  <a:pt x="5654891" y="38100"/>
                </a:lnTo>
                <a:lnTo>
                  <a:pt x="5646026" y="38100"/>
                </a:lnTo>
                <a:lnTo>
                  <a:pt x="5643994" y="35356"/>
                </a:lnTo>
                <a:lnTo>
                  <a:pt x="5643994" y="43230"/>
                </a:lnTo>
                <a:lnTo>
                  <a:pt x="5643169" y="42532"/>
                </a:lnTo>
                <a:lnTo>
                  <a:pt x="5635015" y="38100"/>
                </a:lnTo>
                <a:lnTo>
                  <a:pt x="5640502" y="38100"/>
                </a:lnTo>
                <a:lnTo>
                  <a:pt x="5643994" y="43230"/>
                </a:lnTo>
                <a:lnTo>
                  <a:pt x="5643994" y="35356"/>
                </a:lnTo>
                <a:lnTo>
                  <a:pt x="5636653" y="25400"/>
                </a:lnTo>
                <a:lnTo>
                  <a:pt x="5629846" y="25400"/>
                </a:lnTo>
                <a:lnTo>
                  <a:pt x="5629846" y="35293"/>
                </a:lnTo>
                <a:lnTo>
                  <a:pt x="5611660" y="25400"/>
                </a:lnTo>
                <a:lnTo>
                  <a:pt x="5622633" y="25400"/>
                </a:lnTo>
                <a:lnTo>
                  <a:pt x="5629846" y="35293"/>
                </a:lnTo>
                <a:lnTo>
                  <a:pt x="5629846" y="25400"/>
                </a:lnTo>
                <a:lnTo>
                  <a:pt x="5627382" y="25400"/>
                </a:lnTo>
                <a:lnTo>
                  <a:pt x="5617629" y="12700"/>
                </a:lnTo>
                <a:lnTo>
                  <a:pt x="5599836" y="12700"/>
                </a:lnTo>
                <a:lnTo>
                  <a:pt x="5599836" y="20281"/>
                </a:lnTo>
                <a:lnTo>
                  <a:pt x="5575592" y="12700"/>
                </a:lnTo>
                <a:lnTo>
                  <a:pt x="5593842" y="12700"/>
                </a:lnTo>
                <a:lnTo>
                  <a:pt x="5599836" y="20281"/>
                </a:lnTo>
                <a:lnTo>
                  <a:pt x="5599836" y="12700"/>
                </a:lnTo>
                <a:lnTo>
                  <a:pt x="5597334" y="12700"/>
                </a:lnTo>
                <a:lnTo>
                  <a:pt x="5586831" y="0"/>
                </a:lnTo>
                <a:lnTo>
                  <a:pt x="5552402" y="0"/>
                </a:lnTo>
                <a:lnTo>
                  <a:pt x="5555932" y="8204"/>
                </a:lnTo>
                <a:lnTo>
                  <a:pt x="5518975" y="4368"/>
                </a:lnTo>
                <a:lnTo>
                  <a:pt x="2510599" y="4368"/>
                </a:lnTo>
                <a:lnTo>
                  <a:pt x="2474645" y="8128"/>
                </a:lnTo>
                <a:lnTo>
                  <a:pt x="2478163" y="0"/>
                </a:lnTo>
                <a:lnTo>
                  <a:pt x="2454364" y="0"/>
                </a:lnTo>
                <a:lnTo>
                  <a:pt x="2454364" y="12700"/>
                </a:lnTo>
                <a:lnTo>
                  <a:pt x="2430856" y="20091"/>
                </a:lnTo>
                <a:lnTo>
                  <a:pt x="2436711" y="12700"/>
                </a:lnTo>
                <a:lnTo>
                  <a:pt x="2454364" y="12700"/>
                </a:lnTo>
                <a:lnTo>
                  <a:pt x="2454364" y="0"/>
                </a:lnTo>
                <a:lnTo>
                  <a:pt x="2443950" y="0"/>
                </a:lnTo>
                <a:lnTo>
                  <a:pt x="2433434" y="12700"/>
                </a:lnTo>
                <a:lnTo>
                  <a:pt x="2418511" y="12700"/>
                </a:lnTo>
                <a:lnTo>
                  <a:pt x="2418511" y="25400"/>
                </a:lnTo>
                <a:lnTo>
                  <a:pt x="2400884" y="35039"/>
                </a:lnTo>
                <a:lnTo>
                  <a:pt x="2407932" y="25400"/>
                </a:lnTo>
                <a:lnTo>
                  <a:pt x="2418511" y="25400"/>
                </a:lnTo>
                <a:lnTo>
                  <a:pt x="2418511" y="12700"/>
                </a:lnTo>
                <a:lnTo>
                  <a:pt x="2413139" y="12700"/>
                </a:lnTo>
                <a:lnTo>
                  <a:pt x="2403386" y="25400"/>
                </a:lnTo>
                <a:lnTo>
                  <a:pt x="2395270" y="25400"/>
                </a:lnTo>
                <a:lnTo>
                  <a:pt x="2395270" y="38100"/>
                </a:lnTo>
                <a:lnTo>
                  <a:pt x="2387168" y="42532"/>
                </a:lnTo>
                <a:lnTo>
                  <a:pt x="2386825" y="42811"/>
                </a:lnTo>
                <a:lnTo>
                  <a:pt x="2390051" y="38100"/>
                </a:lnTo>
                <a:lnTo>
                  <a:pt x="2395270" y="38100"/>
                </a:lnTo>
                <a:lnTo>
                  <a:pt x="2395270" y="25400"/>
                </a:lnTo>
                <a:lnTo>
                  <a:pt x="2393899" y="25400"/>
                </a:lnTo>
                <a:lnTo>
                  <a:pt x="2384729" y="38100"/>
                </a:lnTo>
                <a:lnTo>
                  <a:pt x="2377186" y="38100"/>
                </a:lnTo>
                <a:lnTo>
                  <a:pt x="2377186" y="50800"/>
                </a:lnTo>
                <a:lnTo>
                  <a:pt x="2369134" y="57480"/>
                </a:lnTo>
                <a:lnTo>
                  <a:pt x="2373363" y="50800"/>
                </a:lnTo>
                <a:lnTo>
                  <a:pt x="2377186" y="50800"/>
                </a:lnTo>
                <a:lnTo>
                  <a:pt x="2377186" y="38100"/>
                </a:lnTo>
                <a:lnTo>
                  <a:pt x="2375852" y="38100"/>
                </a:lnTo>
                <a:lnTo>
                  <a:pt x="2367305" y="50800"/>
                </a:lnTo>
                <a:lnTo>
                  <a:pt x="2361869" y="50800"/>
                </a:lnTo>
                <a:lnTo>
                  <a:pt x="2361869" y="63500"/>
                </a:lnTo>
                <a:lnTo>
                  <a:pt x="2354453" y="69659"/>
                </a:lnTo>
                <a:lnTo>
                  <a:pt x="2354326" y="69811"/>
                </a:lnTo>
                <a:lnTo>
                  <a:pt x="2357971" y="63500"/>
                </a:lnTo>
                <a:lnTo>
                  <a:pt x="2361869" y="63500"/>
                </a:lnTo>
                <a:lnTo>
                  <a:pt x="2361869" y="50800"/>
                </a:lnTo>
                <a:lnTo>
                  <a:pt x="2359101" y="50800"/>
                </a:lnTo>
                <a:lnTo>
                  <a:pt x="2351074" y="63500"/>
                </a:lnTo>
                <a:lnTo>
                  <a:pt x="2349068" y="63500"/>
                </a:lnTo>
                <a:lnTo>
                  <a:pt x="2349068" y="76200"/>
                </a:lnTo>
                <a:lnTo>
                  <a:pt x="2335923" y="92214"/>
                </a:lnTo>
                <a:lnTo>
                  <a:pt x="2337536" y="88900"/>
                </a:lnTo>
                <a:lnTo>
                  <a:pt x="2337397" y="88900"/>
                </a:lnTo>
                <a:lnTo>
                  <a:pt x="2343975" y="76200"/>
                </a:lnTo>
                <a:lnTo>
                  <a:pt x="2349068" y="76200"/>
                </a:lnTo>
                <a:lnTo>
                  <a:pt x="2349068" y="63500"/>
                </a:lnTo>
                <a:lnTo>
                  <a:pt x="2343747" y="63500"/>
                </a:lnTo>
                <a:lnTo>
                  <a:pt x="2336635" y="76200"/>
                </a:lnTo>
                <a:lnTo>
                  <a:pt x="2329916" y="88900"/>
                </a:lnTo>
                <a:lnTo>
                  <a:pt x="2328202" y="88900"/>
                </a:lnTo>
                <a:lnTo>
                  <a:pt x="2328202" y="101600"/>
                </a:lnTo>
                <a:lnTo>
                  <a:pt x="2327440" y="102539"/>
                </a:lnTo>
                <a:lnTo>
                  <a:pt x="2319515" y="117208"/>
                </a:lnTo>
                <a:lnTo>
                  <a:pt x="2320633" y="114300"/>
                </a:lnTo>
                <a:lnTo>
                  <a:pt x="2325852" y="101600"/>
                </a:lnTo>
                <a:lnTo>
                  <a:pt x="2328202" y="101600"/>
                </a:lnTo>
                <a:lnTo>
                  <a:pt x="2328202" y="88900"/>
                </a:lnTo>
                <a:lnTo>
                  <a:pt x="2323604" y="88900"/>
                </a:lnTo>
                <a:lnTo>
                  <a:pt x="2317712" y="101600"/>
                </a:lnTo>
                <a:lnTo>
                  <a:pt x="2312263" y="114300"/>
                </a:lnTo>
                <a:lnTo>
                  <a:pt x="2307259" y="127000"/>
                </a:lnTo>
                <a:lnTo>
                  <a:pt x="2302726" y="127000"/>
                </a:lnTo>
                <a:lnTo>
                  <a:pt x="2298585" y="139700"/>
                </a:lnTo>
                <a:lnTo>
                  <a:pt x="2295106" y="152400"/>
                </a:lnTo>
                <a:lnTo>
                  <a:pt x="2292058" y="165100"/>
                </a:lnTo>
                <a:lnTo>
                  <a:pt x="2289530" y="177800"/>
                </a:lnTo>
                <a:lnTo>
                  <a:pt x="2288451" y="177800"/>
                </a:lnTo>
                <a:lnTo>
                  <a:pt x="2287524" y="190500"/>
                </a:lnTo>
                <a:lnTo>
                  <a:pt x="2286076" y="190500"/>
                </a:lnTo>
                <a:lnTo>
                  <a:pt x="2285568" y="203200"/>
                </a:lnTo>
                <a:lnTo>
                  <a:pt x="2285200" y="203200"/>
                </a:lnTo>
                <a:lnTo>
                  <a:pt x="2284971" y="215900"/>
                </a:lnTo>
                <a:lnTo>
                  <a:pt x="2284971" y="1117612"/>
                </a:lnTo>
                <a:lnTo>
                  <a:pt x="2285555" y="1117612"/>
                </a:lnTo>
                <a:lnTo>
                  <a:pt x="2286063" y="1130312"/>
                </a:lnTo>
                <a:lnTo>
                  <a:pt x="2286711" y="1130312"/>
                </a:lnTo>
                <a:lnTo>
                  <a:pt x="2287498" y="1143012"/>
                </a:lnTo>
                <a:lnTo>
                  <a:pt x="2288425" y="1143012"/>
                </a:lnTo>
                <a:lnTo>
                  <a:pt x="2289492" y="1155712"/>
                </a:lnTo>
                <a:lnTo>
                  <a:pt x="2291994" y="1155712"/>
                </a:lnTo>
                <a:lnTo>
                  <a:pt x="2295106" y="1168412"/>
                </a:lnTo>
                <a:lnTo>
                  <a:pt x="2298585" y="1181112"/>
                </a:lnTo>
                <a:lnTo>
                  <a:pt x="2302637" y="1193812"/>
                </a:lnTo>
                <a:lnTo>
                  <a:pt x="2307158" y="1206512"/>
                </a:lnTo>
                <a:lnTo>
                  <a:pt x="2312149" y="1219212"/>
                </a:lnTo>
                <a:lnTo>
                  <a:pt x="2317712" y="1219212"/>
                </a:lnTo>
                <a:lnTo>
                  <a:pt x="2323477" y="1231912"/>
                </a:lnTo>
                <a:lnTo>
                  <a:pt x="2329777" y="1244612"/>
                </a:lnTo>
                <a:lnTo>
                  <a:pt x="2334691" y="1244612"/>
                </a:lnTo>
                <a:lnTo>
                  <a:pt x="2340241" y="1251343"/>
                </a:lnTo>
                <a:lnTo>
                  <a:pt x="2343594" y="1257312"/>
                </a:lnTo>
                <a:lnTo>
                  <a:pt x="2351074" y="1270012"/>
                </a:lnTo>
                <a:lnTo>
                  <a:pt x="2356231" y="1270012"/>
                </a:lnTo>
                <a:lnTo>
                  <a:pt x="2361984" y="1274775"/>
                </a:lnTo>
                <a:lnTo>
                  <a:pt x="2367127" y="1282712"/>
                </a:lnTo>
                <a:lnTo>
                  <a:pt x="2371610" y="1282712"/>
                </a:lnTo>
                <a:lnTo>
                  <a:pt x="2381186" y="1290624"/>
                </a:lnTo>
                <a:lnTo>
                  <a:pt x="2384539" y="1295412"/>
                </a:lnTo>
                <a:lnTo>
                  <a:pt x="2386990" y="1295412"/>
                </a:lnTo>
                <a:lnTo>
                  <a:pt x="2387168" y="1295552"/>
                </a:lnTo>
                <a:lnTo>
                  <a:pt x="2398331" y="1301623"/>
                </a:lnTo>
                <a:lnTo>
                  <a:pt x="2403183" y="1308112"/>
                </a:lnTo>
                <a:lnTo>
                  <a:pt x="2410282" y="1308112"/>
                </a:lnTo>
                <a:lnTo>
                  <a:pt x="2424696" y="1315935"/>
                </a:lnTo>
                <a:lnTo>
                  <a:pt x="2431034" y="1317917"/>
                </a:lnTo>
                <a:lnTo>
                  <a:pt x="2433434" y="1320812"/>
                </a:lnTo>
                <a:lnTo>
                  <a:pt x="2440368" y="1320812"/>
                </a:lnTo>
                <a:lnTo>
                  <a:pt x="2466136" y="1328826"/>
                </a:lnTo>
                <a:lnTo>
                  <a:pt x="2469070" y="1329131"/>
                </a:lnTo>
                <a:lnTo>
                  <a:pt x="2471013" y="1333512"/>
                </a:lnTo>
                <a:lnTo>
                  <a:pt x="5564975" y="1333512"/>
                </a:lnTo>
                <a:lnTo>
                  <a:pt x="5570880" y="1326629"/>
                </a:lnTo>
                <a:lnTo>
                  <a:pt x="5589663" y="1320812"/>
                </a:lnTo>
                <a:lnTo>
                  <a:pt x="5597118" y="1320812"/>
                </a:lnTo>
                <a:lnTo>
                  <a:pt x="5599595" y="1317752"/>
                </a:lnTo>
                <a:lnTo>
                  <a:pt x="5605450" y="1315935"/>
                </a:lnTo>
                <a:lnTo>
                  <a:pt x="5619915" y="1308112"/>
                </a:lnTo>
                <a:lnTo>
                  <a:pt x="5627179" y="1308112"/>
                </a:lnTo>
                <a:lnTo>
                  <a:pt x="5632069" y="1301546"/>
                </a:lnTo>
                <a:lnTo>
                  <a:pt x="5643169" y="1295552"/>
                </a:lnTo>
                <a:lnTo>
                  <a:pt x="5643334" y="1295412"/>
                </a:lnTo>
                <a:lnTo>
                  <a:pt x="5645836" y="1295412"/>
                </a:lnTo>
                <a:lnTo>
                  <a:pt x="5649188" y="1290599"/>
                </a:lnTo>
                <a:lnTo>
                  <a:pt x="5658790" y="1282712"/>
                </a:lnTo>
                <a:lnTo>
                  <a:pt x="5663247" y="1282712"/>
                </a:lnTo>
                <a:lnTo>
                  <a:pt x="5668302" y="1274902"/>
                </a:lnTo>
                <a:lnTo>
                  <a:pt x="5674233" y="1270012"/>
                </a:lnTo>
                <a:lnTo>
                  <a:pt x="5679325" y="1270012"/>
                </a:lnTo>
                <a:lnTo>
                  <a:pt x="5686818" y="1257312"/>
                </a:lnTo>
                <a:lnTo>
                  <a:pt x="5689854" y="1251889"/>
                </a:lnTo>
                <a:lnTo>
                  <a:pt x="5695886" y="1244612"/>
                </a:lnTo>
                <a:lnTo>
                  <a:pt x="5700649" y="1244612"/>
                </a:lnTo>
                <a:lnTo>
                  <a:pt x="5706961" y="1231912"/>
                </a:lnTo>
                <a:lnTo>
                  <a:pt x="5712841" y="1219212"/>
                </a:lnTo>
                <a:lnTo>
                  <a:pt x="5718289" y="1219212"/>
                </a:lnTo>
                <a:lnTo>
                  <a:pt x="5723293" y="1206512"/>
                </a:lnTo>
                <a:lnTo>
                  <a:pt x="5727827" y="1193812"/>
                </a:lnTo>
                <a:lnTo>
                  <a:pt x="5731891" y="1181112"/>
                </a:lnTo>
                <a:lnTo>
                  <a:pt x="5735447" y="1168412"/>
                </a:lnTo>
                <a:lnTo>
                  <a:pt x="5738507" y="1168412"/>
                </a:lnTo>
                <a:lnTo>
                  <a:pt x="5741035" y="1155712"/>
                </a:lnTo>
                <a:lnTo>
                  <a:pt x="5742114" y="1143012"/>
                </a:lnTo>
                <a:lnTo>
                  <a:pt x="5743041" y="1143012"/>
                </a:lnTo>
                <a:lnTo>
                  <a:pt x="5743829" y="1130312"/>
                </a:lnTo>
                <a:lnTo>
                  <a:pt x="5744476" y="1130312"/>
                </a:lnTo>
                <a:lnTo>
                  <a:pt x="5744984" y="1117612"/>
                </a:lnTo>
                <a:lnTo>
                  <a:pt x="5745581" y="1117612"/>
                </a:lnTo>
                <a:lnTo>
                  <a:pt x="5745658" y="215900"/>
                </a:lnTo>
                <a:close/>
              </a:path>
            </a:pathLst>
          </a:custGeom>
          <a:solidFill>
            <a:srgbClr val="0000FF"/>
          </a:solidFill>
        </p:spPr>
        <p:txBody>
          <a:bodyPr wrap="square" lIns="0" tIns="0" rIns="0" bIns="0" rtlCol="0"/>
          <a:lstStyle/>
          <a:p>
            <a:endParaRPr/>
          </a:p>
        </p:txBody>
      </p:sp>
      <p:sp>
        <p:nvSpPr>
          <p:cNvPr id="34" name="object 34"/>
          <p:cNvSpPr txBox="1"/>
          <p:nvPr/>
        </p:nvSpPr>
        <p:spPr>
          <a:xfrm>
            <a:off x="5771769" y="2160904"/>
            <a:ext cx="3234055" cy="2068830"/>
          </a:xfrm>
          <a:prstGeom prst="rect">
            <a:avLst/>
          </a:prstGeom>
        </p:spPr>
        <p:txBody>
          <a:bodyPr vert="horz" wrap="square" lIns="0" tIns="12700" rIns="0" bIns="0" rtlCol="0">
            <a:spAutoFit/>
          </a:bodyPr>
          <a:lstStyle/>
          <a:p>
            <a:pPr marL="277495">
              <a:lnSpc>
                <a:spcPct val="100000"/>
              </a:lnSpc>
              <a:spcBef>
                <a:spcPts val="100"/>
              </a:spcBef>
              <a:tabLst>
                <a:tab pos="2115820" algn="l"/>
              </a:tabLst>
            </a:pPr>
            <a:r>
              <a:rPr sz="1800" dirty="0">
                <a:solidFill>
                  <a:srgbClr val="0000FF"/>
                </a:solidFill>
                <a:latin typeface="Noto Serif CJK JP"/>
                <a:cs typeface="Noto Serif CJK JP"/>
              </a:rPr>
              <a:t>采样保持</a:t>
            </a:r>
            <a:r>
              <a:rPr sz="1800" spc="-50" dirty="0">
                <a:solidFill>
                  <a:srgbClr val="0000FF"/>
                </a:solidFill>
                <a:latin typeface="Noto Serif CJK JP"/>
                <a:cs typeface="Noto Serif CJK JP"/>
              </a:rPr>
              <a:t>器</a:t>
            </a:r>
            <a:r>
              <a:rPr sz="1800" dirty="0">
                <a:solidFill>
                  <a:srgbClr val="0000FF"/>
                </a:solidFill>
                <a:latin typeface="Noto Serif CJK JP"/>
                <a:cs typeface="Noto Serif CJK JP"/>
              </a:rPr>
              <a:t>	</a:t>
            </a:r>
            <a:r>
              <a:rPr sz="1800" spc="-10" dirty="0">
                <a:solidFill>
                  <a:srgbClr val="0000FF"/>
                </a:solidFill>
                <a:latin typeface="Times New Roman" panose="02020603050405020304"/>
                <a:cs typeface="Times New Roman" panose="02020603050405020304"/>
              </a:rPr>
              <a:t>A/D</a:t>
            </a:r>
            <a:r>
              <a:rPr sz="1800" spc="-25" dirty="0">
                <a:solidFill>
                  <a:srgbClr val="0000FF"/>
                </a:solidFill>
                <a:latin typeface="Noto Serif CJK JP"/>
                <a:cs typeface="Noto Serif CJK JP"/>
              </a:rPr>
              <a:t>转换</a:t>
            </a:r>
            <a:r>
              <a:rPr sz="1800" spc="-50" dirty="0">
                <a:solidFill>
                  <a:srgbClr val="0000FF"/>
                </a:solidFill>
                <a:latin typeface="Noto Serif CJK JP"/>
                <a:cs typeface="Noto Serif CJK JP"/>
              </a:rPr>
              <a:t>器</a:t>
            </a:r>
            <a:endParaRPr sz="1800">
              <a:latin typeface="Noto Serif CJK JP"/>
              <a:cs typeface="Noto Serif CJK JP"/>
            </a:endParaRPr>
          </a:p>
          <a:p>
            <a:pPr marL="50800" marR="127000">
              <a:lnSpc>
                <a:spcPct val="100000"/>
              </a:lnSpc>
              <a:spcBef>
                <a:spcPts val="2115"/>
              </a:spcBef>
            </a:pPr>
            <a:r>
              <a:rPr sz="2400" dirty="0">
                <a:solidFill>
                  <a:srgbClr val="FFFFFF"/>
                </a:solidFill>
                <a:latin typeface="Noto Sans Mono CJK HK"/>
                <a:cs typeface="Noto Sans Mono CJK HK"/>
              </a:rPr>
              <a:t>采样保持器</a:t>
            </a:r>
            <a:r>
              <a:rPr sz="2400" spc="-1775" dirty="0">
                <a:solidFill>
                  <a:srgbClr val="FFFFFF"/>
                </a:solidFill>
                <a:latin typeface="Noto Sans Mono CJK HK"/>
                <a:cs typeface="Noto Sans Mono CJK HK"/>
              </a:rPr>
              <a:t>周</a:t>
            </a:r>
            <a:r>
              <a:rPr sz="2700" spc="-44" baseline="11000" dirty="0">
                <a:solidFill>
                  <a:srgbClr val="0000FF"/>
                </a:solidFill>
                <a:latin typeface="Noto Serif CJK JP"/>
                <a:cs typeface="Noto Serif CJK JP"/>
              </a:rPr>
              <a:t>数</a:t>
            </a:r>
            <a:r>
              <a:rPr sz="2400" spc="-2375" dirty="0">
                <a:solidFill>
                  <a:srgbClr val="FFFFFF"/>
                </a:solidFill>
                <a:latin typeface="Noto Sans Mono CJK HK"/>
                <a:cs typeface="Noto Sans Mono CJK HK"/>
              </a:rPr>
              <a:t>期</a:t>
            </a:r>
            <a:r>
              <a:rPr sz="2700" spc="-922" baseline="11000" dirty="0">
                <a:solidFill>
                  <a:srgbClr val="0000FF"/>
                </a:solidFill>
                <a:latin typeface="Noto Serif CJK JP"/>
                <a:cs typeface="Noto Serif CJK JP"/>
              </a:rPr>
              <a:t>字信</a:t>
            </a:r>
            <a:r>
              <a:rPr sz="2400" spc="-1175" dirty="0">
                <a:solidFill>
                  <a:srgbClr val="FFFFFF"/>
                </a:solidFill>
                <a:latin typeface="Noto Sans Mono CJK HK"/>
                <a:cs typeface="Noto Sans Mono CJK HK"/>
              </a:rPr>
              <a:t>性</a:t>
            </a:r>
            <a:r>
              <a:rPr sz="2700" spc="-944" baseline="11000" dirty="0">
                <a:solidFill>
                  <a:srgbClr val="0000FF"/>
                </a:solidFill>
                <a:latin typeface="Noto Serif CJK JP"/>
                <a:cs typeface="Noto Serif CJK JP"/>
              </a:rPr>
              <a:t>号</a:t>
            </a:r>
            <a:r>
              <a:rPr sz="2400" spc="-25" dirty="0">
                <a:solidFill>
                  <a:srgbClr val="FFFFFF"/>
                </a:solidFill>
                <a:latin typeface="Noto Sans Mono CJK HK"/>
                <a:cs typeface="Noto Sans Mono CJK HK"/>
              </a:rPr>
              <a:t>地采</a:t>
            </a:r>
            <a:r>
              <a:rPr sz="2400" dirty="0">
                <a:solidFill>
                  <a:srgbClr val="FFFFFF"/>
                </a:solidFill>
                <a:latin typeface="Noto Sans Mono CJK HK"/>
                <a:cs typeface="Noto Sans Mono CJK HK"/>
              </a:rPr>
              <a:t>样连续信号，并在</a:t>
            </a:r>
            <a:r>
              <a:rPr sz="2400" spc="-25" dirty="0">
                <a:solidFill>
                  <a:srgbClr val="FFFFFF"/>
                </a:solidFill>
                <a:latin typeface="Arial" panose="020B0604020202020204"/>
                <a:cs typeface="Arial" panose="020B0604020202020204"/>
              </a:rPr>
              <a:t>A/D</a:t>
            </a:r>
            <a:r>
              <a:rPr sz="2400" spc="-105" dirty="0">
                <a:solidFill>
                  <a:srgbClr val="FFFFFF"/>
                </a:solidFill>
                <a:latin typeface="Noto Sans Mono CJK HK"/>
                <a:cs typeface="Noto Sans Mono CJK HK"/>
              </a:rPr>
              <a:t>转换期间保持不变</a:t>
            </a:r>
            <a:r>
              <a:rPr sz="3600" spc="-37" baseline="6000" dirty="0">
                <a:solidFill>
                  <a:srgbClr val="0000FF"/>
                </a:solidFill>
                <a:latin typeface="Noto Serif CJK JP"/>
                <a:cs typeface="Noto Serif CJK JP"/>
              </a:rPr>
              <a:t>微型</a:t>
            </a:r>
            <a:endParaRPr sz="3600" baseline="6000">
              <a:latin typeface="Noto Serif CJK JP"/>
              <a:cs typeface="Noto Serif CJK JP"/>
            </a:endParaRPr>
          </a:p>
          <a:p>
            <a:pPr marR="78740" algn="r">
              <a:lnSpc>
                <a:spcPct val="100000"/>
              </a:lnSpc>
              <a:spcBef>
                <a:spcPts val="290"/>
              </a:spcBef>
            </a:pPr>
            <a:r>
              <a:rPr sz="2400" spc="-20" dirty="0">
                <a:solidFill>
                  <a:srgbClr val="0000FF"/>
                </a:solidFill>
                <a:latin typeface="Noto Serif CJK JP"/>
                <a:cs typeface="Noto Serif CJK JP"/>
              </a:rPr>
              <a:t>计算机</a:t>
            </a:r>
            <a:endParaRPr sz="2400">
              <a:latin typeface="Noto Serif CJK JP"/>
              <a:cs typeface="Noto Serif CJK JP"/>
            </a:endParaRPr>
          </a:p>
        </p:txBody>
      </p:sp>
      <p:sp>
        <p:nvSpPr>
          <p:cNvPr id="37" name="object 3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11</a:t>
            </a:fld>
            <a:endParaRPr spc="-25" dirty="0"/>
          </a:p>
        </p:txBody>
      </p:sp>
      <p:sp>
        <p:nvSpPr>
          <p:cNvPr id="35" name="object 35"/>
          <p:cNvSpPr txBox="1"/>
          <p:nvPr/>
        </p:nvSpPr>
        <p:spPr>
          <a:xfrm>
            <a:off x="342029" y="3248025"/>
            <a:ext cx="278765" cy="254000"/>
          </a:xfrm>
          <a:prstGeom prst="rect">
            <a:avLst/>
          </a:prstGeom>
        </p:spPr>
        <p:txBody>
          <a:bodyPr vert="vert" wrap="square" lIns="0" tIns="0" rIns="0" bIns="0" rtlCol="0">
            <a:spAutoFit/>
          </a:bodyPr>
          <a:lstStyle/>
          <a:p>
            <a:pPr marL="12700">
              <a:lnSpc>
                <a:spcPts val="2065"/>
              </a:lnSpc>
            </a:pPr>
            <a:r>
              <a:rPr sz="1800" spc="-50" dirty="0">
                <a:solidFill>
                  <a:srgbClr val="0000FF"/>
                </a:solidFill>
                <a:latin typeface="Times New Roman" panose="02020603050405020304"/>
                <a:cs typeface="Times New Roman" panose="02020603050405020304"/>
              </a:rPr>
              <a:t>…</a:t>
            </a:r>
            <a:endParaRPr sz="1800">
              <a:latin typeface="Times New Roman" panose="02020603050405020304"/>
              <a:cs typeface="Times New Roman" panose="02020603050405020304"/>
            </a:endParaRPr>
          </a:p>
        </p:txBody>
      </p:sp>
      <p:sp>
        <p:nvSpPr>
          <p:cNvPr id="36" name="object 36"/>
          <p:cNvSpPr txBox="1">
            <a:spLocks noGrp="1"/>
          </p:cNvSpPr>
          <p:nvPr>
            <p:ph type="title"/>
          </p:nvPr>
        </p:nvSpPr>
        <p:spPr>
          <a:xfrm>
            <a:off x="423811" y="146405"/>
            <a:ext cx="1625600" cy="442595"/>
          </a:xfrm>
          <a:prstGeom prst="rect">
            <a:avLst/>
          </a:prstGeom>
        </p:spPr>
        <p:txBody>
          <a:bodyPr vert="horz" wrap="square" lIns="0" tIns="12065" rIns="0" bIns="0" rtlCol="0">
            <a:spAutoFit/>
          </a:bodyPr>
          <a:lstStyle/>
          <a:p>
            <a:pPr marL="12700">
              <a:lnSpc>
                <a:spcPct val="100000"/>
              </a:lnSpc>
              <a:spcBef>
                <a:spcPts val="95"/>
              </a:spcBef>
              <a:tabLst>
                <a:tab pos="901700" algn="l"/>
              </a:tabLst>
            </a:pPr>
            <a:r>
              <a:rPr spc="-20" dirty="0">
                <a:latin typeface="Arial" panose="020B0604020202020204"/>
                <a:cs typeface="Arial" panose="020B0604020202020204"/>
              </a:rPr>
              <a:t>9.1</a:t>
            </a:r>
            <a:r>
              <a:rPr dirty="0">
                <a:latin typeface="Arial" panose="020B0604020202020204"/>
                <a:cs typeface="Arial" panose="020B0604020202020204"/>
              </a:rPr>
              <a:t>	</a:t>
            </a:r>
            <a:r>
              <a:rPr spc="-40" dirty="0"/>
              <a:t>概述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5567" y="2247900"/>
            <a:ext cx="6731508" cy="178308"/>
          </a:xfrm>
          <a:prstGeom prst="rect">
            <a:avLst/>
          </a:prstGeom>
        </p:spPr>
      </p:pic>
      <p:pic>
        <p:nvPicPr>
          <p:cNvPr id="3" name="object 3"/>
          <p:cNvPicPr/>
          <p:nvPr/>
        </p:nvPicPr>
        <p:blipFill>
          <a:blip r:embed="rId2" cstate="print"/>
          <a:stretch>
            <a:fillRect/>
          </a:stretch>
        </p:blipFill>
        <p:spPr>
          <a:xfrm>
            <a:off x="1115567" y="3723132"/>
            <a:ext cx="6731508" cy="185927"/>
          </a:xfrm>
          <a:prstGeom prst="rect">
            <a:avLst/>
          </a:prstGeom>
        </p:spPr>
      </p:pic>
      <p:sp>
        <p:nvSpPr>
          <p:cNvPr id="4" name="object 4"/>
          <p:cNvSpPr txBox="1">
            <a:spLocks noGrp="1"/>
          </p:cNvSpPr>
          <p:nvPr>
            <p:ph type="title"/>
          </p:nvPr>
        </p:nvSpPr>
        <p:spPr>
          <a:xfrm>
            <a:off x="2343467" y="2688590"/>
            <a:ext cx="4275455" cy="751205"/>
          </a:xfrm>
          <a:prstGeom prst="rect">
            <a:avLst/>
          </a:prstGeom>
        </p:spPr>
        <p:txBody>
          <a:bodyPr vert="horz" wrap="square" lIns="0" tIns="12700" rIns="0" bIns="0" rtlCol="0">
            <a:spAutoFit/>
          </a:bodyPr>
          <a:lstStyle/>
          <a:p>
            <a:pPr marL="12700">
              <a:lnSpc>
                <a:spcPct val="100000"/>
              </a:lnSpc>
              <a:spcBef>
                <a:spcPts val="100"/>
              </a:spcBef>
              <a:tabLst>
                <a:tab pos="1383665" algn="l"/>
              </a:tabLst>
            </a:pPr>
            <a:r>
              <a:rPr sz="4800" spc="-20" dirty="0">
                <a:solidFill>
                  <a:srgbClr val="0000FF"/>
                </a:solidFill>
                <a:latin typeface="Times New Roman" panose="02020603050405020304"/>
                <a:cs typeface="Times New Roman" panose="02020603050405020304"/>
              </a:rPr>
              <a:t>9.2</a:t>
            </a:r>
            <a:r>
              <a:rPr sz="4800" dirty="0">
                <a:solidFill>
                  <a:srgbClr val="0000FF"/>
                </a:solidFill>
                <a:latin typeface="Times New Roman" panose="02020603050405020304"/>
                <a:cs typeface="Times New Roman" panose="02020603050405020304"/>
              </a:rPr>
              <a:t>	</a:t>
            </a:r>
            <a:r>
              <a:rPr sz="4800" spc="-10" dirty="0">
                <a:solidFill>
                  <a:srgbClr val="0000FF"/>
                </a:solidFill>
                <a:latin typeface="Times New Roman" panose="02020603050405020304"/>
                <a:cs typeface="Times New Roman" panose="02020603050405020304"/>
              </a:rPr>
              <a:t>D/A</a:t>
            </a:r>
            <a:r>
              <a:rPr sz="4800" spc="-20" dirty="0">
                <a:solidFill>
                  <a:srgbClr val="0000FF"/>
                </a:solidFill>
                <a:latin typeface="Noto Sans CJK HK"/>
                <a:cs typeface="Noto Sans CJK HK"/>
              </a:rPr>
              <a:t>转换器</a:t>
            </a:r>
            <a:endParaRPr sz="4800">
              <a:latin typeface="Noto Sans CJK HK"/>
              <a:cs typeface="Noto Sans CJK H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7990" y="191135"/>
            <a:ext cx="4293235" cy="442595"/>
          </a:xfrm>
          <a:prstGeom prst="rect">
            <a:avLst/>
          </a:prstGeom>
        </p:spPr>
        <p:txBody>
          <a:bodyPr vert="horz" wrap="square" lIns="0" tIns="12065" rIns="0" bIns="0" rtlCol="0">
            <a:spAutoFit/>
          </a:bodyPr>
          <a:lstStyle/>
          <a:p>
            <a:pPr marL="12700">
              <a:lnSpc>
                <a:spcPct val="100000"/>
              </a:lnSpc>
              <a:spcBef>
                <a:spcPts val="95"/>
              </a:spcBef>
              <a:tabLst>
                <a:tab pos="1198245" algn="l"/>
              </a:tabLst>
            </a:pPr>
            <a:r>
              <a:rPr spc="-10" dirty="0">
                <a:latin typeface="Arial" panose="020B0604020202020204"/>
                <a:cs typeface="Arial" panose="020B0604020202020204"/>
              </a:rPr>
              <a:t>9.2.1</a:t>
            </a:r>
            <a:r>
              <a:rPr dirty="0">
                <a:latin typeface="Arial" panose="020B0604020202020204"/>
                <a:cs typeface="Arial" panose="020B0604020202020204"/>
              </a:rPr>
              <a:t>	</a:t>
            </a:r>
            <a:r>
              <a:rPr spc="-10" dirty="0">
                <a:latin typeface="Arial" panose="020B0604020202020204"/>
                <a:cs typeface="Arial" panose="020B0604020202020204"/>
              </a:rPr>
              <a:t>D/A</a:t>
            </a:r>
            <a:r>
              <a:rPr spc="-35" dirty="0"/>
              <a:t>转换的基本原理</a:t>
            </a:r>
          </a:p>
        </p:txBody>
      </p:sp>
      <p:sp>
        <p:nvSpPr>
          <p:cNvPr id="3" name="object 3"/>
          <p:cNvSpPr txBox="1"/>
          <p:nvPr/>
        </p:nvSpPr>
        <p:spPr>
          <a:xfrm>
            <a:off x="465455" y="887730"/>
            <a:ext cx="8292465" cy="1750060"/>
          </a:xfrm>
          <a:prstGeom prst="rect">
            <a:avLst/>
          </a:prstGeom>
        </p:spPr>
        <p:txBody>
          <a:bodyPr vert="horz" wrap="square" lIns="0" tIns="143510" rIns="0" bIns="0" rtlCol="0">
            <a:spAutoFit/>
          </a:bodyPr>
          <a:lstStyle/>
          <a:p>
            <a:pPr marL="12700" algn="just">
              <a:lnSpc>
                <a:spcPct val="100000"/>
              </a:lnSpc>
              <a:spcBef>
                <a:spcPts val="1130"/>
              </a:spcBef>
            </a:pPr>
            <a:r>
              <a:rPr sz="2400" dirty="0">
                <a:solidFill>
                  <a:srgbClr val="0000CC"/>
                </a:solidFill>
                <a:latin typeface="Arial" panose="020B0604020202020204"/>
                <a:cs typeface="Arial" panose="020B0604020202020204"/>
              </a:rPr>
              <a:t>1</a:t>
            </a:r>
            <a:r>
              <a:rPr sz="2400" spc="-10" dirty="0">
                <a:solidFill>
                  <a:srgbClr val="0000CC"/>
                </a:solidFill>
                <a:latin typeface="Arial" panose="020B0604020202020204"/>
                <a:cs typeface="Arial" panose="020B0604020202020204"/>
              </a:rPr>
              <a:t>. D/A</a:t>
            </a:r>
            <a:r>
              <a:rPr sz="2400" spc="-10" dirty="0">
                <a:solidFill>
                  <a:srgbClr val="0000CC"/>
                </a:solidFill>
                <a:latin typeface="Noto Sans Mono CJK HK"/>
                <a:cs typeface="Noto Sans Mono CJK HK"/>
              </a:rPr>
              <a:t>转换的基本原理</a:t>
            </a:r>
            <a:endParaRPr sz="2400">
              <a:latin typeface="Noto Sans Mono CJK HK"/>
              <a:cs typeface="Noto Sans Mono CJK HK"/>
            </a:endParaRPr>
          </a:p>
          <a:p>
            <a:pPr marL="354330" marR="5080" algn="just">
              <a:lnSpc>
                <a:spcPct val="100000"/>
              </a:lnSpc>
              <a:spcBef>
                <a:spcPts val="1030"/>
              </a:spcBef>
            </a:pPr>
            <a:r>
              <a:rPr sz="2400" spc="-5" dirty="0">
                <a:solidFill>
                  <a:srgbClr val="0000CC"/>
                </a:solidFill>
                <a:latin typeface="Noto Sans Mono CJK HK"/>
                <a:cs typeface="Noto Sans Mono CJK HK"/>
              </a:rPr>
              <a:t>将输入的每一位二进制代码按其权的大小转换成相应的模拟量，然后将代表各位数值的模拟量相加，所得的总模拟量就与数字量成正比，这样便实现了从数字量到模拟量的转换。</a:t>
            </a:r>
            <a:endParaRPr sz="2400">
              <a:latin typeface="Noto Sans Mono CJK HK"/>
              <a:cs typeface="Noto Sans Mono CJK HK"/>
            </a:endParaRPr>
          </a:p>
        </p:txBody>
      </p:sp>
      <p:grpSp>
        <p:nvGrpSpPr>
          <p:cNvPr id="4" name="object 4"/>
          <p:cNvGrpSpPr/>
          <p:nvPr/>
        </p:nvGrpSpPr>
        <p:grpSpPr>
          <a:xfrm>
            <a:off x="1737360" y="3026664"/>
            <a:ext cx="5945505" cy="2060575"/>
            <a:chOff x="1737360" y="3026664"/>
            <a:chExt cx="5945505" cy="2060575"/>
          </a:xfrm>
        </p:grpSpPr>
        <p:sp>
          <p:nvSpPr>
            <p:cNvPr id="5" name="object 5"/>
            <p:cNvSpPr/>
            <p:nvPr/>
          </p:nvSpPr>
          <p:spPr>
            <a:xfrm>
              <a:off x="1737360" y="3026664"/>
              <a:ext cx="5945505" cy="2060575"/>
            </a:xfrm>
            <a:custGeom>
              <a:avLst/>
              <a:gdLst/>
              <a:ahLst/>
              <a:cxnLst/>
              <a:rect l="l" t="t" r="r" b="b"/>
              <a:pathLst>
                <a:path w="5945505" h="2060575">
                  <a:moveTo>
                    <a:pt x="5945124" y="2060448"/>
                  </a:moveTo>
                  <a:lnTo>
                    <a:pt x="0" y="2060448"/>
                  </a:lnTo>
                  <a:lnTo>
                    <a:pt x="0" y="0"/>
                  </a:lnTo>
                  <a:lnTo>
                    <a:pt x="5945124" y="0"/>
                  </a:lnTo>
                  <a:lnTo>
                    <a:pt x="5945124" y="2060448"/>
                  </a:lnTo>
                  <a:close/>
                </a:path>
              </a:pathLst>
            </a:custGeom>
            <a:solidFill>
              <a:srgbClr val="F8F8F8"/>
            </a:solidFill>
          </p:spPr>
          <p:txBody>
            <a:bodyPr wrap="square" lIns="0" tIns="0" rIns="0" bIns="0" rtlCol="0"/>
            <a:lstStyle/>
            <a:p>
              <a:endParaRPr/>
            </a:p>
          </p:txBody>
        </p:sp>
        <p:pic>
          <p:nvPicPr>
            <p:cNvPr id="6" name="object 6"/>
            <p:cNvPicPr/>
            <p:nvPr/>
          </p:nvPicPr>
          <p:blipFill>
            <a:blip r:embed="rId2" cstate="print"/>
            <a:stretch>
              <a:fillRect/>
            </a:stretch>
          </p:blipFill>
          <p:spPr>
            <a:xfrm>
              <a:off x="7026821" y="3917213"/>
              <a:ext cx="128765" cy="128752"/>
            </a:xfrm>
            <a:prstGeom prst="rect">
              <a:avLst/>
            </a:prstGeom>
          </p:spPr>
        </p:pic>
      </p:grpSp>
      <p:sp>
        <p:nvSpPr>
          <p:cNvPr id="7" name="object 7"/>
          <p:cNvSpPr txBox="1"/>
          <p:nvPr/>
        </p:nvSpPr>
        <p:spPr>
          <a:xfrm>
            <a:off x="6754634" y="3550399"/>
            <a:ext cx="825500" cy="828040"/>
          </a:xfrm>
          <a:prstGeom prst="rect">
            <a:avLst/>
          </a:prstGeom>
        </p:spPr>
        <p:txBody>
          <a:bodyPr vert="horz" wrap="square" lIns="0" tIns="15875" rIns="0" bIns="0" rtlCol="0">
            <a:spAutoFit/>
          </a:bodyPr>
          <a:lstStyle/>
          <a:p>
            <a:pPr marL="25400">
              <a:lnSpc>
                <a:spcPct val="100000"/>
              </a:lnSpc>
              <a:spcBef>
                <a:spcPts val="125"/>
              </a:spcBef>
            </a:pPr>
            <a:r>
              <a:rPr sz="2000" i="1" dirty="0">
                <a:latin typeface="Times New Roman" panose="02020603050405020304"/>
                <a:cs typeface="Times New Roman" panose="02020603050405020304"/>
              </a:rPr>
              <a:t>u</a:t>
            </a:r>
            <a:r>
              <a:rPr sz="2250" baseline="-19000" dirty="0">
                <a:latin typeface="Times New Roman" panose="02020603050405020304"/>
                <a:cs typeface="Times New Roman" panose="02020603050405020304"/>
              </a:rPr>
              <a:t>o</a:t>
            </a:r>
            <a:r>
              <a:rPr sz="2250" spc="82" baseline="-19000" dirty="0">
                <a:latin typeface="Times New Roman" panose="02020603050405020304"/>
                <a:cs typeface="Times New Roman" panose="02020603050405020304"/>
              </a:rPr>
              <a:t> </a:t>
            </a:r>
            <a:r>
              <a:rPr sz="2000" spc="5" dirty="0">
                <a:latin typeface="Noto Serif CJK JP"/>
                <a:cs typeface="Noto Serif CJK JP"/>
              </a:rPr>
              <a:t>或 </a:t>
            </a:r>
            <a:r>
              <a:rPr sz="2000" i="1" spc="-25" dirty="0">
                <a:latin typeface="Times New Roman" panose="02020603050405020304"/>
                <a:cs typeface="Times New Roman" panose="02020603050405020304"/>
              </a:rPr>
              <a:t>i</a:t>
            </a:r>
            <a:r>
              <a:rPr sz="2250" spc="-37" baseline="-19000" dirty="0">
                <a:latin typeface="Times New Roman" panose="02020603050405020304"/>
                <a:cs typeface="Times New Roman" panose="02020603050405020304"/>
              </a:rPr>
              <a:t>o</a:t>
            </a:r>
            <a:endParaRPr sz="2250" baseline="-19000">
              <a:latin typeface="Times New Roman" panose="02020603050405020304"/>
              <a:cs typeface="Times New Roman" panose="02020603050405020304"/>
            </a:endParaRPr>
          </a:p>
          <a:p>
            <a:pPr marL="25400">
              <a:lnSpc>
                <a:spcPct val="100000"/>
              </a:lnSpc>
              <a:spcBef>
                <a:spcPts val="1490"/>
              </a:spcBef>
            </a:pPr>
            <a:r>
              <a:rPr sz="2000" spc="-25" dirty="0">
                <a:latin typeface="Noto Serif CJK JP"/>
                <a:cs typeface="Noto Serif CJK JP"/>
              </a:rPr>
              <a:t>输出</a:t>
            </a:r>
            <a:endParaRPr sz="2000">
              <a:latin typeface="Noto Serif CJK JP"/>
              <a:cs typeface="Noto Serif CJK JP"/>
            </a:endParaRPr>
          </a:p>
        </p:txBody>
      </p:sp>
      <p:grpSp>
        <p:nvGrpSpPr>
          <p:cNvPr id="8" name="object 8"/>
          <p:cNvGrpSpPr/>
          <p:nvPr/>
        </p:nvGrpSpPr>
        <p:grpSpPr>
          <a:xfrm>
            <a:off x="4709096" y="3166135"/>
            <a:ext cx="2339340" cy="1824355"/>
            <a:chOff x="4709096" y="3166135"/>
            <a:chExt cx="2339340" cy="1824355"/>
          </a:xfrm>
        </p:grpSpPr>
        <p:sp>
          <p:nvSpPr>
            <p:cNvPr id="9" name="object 9"/>
            <p:cNvSpPr/>
            <p:nvPr/>
          </p:nvSpPr>
          <p:spPr>
            <a:xfrm>
              <a:off x="6028944" y="3970858"/>
              <a:ext cx="1009015" cy="0"/>
            </a:xfrm>
            <a:custGeom>
              <a:avLst/>
              <a:gdLst/>
              <a:ahLst/>
              <a:cxnLst/>
              <a:rect l="l" t="t" r="r" b="b"/>
              <a:pathLst>
                <a:path w="1009015">
                  <a:moveTo>
                    <a:pt x="0" y="0"/>
                  </a:moveTo>
                  <a:lnTo>
                    <a:pt x="1008608" y="0"/>
                  </a:lnTo>
                </a:path>
              </a:pathLst>
            </a:custGeom>
            <a:ln w="21462">
              <a:solidFill>
                <a:srgbClr val="000000"/>
              </a:solidFill>
            </a:ln>
          </p:spPr>
          <p:txBody>
            <a:bodyPr wrap="square" lIns="0" tIns="0" rIns="0" bIns="0" rtlCol="0"/>
            <a:lstStyle/>
            <a:p>
              <a:endParaRPr/>
            </a:p>
          </p:txBody>
        </p:sp>
        <p:sp>
          <p:nvSpPr>
            <p:cNvPr id="10" name="object 10"/>
            <p:cNvSpPr/>
            <p:nvPr/>
          </p:nvSpPr>
          <p:spPr>
            <a:xfrm>
              <a:off x="4719891" y="3176930"/>
              <a:ext cx="1309370" cy="1802764"/>
            </a:xfrm>
            <a:custGeom>
              <a:avLst/>
              <a:gdLst/>
              <a:ahLst/>
              <a:cxnLst/>
              <a:rect l="l" t="t" r="r" b="b"/>
              <a:pathLst>
                <a:path w="1309370" h="1802764">
                  <a:moveTo>
                    <a:pt x="1309052" y="1802422"/>
                  </a:moveTo>
                  <a:lnTo>
                    <a:pt x="0" y="1802422"/>
                  </a:lnTo>
                  <a:lnTo>
                    <a:pt x="0" y="0"/>
                  </a:lnTo>
                  <a:lnTo>
                    <a:pt x="1309052" y="0"/>
                  </a:lnTo>
                  <a:lnTo>
                    <a:pt x="1309052" y="1802422"/>
                  </a:lnTo>
                  <a:close/>
                </a:path>
              </a:pathLst>
            </a:custGeom>
            <a:solidFill>
              <a:srgbClr val="FFFFFF"/>
            </a:solidFill>
          </p:spPr>
          <p:txBody>
            <a:bodyPr wrap="square" lIns="0" tIns="0" rIns="0" bIns="0" rtlCol="0"/>
            <a:lstStyle/>
            <a:p>
              <a:endParaRPr/>
            </a:p>
          </p:txBody>
        </p:sp>
        <p:sp>
          <p:nvSpPr>
            <p:cNvPr id="11" name="object 11"/>
            <p:cNvSpPr/>
            <p:nvPr/>
          </p:nvSpPr>
          <p:spPr>
            <a:xfrm>
              <a:off x="4719891" y="3176930"/>
              <a:ext cx="1309370" cy="1802764"/>
            </a:xfrm>
            <a:custGeom>
              <a:avLst/>
              <a:gdLst/>
              <a:ahLst/>
              <a:cxnLst/>
              <a:rect l="l" t="t" r="r" b="b"/>
              <a:pathLst>
                <a:path w="1309370" h="1802764">
                  <a:moveTo>
                    <a:pt x="0" y="0"/>
                  </a:moveTo>
                  <a:lnTo>
                    <a:pt x="1309052" y="0"/>
                  </a:lnTo>
                  <a:lnTo>
                    <a:pt x="1309052" y="1802422"/>
                  </a:lnTo>
                  <a:lnTo>
                    <a:pt x="0" y="1802422"/>
                  </a:lnTo>
                  <a:lnTo>
                    <a:pt x="0" y="0"/>
                  </a:lnTo>
                  <a:close/>
                </a:path>
              </a:pathLst>
            </a:custGeom>
            <a:ln w="21463">
              <a:solidFill>
                <a:srgbClr val="000000"/>
              </a:solidFill>
            </a:ln>
          </p:spPr>
          <p:txBody>
            <a:bodyPr wrap="square" lIns="0" tIns="0" rIns="0" bIns="0" rtlCol="0"/>
            <a:lstStyle/>
            <a:p>
              <a:endParaRPr/>
            </a:p>
          </p:txBody>
        </p:sp>
      </p:grpSp>
      <p:sp>
        <p:nvSpPr>
          <p:cNvPr id="12" name="object 12"/>
          <p:cNvSpPr txBox="1"/>
          <p:nvPr/>
        </p:nvSpPr>
        <p:spPr>
          <a:xfrm>
            <a:off x="5127625" y="3872255"/>
            <a:ext cx="456565" cy="334645"/>
          </a:xfrm>
          <a:prstGeom prst="rect">
            <a:avLst/>
          </a:prstGeom>
        </p:spPr>
        <p:txBody>
          <a:bodyPr vert="horz" wrap="square" lIns="0" tIns="15875" rIns="0" bIns="0" rtlCol="0">
            <a:spAutoFit/>
          </a:bodyPr>
          <a:lstStyle/>
          <a:p>
            <a:pPr>
              <a:lnSpc>
                <a:spcPct val="100000"/>
              </a:lnSpc>
              <a:spcBef>
                <a:spcPts val="125"/>
              </a:spcBef>
            </a:pPr>
            <a:r>
              <a:rPr sz="2000" spc="-25" dirty="0">
                <a:latin typeface="Times New Roman" panose="02020603050405020304"/>
                <a:cs typeface="Times New Roman" panose="02020603050405020304"/>
              </a:rPr>
              <a:t>D/A</a:t>
            </a:r>
            <a:endParaRPr sz="2000">
              <a:latin typeface="Times New Roman" panose="02020603050405020304"/>
              <a:cs typeface="Times New Roman" panose="02020603050405020304"/>
            </a:endParaRPr>
          </a:p>
        </p:txBody>
      </p:sp>
      <p:grpSp>
        <p:nvGrpSpPr>
          <p:cNvPr id="13" name="object 13"/>
          <p:cNvGrpSpPr/>
          <p:nvPr/>
        </p:nvGrpSpPr>
        <p:grpSpPr>
          <a:xfrm>
            <a:off x="3163976" y="3348596"/>
            <a:ext cx="1556385" cy="1480820"/>
            <a:chOff x="3163976" y="3348596"/>
            <a:chExt cx="1556385" cy="1480820"/>
          </a:xfrm>
        </p:grpSpPr>
        <p:sp>
          <p:nvSpPr>
            <p:cNvPr id="14" name="object 14"/>
            <p:cNvSpPr/>
            <p:nvPr/>
          </p:nvSpPr>
          <p:spPr>
            <a:xfrm>
              <a:off x="3174771" y="3412959"/>
              <a:ext cx="1438275" cy="0"/>
            </a:xfrm>
            <a:custGeom>
              <a:avLst/>
              <a:gdLst/>
              <a:ahLst/>
              <a:cxnLst/>
              <a:rect l="l" t="t" r="r" b="b"/>
              <a:pathLst>
                <a:path w="1438275">
                  <a:moveTo>
                    <a:pt x="0" y="0"/>
                  </a:moveTo>
                  <a:lnTo>
                    <a:pt x="1437817" y="0"/>
                  </a:lnTo>
                </a:path>
              </a:pathLst>
            </a:custGeom>
            <a:ln w="21463">
              <a:solidFill>
                <a:srgbClr val="000000"/>
              </a:solidFill>
            </a:ln>
          </p:spPr>
          <p:txBody>
            <a:bodyPr wrap="square" lIns="0" tIns="0" rIns="0" bIns="0" rtlCol="0"/>
            <a:lstStyle/>
            <a:p>
              <a:endParaRPr/>
            </a:p>
          </p:txBody>
        </p:sp>
        <p:sp>
          <p:nvSpPr>
            <p:cNvPr id="15" name="object 15"/>
            <p:cNvSpPr/>
            <p:nvPr/>
          </p:nvSpPr>
          <p:spPr>
            <a:xfrm>
              <a:off x="4505286" y="3348596"/>
              <a:ext cx="214629" cy="150495"/>
            </a:xfrm>
            <a:custGeom>
              <a:avLst/>
              <a:gdLst/>
              <a:ahLst/>
              <a:cxnLst/>
              <a:rect l="l" t="t" r="r" b="b"/>
              <a:pathLst>
                <a:path w="214629" h="150495">
                  <a:moveTo>
                    <a:pt x="0" y="150202"/>
                  </a:moveTo>
                  <a:lnTo>
                    <a:pt x="64376" y="64363"/>
                  </a:lnTo>
                  <a:lnTo>
                    <a:pt x="0" y="0"/>
                  </a:lnTo>
                  <a:lnTo>
                    <a:pt x="214604" y="64363"/>
                  </a:lnTo>
                  <a:lnTo>
                    <a:pt x="0" y="150202"/>
                  </a:lnTo>
                  <a:close/>
                </a:path>
              </a:pathLst>
            </a:custGeom>
            <a:solidFill>
              <a:srgbClr val="000000"/>
            </a:solidFill>
          </p:spPr>
          <p:txBody>
            <a:bodyPr wrap="square" lIns="0" tIns="0" rIns="0" bIns="0" rtlCol="0"/>
            <a:lstStyle/>
            <a:p>
              <a:endParaRPr/>
            </a:p>
          </p:txBody>
        </p:sp>
        <p:sp>
          <p:nvSpPr>
            <p:cNvPr id="16" name="object 16"/>
            <p:cNvSpPr/>
            <p:nvPr/>
          </p:nvSpPr>
          <p:spPr>
            <a:xfrm>
              <a:off x="3174771" y="3756279"/>
              <a:ext cx="1438275" cy="0"/>
            </a:xfrm>
            <a:custGeom>
              <a:avLst/>
              <a:gdLst/>
              <a:ahLst/>
              <a:cxnLst/>
              <a:rect l="l" t="t" r="r" b="b"/>
              <a:pathLst>
                <a:path w="1438275">
                  <a:moveTo>
                    <a:pt x="0" y="0"/>
                  </a:moveTo>
                  <a:lnTo>
                    <a:pt x="1437817" y="0"/>
                  </a:lnTo>
                </a:path>
              </a:pathLst>
            </a:custGeom>
            <a:ln w="21463">
              <a:solidFill>
                <a:srgbClr val="000000"/>
              </a:solidFill>
            </a:ln>
          </p:spPr>
          <p:txBody>
            <a:bodyPr wrap="square" lIns="0" tIns="0" rIns="0" bIns="0" rtlCol="0"/>
            <a:lstStyle/>
            <a:p>
              <a:endParaRPr/>
            </a:p>
          </p:txBody>
        </p:sp>
        <p:sp>
          <p:nvSpPr>
            <p:cNvPr id="17" name="object 17"/>
            <p:cNvSpPr/>
            <p:nvPr/>
          </p:nvSpPr>
          <p:spPr>
            <a:xfrm>
              <a:off x="4505286" y="3691915"/>
              <a:ext cx="214629" cy="150495"/>
            </a:xfrm>
            <a:custGeom>
              <a:avLst/>
              <a:gdLst/>
              <a:ahLst/>
              <a:cxnLst/>
              <a:rect l="l" t="t" r="r" b="b"/>
              <a:pathLst>
                <a:path w="214629" h="150495">
                  <a:moveTo>
                    <a:pt x="0" y="150202"/>
                  </a:moveTo>
                  <a:lnTo>
                    <a:pt x="64376" y="64363"/>
                  </a:lnTo>
                  <a:lnTo>
                    <a:pt x="0" y="0"/>
                  </a:lnTo>
                  <a:lnTo>
                    <a:pt x="214604" y="64363"/>
                  </a:lnTo>
                  <a:lnTo>
                    <a:pt x="0" y="150202"/>
                  </a:lnTo>
                  <a:close/>
                </a:path>
              </a:pathLst>
            </a:custGeom>
            <a:solidFill>
              <a:srgbClr val="000000"/>
            </a:solidFill>
          </p:spPr>
          <p:txBody>
            <a:bodyPr wrap="square" lIns="0" tIns="0" rIns="0" bIns="0" rtlCol="0"/>
            <a:lstStyle/>
            <a:p>
              <a:endParaRPr/>
            </a:p>
          </p:txBody>
        </p:sp>
        <p:sp>
          <p:nvSpPr>
            <p:cNvPr id="18" name="object 18"/>
            <p:cNvSpPr/>
            <p:nvPr/>
          </p:nvSpPr>
          <p:spPr>
            <a:xfrm>
              <a:off x="3174771" y="4743323"/>
              <a:ext cx="1438275" cy="0"/>
            </a:xfrm>
            <a:custGeom>
              <a:avLst/>
              <a:gdLst/>
              <a:ahLst/>
              <a:cxnLst/>
              <a:rect l="l" t="t" r="r" b="b"/>
              <a:pathLst>
                <a:path w="1438275">
                  <a:moveTo>
                    <a:pt x="0" y="0"/>
                  </a:moveTo>
                  <a:lnTo>
                    <a:pt x="1437817" y="0"/>
                  </a:lnTo>
                </a:path>
              </a:pathLst>
            </a:custGeom>
            <a:ln w="21463">
              <a:solidFill>
                <a:srgbClr val="000000"/>
              </a:solidFill>
            </a:ln>
          </p:spPr>
          <p:txBody>
            <a:bodyPr wrap="square" lIns="0" tIns="0" rIns="0" bIns="0" rtlCol="0"/>
            <a:lstStyle/>
            <a:p>
              <a:endParaRPr/>
            </a:p>
          </p:txBody>
        </p:sp>
        <p:sp>
          <p:nvSpPr>
            <p:cNvPr id="19" name="object 19"/>
            <p:cNvSpPr/>
            <p:nvPr/>
          </p:nvSpPr>
          <p:spPr>
            <a:xfrm>
              <a:off x="4505286" y="4678946"/>
              <a:ext cx="214629" cy="150495"/>
            </a:xfrm>
            <a:custGeom>
              <a:avLst/>
              <a:gdLst/>
              <a:ahLst/>
              <a:cxnLst/>
              <a:rect l="l" t="t" r="r" b="b"/>
              <a:pathLst>
                <a:path w="214629" h="150495">
                  <a:moveTo>
                    <a:pt x="0" y="150202"/>
                  </a:moveTo>
                  <a:lnTo>
                    <a:pt x="64376" y="64376"/>
                  </a:lnTo>
                  <a:lnTo>
                    <a:pt x="0" y="0"/>
                  </a:lnTo>
                  <a:lnTo>
                    <a:pt x="214604" y="64376"/>
                  </a:lnTo>
                  <a:lnTo>
                    <a:pt x="0" y="150202"/>
                  </a:lnTo>
                  <a:close/>
                </a:path>
              </a:pathLst>
            </a:custGeom>
            <a:solidFill>
              <a:srgbClr val="000000"/>
            </a:solidFill>
          </p:spPr>
          <p:txBody>
            <a:bodyPr wrap="square" lIns="0" tIns="0" rIns="0" bIns="0" rtlCol="0"/>
            <a:lstStyle/>
            <a:p>
              <a:endParaRPr/>
            </a:p>
          </p:txBody>
        </p:sp>
      </p:grpSp>
      <p:sp>
        <p:nvSpPr>
          <p:cNvPr id="20" name="object 20"/>
          <p:cNvSpPr txBox="1"/>
          <p:nvPr/>
        </p:nvSpPr>
        <p:spPr>
          <a:xfrm>
            <a:off x="2784551" y="3001162"/>
            <a:ext cx="288925" cy="927100"/>
          </a:xfrm>
          <a:prstGeom prst="rect">
            <a:avLst/>
          </a:prstGeom>
        </p:spPr>
        <p:txBody>
          <a:bodyPr vert="horz" wrap="square" lIns="0" tIns="12065" rIns="0" bIns="0" rtlCol="0">
            <a:spAutoFit/>
          </a:bodyPr>
          <a:lstStyle/>
          <a:p>
            <a:pPr marL="25400" marR="30480">
              <a:lnSpc>
                <a:spcPct val="148000"/>
              </a:lnSpc>
              <a:spcBef>
                <a:spcPts val="95"/>
              </a:spcBef>
            </a:pPr>
            <a:r>
              <a:rPr sz="2000" i="1" spc="-25" dirty="0">
                <a:latin typeface="Times New Roman" panose="02020603050405020304"/>
                <a:cs typeface="Times New Roman" panose="02020603050405020304"/>
              </a:rPr>
              <a:t>d</a:t>
            </a:r>
            <a:r>
              <a:rPr sz="2250" spc="-37" baseline="-19000" dirty="0">
                <a:latin typeface="Times New Roman" panose="02020603050405020304"/>
                <a:cs typeface="Times New Roman" panose="02020603050405020304"/>
              </a:rPr>
              <a:t>0 </a:t>
            </a:r>
            <a:r>
              <a:rPr sz="2000" i="1" spc="-25" dirty="0">
                <a:latin typeface="Times New Roman" panose="02020603050405020304"/>
                <a:cs typeface="Times New Roman" panose="02020603050405020304"/>
              </a:rPr>
              <a:t>d</a:t>
            </a:r>
            <a:r>
              <a:rPr sz="2250" spc="-37" baseline="-19000" dirty="0">
                <a:latin typeface="Times New Roman" panose="02020603050405020304"/>
                <a:cs typeface="Times New Roman" panose="02020603050405020304"/>
              </a:rPr>
              <a:t>1</a:t>
            </a:r>
            <a:endParaRPr sz="2250" baseline="-19000">
              <a:latin typeface="Times New Roman" panose="02020603050405020304"/>
              <a:cs typeface="Times New Roman" panose="02020603050405020304"/>
            </a:endParaRPr>
          </a:p>
        </p:txBody>
      </p:sp>
      <p:sp>
        <p:nvSpPr>
          <p:cNvPr id="21" name="object 21"/>
          <p:cNvSpPr/>
          <p:nvPr/>
        </p:nvSpPr>
        <p:spPr>
          <a:xfrm>
            <a:off x="2402217" y="3284220"/>
            <a:ext cx="257810" cy="1544955"/>
          </a:xfrm>
          <a:custGeom>
            <a:avLst/>
            <a:gdLst/>
            <a:ahLst/>
            <a:cxnLst/>
            <a:rect l="l" t="t" r="r" b="b"/>
            <a:pathLst>
              <a:path w="257810" h="1544954">
                <a:moveTo>
                  <a:pt x="257517" y="0"/>
                </a:moveTo>
                <a:lnTo>
                  <a:pt x="171678" y="42913"/>
                </a:lnTo>
                <a:lnTo>
                  <a:pt x="150215" y="64376"/>
                </a:lnTo>
                <a:lnTo>
                  <a:pt x="128765" y="128739"/>
                </a:lnTo>
                <a:lnTo>
                  <a:pt x="128765" y="643724"/>
                </a:lnTo>
                <a:lnTo>
                  <a:pt x="128765" y="686638"/>
                </a:lnTo>
                <a:lnTo>
                  <a:pt x="85839" y="729551"/>
                </a:lnTo>
                <a:lnTo>
                  <a:pt x="42925" y="772464"/>
                </a:lnTo>
                <a:lnTo>
                  <a:pt x="0" y="772464"/>
                </a:lnTo>
                <a:lnTo>
                  <a:pt x="42925" y="793927"/>
                </a:lnTo>
                <a:lnTo>
                  <a:pt x="85839" y="815378"/>
                </a:lnTo>
                <a:lnTo>
                  <a:pt x="128765" y="858291"/>
                </a:lnTo>
                <a:lnTo>
                  <a:pt x="128765" y="901204"/>
                </a:lnTo>
                <a:lnTo>
                  <a:pt x="128765" y="1416189"/>
                </a:lnTo>
                <a:lnTo>
                  <a:pt x="150215" y="1480565"/>
                </a:lnTo>
                <a:lnTo>
                  <a:pt x="171678" y="1523479"/>
                </a:lnTo>
                <a:lnTo>
                  <a:pt x="257517" y="1544929"/>
                </a:lnTo>
              </a:path>
            </a:pathLst>
          </a:custGeom>
          <a:ln w="21463">
            <a:solidFill>
              <a:srgbClr val="000000"/>
            </a:solidFill>
          </a:ln>
        </p:spPr>
        <p:txBody>
          <a:bodyPr wrap="square" lIns="0" tIns="0" rIns="0" bIns="0" rtlCol="0"/>
          <a:lstStyle/>
          <a:p>
            <a:endParaRPr/>
          </a:p>
        </p:txBody>
      </p:sp>
      <p:sp>
        <p:nvSpPr>
          <p:cNvPr id="22" name="object 22"/>
          <p:cNvSpPr txBox="1"/>
          <p:nvPr/>
        </p:nvSpPr>
        <p:spPr>
          <a:xfrm>
            <a:off x="1887181" y="3872255"/>
            <a:ext cx="528320" cy="334645"/>
          </a:xfrm>
          <a:prstGeom prst="rect">
            <a:avLst/>
          </a:prstGeom>
        </p:spPr>
        <p:txBody>
          <a:bodyPr vert="horz" wrap="square" lIns="0" tIns="15875" rIns="0" bIns="0" rtlCol="0">
            <a:spAutoFit/>
          </a:bodyPr>
          <a:lstStyle/>
          <a:p>
            <a:pPr>
              <a:lnSpc>
                <a:spcPct val="100000"/>
              </a:lnSpc>
              <a:spcBef>
                <a:spcPts val="125"/>
              </a:spcBef>
            </a:pPr>
            <a:r>
              <a:rPr sz="2000" spc="-25" dirty="0">
                <a:latin typeface="Noto Serif CJK JP"/>
                <a:cs typeface="Noto Serif CJK JP"/>
              </a:rPr>
              <a:t>输入</a:t>
            </a:r>
            <a:endParaRPr sz="2000">
              <a:latin typeface="Noto Serif CJK JP"/>
              <a:cs typeface="Noto Serif CJK JP"/>
            </a:endParaRPr>
          </a:p>
        </p:txBody>
      </p:sp>
      <p:sp>
        <p:nvSpPr>
          <p:cNvPr id="23" name="object 23"/>
          <p:cNvSpPr txBox="1"/>
          <p:nvPr/>
        </p:nvSpPr>
        <p:spPr>
          <a:xfrm>
            <a:off x="3526866" y="4086898"/>
            <a:ext cx="326390" cy="326390"/>
          </a:xfrm>
          <a:prstGeom prst="rect">
            <a:avLst/>
          </a:prstGeom>
        </p:spPr>
        <p:txBody>
          <a:bodyPr vert="eaVert" wrap="square" lIns="0" tIns="0" rIns="0" bIns="0" rtlCol="0">
            <a:spAutoFit/>
          </a:bodyPr>
          <a:lstStyle/>
          <a:p>
            <a:pPr marL="12700">
              <a:lnSpc>
                <a:spcPct val="60000"/>
              </a:lnSpc>
            </a:pPr>
            <a:r>
              <a:rPr sz="2350" dirty="0">
                <a:latin typeface="Noto Sans CJK HK"/>
                <a:cs typeface="Noto Sans CJK HK"/>
              </a:rPr>
              <a:t>…</a:t>
            </a:r>
            <a:endParaRPr sz="2350">
              <a:latin typeface="Noto Sans CJK HK"/>
              <a:cs typeface="Noto Sans CJK HK"/>
            </a:endParaRPr>
          </a:p>
        </p:txBody>
      </p:sp>
      <p:grpSp>
        <p:nvGrpSpPr>
          <p:cNvPr id="24" name="object 24"/>
          <p:cNvGrpSpPr/>
          <p:nvPr/>
        </p:nvGrpSpPr>
        <p:grpSpPr>
          <a:xfrm>
            <a:off x="1724660" y="3013710"/>
            <a:ext cx="5970905" cy="2086610"/>
            <a:chOff x="1724660" y="3013710"/>
            <a:chExt cx="5970905" cy="2086610"/>
          </a:xfrm>
        </p:grpSpPr>
        <p:pic>
          <p:nvPicPr>
            <p:cNvPr id="25" name="object 25"/>
            <p:cNvPicPr/>
            <p:nvPr/>
          </p:nvPicPr>
          <p:blipFill>
            <a:blip r:embed="rId3" cstate="print"/>
            <a:stretch>
              <a:fillRect/>
            </a:stretch>
          </p:blipFill>
          <p:spPr>
            <a:xfrm>
              <a:off x="3164039" y="3359315"/>
              <a:ext cx="128765" cy="128752"/>
            </a:xfrm>
            <a:prstGeom prst="rect">
              <a:avLst/>
            </a:prstGeom>
          </p:spPr>
        </p:pic>
        <p:pic>
          <p:nvPicPr>
            <p:cNvPr id="26" name="object 26"/>
            <p:cNvPicPr/>
            <p:nvPr/>
          </p:nvPicPr>
          <p:blipFill>
            <a:blip r:embed="rId3" cstate="print"/>
            <a:stretch>
              <a:fillRect/>
            </a:stretch>
          </p:blipFill>
          <p:spPr>
            <a:xfrm>
              <a:off x="3164039" y="3702634"/>
              <a:ext cx="128765" cy="128752"/>
            </a:xfrm>
            <a:prstGeom prst="rect">
              <a:avLst/>
            </a:prstGeom>
          </p:spPr>
        </p:pic>
        <p:pic>
          <p:nvPicPr>
            <p:cNvPr id="27" name="object 27"/>
            <p:cNvPicPr/>
            <p:nvPr/>
          </p:nvPicPr>
          <p:blipFill>
            <a:blip r:embed="rId3" cstate="print"/>
            <a:stretch>
              <a:fillRect/>
            </a:stretch>
          </p:blipFill>
          <p:spPr>
            <a:xfrm>
              <a:off x="3164039" y="4689678"/>
              <a:ext cx="128765" cy="128752"/>
            </a:xfrm>
            <a:prstGeom prst="rect">
              <a:avLst/>
            </a:prstGeom>
          </p:spPr>
        </p:pic>
        <p:sp>
          <p:nvSpPr>
            <p:cNvPr id="28" name="object 28"/>
            <p:cNvSpPr/>
            <p:nvPr/>
          </p:nvSpPr>
          <p:spPr>
            <a:xfrm>
              <a:off x="1724660" y="3013709"/>
              <a:ext cx="5970905" cy="2086610"/>
            </a:xfrm>
            <a:custGeom>
              <a:avLst/>
              <a:gdLst/>
              <a:ahLst/>
              <a:cxnLst/>
              <a:rect l="l" t="t" r="r" b="b"/>
              <a:pathLst>
                <a:path w="5970905" h="2086610">
                  <a:moveTo>
                    <a:pt x="5965444" y="12954"/>
                  </a:moveTo>
                  <a:lnTo>
                    <a:pt x="5957824" y="12954"/>
                  </a:lnTo>
                  <a:lnTo>
                    <a:pt x="5957824" y="2073402"/>
                  </a:lnTo>
                  <a:lnTo>
                    <a:pt x="5965444" y="2073402"/>
                  </a:lnTo>
                  <a:lnTo>
                    <a:pt x="5965444" y="12954"/>
                  </a:lnTo>
                  <a:close/>
                </a:path>
                <a:path w="5970905" h="2086610">
                  <a:moveTo>
                    <a:pt x="5965444" y="5080"/>
                  </a:moveTo>
                  <a:lnTo>
                    <a:pt x="5080" y="5080"/>
                  </a:lnTo>
                  <a:lnTo>
                    <a:pt x="5080" y="12700"/>
                  </a:lnTo>
                  <a:lnTo>
                    <a:pt x="5080" y="2073910"/>
                  </a:lnTo>
                  <a:lnTo>
                    <a:pt x="5080" y="2081542"/>
                  </a:lnTo>
                  <a:lnTo>
                    <a:pt x="5965444" y="2081542"/>
                  </a:lnTo>
                  <a:lnTo>
                    <a:pt x="5965444" y="2073910"/>
                  </a:lnTo>
                  <a:lnTo>
                    <a:pt x="12700" y="2073910"/>
                  </a:lnTo>
                  <a:lnTo>
                    <a:pt x="12700" y="12700"/>
                  </a:lnTo>
                  <a:lnTo>
                    <a:pt x="5965444" y="12700"/>
                  </a:lnTo>
                  <a:lnTo>
                    <a:pt x="5965444" y="5080"/>
                  </a:lnTo>
                  <a:close/>
                </a:path>
                <a:path w="5970905" h="2086610">
                  <a:moveTo>
                    <a:pt x="5970524" y="2794"/>
                  </a:moveTo>
                  <a:lnTo>
                    <a:pt x="5967984" y="2794"/>
                  </a:lnTo>
                  <a:lnTo>
                    <a:pt x="5967984" y="2083562"/>
                  </a:lnTo>
                  <a:lnTo>
                    <a:pt x="5970524" y="2083562"/>
                  </a:lnTo>
                  <a:lnTo>
                    <a:pt x="5970524" y="2794"/>
                  </a:lnTo>
                  <a:close/>
                </a:path>
                <a:path w="5970905" h="2086610">
                  <a:moveTo>
                    <a:pt x="5970524" y="0"/>
                  </a:moveTo>
                  <a:lnTo>
                    <a:pt x="0" y="0"/>
                  </a:lnTo>
                  <a:lnTo>
                    <a:pt x="0" y="2540"/>
                  </a:lnTo>
                  <a:lnTo>
                    <a:pt x="0" y="2084082"/>
                  </a:lnTo>
                  <a:lnTo>
                    <a:pt x="0" y="2086610"/>
                  </a:lnTo>
                  <a:lnTo>
                    <a:pt x="5970524" y="2086610"/>
                  </a:lnTo>
                  <a:lnTo>
                    <a:pt x="5970524" y="2084082"/>
                  </a:lnTo>
                  <a:lnTo>
                    <a:pt x="2540" y="2084082"/>
                  </a:lnTo>
                  <a:lnTo>
                    <a:pt x="2540" y="2540"/>
                  </a:lnTo>
                  <a:lnTo>
                    <a:pt x="5970524" y="2540"/>
                  </a:lnTo>
                  <a:lnTo>
                    <a:pt x="5970524" y="0"/>
                  </a:lnTo>
                  <a:close/>
                </a:path>
              </a:pathLst>
            </a:custGeom>
            <a:solidFill>
              <a:srgbClr val="0000CC"/>
            </a:solidFill>
          </p:spPr>
          <p:txBody>
            <a:bodyPr wrap="square" lIns="0" tIns="0" rIns="0" bIns="0" rtlCol="0"/>
            <a:lstStyle/>
            <a:p>
              <a:endParaRPr/>
            </a:p>
          </p:txBody>
        </p:sp>
      </p:grpSp>
      <p:pic>
        <p:nvPicPr>
          <p:cNvPr id="29" name="object 29"/>
          <p:cNvPicPr/>
          <p:nvPr/>
        </p:nvPicPr>
        <p:blipFill>
          <a:blip r:embed="rId4" cstate="print"/>
          <a:stretch>
            <a:fillRect/>
          </a:stretch>
        </p:blipFill>
        <p:spPr>
          <a:xfrm>
            <a:off x="838199" y="5323332"/>
            <a:ext cx="7926324" cy="585216"/>
          </a:xfrm>
          <a:prstGeom prst="rect">
            <a:avLst/>
          </a:prstGeom>
        </p:spPr>
      </p:pic>
      <p:sp>
        <p:nvSpPr>
          <p:cNvPr id="30" name="object 30"/>
          <p:cNvSpPr txBox="1"/>
          <p:nvPr/>
        </p:nvSpPr>
        <p:spPr>
          <a:xfrm>
            <a:off x="830313" y="4558893"/>
            <a:ext cx="7924165" cy="1311910"/>
          </a:xfrm>
          <a:prstGeom prst="rect">
            <a:avLst/>
          </a:prstGeom>
        </p:spPr>
        <p:txBody>
          <a:bodyPr vert="horz" wrap="square" lIns="0" tIns="15875" rIns="0" bIns="0" rtlCol="0">
            <a:spAutoFit/>
          </a:bodyPr>
          <a:lstStyle/>
          <a:p>
            <a:pPr marL="1850390">
              <a:lnSpc>
                <a:spcPct val="100000"/>
              </a:lnSpc>
              <a:spcBef>
                <a:spcPts val="125"/>
              </a:spcBef>
            </a:pPr>
            <a:r>
              <a:rPr sz="3000" i="1" spc="-30" baseline="14000" dirty="0">
                <a:latin typeface="Times New Roman" panose="02020603050405020304"/>
                <a:cs typeface="Times New Roman" panose="02020603050405020304"/>
              </a:rPr>
              <a:t>d</a:t>
            </a:r>
            <a:r>
              <a:rPr sz="1500" i="1" spc="-20" dirty="0">
                <a:latin typeface="Times New Roman" panose="02020603050405020304"/>
                <a:cs typeface="Times New Roman" panose="02020603050405020304"/>
              </a:rPr>
              <a:t>n</a:t>
            </a:r>
            <a:r>
              <a:rPr sz="1500" spc="-20" dirty="0">
                <a:latin typeface="Noto Serif CJK JP"/>
                <a:cs typeface="Noto Serif CJK JP"/>
              </a:rPr>
              <a:t>－</a:t>
            </a:r>
            <a:r>
              <a:rPr sz="1500" spc="-20" dirty="0">
                <a:latin typeface="Times New Roman" panose="02020603050405020304"/>
                <a:cs typeface="Times New Roman" panose="02020603050405020304"/>
              </a:rPr>
              <a:t>1</a:t>
            </a:r>
            <a:endParaRPr sz="1500">
              <a:latin typeface="Times New Roman" panose="02020603050405020304"/>
              <a:cs typeface="Times New Roman" panose="02020603050405020304"/>
            </a:endParaRPr>
          </a:p>
          <a:p>
            <a:pPr>
              <a:lnSpc>
                <a:spcPct val="100000"/>
              </a:lnSpc>
            </a:pPr>
            <a:endParaRPr sz="1500">
              <a:latin typeface="Times New Roman" panose="02020603050405020304"/>
              <a:cs typeface="Times New Roman" panose="02020603050405020304"/>
            </a:endParaRPr>
          </a:p>
          <a:p>
            <a:pPr>
              <a:lnSpc>
                <a:spcPct val="100000"/>
              </a:lnSpc>
              <a:spcBef>
                <a:spcPts val="285"/>
              </a:spcBef>
            </a:pPr>
            <a:endParaRPr sz="1500">
              <a:latin typeface="Times New Roman" panose="02020603050405020304"/>
              <a:cs typeface="Times New Roman" panose="02020603050405020304"/>
            </a:endParaRPr>
          </a:p>
          <a:p>
            <a:pPr marL="50800">
              <a:lnSpc>
                <a:spcPts val="2705"/>
              </a:lnSpc>
              <a:tabLst>
                <a:tab pos="473075" algn="l"/>
                <a:tab pos="1196975" algn="l"/>
                <a:tab pos="1979930" algn="l"/>
                <a:tab pos="3782695" algn="l"/>
                <a:tab pos="5996940" algn="l"/>
                <a:tab pos="7246620" algn="l"/>
              </a:tabLst>
            </a:pPr>
            <a:r>
              <a:rPr sz="2900" i="1" spc="-50" dirty="0">
                <a:latin typeface="Times New Roman" panose="02020603050405020304"/>
                <a:cs typeface="Times New Roman" panose="02020603050405020304"/>
              </a:rPr>
              <a:t>u</a:t>
            </a:r>
            <a:r>
              <a:rPr sz="2900" i="1"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25" dirty="0">
                <a:latin typeface="Times New Roman" panose="02020603050405020304"/>
                <a:cs typeface="Times New Roman" panose="02020603050405020304"/>
              </a:rPr>
              <a:t> </a:t>
            </a:r>
            <a:r>
              <a:rPr sz="2900" i="1" spc="-50" dirty="0">
                <a:latin typeface="Times New Roman" panose="02020603050405020304"/>
                <a:cs typeface="Times New Roman" panose="02020603050405020304"/>
              </a:rPr>
              <a:t>K</a:t>
            </a:r>
            <a:r>
              <a:rPr sz="2900" i="1" dirty="0">
                <a:latin typeface="Times New Roman" panose="02020603050405020304"/>
                <a:cs typeface="Times New Roman" panose="02020603050405020304"/>
              </a:rPr>
              <a:t>	</a:t>
            </a:r>
            <a:r>
              <a:rPr sz="2900" spc="-25" dirty="0">
                <a:latin typeface="Times New Roman" panose="02020603050405020304"/>
                <a:cs typeface="Times New Roman" panose="02020603050405020304"/>
              </a:rPr>
              <a:t>(</a:t>
            </a:r>
            <a:r>
              <a:rPr sz="2900" i="1" spc="-25"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80" dirty="0">
                <a:latin typeface="Times New Roman" panose="02020603050405020304"/>
                <a:cs typeface="Times New Roman" panose="02020603050405020304"/>
              </a:rPr>
              <a:t> </a:t>
            </a:r>
            <a:r>
              <a:rPr sz="2900" dirty="0">
                <a:latin typeface="Times New Roman" panose="02020603050405020304"/>
                <a:cs typeface="Times New Roman" panose="02020603050405020304"/>
              </a:rPr>
              <a:t>2</a:t>
            </a:r>
            <a:r>
              <a:rPr sz="2550" i="1" baseline="42000" dirty="0">
                <a:latin typeface="Times New Roman" panose="02020603050405020304"/>
                <a:cs typeface="Times New Roman" panose="02020603050405020304"/>
              </a:rPr>
              <a:t>n</a:t>
            </a:r>
            <a:r>
              <a:rPr sz="2550" i="1" spc="-330" baseline="42000" dirty="0">
                <a:latin typeface="Times New Roman" panose="02020603050405020304"/>
                <a:cs typeface="Times New Roman" panose="02020603050405020304"/>
              </a:rPr>
              <a:t> </a:t>
            </a:r>
            <a:r>
              <a:rPr sz="2550" baseline="42000" dirty="0">
                <a:latin typeface="Symbol" panose="05050102010706020507"/>
                <a:cs typeface="Symbol" panose="05050102010706020507"/>
              </a:rPr>
              <a:t></a:t>
            </a:r>
            <a:r>
              <a:rPr sz="2550" baseline="42000" dirty="0">
                <a:latin typeface="Times New Roman" panose="02020603050405020304"/>
                <a:cs typeface="Times New Roman" panose="02020603050405020304"/>
              </a:rPr>
              <a:t>1</a:t>
            </a:r>
            <a:r>
              <a:rPr sz="2550" spc="600" baseline="42000"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5" dirty="0">
                <a:latin typeface="Times New Roman" panose="02020603050405020304"/>
                <a:cs typeface="Times New Roman" panose="02020603050405020304"/>
              </a:rPr>
              <a:t> </a:t>
            </a:r>
            <a:r>
              <a:rPr sz="2900" i="1" spc="-60"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80" dirty="0">
                <a:latin typeface="Times New Roman" panose="02020603050405020304"/>
                <a:cs typeface="Times New Roman" panose="02020603050405020304"/>
              </a:rPr>
              <a:t> </a:t>
            </a:r>
            <a:r>
              <a:rPr sz="2900" dirty="0">
                <a:latin typeface="Times New Roman" panose="02020603050405020304"/>
                <a:cs typeface="Times New Roman" panose="02020603050405020304"/>
              </a:rPr>
              <a:t>2</a:t>
            </a:r>
            <a:r>
              <a:rPr sz="2550" i="1" baseline="42000" dirty="0">
                <a:latin typeface="Times New Roman" panose="02020603050405020304"/>
                <a:cs typeface="Times New Roman" panose="02020603050405020304"/>
              </a:rPr>
              <a:t>n</a:t>
            </a:r>
            <a:r>
              <a:rPr sz="2550" i="1" spc="-330" baseline="42000" dirty="0">
                <a:latin typeface="Times New Roman" panose="02020603050405020304"/>
                <a:cs typeface="Times New Roman" panose="02020603050405020304"/>
              </a:rPr>
              <a:t> </a:t>
            </a:r>
            <a:r>
              <a:rPr sz="2550" spc="-37" baseline="42000" dirty="0">
                <a:latin typeface="Symbol" panose="05050102010706020507"/>
                <a:cs typeface="Symbol" panose="05050102010706020507"/>
              </a:rPr>
              <a:t></a:t>
            </a:r>
            <a:r>
              <a:rPr sz="2550" spc="-337" baseline="42000" dirty="0">
                <a:latin typeface="Times New Roman" panose="02020603050405020304"/>
                <a:cs typeface="Times New Roman" panose="02020603050405020304"/>
              </a:rPr>
              <a:t> </a:t>
            </a:r>
            <a:r>
              <a:rPr sz="2550" baseline="42000" dirty="0">
                <a:latin typeface="Times New Roman" panose="02020603050405020304"/>
                <a:cs typeface="Times New Roman" panose="02020603050405020304"/>
              </a:rPr>
              <a:t>2</a:t>
            </a:r>
            <a:r>
              <a:rPr sz="2550" spc="89" baseline="42000" dirty="0">
                <a:latin typeface="Times New Roman" panose="02020603050405020304"/>
                <a:cs typeface="Times New Roman" panose="02020603050405020304"/>
              </a:rPr>
              <a:t>  </a:t>
            </a:r>
            <a:r>
              <a:rPr sz="2900" spc="-25" dirty="0">
                <a:latin typeface="Symbol" panose="05050102010706020507"/>
                <a:cs typeface="Symbol" panose="05050102010706020507"/>
              </a:rPr>
              <a:t></a:t>
            </a:r>
            <a:r>
              <a:rPr sz="2900" spc="-265" dirty="0">
                <a:latin typeface="Times New Roman" panose="02020603050405020304"/>
                <a:cs typeface="Times New Roman" panose="02020603050405020304"/>
              </a:rPr>
              <a:t> </a:t>
            </a:r>
            <a:r>
              <a:rPr sz="2900" spc="925" dirty="0">
                <a:latin typeface="Arial" panose="020B0604020202020204"/>
                <a:cs typeface="Arial" panose="020B0604020202020204"/>
              </a:rPr>
              <a:t></a:t>
            </a:r>
            <a:r>
              <a:rPr sz="2900" spc="-315" dirty="0">
                <a:latin typeface="Arial" panose="020B0604020202020204"/>
                <a:cs typeface="Arial" panose="020B0604020202020204"/>
              </a:rPr>
              <a:t> </a:t>
            </a:r>
            <a:r>
              <a:rPr sz="2900" dirty="0">
                <a:latin typeface="Symbol" panose="05050102010706020507"/>
                <a:cs typeface="Symbol" panose="05050102010706020507"/>
              </a:rPr>
              <a:t></a:t>
            </a:r>
            <a:r>
              <a:rPr sz="2900" spc="5" dirty="0">
                <a:latin typeface="Times New Roman" panose="02020603050405020304"/>
                <a:cs typeface="Times New Roman" panose="02020603050405020304"/>
              </a:rPr>
              <a:t> </a:t>
            </a:r>
            <a:r>
              <a:rPr sz="2900" i="1" spc="-50"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90" dirty="0">
                <a:latin typeface="Times New Roman" panose="02020603050405020304"/>
                <a:cs typeface="Times New Roman" panose="02020603050405020304"/>
              </a:rPr>
              <a:t> </a:t>
            </a:r>
            <a:r>
              <a:rPr sz="2900" dirty="0">
                <a:latin typeface="Times New Roman" panose="02020603050405020304"/>
                <a:cs typeface="Times New Roman" panose="02020603050405020304"/>
              </a:rPr>
              <a:t>2</a:t>
            </a:r>
            <a:r>
              <a:rPr sz="2550" baseline="42000" dirty="0">
                <a:latin typeface="Times New Roman" panose="02020603050405020304"/>
                <a:cs typeface="Times New Roman" panose="02020603050405020304"/>
              </a:rPr>
              <a:t>1</a:t>
            </a:r>
            <a:r>
              <a:rPr sz="2550" spc="465" baseline="42000"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45" dirty="0">
                <a:latin typeface="Times New Roman" panose="02020603050405020304"/>
                <a:cs typeface="Times New Roman" panose="02020603050405020304"/>
              </a:rPr>
              <a:t> </a:t>
            </a:r>
            <a:r>
              <a:rPr sz="2900" i="1" spc="-50"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50" dirty="0">
                <a:latin typeface="Times New Roman" panose="02020603050405020304"/>
                <a:cs typeface="Times New Roman" panose="02020603050405020304"/>
              </a:rPr>
              <a:t> </a:t>
            </a:r>
            <a:r>
              <a:rPr sz="2900" dirty="0">
                <a:latin typeface="Times New Roman" panose="02020603050405020304"/>
                <a:cs typeface="Times New Roman" panose="02020603050405020304"/>
              </a:rPr>
              <a:t>2</a:t>
            </a:r>
            <a:r>
              <a:rPr sz="2550" baseline="42000" dirty="0">
                <a:latin typeface="Times New Roman" panose="02020603050405020304"/>
                <a:cs typeface="Times New Roman" panose="02020603050405020304"/>
              </a:rPr>
              <a:t>0</a:t>
            </a:r>
            <a:r>
              <a:rPr sz="2550" spc="-104" baseline="4200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a:t>
            </a:r>
            <a:endParaRPr sz="2900">
              <a:latin typeface="Times New Roman" panose="02020603050405020304"/>
              <a:cs typeface="Times New Roman" panose="02020603050405020304"/>
            </a:endParaRPr>
          </a:p>
          <a:p>
            <a:pPr marL="241935">
              <a:lnSpc>
                <a:spcPts val="1265"/>
              </a:lnSpc>
              <a:tabLst>
                <a:tab pos="1036955" algn="l"/>
                <a:tab pos="1537335" algn="l"/>
                <a:tab pos="3298825" algn="l"/>
                <a:tab pos="5804535" algn="l"/>
                <a:tab pos="7037070" algn="l"/>
              </a:tabLst>
            </a:pPr>
            <a:r>
              <a:rPr sz="1700" spc="-50" dirty="0">
                <a:latin typeface="Times New Roman" panose="02020603050405020304"/>
                <a:cs typeface="Times New Roman" panose="02020603050405020304"/>
              </a:rPr>
              <a:t>o</a:t>
            </a:r>
            <a:r>
              <a:rPr sz="1700" dirty="0">
                <a:latin typeface="Times New Roman" panose="02020603050405020304"/>
                <a:cs typeface="Times New Roman" panose="02020603050405020304"/>
              </a:rPr>
              <a:t>	</a:t>
            </a:r>
            <a:r>
              <a:rPr sz="1700" i="1" spc="-50" dirty="0">
                <a:latin typeface="Times New Roman" panose="02020603050405020304"/>
                <a:cs typeface="Times New Roman" panose="02020603050405020304"/>
              </a:rPr>
              <a:t>u</a:t>
            </a:r>
            <a:r>
              <a:rPr sz="1700" i="1" dirty="0">
                <a:latin typeface="Times New Roman" panose="02020603050405020304"/>
                <a:cs typeface="Times New Roman" panose="02020603050405020304"/>
              </a:rPr>
              <a:t>	</a:t>
            </a:r>
            <a:r>
              <a:rPr sz="1700" i="1" spc="-25" dirty="0">
                <a:latin typeface="Times New Roman" panose="02020603050405020304"/>
                <a:cs typeface="Times New Roman" panose="02020603050405020304"/>
              </a:rPr>
              <a:t>n</a:t>
            </a:r>
            <a:r>
              <a:rPr sz="1700" i="1" spc="-220" dirty="0">
                <a:latin typeface="Times New Roman" panose="02020603050405020304"/>
                <a:cs typeface="Times New Roman" panose="02020603050405020304"/>
              </a:rPr>
              <a:t> </a:t>
            </a:r>
            <a:r>
              <a:rPr sz="1700" spc="-25" dirty="0">
                <a:latin typeface="Symbol" panose="05050102010706020507"/>
                <a:cs typeface="Symbol" panose="05050102010706020507"/>
              </a:rPr>
              <a:t></a:t>
            </a:r>
            <a:r>
              <a:rPr sz="1700" spc="-25" dirty="0">
                <a:latin typeface="Times New Roman" panose="02020603050405020304"/>
                <a:cs typeface="Times New Roman" panose="02020603050405020304"/>
              </a:rPr>
              <a:t>1</a:t>
            </a:r>
            <a:r>
              <a:rPr sz="1700" dirty="0">
                <a:latin typeface="Times New Roman" panose="02020603050405020304"/>
                <a:cs typeface="Times New Roman" panose="02020603050405020304"/>
              </a:rPr>
              <a:t>	</a:t>
            </a:r>
            <a:r>
              <a:rPr sz="1700" i="1" spc="-25" dirty="0">
                <a:latin typeface="Times New Roman" panose="02020603050405020304"/>
                <a:cs typeface="Times New Roman" panose="02020603050405020304"/>
              </a:rPr>
              <a:t>n</a:t>
            </a:r>
            <a:r>
              <a:rPr sz="1700" i="1" spc="-220" dirty="0">
                <a:latin typeface="Times New Roman" panose="02020603050405020304"/>
                <a:cs typeface="Times New Roman" panose="02020603050405020304"/>
              </a:rPr>
              <a:t> </a:t>
            </a:r>
            <a:r>
              <a:rPr sz="1700" spc="-25" dirty="0">
                <a:latin typeface="Symbol" panose="05050102010706020507"/>
                <a:cs typeface="Symbol" panose="05050102010706020507"/>
              </a:rPr>
              <a:t></a:t>
            </a:r>
            <a:r>
              <a:rPr sz="1700" spc="-225" dirty="0">
                <a:latin typeface="Times New Roman" panose="02020603050405020304"/>
                <a:cs typeface="Times New Roman" panose="02020603050405020304"/>
              </a:rPr>
              <a:t> </a:t>
            </a:r>
            <a:r>
              <a:rPr sz="1700" spc="-50" dirty="0">
                <a:latin typeface="Times New Roman" panose="02020603050405020304"/>
                <a:cs typeface="Times New Roman" panose="02020603050405020304"/>
              </a:rPr>
              <a:t>2</a:t>
            </a:r>
            <a:r>
              <a:rPr sz="1700" dirty="0">
                <a:latin typeface="Times New Roman" panose="02020603050405020304"/>
                <a:cs typeface="Times New Roman" panose="02020603050405020304"/>
              </a:rPr>
              <a:t>	</a:t>
            </a:r>
            <a:r>
              <a:rPr sz="1700" spc="-50" dirty="0">
                <a:latin typeface="Times New Roman" panose="02020603050405020304"/>
                <a:cs typeface="Times New Roman" panose="02020603050405020304"/>
              </a:rPr>
              <a:t>1</a:t>
            </a:r>
            <a:r>
              <a:rPr sz="1700" dirty="0">
                <a:latin typeface="Times New Roman" panose="02020603050405020304"/>
                <a:cs typeface="Times New Roman" panose="02020603050405020304"/>
              </a:rPr>
              <a:t>	</a:t>
            </a:r>
            <a:r>
              <a:rPr sz="1700" spc="-50" dirty="0">
                <a:latin typeface="Times New Roman" panose="02020603050405020304"/>
                <a:cs typeface="Times New Roman" panose="02020603050405020304"/>
              </a:rPr>
              <a:t>0</a:t>
            </a:r>
            <a:endParaRPr sz="1700">
              <a:latin typeface="Times New Roman" panose="02020603050405020304"/>
              <a:cs typeface="Times New Roman" panose="02020603050405020304"/>
            </a:endParaRPr>
          </a:p>
        </p:txBody>
      </p:sp>
      <p:sp>
        <p:nvSpPr>
          <p:cNvPr id="31" name="object 31"/>
          <p:cNvSpPr/>
          <p:nvPr/>
        </p:nvSpPr>
        <p:spPr>
          <a:xfrm>
            <a:off x="827150" y="5312283"/>
            <a:ext cx="7943850" cy="603250"/>
          </a:xfrm>
          <a:custGeom>
            <a:avLst/>
            <a:gdLst/>
            <a:ahLst/>
            <a:cxnLst/>
            <a:rect l="l" t="t" r="r" b="b"/>
            <a:pathLst>
              <a:path w="7943850" h="603250">
                <a:moveTo>
                  <a:pt x="7939087" y="602741"/>
                </a:moveTo>
                <a:lnTo>
                  <a:pt x="4762" y="602741"/>
                </a:lnTo>
                <a:lnTo>
                  <a:pt x="3289" y="602513"/>
                </a:lnTo>
                <a:lnTo>
                  <a:pt x="1968" y="601827"/>
                </a:lnTo>
                <a:lnTo>
                  <a:pt x="914" y="600773"/>
                </a:lnTo>
                <a:lnTo>
                  <a:pt x="228" y="599452"/>
                </a:lnTo>
                <a:lnTo>
                  <a:pt x="0" y="597979"/>
                </a:lnTo>
                <a:lnTo>
                  <a:pt x="0" y="4762"/>
                </a:lnTo>
                <a:lnTo>
                  <a:pt x="4762" y="0"/>
                </a:lnTo>
                <a:lnTo>
                  <a:pt x="7939087" y="0"/>
                </a:lnTo>
                <a:lnTo>
                  <a:pt x="7943850" y="4762"/>
                </a:lnTo>
                <a:lnTo>
                  <a:pt x="9525" y="4762"/>
                </a:lnTo>
                <a:lnTo>
                  <a:pt x="4762" y="9525"/>
                </a:lnTo>
                <a:lnTo>
                  <a:pt x="9525" y="9525"/>
                </a:lnTo>
                <a:lnTo>
                  <a:pt x="9525" y="593216"/>
                </a:lnTo>
                <a:lnTo>
                  <a:pt x="4762" y="593216"/>
                </a:lnTo>
                <a:lnTo>
                  <a:pt x="9525" y="597979"/>
                </a:lnTo>
                <a:lnTo>
                  <a:pt x="7943850" y="597979"/>
                </a:lnTo>
                <a:lnTo>
                  <a:pt x="7943621" y="599452"/>
                </a:lnTo>
                <a:lnTo>
                  <a:pt x="7942935" y="600773"/>
                </a:lnTo>
                <a:lnTo>
                  <a:pt x="7941881" y="601827"/>
                </a:lnTo>
                <a:lnTo>
                  <a:pt x="7940560" y="602513"/>
                </a:lnTo>
                <a:lnTo>
                  <a:pt x="7939087" y="602741"/>
                </a:lnTo>
                <a:close/>
              </a:path>
              <a:path w="7943850" h="603250">
                <a:moveTo>
                  <a:pt x="9525" y="9525"/>
                </a:moveTo>
                <a:lnTo>
                  <a:pt x="4762" y="9525"/>
                </a:lnTo>
                <a:lnTo>
                  <a:pt x="9525" y="4762"/>
                </a:lnTo>
                <a:lnTo>
                  <a:pt x="9525" y="9525"/>
                </a:lnTo>
                <a:close/>
              </a:path>
              <a:path w="7943850" h="603250">
                <a:moveTo>
                  <a:pt x="7934325" y="9525"/>
                </a:moveTo>
                <a:lnTo>
                  <a:pt x="9525" y="9525"/>
                </a:lnTo>
                <a:lnTo>
                  <a:pt x="9525" y="4762"/>
                </a:lnTo>
                <a:lnTo>
                  <a:pt x="7934325" y="4762"/>
                </a:lnTo>
                <a:lnTo>
                  <a:pt x="7934325" y="9525"/>
                </a:lnTo>
                <a:close/>
              </a:path>
              <a:path w="7943850" h="603250">
                <a:moveTo>
                  <a:pt x="7934325" y="597979"/>
                </a:moveTo>
                <a:lnTo>
                  <a:pt x="7934325" y="4762"/>
                </a:lnTo>
                <a:lnTo>
                  <a:pt x="7939087" y="9525"/>
                </a:lnTo>
                <a:lnTo>
                  <a:pt x="7943850" y="9525"/>
                </a:lnTo>
                <a:lnTo>
                  <a:pt x="7943850" y="593216"/>
                </a:lnTo>
                <a:lnTo>
                  <a:pt x="7939087" y="593216"/>
                </a:lnTo>
                <a:lnTo>
                  <a:pt x="7934325" y="597979"/>
                </a:lnTo>
                <a:close/>
              </a:path>
              <a:path w="7943850" h="603250">
                <a:moveTo>
                  <a:pt x="7943850" y="9525"/>
                </a:moveTo>
                <a:lnTo>
                  <a:pt x="7939087" y="9525"/>
                </a:lnTo>
                <a:lnTo>
                  <a:pt x="7934325" y="4762"/>
                </a:lnTo>
                <a:lnTo>
                  <a:pt x="7943850" y="4762"/>
                </a:lnTo>
                <a:lnTo>
                  <a:pt x="7943850" y="9525"/>
                </a:lnTo>
                <a:close/>
              </a:path>
              <a:path w="7943850" h="603250">
                <a:moveTo>
                  <a:pt x="9525" y="597979"/>
                </a:moveTo>
                <a:lnTo>
                  <a:pt x="4762" y="593216"/>
                </a:lnTo>
                <a:lnTo>
                  <a:pt x="9525" y="593216"/>
                </a:lnTo>
                <a:lnTo>
                  <a:pt x="9525" y="597979"/>
                </a:lnTo>
                <a:close/>
              </a:path>
              <a:path w="7943850" h="603250">
                <a:moveTo>
                  <a:pt x="7934325" y="597979"/>
                </a:moveTo>
                <a:lnTo>
                  <a:pt x="9525" y="597979"/>
                </a:lnTo>
                <a:lnTo>
                  <a:pt x="9525" y="593216"/>
                </a:lnTo>
                <a:lnTo>
                  <a:pt x="7934325" y="593216"/>
                </a:lnTo>
                <a:lnTo>
                  <a:pt x="7934325" y="597979"/>
                </a:lnTo>
                <a:close/>
              </a:path>
              <a:path w="7943850" h="603250">
                <a:moveTo>
                  <a:pt x="7943850" y="597979"/>
                </a:moveTo>
                <a:lnTo>
                  <a:pt x="7934325" y="597979"/>
                </a:lnTo>
                <a:lnTo>
                  <a:pt x="7939087" y="593216"/>
                </a:lnTo>
                <a:lnTo>
                  <a:pt x="7943850" y="593216"/>
                </a:lnTo>
                <a:lnTo>
                  <a:pt x="7943850" y="597979"/>
                </a:lnTo>
                <a:close/>
              </a:path>
            </a:pathLst>
          </a:custGeom>
          <a:solidFill>
            <a:srgbClr val="0000CC"/>
          </a:solidFill>
        </p:spPr>
        <p:txBody>
          <a:bodyPr wrap="square" lIns="0" tIns="0" rIns="0" bIns="0" rtlCol="0"/>
          <a:lstStyle/>
          <a:p>
            <a:endParaRPr/>
          </a:p>
        </p:txBody>
      </p:sp>
      <p:sp>
        <p:nvSpPr>
          <p:cNvPr id="32" name="object 32"/>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91856" y="6082588"/>
            <a:ext cx="7879080" cy="522605"/>
            <a:chOff x="1191856" y="6082588"/>
            <a:chExt cx="7879080" cy="522605"/>
          </a:xfrm>
        </p:grpSpPr>
        <p:sp>
          <p:nvSpPr>
            <p:cNvPr id="3" name="object 3"/>
            <p:cNvSpPr/>
            <p:nvPr/>
          </p:nvSpPr>
          <p:spPr>
            <a:xfrm>
              <a:off x="1196340" y="6086856"/>
              <a:ext cx="3973195" cy="513715"/>
            </a:xfrm>
            <a:custGeom>
              <a:avLst/>
              <a:gdLst/>
              <a:ahLst/>
              <a:cxnLst/>
              <a:rect l="l" t="t" r="r" b="b"/>
              <a:pathLst>
                <a:path w="3973195" h="513715">
                  <a:moveTo>
                    <a:pt x="3973068" y="513588"/>
                  </a:moveTo>
                  <a:lnTo>
                    <a:pt x="0" y="513588"/>
                  </a:lnTo>
                  <a:lnTo>
                    <a:pt x="0" y="132588"/>
                  </a:lnTo>
                  <a:lnTo>
                    <a:pt x="2318004" y="132588"/>
                  </a:lnTo>
                  <a:lnTo>
                    <a:pt x="2606040" y="0"/>
                  </a:lnTo>
                  <a:lnTo>
                    <a:pt x="3311652" y="132588"/>
                  </a:lnTo>
                  <a:lnTo>
                    <a:pt x="3973068" y="132588"/>
                  </a:lnTo>
                  <a:lnTo>
                    <a:pt x="3973068" y="513588"/>
                  </a:lnTo>
                  <a:close/>
                </a:path>
              </a:pathLst>
            </a:custGeom>
            <a:solidFill>
              <a:srgbClr val="CCEBFF"/>
            </a:solidFill>
          </p:spPr>
          <p:txBody>
            <a:bodyPr wrap="square" lIns="0" tIns="0" rIns="0" bIns="0" rtlCol="0"/>
            <a:lstStyle/>
            <a:p>
              <a:endParaRPr/>
            </a:p>
          </p:txBody>
        </p:sp>
        <p:sp>
          <p:nvSpPr>
            <p:cNvPr id="4" name="object 4"/>
            <p:cNvSpPr/>
            <p:nvPr/>
          </p:nvSpPr>
          <p:spPr>
            <a:xfrm>
              <a:off x="1191856" y="6082588"/>
              <a:ext cx="3983354" cy="522605"/>
            </a:xfrm>
            <a:custGeom>
              <a:avLst/>
              <a:gdLst/>
              <a:ahLst/>
              <a:cxnLst/>
              <a:rect l="l" t="t" r="r" b="b"/>
              <a:pathLst>
                <a:path w="3983354" h="522604">
                  <a:moveTo>
                    <a:pt x="2320658" y="132397"/>
                  </a:moveTo>
                  <a:lnTo>
                    <a:pt x="2609189" y="0"/>
                  </a:lnTo>
                  <a:lnTo>
                    <a:pt x="2658947" y="9283"/>
                  </a:lnTo>
                  <a:lnTo>
                    <a:pt x="2611793" y="9283"/>
                  </a:lnTo>
                  <a:lnTo>
                    <a:pt x="2608922" y="9639"/>
                  </a:lnTo>
                  <a:lnTo>
                    <a:pt x="2610412" y="9917"/>
                  </a:lnTo>
                  <a:lnTo>
                    <a:pt x="2344452" y="131952"/>
                  </a:lnTo>
                  <a:lnTo>
                    <a:pt x="2322652" y="131952"/>
                  </a:lnTo>
                  <a:lnTo>
                    <a:pt x="2320658" y="132397"/>
                  </a:lnTo>
                  <a:close/>
                </a:path>
                <a:path w="3983354" h="522604">
                  <a:moveTo>
                    <a:pt x="2610412" y="9917"/>
                  </a:moveTo>
                  <a:lnTo>
                    <a:pt x="2608922" y="9639"/>
                  </a:lnTo>
                  <a:lnTo>
                    <a:pt x="2611793" y="9283"/>
                  </a:lnTo>
                  <a:lnTo>
                    <a:pt x="2610412" y="9917"/>
                  </a:lnTo>
                  <a:close/>
                </a:path>
                <a:path w="3983354" h="522604">
                  <a:moveTo>
                    <a:pt x="3973512" y="141477"/>
                  </a:moveTo>
                  <a:lnTo>
                    <a:pt x="3315589" y="141477"/>
                  </a:lnTo>
                  <a:lnTo>
                    <a:pt x="2610412" y="9917"/>
                  </a:lnTo>
                  <a:lnTo>
                    <a:pt x="2611793" y="9283"/>
                  </a:lnTo>
                  <a:lnTo>
                    <a:pt x="2658947" y="9283"/>
                  </a:lnTo>
                  <a:lnTo>
                    <a:pt x="3316420" y="131952"/>
                  </a:lnTo>
                  <a:lnTo>
                    <a:pt x="3316033" y="131952"/>
                  </a:lnTo>
                  <a:lnTo>
                    <a:pt x="3316897" y="132041"/>
                  </a:lnTo>
                  <a:lnTo>
                    <a:pt x="3983037" y="132041"/>
                  </a:lnTo>
                  <a:lnTo>
                    <a:pt x="3983037" y="136715"/>
                  </a:lnTo>
                  <a:lnTo>
                    <a:pt x="3973512" y="136715"/>
                  </a:lnTo>
                  <a:lnTo>
                    <a:pt x="3973512" y="141477"/>
                  </a:lnTo>
                  <a:close/>
                </a:path>
                <a:path w="3983354" h="522604">
                  <a:moveTo>
                    <a:pt x="3983037" y="522477"/>
                  </a:moveTo>
                  <a:lnTo>
                    <a:pt x="0" y="522477"/>
                  </a:lnTo>
                  <a:lnTo>
                    <a:pt x="0" y="131952"/>
                  </a:lnTo>
                  <a:lnTo>
                    <a:pt x="2321626" y="131952"/>
                  </a:lnTo>
                  <a:lnTo>
                    <a:pt x="2320658" y="132397"/>
                  </a:lnTo>
                  <a:lnTo>
                    <a:pt x="2343483" y="132397"/>
                  </a:lnTo>
                  <a:lnTo>
                    <a:pt x="2334072" y="136715"/>
                  </a:lnTo>
                  <a:lnTo>
                    <a:pt x="9525" y="136715"/>
                  </a:lnTo>
                  <a:lnTo>
                    <a:pt x="4762" y="141477"/>
                  </a:lnTo>
                  <a:lnTo>
                    <a:pt x="9525" y="141477"/>
                  </a:lnTo>
                  <a:lnTo>
                    <a:pt x="9525" y="512952"/>
                  </a:lnTo>
                  <a:lnTo>
                    <a:pt x="4762" y="512952"/>
                  </a:lnTo>
                  <a:lnTo>
                    <a:pt x="9525" y="517715"/>
                  </a:lnTo>
                  <a:lnTo>
                    <a:pt x="3983037" y="517715"/>
                  </a:lnTo>
                  <a:lnTo>
                    <a:pt x="3983037" y="522477"/>
                  </a:lnTo>
                  <a:close/>
                </a:path>
                <a:path w="3983354" h="522604">
                  <a:moveTo>
                    <a:pt x="2343483" y="132397"/>
                  </a:moveTo>
                  <a:lnTo>
                    <a:pt x="2320658" y="132397"/>
                  </a:lnTo>
                  <a:lnTo>
                    <a:pt x="2322652" y="131952"/>
                  </a:lnTo>
                  <a:lnTo>
                    <a:pt x="2344452" y="131952"/>
                  </a:lnTo>
                  <a:lnTo>
                    <a:pt x="2343483" y="132397"/>
                  </a:lnTo>
                  <a:close/>
                </a:path>
                <a:path w="3983354" h="522604">
                  <a:moveTo>
                    <a:pt x="3316897" y="132041"/>
                  </a:moveTo>
                  <a:lnTo>
                    <a:pt x="3316033" y="131952"/>
                  </a:lnTo>
                  <a:lnTo>
                    <a:pt x="3316420" y="131952"/>
                  </a:lnTo>
                  <a:lnTo>
                    <a:pt x="3316897" y="132041"/>
                  </a:lnTo>
                  <a:close/>
                </a:path>
                <a:path w="3983354" h="522604">
                  <a:moveTo>
                    <a:pt x="3983037" y="132041"/>
                  </a:moveTo>
                  <a:lnTo>
                    <a:pt x="3316897" y="132041"/>
                  </a:lnTo>
                  <a:lnTo>
                    <a:pt x="3316420" y="131952"/>
                  </a:lnTo>
                  <a:lnTo>
                    <a:pt x="3983037" y="131952"/>
                  </a:lnTo>
                  <a:close/>
                </a:path>
                <a:path w="3983354" h="522604">
                  <a:moveTo>
                    <a:pt x="9525" y="141477"/>
                  </a:moveTo>
                  <a:lnTo>
                    <a:pt x="4762" y="141477"/>
                  </a:lnTo>
                  <a:lnTo>
                    <a:pt x="9525" y="136715"/>
                  </a:lnTo>
                  <a:lnTo>
                    <a:pt x="9525" y="141477"/>
                  </a:lnTo>
                  <a:close/>
                </a:path>
                <a:path w="3983354" h="522604">
                  <a:moveTo>
                    <a:pt x="2323693" y="141477"/>
                  </a:moveTo>
                  <a:lnTo>
                    <a:pt x="9525" y="141477"/>
                  </a:lnTo>
                  <a:lnTo>
                    <a:pt x="9525" y="136715"/>
                  </a:lnTo>
                  <a:lnTo>
                    <a:pt x="2334072" y="136715"/>
                  </a:lnTo>
                  <a:lnTo>
                    <a:pt x="2323693" y="141477"/>
                  </a:lnTo>
                  <a:close/>
                </a:path>
                <a:path w="3983354" h="522604">
                  <a:moveTo>
                    <a:pt x="3973512" y="517715"/>
                  </a:moveTo>
                  <a:lnTo>
                    <a:pt x="3973512" y="136715"/>
                  </a:lnTo>
                  <a:lnTo>
                    <a:pt x="3978275" y="141477"/>
                  </a:lnTo>
                  <a:lnTo>
                    <a:pt x="3983037" y="141477"/>
                  </a:lnTo>
                  <a:lnTo>
                    <a:pt x="3983037" y="512952"/>
                  </a:lnTo>
                  <a:lnTo>
                    <a:pt x="3978275" y="512952"/>
                  </a:lnTo>
                  <a:lnTo>
                    <a:pt x="3973512" y="517715"/>
                  </a:lnTo>
                  <a:close/>
                </a:path>
                <a:path w="3983354" h="522604">
                  <a:moveTo>
                    <a:pt x="3983037" y="141477"/>
                  </a:moveTo>
                  <a:lnTo>
                    <a:pt x="3978275" y="141477"/>
                  </a:lnTo>
                  <a:lnTo>
                    <a:pt x="3973512" y="136715"/>
                  </a:lnTo>
                  <a:lnTo>
                    <a:pt x="3983037" y="136715"/>
                  </a:lnTo>
                  <a:lnTo>
                    <a:pt x="3983037" y="141477"/>
                  </a:lnTo>
                  <a:close/>
                </a:path>
                <a:path w="3983354" h="522604">
                  <a:moveTo>
                    <a:pt x="9525" y="517715"/>
                  </a:moveTo>
                  <a:lnTo>
                    <a:pt x="4762" y="512952"/>
                  </a:lnTo>
                  <a:lnTo>
                    <a:pt x="9525" y="512952"/>
                  </a:lnTo>
                  <a:lnTo>
                    <a:pt x="9525" y="517715"/>
                  </a:lnTo>
                  <a:close/>
                </a:path>
                <a:path w="3983354" h="522604">
                  <a:moveTo>
                    <a:pt x="3973512" y="517715"/>
                  </a:moveTo>
                  <a:lnTo>
                    <a:pt x="9525" y="517715"/>
                  </a:lnTo>
                  <a:lnTo>
                    <a:pt x="9525" y="512952"/>
                  </a:lnTo>
                  <a:lnTo>
                    <a:pt x="3973512" y="512952"/>
                  </a:lnTo>
                  <a:lnTo>
                    <a:pt x="3973512" y="517715"/>
                  </a:lnTo>
                  <a:close/>
                </a:path>
                <a:path w="3983354" h="522604">
                  <a:moveTo>
                    <a:pt x="3983037" y="517715"/>
                  </a:moveTo>
                  <a:lnTo>
                    <a:pt x="3973512" y="517715"/>
                  </a:lnTo>
                  <a:lnTo>
                    <a:pt x="3978275" y="512952"/>
                  </a:lnTo>
                  <a:lnTo>
                    <a:pt x="3983037" y="512952"/>
                  </a:lnTo>
                  <a:lnTo>
                    <a:pt x="3983037" y="517715"/>
                  </a:lnTo>
                  <a:close/>
                </a:path>
              </a:pathLst>
            </a:custGeom>
            <a:solidFill>
              <a:srgbClr val="0000FF"/>
            </a:solidFill>
          </p:spPr>
          <p:txBody>
            <a:bodyPr wrap="square" lIns="0" tIns="0" rIns="0" bIns="0" rtlCol="0"/>
            <a:lstStyle/>
            <a:p>
              <a:endParaRPr/>
            </a:p>
          </p:txBody>
        </p:sp>
      </p:grpSp>
      <p:sp>
        <p:nvSpPr>
          <p:cNvPr id="5" name="object 5"/>
          <p:cNvSpPr txBox="1">
            <a:spLocks noGrp="1"/>
          </p:cNvSpPr>
          <p:nvPr>
            <p:ph type="title"/>
          </p:nvPr>
        </p:nvSpPr>
        <p:spPr>
          <a:xfrm>
            <a:off x="433069" y="191401"/>
            <a:ext cx="4293235" cy="442595"/>
          </a:xfrm>
          <a:prstGeom prst="rect">
            <a:avLst/>
          </a:prstGeom>
        </p:spPr>
        <p:txBody>
          <a:bodyPr vert="horz" wrap="square" lIns="0" tIns="12065" rIns="0" bIns="0" rtlCol="0">
            <a:spAutoFit/>
          </a:bodyPr>
          <a:lstStyle/>
          <a:p>
            <a:pPr marL="12700">
              <a:lnSpc>
                <a:spcPct val="100000"/>
              </a:lnSpc>
              <a:spcBef>
                <a:spcPts val="95"/>
              </a:spcBef>
              <a:tabLst>
                <a:tab pos="1198245" algn="l"/>
              </a:tabLst>
            </a:pPr>
            <a:r>
              <a:rPr spc="-10" dirty="0">
                <a:latin typeface="Arial" panose="020B0604020202020204"/>
                <a:cs typeface="Arial" panose="020B0604020202020204"/>
              </a:rPr>
              <a:t>9.2.1</a:t>
            </a:r>
            <a:r>
              <a:rPr dirty="0">
                <a:latin typeface="Arial" panose="020B0604020202020204"/>
                <a:cs typeface="Arial" panose="020B0604020202020204"/>
              </a:rPr>
              <a:t>	</a:t>
            </a:r>
            <a:r>
              <a:rPr spc="-10" dirty="0">
                <a:latin typeface="Arial" panose="020B0604020202020204"/>
                <a:cs typeface="Arial" panose="020B0604020202020204"/>
              </a:rPr>
              <a:t>D/A</a:t>
            </a:r>
            <a:r>
              <a:rPr spc="-35" dirty="0"/>
              <a:t>转换的基本原理</a:t>
            </a:r>
          </a:p>
        </p:txBody>
      </p:sp>
      <p:grpSp>
        <p:nvGrpSpPr>
          <p:cNvPr id="6" name="object 6"/>
          <p:cNvGrpSpPr/>
          <p:nvPr/>
        </p:nvGrpSpPr>
        <p:grpSpPr>
          <a:xfrm>
            <a:off x="1511808" y="1629155"/>
            <a:ext cx="5945505" cy="2060575"/>
            <a:chOff x="1511808" y="1629155"/>
            <a:chExt cx="5945505" cy="2060575"/>
          </a:xfrm>
        </p:grpSpPr>
        <p:sp>
          <p:nvSpPr>
            <p:cNvPr id="7" name="object 7"/>
            <p:cNvSpPr/>
            <p:nvPr/>
          </p:nvSpPr>
          <p:spPr>
            <a:xfrm>
              <a:off x="1511808" y="1629155"/>
              <a:ext cx="5945505" cy="2060575"/>
            </a:xfrm>
            <a:custGeom>
              <a:avLst/>
              <a:gdLst/>
              <a:ahLst/>
              <a:cxnLst/>
              <a:rect l="l" t="t" r="r" b="b"/>
              <a:pathLst>
                <a:path w="5945505" h="2060575">
                  <a:moveTo>
                    <a:pt x="5945123" y="2060448"/>
                  </a:moveTo>
                  <a:lnTo>
                    <a:pt x="0" y="2060448"/>
                  </a:lnTo>
                  <a:lnTo>
                    <a:pt x="0" y="0"/>
                  </a:lnTo>
                  <a:lnTo>
                    <a:pt x="5945123" y="0"/>
                  </a:lnTo>
                  <a:lnTo>
                    <a:pt x="5945123" y="2060448"/>
                  </a:lnTo>
                  <a:close/>
                </a:path>
              </a:pathLst>
            </a:custGeom>
            <a:solidFill>
              <a:srgbClr val="F8F8F8"/>
            </a:solidFill>
          </p:spPr>
          <p:txBody>
            <a:bodyPr wrap="square" lIns="0" tIns="0" rIns="0" bIns="0" rtlCol="0"/>
            <a:lstStyle/>
            <a:p>
              <a:endParaRPr/>
            </a:p>
          </p:txBody>
        </p:sp>
        <p:pic>
          <p:nvPicPr>
            <p:cNvPr id="8" name="object 8"/>
            <p:cNvPicPr/>
            <p:nvPr/>
          </p:nvPicPr>
          <p:blipFill>
            <a:blip r:embed="rId2" cstate="print"/>
            <a:stretch>
              <a:fillRect/>
            </a:stretch>
          </p:blipFill>
          <p:spPr>
            <a:xfrm>
              <a:off x="6801701" y="2519921"/>
              <a:ext cx="128765" cy="128739"/>
            </a:xfrm>
            <a:prstGeom prst="rect">
              <a:avLst/>
            </a:prstGeom>
          </p:spPr>
        </p:pic>
      </p:grpSp>
      <p:sp>
        <p:nvSpPr>
          <p:cNvPr id="9" name="object 9"/>
          <p:cNvSpPr txBox="1"/>
          <p:nvPr/>
        </p:nvSpPr>
        <p:spPr>
          <a:xfrm>
            <a:off x="6529489" y="2153107"/>
            <a:ext cx="825500" cy="828040"/>
          </a:xfrm>
          <a:prstGeom prst="rect">
            <a:avLst/>
          </a:prstGeom>
        </p:spPr>
        <p:txBody>
          <a:bodyPr vert="horz" wrap="square" lIns="0" tIns="15875" rIns="0" bIns="0" rtlCol="0">
            <a:spAutoFit/>
          </a:bodyPr>
          <a:lstStyle/>
          <a:p>
            <a:pPr marL="25400">
              <a:lnSpc>
                <a:spcPct val="100000"/>
              </a:lnSpc>
              <a:spcBef>
                <a:spcPts val="125"/>
              </a:spcBef>
            </a:pPr>
            <a:r>
              <a:rPr sz="2000" i="1" dirty="0">
                <a:latin typeface="Times New Roman" panose="02020603050405020304"/>
                <a:cs typeface="Times New Roman" panose="02020603050405020304"/>
              </a:rPr>
              <a:t>u</a:t>
            </a:r>
            <a:r>
              <a:rPr sz="2250" baseline="-19000" dirty="0">
                <a:latin typeface="Times New Roman" panose="02020603050405020304"/>
                <a:cs typeface="Times New Roman" panose="02020603050405020304"/>
              </a:rPr>
              <a:t>o</a:t>
            </a:r>
            <a:r>
              <a:rPr sz="2250" spc="82" baseline="-19000" dirty="0">
                <a:latin typeface="Times New Roman" panose="02020603050405020304"/>
                <a:cs typeface="Times New Roman" panose="02020603050405020304"/>
              </a:rPr>
              <a:t> </a:t>
            </a:r>
            <a:r>
              <a:rPr sz="2000" spc="5" dirty="0">
                <a:latin typeface="Noto Serif CJK JP"/>
                <a:cs typeface="Noto Serif CJK JP"/>
              </a:rPr>
              <a:t>或 </a:t>
            </a:r>
            <a:r>
              <a:rPr sz="2000" i="1" spc="-25" dirty="0">
                <a:latin typeface="Times New Roman" panose="02020603050405020304"/>
                <a:cs typeface="Times New Roman" panose="02020603050405020304"/>
              </a:rPr>
              <a:t>i</a:t>
            </a:r>
            <a:r>
              <a:rPr sz="2250" spc="-37" baseline="-19000" dirty="0">
                <a:latin typeface="Times New Roman" panose="02020603050405020304"/>
                <a:cs typeface="Times New Roman" panose="02020603050405020304"/>
              </a:rPr>
              <a:t>o</a:t>
            </a:r>
            <a:endParaRPr sz="2250" baseline="-19000">
              <a:latin typeface="Times New Roman" panose="02020603050405020304"/>
              <a:cs typeface="Times New Roman" panose="02020603050405020304"/>
            </a:endParaRPr>
          </a:p>
          <a:p>
            <a:pPr marL="25400">
              <a:lnSpc>
                <a:spcPct val="100000"/>
              </a:lnSpc>
              <a:spcBef>
                <a:spcPts val="1485"/>
              </a:spcBef>
            </a:pPr>
            <a:r>
              <a:rPr sz="2000" spc="-25" dirty="0">
                <a:latin typeface="Noto Serif CJK JP"/>
                <a:cs typeface="Noto Serif CJK JP"/>
              </a:rPr>
              <a:t>输出</a:t>
            </a:r>
            <a:endParaRPr sz="2000">
              <a:latin typeface="Noto Serif CJK JP"/>
              <a:cs typeface="Noto Serif CJK JP"/>
            </a:endParaRPr>
          </a:p>
        </p:txBody>
      </p:sp>
      <p:grpSp>
        <p:nvGrpSpPr>
          <p:cNvPr id="10" name="object 10"/>
          <p:cNvGrpSpPr/>
          <p:nvPr/>
        </p:nvGrpSpPr>
        <p:grpSpPr>
          <a:xfrm>
            <a:off x="4483722" y="1768843"/>
            <a:ext cx="2339975" cy="1824355"/>
            <a:chOff x="4483722" y="1768843"/>
            <a:chExt cx="2339975" cy="1824355"/>
          </a:xfrm>
        </p:grpSpPr>
        <p:sp>
          <p:nvSpPr>
            <p:cNvPr id="11" name="object 11"/>
            <p:cNvSpPr/>
            <p:nvPr/>
          </p:nvSpPr>
          <p:spPr>
            <a:xfrm>
              <a:off x="5803709" y="2573566"/>
              <a:ext cx="1009015" cy="0"/>
            </a:xfrm>
            <a:custGeom>
              <a:avLst/>
              <a:gdLst/>
              <a:ahLst/>
              <a:cxnLst/>
              <a:rect l="l" t="t" r="r" b="b"/>
              <a:pathLst>
                <a:path w="1009015">
                  <a:moveTo>
                    <a:pt x="0" y="0"/>
                  </a:moveTo>
                  <a:lnTo>
                    <a:pt x="1008722" y="0"/>
                  </a:lnTo>
                </a:path>
              </a:pathLst>
            </a:custGeom>
            <a:ln w="21463">
              <a:solidFill>
                <a:srgbClr val="000000"/>
              </a:solidFill>
            </a:ln>
          </p:spPr>
          <p:txBody>
            <a:bodyPr wrap="square" lIns="0" tIns="0" rIns="0" bIns="0" rtlCol="0"/>
            <a:lstStyle/>
            <a:p>
              <a:endParaRPr/>
            </a:p>
          </p:txBody>
        </p:sp>
        <p:sp>
          <p:nvSpPr>
            <p:cNvPr id="12" name="object 12"/>
            <p:cNvSpPr/>
            <p:nvPr/>
          </p:nvSpPr>
          <p:spPr>
            <a:xfrm>
              <a:off x="4494517" y="1779638"/>
              <a:ext cx="1309370" cy="1802764"/>
            </a:xfrm>
            <a:custGeom>
              <a:avLst/>
              <a:gdLst/>
              <a:ahLst/>
              <a:cxnLst/>
              <a:rect l="l" t="t" r="r" b="b"/>
              <a:pathLst>
                <a:path w="1309370" h="1802764">
                  <a:moveTo>
                    <a:pt x="1309192" y="1802422"/>
                  </a:moveTo>
                  <a:lnTo>
                    <a:pt x="0" y="1802422"/>
                  </a:lnTo>
                  <a:lnTo>
                    <a:pt x="0" y="0"/>
                  </a:lnTo>
                  <a:lnTo>
                    <a:pt x="1309192" y="0"/>
                  </a:lnTo>
                  <a:lnTo>
                    <a:pt x="1309192" y="1802422"/>
                  </a:lnTo>
                  <a:close/>
                </a:path>
              </a:pathLst>
            </a:custGeom>
            <a:solidFill>
              <a:srgbClr val="FFFFFF"/>
            </a:solidFill>
          </p:spPr>
          <p:txBody>
            <a:bodyPr wrap="square" lIns="0" tIns="0" rIns="0" bIns="0" rtlCol="0"/>
            <a:lstStyle/>
            <a:p>
              <a:endParaRPr/>
            </a:p>
          </p:txBody>
        </p:sp>
        <p:sp>
          <p:nvSpPr>
            <p:cNvPr id="13" name="object 13"/>
            <p:cNvSpPr/>
            <p:nvPr/>
          </p:nvSpPr>
          <p:spPr>
            <a:xfrm>
              <a:off x="4494517" y="1779638"/>
              <a:ext cx="1309370" cy="1802764"/>
            </a:xfrm>
            <a:custGeom>
              <a:avLst/>
              <a:gdLst/>
              <a:ahLst/>
              <a:cxnLst/>
              <a:rect l="l" t="t" r="r" b="b"/>
              <a:pathLst>
                <a:path w="1309370" h="1802764">
                  <a:moveTo>
                    <a:pt x="0" y="0"/>
                  </a:moveTo>
                  <a:lnTo>
                    <a:pt x="1309192" y="0"/>
                  </a:lnTo>
                  <a:lnTo>
                    <a:pt x="1309192" y="1802422"/>
                  </a:lnTo>
                  <a:lnTo>
                    <a:pt x="0" y="1802422"/>
                  </a:lnTo>
                  <a:lnTo>
                    <a:pt x="0" y="0"/>
                  </a:lnTo>
                  <a:close/>
                </a:path>
              </a:pathLst>
            </a:custGeom>
            <a:ln w="21463">
              <a:solidFill>
                <a:srgbClr val="000000"/>
              </a:solidFill>
            </a:ln>
          </p:spPr>
          <p:txBody>
            <a:bodyPr wrap="square" lIns="0" tIns="0" rIns="0" bIns="0" rtlCol="0"/>
            <a:lstStyle/>
            <a:p>
              <a:endParaRPr/>
            </a:p>
          </p:txBody>
        </p:sp>
      </p:grpSp>
      <p:sp>
        <p:nvSpPr>
          <p:cNvPr id="14" name="object 14"/>
          <p:cNvSpPr txBox="1"/>
          <p:nvPr/>
        </p:nvSpPr>
        <p:spPr>
          <a:xfrm>
            <a:off x="4902301" y="2474963"/>
            <a:ext cx="456565" cy="334645"/>
          </a:xfrm>
          <a:prstGeom prst="rect">
            <a:avLst/>
          </a:prstGeom>
        </p:spPr>
        <p:txBody>
          <a:bodyPr vert="horz" wrap="square" lIns="0" tIns="15875" rIns="0" bIns="0" rtlCol="0">
            <a:spAutoFit/>
          </a:bodyPr>
          <a:lstStyle/>
          <a:p>
            <a:pPr>
              <a:lnSpc>
                <a:spcPct val="100000"/>
              </a:lnSpc>
              <a:spcBef>
                <a:spcPts val="125"/>
              </a:spcBef>
            </a:pPr>
            <a:r>
              <a:rPr sz="2000" spc="-25" dirty="0">
                <a:latin typeface="Times New Roman" panose="02020603050405020304"/>
                <a:cs typeface="Times New Roman" panose="02020603050405020304"/>
              </a:rPr>
              <a:t>D/A</a:t>
            </a:r>
            <a:endParaRPr sz="2000">
              <a:latin typeface="Times New Roman" panose="02020603050405020304"/>
              <a:cs typeface="Times New Roman" panose="02020603050405020304"/>
            </a:endParaRPr>
          </a:p>
        </p:txBody>
      </p:sp>
      <p:grpSp>
        <p:nvGrpSpPr>
          <p:cNvPr id="15" name="object 15"/>
          <p:cNvGrpSpPr/>
          <p:nvPr/>
        </p:nvGrpSpPr>
        <p:grpSpPr>
          <a:xfrm>
            <a:off x="2938449" y="1951291"/>
            <a:ext cx="1556385" cy="1480820"/>
            <a:chOff x="2938449" y="1951291"/>
            <a:chExt cx="1556385" cy="1480820"/>
          </a:xfrm>
        </p:grpSpPr>
        <p:sp>
          <p:nvSpPr>
            <p:cNvPr id="16" name="object 16"/>
            <p:cNvSpPr/>
            <p:nvPr/>
          </p:nvSpPr>
          <p:spPr>
            <a:xfrm>
              <a:off x="2949244" y="2015667"/>
              <a:ext cx="1438275" cy="0"/>
            </a:xfrm>
            <a:custGeom>
              <a:avLst/>
              <a:gdLst/>
              <a:ahLst/>
              <a:cxnLst/>
              <a:rect l="l" t="t" r="r" b="b"/>
              <a:pathLst>
                <a:path w="1438275">
                  <a:moveTo>
                    <a:pt x="0" y="0"/>
                  </a:moveTo>
                  <a:lnTo>
                    <a:pt x="1437970" y="0"/>
                  </a:lnTo>
                </a:path>
              </a:pathLst>
            </a:custGeom>
            <a:ln w="21463">
              <a:solidFill>
                <a:srgbClr val="000000"/>
              </a:solidFill>
            </a:ln>
          </p:spPr>
          <p:txBody>
            <a:bodyPr wrap="square" lIns="0" tIns="0" rIns="0" bIns="0" rtlCol="0"/>
            <a:lstStyle/>
            <a:p>
              <a:endParaRPr/>
            </a:p>
          </p:txBody>
        </p:sp>
        <p:sp>
          <p:nvSpPr>
            <p:cNvPr id="17" name="object 17"/>
            <p:cNvSpPr/>
            <p:nvPr/>
          </p:nvSpPr>
          <p:spPr>
            <a:xfrm>
              <a:off x="4279899" y="1951291"/>
              <a:ext cx="214629" cy="150495"/>
            </a:xfrm>
            <a:custGeom>
              <a:avLst/>
              <a:gdLst/>
              <a:ahLst/>
              <a:cxnLst/>
              <a:rect l="l" t="t" r="r" b="b"/>
              <a:pathLst>
                <a:path w="214629" h="150494">
                  <a:moveTo>
                    <a:pt x="0" y="150202"/>
                  </a:moveTo>
                  <a:lnTo>
                    <a:pt x="64388" y="64376"/>
                  </a:lnTo>
                  <a:lnTo>
                    <a:pt x="0" y="0"/>
                  </a:lnTo>
                  <a:lnTo>
                    <a:pt x="214617" y="64376"/>
                  </a:lnTo>
                  <a:lnTo>
                    <a:pt x="0" y="150202"/>
                  </a:lnTo>
                  <a:close/>
                </a:path>
              </a:pathLst>
            </a:custGeom>
            <a:solidFill>
              <a:srgbClr val="000000"/>
            </a:solidFill>
          </p:spPr>
          <p:txBody>
            <a:bodyPr wrap="square" lIns="0" tIns="0" rIns="0" bIns="0" rtlCol="0"/>
            <a:lstStyle/>
            <a:p>
              <a:endParaRPr/>
            </a:p>
          </p:txBody>
        </p:sp>
        <p:sp>
          <p:nvSpPr>
            <p:cNvPr id="18" name="object 18"/>
            <p:cNvSpPr/>
            <p:nvPr/>
          </p:nvSpPr>
          <p:spPr>
            <a:xfrm>
              <a:off x="2949244" y="2358986"/>
              <a:ext cx="1438275" cy="0"/>
            </a:xfrm>
            <a:custGeom>
              <a:avLst/>
              <a:gdLst/>
              <a:ahLst/>
              <a:cxnLst/>
              <a:rect l="l" t="t" r="r" b="b"/>
              <a:pathLst>
                <a:path w="1438275">
                  <a:moveTo>
                    <a:pt x="0" y="0"/>
                  </a:moveTo>
                  <a:lnTo>
                    <a:pt x="1437970" y="0"/>
                  </a:lnTo>
                </a:path>
              </a:pathLst>
            </a:custGeom>
            <a:ln w="21463">
              <a:solidFill>
                <a:srgbClr val="000000"/>
              </a:solidFill>
            </a:ln>
          </p:spPr>
          <p:txBody>
            <a:bodyPr wrap="square" lIns="0" tIns="0" rIns="0" bIns="0" rtlCol="0"/>
            <a:lstStyle/>
            <a:p>
              <a:endParaRPr/>
            </a:p>
          </p:txBody>
        </p:sp>
        <p:sp>
          <p:nvSpPr>
            <p:cNvPr id="19" name="object 19"/>
            <p:cNvSpPr/>
            <p:nvPr/>
          </p:nvSpPr>
          <p:spPr>
            <a:xfrm>
              <a:off x="4279899" y="2294610"/>
              <a:ext cx="214629" cy="150495"/>
            </a:xfrm>
            <a:custGeom>
              <a:avLst/>
              <a:gdLst/>
              <a:ahLst/>
              <a:cxnLst/>
              <a:rect l="l" t="t" r="r" b="b"/>
              <a:pathLst>
                <a:path w="214629" h="150494">
                  <a:moveTo>
                    <a:pt x="0" y="150202"/>
                  </a:moveTo>
                  <a:lnTo>
                    <a:pt x="64388" y="64376"/>
                  </a:lnTo>
                  <a:lnTo>
                    <a:pt x="0" y="0"/>
                  </a:lnTo>
                  <a:lnTo>
                    <a:pt x="214617" y="64376"/>
                  </a:lnTo>
                  <a:lnTo>
                    <a:pt x="0" y="150202"/>
                  </a:lnTo>
                  <a:close/>
                </a:path>
              </a:pathLst>
            </a:custGeom>
            <a:solidFill>
              <a:srgbClr val="000000"/>
            </a:solidFill>
          </p:spPr>
          <p:txBody>
            <a:bodyPr wrap="square" lIns="0" tIns="0" rIns="0" bIns="0" rtlCol="0"/>
            <a:lstStyle/>
            <a:p>
              <a:endParaRPr/>
            </a:p>
          </p:txBody>
        </p:sp>
        <p:sp>
          <p:nvSpPr>
            <p:cNvPr id="20" name="object 20"/>
            <p:cNvSpPr/>
            <p:nvPr/>
          </p:nvSpPr>
          <p:spPr>
            <a:xfrm>
              <a:off x="2949244" y="3346030"/>
              <a:ext cx="1438275" cy="0"/>
            </a:xfrm>
            <a:custGeom>
              <a:avLst/>
              <a:gdLst/>
              <a:ahLst/>
              <a:cxnLst/>
              <a:rect l="l" t="t" r="r" b="b"/>
              <a:pathLst>
                <a:path w="1438275">
                  <a:moveTo>
                    <a:pt x="0" y="0"/>
                  </a:moveTo>
                  <a:lnTo>
                    <a:pt x="1437970" y="0"/>
                  </a:lnTo>
                </a:path>
              </a:pathLst>
            </a:custGeom>
            <a:ln w="21463">
              <a:solidFill>
                <a:srgbClr val="000000"/>
              </a:solidFill>
            </a:ln>
          </p:spPr>
          <p:txBody>
            <a:bodyPr wrap="square" lIns="0" tIns="0" rIns="0" bIns="0" rtlCol="0"/>
            <a:lstStyle/>
            <a:p>
              <a:endParaRPr/>
            </a:p>
          </p:txBody>
        </p:sp>
        <p:sp>
          <p:nvSpPr>
            <p:cNvPr id="21" name="object 21"/>
            <p:cNvSpPr/>
            <p:nvPr/>
          </p:nvSpPr>
          <p:spPr>
            <a:xfrm>
              <a:off x="4279899" y="3281654"/>
              <a:ext cx="214629" cy="150495"/>
            </a:xfrm>
            <a:custGeom>
              <a:avLst/>
              <a:gdLst/>
              <a:ahLst/>
              <a:cxnLst/>
              <a:rect l="l" t="t" r="r" b="b"/>
              <a:pathLst>
                <a:path w="214629" h="150495">
                  <a:moveTo>
                    <a:pt x="0" y="150202"/>
                  </a:moveTo>
                  <a:lnTo>
                    <a:pt x="64388" y="64376"/>
                  </a:lnTo>
                  <a:lnTo>
                    <a:pt x="0" y="0"/>
                  </a:lnTo>
                  <a:lnTo>
                    <a:pt x="214617" y="64376"/>
                  </a:lnTo>
                  <a:lnTo>
                    <a:pt x="0" y="150202"/>
                  </a:lnTo>
                  <a:close/>
                </a:path>
              </a:pathLst>
            </a:custGeom>
            <a:solidFill>
              <a:srgbClr val="000000"/>
            </a:solidFill>
          </p:spPr>
          <p:txBody>
            <a:bodyPr wrap="square" lIns="0" tIns="0" rIns="0" bIns="0" rtlCol="0"/>
            <a:lstStyle/>
            <a:p>
              <a:endParaRPr/>
            </a:p>
          </p:txBody>
        </p:sp>
      </p:grpSp>
      <p:sp>
        <p:nvSpPr>
          <p:cNvPr id="22" name="object 22"/>
          <p:cNvSpPr txBox="1"/>
          <p:nvPr/>
        </p:nvSpPr>
        <p:spPr>
          <a:xfrm>
            <a:off x="2558986" y="1603869"/>
            <a:ext cx="288925" cy="927100"/>
          </a:xfrm>
          <a:prstGeom prst="rect">
            <a:avLst/>
          </a:prstGeom>
        </p:spPr>
        <p:txBody>
          <a:bodyPr vert="horz" wrap="square" lIns="0" tIns="12065" rIns="0" bIns="0" rtlCol="0">
            <a:spAutoFit/>
          </a:bodyPr>
          <a:lstStyle/>
          <a:p>
            <a:pPr marL="25400" marR="30480">
              <a:lnSpc>
                <a:spcPct val="148000"/>
              </a:lnSpc>
              <a:spcBef>
                <a:spcPts val="95"/>
              </a:spcBef>
            </a:pPr>
            <a:r>
              <a:rPr sz="2000" i="1" spc="-25" dirty="0">
                <a:latin typeface="Times New Roman" panose="02020603050405020304"/>
                <a:cs typeface="Times New Roman" panose="02020603050405020304"/>
              </a:rPr>
              <a:t>d</a:t>
            </a:r>
            <a:r>
              <a:rPr sz="2250" spc="-37" baseline="-19000" dirty="0">
                <a:latin typeface="Times New Roman" panose="02020603050405020304"/>
                <a:cs typeface="Times New Roman" panose="02020603050405020304"/>
              </a:rPr>
              <a:t>0 </a:t>
            </a:r>
            <a:r>
              <a:rPr sz="2000" i="1" spc="-25" dirty="0">
                <a:latin typeface="Times New Roman" panose="02020603050405020304"/>
                <a:cs typeface="Times New Roman" panose="02020603050405020304"/>
              </a:rPr>
              <a:t>d</a:t>
            </a:r>
            <a:r>
              <a:rPr sz="2250" spc="-37" baseline="-19000" dirty="0">
                <a:latin typeface="Times New Roman" panose="02020603050405020304"/>
                <a:cs typeface="Times New Roman" panose="02020603050405020304"/>
              </a:rPr>
              <a:t>1</a:t>
            </a:r>
            <a:endParaRPr sz="2250" baseline="-19000">
              <a:latin typeface="Times New Roman" panose="02020603050405020304"/>
              <a:cs typeface="Times New Roman" panose="02020603050405020304"/>
            </a:endParaRPr>
          </a:p>
        </p:txBody>
      </p:sp>
      <p:sp>
        <p:nvSpPr>
          <p:cNvPr id="23" name="object 23"/>
          <p:cNvSpPr txBox="1"/>
          <p:nvPr/>
        </p:nvSpPr>
        <p:spPr>
          <a:xfrm>
            <a:off x="2430221" y="3161601"/>
            <a:ext cx="568325" cy="334645"/>
          </a:xfrm>
          <a:prstGeom prst="rect">
            <a:avLst/>
          </a:prstGeom>
        </p:spPr>
        <p:txBody>
          <a:bodyPr vert="horz" wrap="square" lIns="0" tIns="15875" rIns="0" bIns="0" rtlCol="0">
            <a:spAutoFit/>
          </a:bodyPr>
          <a:lstStyle/>
          <a:p>
            <a:pPr marL="25400">
              <a:lnSpc>
                <a:spcPct val="100000"/>
              </a:lnSpc>
              <a:spcBef>
                <a:spcPts val="125"/>
              </a:spcBef>
            </a:pPr>
            <a:r>
              <a:rPr sz="3000" i="1" spc="-30" baseline="14000" dirty="0">
                <a:latin typeface="Times New Roman" panose="02020603050405020304"/>
                <a:cs typeface="Times New Roman" panose="02020603050405020304"/>
              </a:rPr>
              <a:t>d</a:t>
            </a:r>
            <a:r>
              <a:rPr sz="1500" i="1" spc="-20" dirty="0">
                <a:latin typeface="Times New Roman" panose="02020603050405020304"/>
                <a:cs typeface="Times New Roman" panose="02020603050405020304"/>
              </a:rPr>
              <a:t>n</a:t>
            </a:r>
            <a:r>
              <a:rPr sz="1500" spc="-20" dirty="0">
                <a:latin typeface="Noto Serif CJK JP"/>
                <a:cs typeface="Noto Serif CJK JP"/>
              </a:rPr>
              <a:t>－</a:t>
            </a:r>
            <a:r>
              <a:rPr sz="1500" spc="-20" dirty="0">
                <a:latin typeface="Times New Roman" panose="02020603050405020304"/>
                <a:cs typeface="Times New Roman" panose="02020603050405020304"/>
              </a:rPr>
              <a:t>1</a:t>
            </a:r>
            <a:endParaRPr sz="1500">
              <a:latin typeface="Times New Roman" panose="02020603050405020304"/>
              <a:cs typeface="Times New Roman" panose="02020603050405020304"/>
            </a:endParaRPr>
          </a:p>
        </p:txBody>
      </p:sp>
      <p:sp>
        <p:nvSpPr>
          <p:cNvPr id="24" name="object 24"/>
          <p:cNvSpPr/>
          <p:nvPr/>
        </p:nvSpPr>
        <p:spPr>
          <a:xfrm>
            <a:off x="2176614" y="1886927"/>
            <a:ext cx="257810" cy="1544955"/>
          </a:xfrm>
          <a:custGeom>
            <a:avLst/>
            <a:gdLst/>
            <a:ahLst/>
            <a:cxnLst/>
            <a:rect l="l" t="t" r="r" b="b"/>
            <a:pathLst>
              <a:path w="257810" h="1544954">
                <a:moveTo>
                  <a:pt x="257543" y="0"/>
                </a:moveTo>
                <a:lnTo>
                  <a:pt x="171691" y="42913"/>
                </a:lnTo>
                <a:lnTo>
                  <a:pt x="150228" y="64363"/>
                </a:lnTo>
                <a:lnTo>
                  <a:pt x="128765" y="128739"/>
                </a:lnTo>
                <a:lnTo>
                  <a:pt x="128765" y="643724"/>
                </a:lnTo>
                <a:lnTo>
                  <a:pt x="128765" y="686638"/>
                </a:lnTo>
                <a:lnTo>
                  <a:pt x="85839" y="729551"/>
                </a:lnTo>
                <a:lnTo>
                  <a:pt x="42925" y="772464"/>
                </a:lnTo>
                <a:lnTo>
                  <a:pt x="0" y="772464"/>
                </a:lnTo>
                <a:lnTo>
                  <a:pt x="42925" y="793915"/>
                </a:lnTo>
                <a:lnTo>
                  <a:pt x="85839" y="815378"/>
                </a:lnTo>
                <a:lnTo>
                  <a:pt x="128765" y="858291"/>
                </a:lnTo>
                <a:lnTo>
                  <a:pt x="128765" y="901204"/>
                </a:lnTo>
                <a:lnTo>
                  <a:pt x="128765" y="1416189"/>
                </a:lnTo>
                <a:lnTo>
                  <a:pt x="150228" y="1480553"/>
                </a:lnTo>
                <a:lnTo>
                  <a:pt x="171691" y="1523466"/>
                </a:lnTo>
                <a:lnTo>
                  <a:pt x="257543" y="1544929"/>
                </a:lnTo>
              </a:path>
            </a:pathLst>
          </a:custGeom>
          <a:ln w="21463">
            <a:solidFill>
              <a:srgbClr val="000000"/>
            </a:solidFill>
          </a:ln>
        </p:spPr>
        <p:txBody>
          <a:bodyPr wrap="square" lIns="0" tIns="0" rIns="0" bIns="0" rtlCol="0"/>
          <a:lstStyle/>
          <a:p>
            <a:endParaRPr/>
          </a:p>
        </p:txBody>
      </p:sp>
      <p:sp>
        <p:nvSpPr>
          <p:cNvPr id="25" name="object 25"/>
          <p:cNvSpPr txBox="1"/>
          <p:nvPr/>
        </p:nvSpPr>
        <p:spPr>
          <a:xfrm>
            <a:off x="1661515" y="2474963"/>
            <a:ext cx="528320" cy="334645"/>
          </a:xfrm>
          <a:prstGeom prst="rect">
            <a:avLst/>
          </a:prstGeom>
        </p:spPr>
        <p:txBody>
          <a:bodyPr vert="horz" wrap="square" lIns="0" tIns="15875" rIns="0" bIns="0" rtlCol="0">
            <a:spAutoFit/>
          </a:bodyPr>
          <a:lstStyle/>
          <a:p>
            <a:pPr>
              <a:lnSpc>
                <a:spcPct val="100000"/>
              </a:lnSpc>
              <a:spcBef>
                <a:spcPts val="125"/>
              </a:spcBef>
            </a:pPr>
            <a:r>
              <a:rPr sz="2000" spc="-25" dirty="0">
                <a:latin typeface="Noto Serif CJK JP"/>
                <a:cs typeface="Noto Serif CJK JP"/>
              </a:rPr>
              <a:t>输入</a:t>
            </a:r>
            <a:endParaRPr sz="2000">
              <a:latin typeface="Noto Serif CJK JP"/>
              <a:cs typeface="Noto Serif CJK JP"/>
            </a:endParaRPr>
          </a:p>
        </p:txBody>
      </p:sp>
      <p:sp>
        <p:nvSpPr>
          <p:cNvPr id="26" name="object 26"/>
          <p:cNvSpPr txBox="1"/>
          <p:nvPr/>
        </p:nvSpPr>
        <p:spPr>
          <a:xfrm>
            <a:off x="3301403" y="2689605"/>
            <a:ext cx="326390" cy="326390"/>
          </a:xfrm>
          <a:prstGeom prst="rect">
            <a:avLst/>
          </a:prstGeom>
        </p:spPr>
        <p:txBody>
          <a:bodyPr vert="eaVert" wrap="square" lIns="0" tIns="0" rIns="0" bIns="0" rtlCol="0">
            <a:spAutoFit/>
          </a:bodyPr>
          <a:lstStyle/>
          <a:p>
            <a:pPr marL="12700">
              <a:lnSpc>
                <a:spcPct val="60000"/>
              </a:lnSpc>
            </a:pPr>
            <a:r>
              <a:rPr sz="2350" dirty="0">
                <a:latin typeface="Noto Sans CJK HK"/>
                <a:cs typeface="Noto Sans CJK HK"/>
              </a:rPr>
              <a:t>…</a:t>
            </a:r>
            <a:endParaRPr sz="2350">
              <a:latin typeface="Noto Sans CJK HK"/>
              <a:cs typeface="Noto Sans CJK HK"/>
            </a:endParaRPr>
          </a:p>
        </p:txBody>
      </p:sp>
      <p:grpSp>
        <p:nvGrpSpPr>
          <p:cNvPr id="27" name="object 27"/>
          <p:cNvGrpSpPr/>
          <p:nvPr/>
        </p:nvGrpSpPr>
        <p:grpSpPr>
          <a:xfrm>
            <a:off x="1499108" y="1616710"/>
            <a:ext cx="5970905" cy="2085339"/>
            <a:chOff x="1499108" y="1616710"/>
            <a:chExt cx="5970905" cy="2085339"/>
          </a:xfrm>
        </p:grpSpPr>
        <p:pic>
          <p:nvPicPr>
            <p:cNvPr id="28" name="object 28"/>
            <p:cNvPicPr/>
            <p:nvPr/>
          </p:nvPicPr>
          <p:blipFill>
            <a:blip r:embed="rId3" cstate="print"/>
            <a:stretch>
              <a:fillRect/>
            </a:stretch>
          </p:blipFill>
          <p:spPr>
            <a:xfrm>
              <a:off x="2938513" y="1962023"/>
              <a:ext cx="128778" cy="128752"/>
            </a:xfrm>
            <a:prstGeom prst="rect">
              <a:avLst/>
            </a:prstGeom>
          </p:spPr>
        </p:pic>
        <p:pic>
          <p:nvPicPr>
            <p:cNvPr id="29" name="object 29"/>
            <p:cNvPicPr/>
            <p:nvPr/>
          </p:nvPicPr>
          <p:blipFill>
            <a:blip r:embed="rId3" cstate="print"/>
            <a:stretch>
              <a:fillRect/>
            </a:stretch>
          </p:blipFill>
          <p:spPr>
            <a:xfrm>
              <a:off x="2938513" y="2305342"/>
              <a:ext cx="128778" cy="128752"/>
            </a:xfrm>
            <a:prstGeom prst="rect">
              <a:avLst/>
            </a:prstGeom>
          </p:spPr>
        </p:pic>
        <p:pic>
          <p:nvPicPr>
            <p:cNvPr id="30" name="object 30"/>
            <p:cNvPicPr/>
            <p:nvPr/>
          </p:nvPicPr>
          <p:blipFill>
            <a:blip r:embed="rId3" cstate="print"/>
            <a:stretch>
              <a:fillRect/>
            </a:stretch>
          </p:blipFill>
          <p:spPr>
            <a:xfrm>
              <a:off x="2938513" y="3292386"/>
              <a:ext cx="128778" cy="128739"/>
            </a:xfrm>
            <a:prstGeom prst="rect">
              <a:avLst/>
            </a:prstGeom>
          </p:spPr>
        </p:pic>
        <p:sp>
          <p:nvSpPr>
            <p:cNvPr id="31" name="object 31"/>
            <p:cNvSpPr/>
            <p:nvPr/>
          </p:nvSpPr>
          <p:spPr>
            <a:xfrm>
              <a:off x="1499108" y="1616709"/>
              <a:ext cx="5970905" cy="2085339"/>
            </a:xfrm>
            <a:custGeom>
              <a:avLst/>
              <a:gdLst/>
              <a:ahLst/>
              <a:cxnLst/>
              <a:rect l="l" t="t" r="r" b="b"/>
              <a:pathLst>
                <a:path w="5970905" h="2085339">
                  <a:moveTo>
                    <a:pt x="5959945" y="10160"/>
                  </a:moveTo>
                  <a:lnTo>
                    <a:pt x="5957824" y="10160"/>
                  </a:lnTo>
                  <a:lnTo>
                    <a:pt x="5957824" y="12700"/>
                  </a:lnTo>
                  <a:lnTo>
                    <a:pt x="5957824" y="2072640"/>
                  </a:lnTo>
                  <a:lnTo>
                    <a:pt x="12700" y="2072640"/>
                  </a:lnTo>
                  <a:lnTo>
                    <a:pt x="12700" y="12700"/>
                  </a:lnTo>
                  <a:lnTo>
                    <a:pt x="5957824" y="12700"/>
                  </a:lnTo>
                  <a:lnTo>
                    <a:pt x="5957824" y="10160"/>
                  </a:lnTo>
                  <a:lnTo>
                    <a:pt x="10579" y="10160"/>
                  </a:lnTo>
                  <a:lnTo>
                    <a:pt x="10579" y="12700"/>
                  </a:lnTo>
                  <a:lnTo>
                    <a:pt x="10579" y="2072640"/>
                  </a:lnTo>
                  <a:lnTo>
                    <a:pt x="10579" y="2075180"/>
                  </a:lnTo>
                  <a:lnTo>
                    <a:pt x="5959945" y="2075180"/>
                  </a:lnTo>
                  <a:lnTo>
                    <a:pt x="5959945" y="2072894"/>
                  </a:lnTo>
                  <a:lnTo>
                    <a:pt x="5959945" y="2072640"/>
                  </a:lnTo>
                  <a:lnTo>
                    <a:pt x="5959945" y="12700"/>
                  </a:lnTo>
                  <a:lnTo>
                    <a:pt x="5959945" y="12446"/>
                  </a:lnTo>
                  <a:lnTo>
                    <a:pt x="5959945" y="10160"/>
                  </a:lnTo>
                  <a:close/>
                </a:path>
                <a:path w="5970905" h="2085339">
                  <a:moveTo>
                    <a:pt x="5966295" y="8216"/>
                  </a:moveTo>
                  <a:lnTo>
                    <a:pt x="5962053" y="8216"/>
                  </a:lnTo>
                  <a:lnTo>
                    <a:pt x="5962053" y="2077123"/>
                  </a:lnTo>
                  <a:lnTo>
                    <a:pt x="5966295" y="2077135"/>
                  </a:lnTo>
                  <a:lnTo>
                    <a:pt x="5966295" y="8216"/>
                  </a:lnTo>
                  <a:close/>
                </a:path>
                <a:path w="5970905" h="2085339">
                  <a:moveTo>
                    <a:pt x="5966295" y="3810"/>
                  </a:moveTo>
                  <a:lnTo>
                    <a:pt x="4229" y="3810"/>
                  </a:lnTo>
                  <a:lnTo>
                    <a:pt x="4229" y="7620"/>
                  </a:lnTo>
                  <a:lnTo>
                    <a:pt x="4229" y="2077732"/>
                  </a:lnTo>
                  <a:lnTo>
                    <a:pt x="4229" y="2081530"/>
                  </a:lnTo>
                  <a:lnTo>
                    <a:pt x="5966295" y="2081530"/>
                  </a:lnTo>
                  <a:lnTo>
                    <a:pt x="5966295" y="2077732"/>
                  </a:lnTo>
                  <a:lnTo>
                    <a:pt x="8470" y="2077732"/>
                  </a:lnTo>
                  <a:lnTo>
                    <a:pt x="8470" y="7620"/>
                  </a:lnTo>
                  <a:lnTo>
                    <a:pt x="5966295" y="7620"/>
                  </a:lnTo>
                  <a:lnTo>
                    <a:pt x="5966295" y="3810"/>
                  </a:lnTo>
                  <a:close/>
                </a:path>
                <a:path w="5970905" h="2085339">
                  <a:moveTo>
                    <a:pt x="5970524" y="1866"/>
                  </a:moveTo>
                  <a:lnTo>
                    <a:pt x="5968403" y="1866"/>
                  </a:lnTo>
                  <a:lnTo>
                    <a:pt x="5968403" y="2083473"/>
                  </a:lnTo>
                  <a:lnTo>
                    <a:pt x="5970524" y="2083473"/>
                  </a:lnTo>
                  <a:lnTo>
                    <a:pt x="5970524" y="1866"/>
                  </a:lnTo>
                  <a:close/>
                </a:path>
                <a:path w="5970905" h="2085339">
                  <a:moveTo>
                    <a:pt x="5970524" y="0"/>
                  </a:moveTo>
                  <a:lnTo>
                    <a:pt x="0" y="0"/>
                  </a:lnTo>
                  <a:lnTo>
                    <a:pt x="0" y="1270"/>
                  </a:lnTo>
                  <a:lnTo>
                    <a:pt x="0" y="2084082"/>
                  </a:lnTo>
                  <a:lnTo>
                    <a:pt x="0" y="2085340"/>
                  </a:lnTo>
                  <a:lnTo>
                    <a:pt x="5970524" y="2085340"/>
                  </a:lnTo>
                  <a:lnTo>
                    <a:pt x="5970524" y="2084082"/>
                  </a:lnTo>
                  <a:lnTo>
                    <a:pt x="2120" y="2084082"/>
                  </a:lnTo>
                  <a:lnTo>
                    <a:pt x="2120" y="1270"/>
                  </a:lnTo>
                  <a:lnTo>
                    <a:pt x="5970524" y="1270"/>
                  </a:lnTo>
                  <a:lnTo>
                    <a:pt x="5970524" y="0"/>
                  </a:lnTo>
                  <a:close/>
                </a:path>
              </a:pathLst>
            </a:custGeom>
            <a:solidFill>
              <a:srgbClr val="0000CC"/>
            </a:solidFill>
          </p:spPr>
          <p:txBody>
            <a:bodyPr wrap="square" lIns="0" tIns="0" rIns="0" bIns="0" rtlCol="0"/>
            <a:lstStyle/>
            <a:p>
              <a:endParaRPr/>
            </a:p>
          </p:txBody>
        </p:sp>
      </p:grpSp>
      <p:pic>
        <p:nvPicPr>
          <p:cNvPr id="32" name="object 32"/>
          <p:cNvPicPr/>
          <p:nvPr/>
        </p:nvPicPr>
        <p:blipFill>
          <a:blip r:embed="rId4" cstate="print"/>
          <a:stretch>
            <a:fillRect/>
          </a:stretch>
        </p:blipFill>
        <p:spPr>
          <a:xfrm>
            <a:off x="838199" y="3970020"/>
            <a:ext cx="7926324" cy="585215"/>
          </a:xfrm>
          <a:prstGeom prst="rect">
            <a:avLst/>
          </a:prstGeom>
        </p:spPr>
      </p:pic>
      <p:sp>
        <p:nvSpPr>
          <p:cNvPr id="33" name="object 33"/>
          <p:cNvSpPr txBox="1"/>
          <p:nvPr/>
        </p:nvSpPr>
        <p:spPr>
          <a:xfrm>
            <a:off x="3592309" y="3974998"/>
            <a:ext cx="1800860" cy="481330"/>
          </a:xfrm>
          <a:prstGeom prst="rect">
            <a:avLst/>
          </a:prstGeom>
        </p:spPr>
        <p:txBody>
          <a:bodyPr vert="horz" wrap="square" lIns="0" tIns="12700" rIns="0" bIns="0" rtlCol="0">
            <a:spAutoFit/>
          </a:bodyPr>
          <a:lstStyle/>
          <a:p>
            <a:pPr marR="30480" algn="r">
              <a:lnSpc>
                <a:spcPts val="1070"/>
              </a:lnSpc>
              <a:spcBef>
                <a:spcPts val="100"/>
              </a:spcBef>
            </a:pPr>
            <a:r>
              <a:rPr sz="1700" i="1" spc="-25" dirty="0">
                <a:latin typeface="Times New Roman" panose="02020603050405020304"/>
                <a:cs typeface="Times New Roman" panose="02020603050405020304"/>
              </a:rPr>
              <a:t>n</a:t>
            </a:r>
            <a:r>
              <a:rPr sz="1700" i="1" spc="-220" dirty="0">
                <a:latin typeface="Times New Roman" panose="02020603050405020304"/>
                <a:cs typeface="Times New Roman" panose="02020603050405020304"/>
              </a:rPr>
              <a:t> </a:t>
            </a:r>
            <a:r>
              <a:rPr sz="1700" spc="-25" dirty="0">
                <a:latin typeface="Symbol" panose="05050102010706020507"/>
                <a:cs typeface="Symbol" panose="05050102010706020507"/>
              </a:rPr>
              <a:t></a:t>
            </a:r>
            <a:r>
              <a:rPr sz="1700" spc="-225" dirty="0">
                <a:latin typeface="Times New Roman" panose="02020603050405020304"/>
                <a:cs typeface="Times New Roman" panose="02020603050405020304"/>
              </a:rPr>
              <a:t> </a:t>
            </a:r>
            <a:r>
              <a:rPr sz="1700" spc="-50" dirty="0">
                <a:latin typeface="Times New Roman" panose="02020603050405020304"/>
                <a:cs typeface="Times New Roman" panose="02020603050405020304"/>
              </a:rPr>
              <a:t>2</a:t>
            </a:r>
            <a:endParaRPr sz="1700">
              <a:latin typeface="Times New Roman" panose="02020603050405020304"/>
              <a:cs typeface="Times New Roman" panose="02020603050405020304"/>
            </a:endParaRPr>
          </a:p>
          <a:p>
            <a:pPr marL="38100">
              <a:lnSpc>
                <a:spcPts val="2510"/>
              </a:lnSpc>
            </a:pPr>
            <a:r>
              <a:rPr sz="2900" dirty="0">
                <a:latin typeface="Symbol" panose="05050102010706020507"/>
                <a:cs typeface="Symbol" panose="05050102010706020507"/>
              </a:rPr>
              <a:t></a:t>
            </a:r>
            <a:r>
              <a:rPr sz="2900" spc="-25" dirty="0">
                <a:latin typeface="Times New Roman" panose="02020603050405020304"/>
                <a:cs typeface="Times New Roman" panose="02020603050405020304"/>
              </a:rPr>
              <a:t> </a:t>
            </a:r>
            <a:r>
              <a:rPr sz="2900" i="1" spc="75" dirty="0">
                <a:latin typeface="Times New Roman" panose="02020603050405020304"/>
                <a:cs typeface="Times New Roman" panose="02020603050405020304"/>
              </a:rPr>
              <a:t>d</a:t>
            </a:r>
            <a:r>
              <a:rPr sz="2550" i="1" spc="112" baseline="-25000" dirty="0">
                <a:latin typeface="Times New Roman" panose="02020603050405020304"/>
                <a:cs typeface="Times New Roman" panose="02020603050405020304"/>
              </a:rPr>
              <a:t>n</a:t>
            </a:r>
            <a:r>
              <a:rPr sz="2550" i="1" spc="-337" baseline="-25000" dirty="0">
                <a:latin typeface="Times New Roman" panose="02020603050405020304"/>
                <a:cs typeface="Times New Roman" panose="02020603050405020304"/>
              </a:rPr>
              <a:t> </a:t>
            </a:r>
            <a:r>
              <a:rPr sz="2550" spc="-37" baseline="-25000" dirty="0">
                <a:latin typeface="Symbol" panose="05050102010706020507"/>
                <a:cs typeface="Symbol" panose="05050102010706020507"/>
              </a:rPr>
              <a:t></a:t>
            </a:r>
            <a:r>
              <a:rPr sz="2550" spc="-345" baseline="-25000" dirty="0">
                <a:latin typeface="Times New Roman" panose="02020603050405020304"/>
                <a:cs typeface="Times New Roman" panose="02020603050405020304"/>
              </a:rPr>
              <a:t> </a:t>
            </a:r>
            <a:r>
              <a:rPr sz="2550" baseline="-25000" dirty="0">
                <a:latin typeface="Times New Roman" panose="02020603050405020304"/>
                <a:cs typeface="Times New Roman" panose="02020603050405020304"/>
              </a:rPr>
              <a:t>2</a:t>
            </a:r>
            <a:r>
              <a:rPr sz="2550" spc="569" baseline="-25000"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9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2</a:t>
            </a:r>
            <a:endParaRPr sz="2900">
              <a:latin typeface="Times New Roman" panose="02020603050405020304"/>
              <a:cs typeface="Times New Roman" panose="02020603050405020304"/>
            </a:endParaRPr>
          </a:p>
        </p:txBody>
      </p:sp>
      <p:sp>
        <p:nvSpPr>
          <p:cNvPr id="38" name="object 38"/>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14</a:t>
            </a:fld>
            <a:endParaRPr spc="-25" dirty="0"/>
          </a:p>
        </p:txBody>
      </p:sp>
      <p:sp>
        <p:nvSpPr>
          <p:cNvPr id="34" name="object 34"/>
          <p:cNvSpPr txBox="1"/>
          <p:nvPr/>
        </p:nvSpPr>
        <p:spPr>
          <a:xfrm>
            <a:off x="843013" y="3974998"/>
            <a:ext cx="2722880" cy="481330"/>
          </a:xfrm>
          <a:prstGeom prst="rect">
            <a:avLst/>
          </a:prstGeom>
        </p:spPr>
        <p:txBody>
          <a:bodyPr vert="horz" wrap="square" lIns="0" tIns="12700" rIns="0" bIns="0" rtlCol="0">
            <a:spAutoFit/>
          </a:bodyPr>
          <a:lstStyle/>
          <a:p>
            <a:pPr marR="30480" algn="r">
              <a:lnSpc>
                <a:spcPts val="1070"/>
              </a:lnSpc>
              <a:spcBef>
                <a:spcPts val="100"/>
              </a:spcBef>
            </a:pPr>
            <a:r>
              <a:rPr sz="1700" i="1" spc="-25" dirty="0">
                <a:latin typeface="Times New Roman" panose="02020603050405020304"/>
                <a:cs typeface="Times New Roman" panose="02020603050405020304"/>
              </a:rPr>
              <a:t>n</a:t>
            </a:r>
            <a:r>
              <a:rPr sz="1700" i="1" spc="-220" dirty="0">
                <a:latin typeface="Times New Roman" panose="02020603050405020304"/>
                <a:cs typeface="Times New Roman" panose="02020603050405020304"/>
              </a:rPr>
              <a:t> </a:t>
            </a:r>
            <a:r>
              <a:rPr sz="1700" spc="-25" dirty="0">
                <a:latin typeface="Symbol" panose="05050102010706020507"/>
                <a:cs typeface="Symbol" panose="05050102010706020507"/>
              </a:rPr>
              <a:t></a:t>
            </a:r>
            <a:r>
              <a:rPr sz="1700" spc="-25" dirty="0">
                <a:latin typeface="Times New Roman" panose="02020603050405020304"/>
                <a:cs typeface="Times New Roman" panose="02020603050405020304"/>
              </a:rPr>
              <a:t>1</a:t>
            </a:r>
            <a:endParaRPr sz="1700">
              <a:latin typeface="Times New Roman" panose="02020603050405020304"/>
              <a:cs typeface="Times New Roman" panose="02020603050405020304"/>
            </a:endParaRPr>
          </a:p>
          <a:p>
            <a:pPr marL="38100">
              <a:lnSpc>
                <a:spcPts val="2510"/>
              </a:lnSpc>
            </a:pPr>
            <a:r>
              <a:rPr sz="2900" i="1" dirty="0">
                <a:latin typeface="Times New Roman" panose="02020603050405020304"/>
                <a:cs typeface="Times New Roman" panose="02020603050405020304"/>
              </a:rPr>
              <a:t>u</a:t>
            </a:r>
            <a:r>
              <a:rPr sz="2550" baseline="-25000" dirty="0">
                <a:latin typeface="Times New Roman" panose="02020603050405020304"/>
                <a:cs typeface="Times New Roman" panose="02020603050405020304"/>
              </a:rPr>
              <a:t>o</a:t>
            </a:r>
            <a:r>
              <a:rPr sz="2550" spc="97" baseline="-25000"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50" dirty="0">
                <a:latin typeface="Times New Roman" panose="02020603050405020304"/>
                <a:cs typeface="Times New Roman" panose="02020603050405020304"/>
              </a:rPr>
              <a:t> </a:t>
            </a:r>
            <a:r>
              <a:rPr sz="2900" i="1" spc="60" dirty="0">
                <a:latin typeface="Times New Roman" panose="02020603050405020304"/>
                <a:cs typeface="Times New Roman" panose="02020603050405020304"/>
              </a:rPr>
              <a:t>K</a:t>
            </a:r>
            <a:r>
              <a:rPr sz="2550" i="1" spc="89" baseline="-25000" dirty="0">
                <a:latin typeface="Times New Roman" panose="02020603050405020304"/>
                <a:cs typeface="Times New Roman" panose="02020603050405020304"/>
              </a:rPr>
              <a:t>u</a:t>
            </a:r>
            <a:r>
              <a:rPr sz="2550" i="1" spc="-15" baseline="-25000" dirty="0">
                <a:latin typeface="Times New Roman" panose="02020603050405020304"/>
                <a:cs typeface="Times New Roman" panose="02020603050405020304"/>
              </a:rPr>
              <a:t> </a:t>
            </a:r>
            <a:r>
              <a:rPr sz="2900" spc="75" dirty="0">
                <a:latin typeface="Times New Roman" panose="02020603050405020304"/>
                <a:cs typeface="Times New Roman" panose="02020603050405020304"/>
              </a:rPr>
              <a:t>(</a:t>
            </a:r>
            <a:r>
              <a:rPr sz="2900" i="1" spc="75" dirty="0">
                <a:latin typeface="Times New Roman" panose="02020603050405020304"/>
                <a:cs typeface="Times New Roman" panose="02020603050405020304"/>
              </a:rPr>
              <a:t>d</a:t>
            </a:r>
            <a:r>
              <a:rPr sz="2550" i="1" spc="112" baseline="-25000" dirty="0">
                <a:latin typeface="Times New Roman" panose="02020603050405020304"/>
                <a:cs typeface="Times New Roman" panose="02020603050405020304"/>
              </a:rPr>
              <a:t>n</a:t>
            </a:r>
            <a:r>
              <a:rPr sz="2550" i="1" spc="-337" baseline="-25000" dirty="0">
                <a:latin typeface="Times New Roman" panose="02020603050405020304"/>
                <a:cs typeface="Times New Roman" panose="02020603050405020304"/>
              </a:rPr>
              <a:t> </a:t>
            </a:r>
            <a:r>
              <a:rPr sz="2550" baseline="-25000" dirty="0">
                <a:latin typeface="Symbol" panose="05050102010706020507"/>
                <a:cs typeface="Symbol" panose="05050102010706020507"/>
              </a:rPr>
              <a:t></a:t>
            </a:r>
            <a:r>
              <a:rPr sz="2550" baseline="-25000" dirty="0">
                <a:latin typeface="Times New Roman" panose="02020603050405020304"/>
                <a:cs typeface="Times New Roman" panose="02020603050405020304"/>
              </a:rPr>
              <a:t>1</a:t>
            </a:r>
            <a:r>
              <a:rPr sz="2550" spc="382" baseline="-25000"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9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2</a:t>
            </a:r>
            <a:endParaRPr sz="2900">
              <a:latin typeface="Times New Roman" panose="02020603050405020304"/>
              <a:cs typeface="Times New Roman" panose="02020603050405020304"/>
            </a:endParaRPr>
          </a:p>
        </p:txBody>
      </p:sp>
      <p:sp>
        <p:nvSpPr>
          <p:cNvPr id="35" name="object 35"/>
          <p:cNvSpPr txBox="1"/>
          <p:nvPr/>
        </p:nvSpPr>
        <p:spPr>
          <a:xfrm>
            <a:off x="5562841" y="4295038"/>
            <a:ext cx="3304540" cy="534035"/>
          </a:xfrm>
          <a:prstGeom prst="rect">
            <a:avLst/>
          </a:prstGeom>
        </p:spPr>
        <p:txBody>
          <a:bodyPr vert="horz" wrap="square" lIns="0" tIns="25400" rIns="0" bIns="0" rtlCol="0">
            <a:spAutoFit/>
          </a:bodyPr>
          <a:lstStyle/>
          <a:p>
            <a:pPr marL="38100">
              <a:lnSpc>
                <a:spcPts val="935"/>
              </a:lnSpc>
              <a:spcBef>
                <a:spcPts val="200"/>
              </a:spcBef>
              <a:tabLst>
                <a:tab pos="1934845" algn="l"/>
                <a:tab pos="2639695" algn="l"/>
                <a:tab pos="3143885" algn="l"/>
              </a:tabLst>
            </a:pPr>
            <a:r>
              <a:rPr sz="2900" spc="-25" dirty="0">
                <a:latin typeface="Symbol" panose="05050102010706020507"/>
                <a:cs typeface="Symbol" panose="05050102010706020507"/>
              </a:rPr>
              <a:t></a:t>
            </a:r>
            <a:r>
              <a:rPr sz="2900" spc="-275" dirty="0">
                <a:latin typeface="Times New Roman" panose="02020603050405020304"/>
                <a:cs typeface="Times New Roman" panose="02020603050405020304"/>
              </a:rPr>
              <a:t> </a:t>
            </a:r>
            <a:r>
              <a:rPr sz="2900" spc="925" dirty="0">
                <a:latin typeface="Arial" panose="020B0604020202020204"/>
                <a:cs typeface="Arial" panose="020B0604020202020204"/>
              </a:rPr>
              <a:t></a:t>
            </a:r>
            <a:r>
              <a:rPr sz="2900" spc="-330" dirty="0">
                <a:latin typeface="Arial" panose="020B0604020202020204"/>
                <a:cs typeface="Arial" panose="020B0604020202020204"/>
              </a:rPr>
              <a:t> </a:t>
            </a:r>
            <a:r>
              <a:rPr sz="2900" dirty="0">
                <a:latin typeface="Symbol" panose="05050102010706020507"/>
                <a:cs typeface="Symbol" panose="05050102010706020507"/>
              </a:rPr>
              <a:t></a:t>
            </a:r>
            <a:r>
              <a:rPr sz="2900" spc="-40" dirty="0">
                <a:latin typeface="Times New Roman" panose="02020603050405020304"/>
                <a:cs typeface="Times New Roman" panose="02020603050405020304"/>
              </a:rPr>
              <a:t> </a:t>
            </a:r>
            <a:r>
              <a:rPr sz="2900" i="1" dirty="0">
                <a:latin typeface="Times New Roman" panose="02020603050405020304"/>
                <a:cs typeface="Times New Roman" panose="02020603050405020304"/>
              </a:rPr>
              <a:t>d</a:t>
            </a:r>
            <a:r>
              <a:rPr sz="2550" baseline="-25000" dirty="0">
                <a:latin typeface="Times New Roman" panose="02020603050405020304"/>
                <a:cs typeface="Times New Roman" panose="02020603050405020304"/>
              </a:rPr>
              <a:t>1</a:t>
            </a:r>
            <a:r>
              <a:rPr sz="2550" spc="359" baseline="-25000"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9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2</a:t>
            </a:r>
            <a:r>
              <a:rPr sz="2900"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30" dirty="0">
                <a:latin typeface="Times New Roman" panose="02020603050405020304"/>
                <a:cs typeface="Times New Roman" panose="02020603050405020304"/>
              </a:rPr>
              <a:t> </a:t>
            </a:r>
            <a:r>
              <a:rPr sz="2900" i="1" spc="-50"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9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2</a:t>
            </a:r>
            <a:r>
              <a:rPr lang="en-US" altLang="" sz="2900" spc="-5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a:t>
            </a:r>
            <a:endParaRPr sz="2900">
              <a:latin typeface="Times New Roman" panose="02020603050405020304"/>
              <a:cs typeface="Times New Roman" panose="02020603050405020304"/>
            </a:endParaRPr>
          </a:p>
          <a:p>
            <a:pPr marL="1724660">
              <a:lnSpc>
                <a:spcPts val="1000"/>
              </a:lnSpc>
              <a:tabLst>
                <a:tab pos="2995295" algn="l"/>
              </a:tabLst>
            </a:pPr>
            <a:r>
              <a:rPr sz="1700" dirty="0">
                <a:latin typeface="Times New Roman" panose="02020603050405020304"/>
                <a:cs typeface="Times New Roman" panose="02020603050405020304"/>
              </a:rPr>
              <a:t>	</a:t>
            </a:r>
            <a:endParaRPr sz="1700">
              <a:latin typeface="Times New Roman" panose="02020603050405020304"/>
              <a:cs typeface="Times New Roman" panose="02020603050405020304"/>
            </a:endParaRPr>
          </a:p>
          <a:p>
            <a:pPr marR="759460" algn="r">
              <a:lnSpc>
                <a:spcPts val="2035"/>
              </a:lnSpc>
            </a:pPr>
            <a:endParaRPr sz="1700">
              <a:latin typeface="Times New Roman" panose="02020603050405020304"/>
              <a:cs typeface="Times New Roman" panose="02020603050405020304"/>
            </a:endParaRPr>
          </a:p>
        </p:txBody>
      </p:sp>
      <p:sp>
        <p:nvSpPr>
          <p:cNvPr id="36" name="object 36"/>
          <p:cNvSpPr txBox="1"/>
          <p:nvPr/>
        </p:nvSpPr>
        <p:spPr>
          <a:xfrm>
            <a:off x="433069" y="1018438"/>
            <a:ext cx="300545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CC"/>
                </a:solidFill>
                <a:latin typeface="Arial" panose="020B0604020202020204"/>
                <a:cs typeface="Arial" panose="020B0604020202020204"/>
              </a:rPr>
              <a:t>1</a:t>
            </a:r>
            <a:r>
              <a:rPr sz="2400" spc="-10" dirty="0">
                <a:solidFill>
                  <a:srgbClr val="0000CC"/>
                </a:solidFill>
                <a:latin typeface="Arial" panose="020B0604020202020204"/>
                <a:cs typeface="Arial" panose="020B0604020202020204"/>
              </a:rPr>
              <a:t>. D/A</a:t>
            </a:r>
            <a:r>
              <a:rPr sz="2400" spc="-10" dirty="0">
                <a:solidFill>
                  <a:srgbClr val="0000CC"/>
                </a:solidFill>
                <a:latin typeface="Noto Sans Mono CJK HK"/>
                <a:cs typeface="Noto Sans Mono CJK HK"/>
              </a:rPr>
              <a:t>转换的基本原理</a:t>
            </a:r>
            <a:endParaRPr sz="2400">
              <a:latin typeface="Noto Sans Mono CJK HK"/>
              <a:cs typeface="Noto Sans Mono CJK HK"/>
            </a:endParaRPr>
          </a:p>
        </p:txBody>
      </p:sp>
      <p:sp>
        <p:nvSpPr>
          <p:cNvPr id="37" name="object 37"/>
          <p:cNvSpPr txBox="1"/>
          <p:nvPr/>
        </p:nvSpPr>
        <p:spPr>
          <a:xfrm>
            <a:off x="889952" y="4883759"/>
            <a:ext cx="7539990" cy="1696085"/>
          </a:xfrm>
          <a:prstGeom prst="rect">
            <a:avLst/>
          </a:prstGeom>
        </p:spPr>
        <p:txBody>
          <a:bodyPr vert="horz" wrap="square" lIns="0" tIns="12700" rIns="0" bIns="0" rtlCol="0">
            <a:spAutoFit/>
          </a:bodyPr>
          <a:lstStyle/>
          <a:p>
            <a:pPr marL="38100" marR="30480" algn="just">
              <a:lnSpc>
                <a:spcPct val="100000"/>
              </a:lnSpc>
              <a:spcBef>
                <a:spcPts val="100"/>
              </a:spcBef>
            </a:pPr>
            <a:r>
              <a:rPr sz="2400" i="1" dirty="0">
                <a:solidFill>
                  <a:srgbClr val="0000CC"/>
                </a:solidFill>
                <a:latin typeface="Times New Roman" panose="02020603050405020304"/>
                <a:cs typeface="Times New Roman" panose="02020603050405020304"/>
              </a:rPr>
              <a:t>K</a:t>
            </a:r>
            <a:r>
              <a:rPr sz="2325" i="1" baseline="-18000" dirty="0">
                <a:solidFill>
                  <a:srgbClr val="0000CC"/>
                </a:solidFill>
                <a:latin typeface="Times New Roman" panose="02020603050405020304"/>
                <a:cs typeface="Times New Roman" panose="02020603050405020304"/>
              </a:rPr>
              <a:t>u</a:t>
            </a:r>
            <a:r>
              <a:rPr sz="2400" dirty="0">
                <a:solidFill>
                  <a:srgbClr val="0000CC"/>
                </a:solidFill>
                <a:latin typeface="Noto Sans CJK HK"/>
                <a:cs typeface="Noto Sans CJK HK"/>
              </a:rPr>
              <a:t>是 </a:t>
            </a:r>
            <a:r>
              <a:rPr sz="2400" dirty="0">
                <a:solidFill>
                  <a:srgbClr val="0000CC"/>
                </a:solidFill>
                <a:latin typeface="Times New Roman" panose="02020603050405020304"/>
                <a:cs typeface="Times New Roman" panose="02020603050405020304"/>
              </a:rPr>
              <a:t>DAC </a:t>
            </a:r>
            <a:r>
              <a:rPr sz="2400" dirty="0">
                <a:solidFill>
                  <a:srgbClr val="0000CC"/>
                </a:solidFill>
                <a:latin typeface="Noto Sans CJK HK"/>
                <a:cs typeface="Noto Sans CJK HK"/>
              </a:rPr>
              <a:t>能输出的最小电压值，称为 </a:t>
            </a:r>
            <a:r>
              <a:rPr sz="2400" dirty="0">
                <a:solidFill>
                  <a:srgbClr val="0000CC"/>
                </a:solidFill>
                <a:latin typeface="Times New Roman" panose="02020603050405020304"/>
                <a:cs typeface="Times New Roman" panose="02020603050405020304"/>
              </a:rPr>
              <a:t>DAC </a:t>
            </a:r>
            <a:r>
              <a:rPr sz="2400" dirty="0">
                <a:solidFill>
                  <a:srgbClr val="0000CC"/>
                </a:solidFill>
                <a:latin typeface="Noto Sans CJK HK"/>
                <a:cs typeface="Noto Sans CJK HK"/>
              </a:rPr>
              <a:t>的</a:t>
            </a:r>
            <a:r>
              <a:rPr sz="2400" spc="-15" dirty="0">
                <a:solidFill>
                  <a:srgbClr val="C2090E"/>
                </a:solidFill>
                <a:latin typeface="Noto Sans CJK HK"/>
                <a:cs typeface="Noto Sans CJK HK"/>
              </a:rPr>
              <a:t>单位量化</a:t>
            </a:r>
            <a:r>
              <a:rPr sz="2400" dirty="0">
                <a:solidFill>
                  <a:srgbClr val="C2090E"/>
                </a:solidFill>
                <a:latin typeface="Noto Sans CJK HK"/>
                <a:cs typeface="Noto Sans CJK HK"/>
              </a:rPr>
              <a:t>电压</a:t>
            </a:r>
            <a:r>
              <a:rPr sz="2400" dirty="0">
                <a:solidFill>
                  <a:srgbClr val="0000CC"/>
                </a:solidFill>
                <a:latin typeface="Noto Sans CJK HK"/>
                <a:cs typeface="Noto Sans CJK HK"/>
              </a:rPr>
              <a:t>，它等于 </a:t>
            </a:r>
            <a:r>
              <a:rPr sz="2400" i="1" dirty="0">
                <a:solidFill>
                  <a:srgbClr val="0000CC"/>
                </a:solidFill>
                <a:latin typeface="Times New Roman" panose="02020603050405020304"/>
                <a:cs typeface="Times New Roman" panose="02020603050405020304"/>
              </a:rPr>
              <a:t>D</a:t>
            </a:r>
            <a:r>
              <a:rPr sz="2400" i="1" spc="-15" dirty="0">
                <a:solidFill>
                  <a:srgbClr val="0000CC"/>
                </a:solidFill>
                <a:latin typeface="Times New Roman" panose="02020603050405020304"/>
                <a:cs typeface="Times New Roman" panose="02020603050405020304"/>
              </a:rPr>
              <a:t> </a:t>
            </a:r>
            <a:r>
              <a:rPr sz="2400" dirty="0">
                <a:solidFill>
                  <a:srgbClr val="0000CC"/>
                </a:solidFill>
                <a:latin typeface="Noto Sans CJK HK"/>
                <a:cs typeface="Noto Sans CJK HK"/>
              </a:rPr>
              <a:t>最低位</a:t>
            </a:r>
            <a:r>
              <a:rPr sz="2400" spc="-10" dirty="0">
                <a:solidFill>
                  <a:srgbClr val="0000CC"/>
                </a:solidFill>
                <a:latin typeface="Times New Roman" panose="02020603050405020304"/>
                <a:cs typeface="Times New Roman" panose="02020603050405020304"/>
              </a:rPr>
              <a:t>(LSB)</a:t>
            </a:r>
            <a:r>
              <a:rPr sz="2400" dirty="0">
                <a:solidFill>
                  <a:srgbClr val="0000CC"/>
                </a:solidFill>
                <a:latin typeface="Noto Sans CJK HK"/>
                <a:cs typeface="Noto Sans CJK HK"/>
              </a:rPr>
              <a:t>为 </a:t>
            </a:r>
            <a:r>
              <a:rPr sz="2400" dirty="0">
                <a:solidFill>
                  <a:srgbClr val="0000CC"/>
                </a:solidFill>
                <a:latin typeface="Times New Roman" panose="02020603050405020304"/>
                <a:cs typeface="Times New Roman" panose="02020603050405020304"/>
              </a:rPr>
              <a:t>1</a:t>
            </a:r>
            <a:r>
              <a:rPr sz="2400" dirty="0">
                <a:solidFill>
                  <a:srgbClr val="0000CC"/>
                </a:solidFill>
                <a:latin typeface="Noto Sans CJK HK"/>
                <a:cs typeface="Noto Sans CJK HK"/>
              </a:rPr>
              <a:t>、其余各位均为 </a:t>
            </a:r>
            <a:r>
              <a:rPr sz="2400" dirty="0">
                <a:solidFill>
                  <a:srgbClr val="0000CC"/>
                </a:solidFill>
                <a:latin typeface="Times New Roman" panose="02020603050405020304"/>
                <a:cs typeface="Times New Roman" panose="02020603050405020304"/>
              </a:rPr>
              <a:t>0</a:t>
            </a:r>
            <a:r>
              <a:rPr sz="2400" spc="-5" dirty="0">
                <a:solidFill>
                  <a:srgbClr val="0000CC"/>
                </a:solidFill>
                <a:latin typeface="Times New Roman" panose="02020603050405020304"/>
                <a:cs typeface="Times New Roman" panose="02020603050405020304"/>
              </a:rPr>
              <a:t> </a:t>
            </a:r>
            <a:r>
              <a:rPr sz="2400" spc="-25" dirty="0">
                <a:solidFill>
                  <a:srgbClr val="0000CC"/>
                </a:solidFill>
                <a:latin typeface="Noto Sans CJK HK"/>
                <a:cs typeface="Noto Sans CJK HK"/>
              </a:rPr>
              <a:t>时的</a:t>
            </a:r>
            <a:r>
              <a:rPr sz="2400" dirty="0">
                <a:solidFill>
                  <a:srgbClr val="0000CC"/>
                </a:solidFill>
                <a:latin typeface="Noto Sans CJK HK"/>
                <a:cs typeface="Noto Sans CJK HK"/>
              </a:rPr>
              <a:t>模拟输出电压</a:t>
            </a:r>
            <a:r>
              <a:rPr sz="2400" spc="-10" dirty="0">
                <a:solidFill>
                  <a:srgbClr val="0000CC"/>
                </a:solidFill>
                <a:latin typeface="Times New Roman" panose="02020603050405020304"/>
                <a:cs typeface="Times New Roman" panose="02020603050405020304"/>
              </a:rPr>
              <a:t>(</a:t>
            </a:r>
            <a:r>
              <a:rPr sz="2400" spc="25" dirty="0">
                <a:solidFill>
                  <a:srgbClr val="0000CC"/>
                </a:solidFill>
                <a:latin typeface="Noto Sans CJK HK"/>
                <a:cs typeface="Noto Sans CJK HK"/>
              </a:rPr>
              <a:t>用 </a:t>
            </a:r>
            <a:r>
              <a:rPr sz="2400" i="1" dirty="0">
                <a:solidFill>
                  <a:srgbClr val="0000CC"/>
                </a:solidFill>
                <a:latin typeface="Times New Roman" panose="02020603050405020304"/>
                <a:cs typeface="Times New Roman" panose="02020603050405020304"/>
              </a:rPr>
              <a:t>U</a:t>
            </a:r>
            <a:r>
              <a:rPr sz="2325" baseline="-18000" dirty="0">
                <a:solidFill>
                  <a:srgbClr val="0000CC"/>
                </a:solidFill>
                <a:latin typeface="Times New Roman" panose="02020603050405020304"/>
                <a:cs typeface="Times New Roman" panose="02020603050405020304"/>
              </a:rPr>
              <a:t>LSB</a:t>
            </a:r>
            <a:r>
              <a:rPr sz="2325" spc="300" baseline="-18000" dirty="0">
                <a:solidFill>
                  <a:srgbClr val="0000CC"/>
                </a:solidFill>
                <a:latin typeface="Times New Roman" panose="02020603050405020304"/>
                <a:cs typeface="Times New Roman" panose="02020603050405020304"/>
              </a:rPr>
              <a:t> </a:t>
            </a:r>
            <a:r>
              <a:rPr sz="2400" dirty="0">
                <a:solidFill>
                  <a:srgbClr val="0000CC"/>
                </a:solidFill>
                <a:latin typeface="Noto Sans CJK HK"/>
                <a:cs typeface="Noto Sans CJK HK"/>
              </a:rPr>
              <a:t>表示</a:t>
            </a:r>
            <a:r>
              <a:rPr sz="2400" spc="-10" dirty="0">
                <a:solidFill>
                  <a:srgbClr val="0000CC"/>
                </a:solidFill>
                <a:latin typeface="Times New Roman" panose="02020603050405020304"/>
                <a:cs typeface="Times New Roman" panose="02020603050405020304"/>
              </a:rPr>
              <a:t>)</a:t>
            </a:r>
            <a:r>
              <a:rPr sz="2400" spc="-50" dirty="0">
                <a:solidFill>
                  <a:srgbClr val="0000CC"/>
                </a:solidFill>
                <a:latin typeface="Noto Sans CJK HK"/>
                <a:cs typeface="Noto Sans CJK HK"/>
              </a:rPr>
              <a:t>。</a:t>
            </a:r>
            <a:endParaRPr sz="2400">
              <a:latin typeface="Noto Sans CJK HK"/>
              <a:cs typeface="Noto Sans CJK HK"/>
            </a:endParaRPr>
          </a:p>
          <a:p>
            <a:pPr marL="306070">
              <a:lnSpc>
                <a:spcPct val="100000"/>
              </a:lnSpc>
              <a:spcBef>
                <a:spcPts val="1630"/>
              </a:spcBef>
            </a:pPr>
            <a:r>
              <a:rPr sz="2400" b="1" dirty="0">
                <a:solidFill>
                  <a:srgbClr val="0033CC"/>
                </a:solidFill>
                <a:latin typeface="Times New Roman" panose="02020603050405020304"/>
                <a:cs typeface="Times New Roman" panose="02020603050405020304"/>
              </a:rPr>
              <a:t>LSB</a:t>
            </a:r>
            <a:r>
              <a:rPr sz="2400" b="1" spc="-40" dirty="0">
                <a:solidFill>
                  <a:srgbClr val="0033CC"/>
                </a:solidFill>
                <a:latin typeface="Times New Roman" panose="02020603050405020304"/>
                <a:cs typeface="Times New Roman" panose="02020603050405020304"/>
              </a:rPr>
              <a:t> </a:t>
            </a:r>
            <a:r>
              <a:rPr sz="2400" b="1" dirty="0">
                <a:solidFill>
                  <a:srgbClr val="808080"/>
                </a:solidFill>
                <a:latin typeface="Times New Roman" panose="02020603050405020304"/>
                <a:cs typeface="Times New Roman" panose="02020603050405020304"/>
              </a:rPr>
              <a:t>—</a:t>
            </a:r>
            <a:r>
              <a:rPr sz="2400" b="1" spc="-30" dirty="0">
                <a:solidFill>
                  <a:srgbClr val="808080"/>
                </a:solidFill>
                <a:latin typeface="Times New Roman" panose="02020603050405020304"/>
                <a:cs typeface="Times New Roman" panose="02020603050405020304"/>
              </a:rPr>
              <a:t> </a:t>
            </a:r>
            <a:r>
              <a:rPr sz="2400" b="1" dirty="0">
                <a:solidFill>
                  <a:srgbClr val="0033CC"/>
                </a:solidFill>
                <a:latin typeface="Times New Roman" panose="02020603050405020304"/>
                <a:cs typeface="Times New Roman" panose="02020603050405020304"/>
              </a:rPr>
              <a:t>L</a:t>
            </a:r>
            <a:r>
              <a:rPr sz="2400" b="1" dirty="0">
                <a:solidFill>
                  <a:srgbClr val="808080"/>
                </a:solidFill>
                <a:latin typeface="Times New Roman" panose="02020603050405020304"/>
                <a:cs typeface="Times New Roman" panose="02020603050405020304"/>
              </a:rPr>
              <a:t>east</a:t>
            </a:r>
            <a:r>
              <a:rPr sz="2400" b="1" spc="-30" dirty="0">
                <a:solidFill>
                  <a:srgbClr val="808080"/>
                </a:solidFill>
                <a:latin typeface="Times New Roman" panose="02020603050405020304"/>
                <a:cs typeface="Times New Roman" panose="02020603050405020304"/>
              </a:rPr>
              <a:t> </a:t>
            </a:r>
            <a:r>
              <a:rPr sz="2400" b="1" dirty="0">
                <a:solidFill>
                  <a:srgbClr val="0033CC"/>
                </a:solidFill>
                <a:latin typeface="Times New Roman" panose="02020603050405020304"/>
                <a:cs typeface="Times New Roman" panose="02020603050405020304"/>
              </a:rPr>
              <a:t>S</a:t>
            </a:r>
            <a:r>
              <a:rPr sz="2400" b="1" dirty="0">
                <a:solidFill>
                  <a:srgbClr val="808080"/>
                </a:solidFill>
                <a:latin typeface="Times New Roman" panose="02020603050405020304"/>
                <a:cs typeface="Times New Roman" panose="02020603050405020304"/>
              </a:rPr>
              <a:t>ignificant</a:t>
            </a:r>
            <a:r>
              <a:rPr sz="2400" b="1" spc="-30" dirty="0">
                <a:solidFill>
                  <a:srgbClr val="808080"/>
                </a:solidFill>
                <a:latin typeface="Times New Roman" panose="02020603050405020304"/>
                <a:cs typeface="Times New Roman" panose="02020603050405020304"/>
              </a:rPr>
              <a:t> </a:t>
            </a:r>
            <a:r>
              <a:rPr sz="2400" b="1" spc="-25" dirty="0">
                <a:solidFill>
                  <a:srgbClr val="0033CC"/>
                </a:solidFill>
                <a:latin typeface="Times New Roman" panose="02020603050405020304"/>
                <a:cs typeface="Times New Roman" panose="02020603050405020304"/>
              </a:rPr>
              <a:t>B</a:t>
            </a:r>
            <a:r>
              <a:rPr sz="2400" b="1" spc="-25" dirty="0">
                <a:solidFill>
                  <a:srgbClr val="808080"/>
                </a:solidFill>
                <a:latin typeface="Times New Roman" panose="02020603050405020304"/>
                <a:cs typeface="Times New Roman" panose="02020603050405020304"/>
              </a:rPr>
              <a:t>it</a:t>
            </a:r>
            <a:endParaRPr sz="2400">
              <a:latin typeface="Times New Roman" panose="02020603050405020304"/>
              <a:cs typeface="Times New Roman" panose="02020603050405020304"/>
            </a:endParaRPr>
          </a:p>
        </p:txBody>
      </p:sp>
      <p:sp>
        <p:nvSpPr>
          <p:cNvPr id="39" name="Text Box 38"/>
          <p:cNvSpPr txBox="1"/>
          <p:nvPr/>
        </p:nvSpPr>
        <p:spPr>
          <a:xfrm>
            <a:off x="7300595" y="3923665"/>
            <a:ext cx="153035" cy="368300"/>
          </a:xfrm>
          <a:prstGeom prst="rect">
            <a:avLst/>
          </a:prstGeom>
          <a:noFill/>
        </p:spPr>
        <p:txBody>
          <a:bodyPr wrap="square" rtlCol="0">
            <a:spAutoFit/>
          </a:bodyPr>
          <a:lstStyle/>
          <a:p>
            <a:r>
              <a:rPr lang="en-US"/>
              <a:t>1</a:t>
            </a:r>
          </a:p>
        </p:txBody>
      </p:sp>
      <p:sp>
        <p:nvSpPr>
          <p:cNvPr id="40" name="Text Box 39"/>
          <p:cNvSpPr txBox="1"/>
          <p:nvPr/>
        </p:nvSpPr>
        <p:spPr>
          <a:xfrm>
            <a:off x="7924800" y="4191000"/>
            <a:ext cx="153035" cy="368300"/>
          </a:xfrm>
          <a:prstGeom prst="rect">
            <a:avLst/>
          </a:prstGeom>
          <a:noFill/>
        </p:spPr>
        <p:txBody>
          <a:bodyPr wrap="square" rtlCol="0">
            <a:spAutoFit/>
          </a:bodyPr>
          <a:lstStyle/>
          <a:p>
            <a:r>
              <a:rPr lang="en-US"/>
              <a:t>0</a:t>
            </a:r>
          </a:p>
        </p:txBody>
      </p:sp>
      <p:sp>
        <p:nvSpPr>
          <p:cNvPr id="41" name="Text Box 40"/>
          <p:cNvSpPr txBox="1"/>
          <p:nvPr/>
        </p:nvSpPr>
        <p:spPr>
          <a:xfrm>
            <a:off x="8418195" y="3898265"/>
            <a:ext cx="153035" cy="368300"/>
          </a:xfrm>
          <a:prstGeom prst="rect">
            <a:avLst/>
          </a:prstGeom>
          <a:noFill/>
        </p:spPr>
        <p:txBody>
          <a:bodyPr wrap="square" rtlCol="0">
            <a:spAutoFit/>
          </a:bodyPr>
          <a:lstStyle/>
          <a:p>
            <a:r>
              <a:rPr lang="en-US"/>
              <a:t>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46759" y="5590032"/>
            <a:ext cx="8324215" cy="937260"/>
            <a:chOff x="746759" y="5590032"/>
            <a:chExt cx="8324215" cy="937260"/>
          </a:xfrm>
        </p:grpSpPr>
        <p:sp>
          <p:nvSpPr>
            <p:cNvPr id="3" name="object 3"/>
            <p:cNvSpPr/>
            <p:nvPr/>
          </p:nvSpPr>
          <p:spPr>
            <a:xfrm>
              <a:off x="746759" y="5590032"/>
              <a:ext cx="7162800" cy="937260"/>
            </a:xfrm>
            <a:custGeom>
              <a:avLst/>
              <a:gdLst/>
              <a:ahLst/>
              <a:cxnLst/>
              <a:rect l="l" t="t" r="r" b="b"/>
              <a:pathLst>
                <a:path w="7162800" h="937259">
                  <a:moveTo>
                    <a:pt x="7162800" y="937260"/>
                  </a:moveTo>
                  <a:lnTo>
                    <a:pt x="0" y="937260"/>
                  </a:lnTo>
                  <a:lnTo>
                    <a:pt x="0" y="0"/>
                  </a:lnTo>
                  <a:lnTo>
                    <a:pt x="7162800" y="0"/>
                  </a:lnTo>
                  <a:lnTo>
                    <a:pt x="7162800" y="937260"/>
                  </a:lnTo>
                  <a:close/>
                </a:path>
              </a:pathLst>
            </a:custGeom>
            <a:solidFill>
              <a:srgbClr val="66FFFF"/>
            </a:solidFill>
          </p:spPr>
          <p:txBody>
            <a:bodyPr wrap="square" lIns="0" tIns="0" rIns="0" bIns="0" rtlCol="0"/>
            <a:lstStyle/>
            <a:p>
              <a:endParaRPr/>
            </a:p>
          </p:txBody>
        </p:sp>
        <p:sp>
          <p:nvSpPr>
            <p:cNvPr id="4" name="object 4"/>
            <p:cNvSpPr/>
            <p:nvPr/>
          </p:nvSpPr>
          <p:spPr>
            <a:xfrm>
              <a:off x="1466646" y="6073965"/>
              <a:ext cx="6370320" cy="0"/>
            </a:xfrm>
            <a:custGeom>
              <a:avLst/>
              <a:gdLst/>
              <a:ahLst/>
              <a:cxnLst/>
              <a:rect l="l" t="t" r="r" b="b"/>
              <a:pathLst>
                <a:path w="6370320">
                  <a:moveTo>
                    <a:pt x="0" y="0"/>
                  </a:moveTo>
                  <a:lnTo>
                    <a:pt x="676249" y="0"/>
                  </a:lnTo>
                </a:path>
                <a:path w="6370320">
                  <a:moveTo>
                    <a:pt x="1935810" y="0"/>
                  </a:moveTo>
                  <a:lnTo>
                    <a:pt x="2612072" y="0"/>
                  </a:lnTo>
                </a:path>
                <a:path w="6370320">
                  <a:moveTo>
                    <a:pt x="3912412" y="0"/>
                  </a:moveTo>
                  <a:lnTo>
                    <a:pt x="4588662" y="0"/>
                  </a:lnTo>
                </a:path>
                <a:path w="6370320">
                  <a:moveTo>
                    <a:pt x="5693625" y="0"/>
                  </a:moveTo>
                  <a:lnTo>
                    <a:pt x="6369875" y="0"/>
                  </a:lnTo>
                </a:path>
              </a:pathLst>
            </a:custGeom>
            <a:ln w="15151">
              <a:solidFill>
                <a:srgbClr val="000000"/>
              </a:solidFill>
            </a:ln>
          </p:spPr>
          <p:txBody>
            <a:bodyPr wrap="square" lIns="0" tIns="0" rIns="0" bIns="0" rtlCol="0"/>
            <a:lstStyle/>
            <a:p>
              <a:endParaRPr/>
            </a:p>
          </p:txBody>
        </p:sp>
      </p:grpSp>
      <p:sp>
        <p:nvSpPr>
          <p:cNvPr id="5" name="object 5"/>
          <p:cNvSpPr txBox="1">
            <a:spLocks noGrp="1"/>
          </p:cNvSpPr>
          <p:nvPr>
            <p:ph type="title"/>
          </p:nvPr>
        </p:nvSpPr>
        <p:spPr>
          <a:xfrm>
            <a:off x="420268" y="191401"/>
            <a:ext cx="3937635" cy="442595"/>
          </a:xfrm>
          <a:prstGeom prst="rect">
            <a:avLst/>
          </a:prstGeom>
        </p:spPr>
        <p:txBody>
          <a:bodyPr vert="horz" wrap="square" lIns="0" tIns="12065" rIns="0" bIns="0" rtlCol="0">
            <a:spAutoFit/>
          </a:bodyPr>
          <a:lstStyle/>
          <a:p>
            <a:pPr marL="12700">
              <a:lnSpc>
                <a:spcPct val="100000"/>
              </a:lnSpc>
              <a:spcBef>
                <a:spcPts val="95"/>
              </a:spcBef>
              <a:tabLst>
                <a:tab pos="1198245" algn="l"/>
              </a:tabLst>
            </a:pPr>
            <a:r>
              <a:rPr spc="-10" dirty="0">
                <a:latin typeface="Arial" panose="020B0604020202020204"/>
                <a:cs typeface="Arial" panose="020B0604020202020204"/>
              </a:rPr>
              <a:t>9.2.2</a:t>
            </a:r>
            <a:r>
              <a:rPr dirty="0">
                <a:latin typeface="Arial" panose="020B0604020202020204"/>
                <a:cs typeface="Arial" panose="020B0604020202020204"/>
              </a:rPr>
              <a:t>	</a:t>
            </a:r>
            <a:r>
              <a:rPr spc="-10" dirty="0">
                <a:latin typeface="Arial" panose="020B0604020202020204"/>
                <a:cs typeface="Arial" panose="020B0604020202020204"/>
              </a:rPr>
              <a:t>D/A</a:t>
            </a:r>
            <a:r>
              <a:rPr spc="-35" dirty="0"/>
              <a:t>转换器的构成</a:t>
            </a:r>
          </a:p>
        </p:txBody>
      </p:sp>
      <p:grpSp>
        <p:nvGrpSpPr>
          <p:cNvPr id="6" name="object 6"/>
          <p:cNvGrpSpPr/>
          <p:nvPr/>
        </p:nvGrpSpPr>
        <p:grpSpPr>
          <a:xfrm>
            <a:off x="115823" y="1501139"/>
            <a:ext cx="8915400" cy="3188335"/>
            <a:chOff x="115823" y="1501139"/>
            <a:chExt cx="8915400" cy="3188335"/>
          </a:xfrm>
        </p:grpSpPr>
        <p:sp>
          <p:nvSpPr>
            <p:cNvPr id="7" name="object 7"/>
            <p:cNvSpPr/>
            <p:nvPr/>
          </p:nvSpPr>
          <p:spPr>
            <a:xfrm>
              <a:off x="115823" y="1501139"/>
              <a:ext cx="8915400" cy="3188335"/>
            </a:xfrm>
            <a:custGeom>
              <a:avLst/>
              <a:gdLst/>
              <a:ahLst/>
              <a:cxnLst/>
              <a:rect l="l" t="t" r="r" b="b"/>
              <a:pathLst>
                <a:path w="8915400" h="3188335">
                  <a:moveTo>
                    <a:pt x="8915400" y="3188208"/>
                  </a:moveTo>
                  <a:lnTo>
                    <a:pt x="0" y="3188208"/>
                  </a:lnTo>
                  <a:lnTo>
                    <a:pt x="0" y="0"/>
                  </a:lnTo>
                  <a:lnTo>
                    <a:pt x="8915400" y="0"/>
                  </a:lnTo>
                  <a:lnTo>
                    <a:pt x="8915400" y="3188208"/>
                  </a:lnTo>
                  <a:close/>
                </a:path>
              </a:pathLst>
            </a:custGeom>
            <a:solidFill>
              <a:srgbClr val="F8F8F8"/>
            </a:solidFill>
          </p:spPr>
          <p:txBody>
            <a:bodyPr wrap="square" lIns="0" tIns="0" rIns="0" bIns="0" rtlCol="0"/>
            <a:lstStyle/>
            <a:p>
              <a:endParaRPr/>
            </a:p>
          </p:txBody>
        </p:sp>
        <p:sp>
          <p:nvSpPr>
            <p:cNvPr id="8" name="object 8"/>
            <p:cNvSpPr/>
            <p:nvPr/>
          </p:nvSpPr>
          <p:spPr>
            <a:xfrm>
              <a:off x="817702" y="1691182"/>
              <a:ext cx="4324985" cy="0"/>
            </a:xfrm>
            <a:custGeom>
              <a:avLst/>
              <a:gdLst/>
              <a:ahLst/>
              <a:cxnLst/>
              <a:rect l="l" t="t" r="r" b="b"/>
              <a:pathLst>
                <a:path w="4324985">
                  <a:moveTo>
                    <a:pt x="0" y="0"/>
                  </a:moveTo>
                  <a:lnTo>
                    <a:pt x="4324769" y="0"/>
                  </a:lnTo>
                </a:path>
              </a:pathLst>
            </a:custGeom>
            <a:ln w="18973">
              <a:solidFill>
                <a:srgbClr val="000000"/>
              </a:solidFill>
            </a:ln>
          </p:spPr>
          <p:txBody>
            <a:bodyPr wrap="square" lIns="0" tIns="0" rIns="0" bIns="0" rtlCol="0"/>
            <a:lstStyle/>
            <a:p>
              <a:endParaRPr/>
            </a:p>
          </p:txBody>
        </p:sp>
        <p:sp>
          <p:nvSpPr>
            <p:cNvPr id="9" name="object 9"/>
            <p:cNvSpPr/>
            <p:nvPr/>
          </p:nvSpPr>
          <p:spPr>
            <a:xfrm>
              <a:off x="1728177" y="1691182"/>
              <a:ext cx="3414395" cy="986790"/>
            </a:xfrm>
            <a:custGeom>
              <a:avLst/>
              <a:gdLst/>
              <a:ahLst/>
              <a:cxnLst/>
              <a:rect l="l" t="t" r="r" b="b"/>
              <a:pathLst>
                <a:path w="3414395" h="986789">
                  <a:moveTo>
                    <a:pt x="0" y="721029"/>
                  </a:moveTo>
                  <a:lnTo>
                    <a:pt x="0" y="986675"/>
                  </a:lnTo>
                </a:path>
                <a:path w="3414395" h="986789">
                  <a:moveTo>
                    <a:pt x="0" y="0"/>
                  </a:moveTo>
                  <a:lnTo>
                    <a:pt x="0" y="360514"/>
                  </a:lnTo>
                </a:path>
                <a:path w="3414395" h="986789">
                  <a:moveTo>
                    <a:pt x="1138097" y="721029"/>
                  </a:moveTo>
                  <a:lnTo>
                    <a:pt x="1138097" y="986675"/>
                  </a:lnTo>
                </a:path>
                <a:path w="3414395" h="986789">
                  <a:moveTo>
                    <a:pt x="1138097" y="0"/>
                  </a:moveTo>
                  <a:lnTo>
                    <a:pt x="1138097" y="360514"/>
                  </a:lnTo>
                </a:path>
                <a:path w="3414395" h="986789">
                  <a:moveTo>
                    <a:pt x="2276195" y="721029"/>
                  </a:moveTo>
                  <a:lnTo>
                    <a:pt x="2276195" y="986675"/>
                  </a:lnTo>
                </a:path>
                <a:path w="3414395" h="986789">
                  <a:moveTo>
                    <a:pt x="2276195" y="0"/>
                  </a:moveTo>
                  <a:lnTo>
                    <a:pt x="2276195" y="360514"/>
                  </a:lnTo>
                </a:path>
                <a:path w="3414395" h="986789">
                  <a:moveTo>
                    <a:pt x="3414293" y="721029"/>
                  </a:moveTo>
                  <a:lnTo>
                    <a:pt x="3414293" y="986675"/>
                  </a:lnTo>
                </a:path>
                <a:path w="3414395" h="986789">
                  <a:moveTo>
                    <a:pt x="3414293" y="0"/>
                  </a:moveTo>
                  <a:lnTo>
                    <a:pt x="3414293" y="360514"/>
                  </a:lnTo>
                </a:path>
              </a:pathLst>
            </a:custGeom>
            <a:ln w="18973">
              <a:solidFill>
                <a:srgbClr val="000000"/>
              </a:solidFill>
            </a:ln>
          </p:spPr>
          <p:txBody>
            <a:bodyPr wrap="square" lIns="0" tIns="0" rIns="0" bIns="0" rtlCol="0"/>
            <a:lstStyle/>
            <a:p>
              <a:endParaRPr/>
            </a:p>
          </p:txBody>
        </p:sp>
        <p:sp>
          <p:nvSpPr>
            <p:cNvPr id="10" name="object 10"/>
            <p:cNvSpPr/>
            <p:nvPr/>
          </p:nvSpPr>
          <p:spPr>
            <a:xfrm>
              <a:off x="1671269" y="2051697"/>
              <a:ext cx="133350" cy="360680"/>
            </a:xfrm>
            <a:custGeom>
              <a:avLst/>
              <a:gdLst/>
              <a:ahLst/>
              <a:cxnLst/>
              <a:rect l="l" t="t" r="r" b="b"/>
              <a:pathLst>
                <a:path w="133350" h="360680">
                  <a:moveTo>
                    <a:pt x="132778" y="360514"/>
                  </a:moveTo>
                  <a:lnTo>
                    <a:pt x="0" y="360514"/>
                  </a:lnTo>
                  <a:lnTo>
                    <a:pt x="0" y="0"/>
                  </a:lnTo>
                  <a:lnTo>
                    <a:pt x="132778" y="0"/>
                  </a:lnTo>
                  <a:lnTo>
                    <a:pt x="132778" y="360514"/>
                  </a:lnTo>
                  <a:close/>
                </a:path>
              </a:pathLst>
            </a:custGeom>
            <a:solidFill>
              <a:srgbClr val="FFFFFF"/>
            </a:solidFill>
          </p:spPr>
          <p:txBody>
            <a:bodyPr wrap="square" lIns="0" tIns="0" rIns="0" bIns="0" rtlCol="0"/>
            <a:lstStyle/>
            <a:p>
              <a:endParaRPr/>
            </a:p>
          </p:txBody>
        </p:sp>
        <p:sp>
          <p:nvSpPr>
            <p:cNvPr id="11" name="object 11"/>
            <p:cNvSpPr/>
            <p:nvPr/>
          </p:nvSpPr>
          <p:spPr>
            <a:xfrm>
              <a:off x="1671269" y="2051697"/>
              <a:ext cx="133350" cy="360680"/>
            </a:xfrm>
            <a:custGeom>
              <a:avLst/>
              <a:gdLst/>
              <a:ahLst/>
              <a:cxnLst/>
              <a:rect l="l" t="t" r="r" b="b"/>
              <a:pathLst>
                <a:path w="133350" h="360680">
                  <a:moveTo>
                    <a:pt x="0" y="0"/>
                  </a:moveTo>
                  <a:lnTo>
                    <a:pt x="132778" y="0"/>
                  </a:lnTo>
                  <a:lnTo>
                    <a:pt x="132778" y="360514"/>
                  </a:lnTo>
                  <a:lnTo>
                    <a:pt x="0" y="360514"/>
                  </a:lnTo>
                  <a:lnTo>
                    <a:pt x="0" y="0"/>
                  </a:lnTo>
                  <a:close/>
                </a:path>
              </a:pathLst>
            </a:custGeom>
            <a:ln w="18973">
              <a:solidFill>
                <a:srgbClr val="000000"/>
              </a:solidFill>
            </a:ln>
          </p:spPr>
          <p:txBody>
            <a:bodyPr wrap="square" lIns="0" tIns="0" rIns="0" bIns="0" rtlCol="0"/>
            <a:lstStyle/>
            <a:p>
              <a:endParaRPr/>
            </a:p>
          </p:txBody>
        </p:sp>
        <p:sp>
          <p:nvSpPr>
            <p:cNvPr id="12" name="object 12"/>
            <p:cNvSpPr/>
            <p:nvPr/>
          </p:nvSpPr>
          <p:spPr>
            <a:xfrm>
              <a:off x="2809366" y="2051697"/>
              <a:ext cx="133350" cy="360680"/>
            </a:xfrm>
            <a:custGeom>
              <a:avLst/>
              <a:gdLst/>
              <a:ahLst/>
              <a:cxnLst/>
              <a:rect l="l" t="t" r="r" b="b"/>
              <a:pathLst>
                <a:path w="133350" h="360680">
                  <a:moveTo>
                    <a:pt x="132778" y="360514"/>
                  </a:moveTo>
                  <a:lnTo>
                    <a:pt x="0" y="360514"/>
                  </a:lnTo>
                  <a:lnTo>
                    <a:pt x="0" y="0"/>
                  </a:lnTo>
                  <a:lnTo>
                    <a:pt x="132778" y="0"/>
                  </a:lnTo>
                  <a:lnTo>
                    <a:pt x="132778" y="360514"/>
                  </a:lnTo>
                  <a:close/>
                </a:path>
              </a:pathLst>
            </a:custGeom>
            <a:solidFill>
              <a:srgbClr val="FFFFFF"/>
            </a:solidFill>
          </p:spPr>
          <p:txBody>
            <a:bodyPr wrap="square" lIns="0" tIns="0" rIns="0" bIns="0" rtlCol="0"/>
            <a:lstStyle/>
            <a:p>
              <a:endParaRPr/>
            </a:p>
          </p:txBody>
        </p:sp>
        <p:sp>
          <p:nvSpPr>
            <p:cNvPr id="13" name="object 13"/>
            <p:cNvSpPr/>
            <p:nvPr/>
          </p:nvSpPr>
          <p:spPr>
            <a:xfrm>
              <a:off x="2809366" y="2051697"/>
              <a:ext cx="133350" cy="360680"/>
            </a:xfrm>
            <a:custGeom>
              <a:avLst/>
              <a:gdLst/>
              <a:ahLst/>
              <a:cxnLst/>
              <a:rect l="l" t="t" r="r" b="b"/>
              <a:pathLst>
                <a:path w="133350" h="360680">
                  <a:moveTo>
                    <a:pt x="0" y="0"/>
                  </a:moveTo>
                  <a:lnTo>
                    <a:pt x="132778" y="0"/>
                  </a:lnTo>
                  <a:lnTo>
                    <a:pt x="132778" y="360514"/>
                  </a:lnTo>
                  <a:lnTo>
                    <a:pt x="0" y="360514"/>
                  </a:lnTo>
                  <a:lnTo>
                    <a:pt x="0" y="0"/>
                  </a:lnTo>
                  <a:close/>
                </a:path>
              </a:pathLst>
            </a:custGeom>
            <a:ln w="18973">
              <a:solidFill>
                <a:srgbClr val="000000"/>
              </a:solidFill>
            </a:ln>
          </p:spPr>
          <p:txBody>
            <a:bodyPr wrap="square" lIns="0" tIns="0" rIns="0" bIns="0" rtlCol="0"/>
            <a:lstStyle/>
            <a:p>
              <a:endParaRPr/>
            </a:p>
          </p:txBody>
        </p:sp>
        <p:sp>
          <p:nvSpPr>
            <p:cNvPr id="14" name="object 14"/>
            <p:cNvSpPr/>
            <p:nvPr/>
          </p:nvSpPr>
          <p:spPr>
            <a:xfrm>
              <a:off x="3947464" y="2051697"/>
              <a:ext cx="133350" cy="360680"/>
            </a:xfrm>
            <a:custGeom>
              <a:avLst/>
              <a:gdLst/>
              <a:ahLst/>
              <a:cxnLst/>
              <a:rect l="l" t="t" r="r" b="b"/>
              <a:pathLst>
                <a:path w="133350" h="360680">
                  <a:moveTo>
                    <a:pt x="132778" y="360514"/>
                  </a:moveTo>
                  <a:lnTo>
                    <a:pt x="0" y="360514"/>
                  </a:lnTo>
                  <a:lnTo>
                    <a:pt x="0" y="0"/>
                  </a:lnTo>
                  <a:lnTo>
                    <a:pt x="132778" y="0"/>
                  </a:lnTo>
                  <a:lnTo>
                    <a:pt x="132778" y="360514"/>
                  </a:lnTo>
                  <a:close/>
                </a:path>
              </a:pathLst>
            </a:custGeom>
            <a:solidFill>
              <a:srgbClr val="FFFFFF"/>
            </a:solidFill>
          </p:spPr>
          <p:txBody>
            <a:bodyPr wrap="square" lIns="0" tIns="0" rIns="0" bIns="0" rtlCol="0"/>
            <a:lstStyle/>
            <a:p>
              <a:endParaRPr/>
            </a:p>
          </p:txBody>
        </p:sp>
        <p:sp>
          <p:nvSpPr>
            <p:cNvPr id="15" name="object 15"/>
            <p:cNvSpPr/>
            <p:nvPr/>
          </p:nvSpPr>
          <p:spPr>
            <a:xfrm>
              <a:off x="3947464" y="2051697"/>
              <a:ext cx="133350" cy="360680"/>
            </a:xfrm>
            <a:custGeom>
              <a:avLst/>
              <a:gdLst/>
              <a:ahLst/>
              <a:cxnLst/>
              <a:rect l="l" t="t" r="r" b="b"/>
              <a:pathLst>
                <a:path w="133350" h="360680">
                  <a:moveTo>
                    <a:pt x="0" y="0"/>
                  </a:moveTo>
                  <a:lnTo>
                    <a:pt x="132778" y="0"/>
                  </a:lnTo>
                  <a:lnTo>
                    <a:pt x="132778" y="360514"/>
                  </a:lnTo>
                  <a:lnTo>
                    <a:pt x="0" y="360514"/>
                  </a:lnTo>
                  <a:lnTo>
                    <a:pt x="0" y="0"/>
                  </a:lnTo>
                  <a:close/>
                </a:path>
              </a:pathLst>
            </a:custGeom>
            <a:ln w="18973">
              <a:solidFill>
                <a:srgbClr val="000000"/>
              </a:solidFill>
            </a:ln>
          </p:spPr>
          <p:txBody>
            <a:bodyPr wrap="square" lIns="0" tIns="0" rIns="0" bIns="0" rtlCol="0"/>
            <a:lstStyle/>
            <a:p>
              <a:endParaRPr/>
            </a:p>
          </p:txBody>
        </p:sp>
        <p:sp>
          <p:nvSpPr>
            <p:cNvPr id="16" name="object 16"/>
            <p:cNvSpPr/>
            <p:nvPr/>
          </p:nvSpPr>
          <p:spPr>
            <a:xfrm>
              <a:off x="5085575" y="2051697"/>
              <a:ext cx="133350" cy="360680"/>
            </a:xfrm>
            <a:custGeom>
              <a:avLst/>
              <a:gdLst/>
              <a:ahLst/>
              <a:cxnLst/>
              <a:rect l="l" t="t" r="r" b="b"/>
              <a:pathLst>
                <a:path w="133350" h="360680">
                  <a:moveTo>
                    <a:pt x="132778" y="360514"/>
                  </a:moveTo>
                  <a:lnTo>
                    <a:pt x="0" y="360514"/>
                  </a:lnTo>
                  <a:lnTo>
                    <a:pt x="0" y="0"/>
                  </a:lnTo>
                  <a:lnTo>
                    <a:pt x="132778" y="0"/>
                  </a:lnTo>
                  <a:lnTo>
                    <a:pt x="132778" y="360514"/>
                  </a:lnTo>
                  <a:close/>
                </a:path>
              </a:pathLst>
            </a:custGeom>
            <a:solidFill>
              <a:srgbClr val="FFFFFF"/>
            </a:solidFill>
          </p:spPr>
          <p:txBody>
            <a:bodyPr wrap="square" lIns="0" tIns="0" rIns="0" bIns="0" rtlCol="0"/>
            <a:lstStyle/>
            <a:p>
              <a:endParaRPr/>
            </a:p>
          </p:txBody>
        </p:sp>
        <p:sp>
          <p:nvSpPr>
            <p:cNvPr id="17" name="object 17"/>
            <p:cNvSpPr/>
            <p:nvPr/>
          </p:nvSpPr>
          <p:spPr>
            <a:xfrm>
              <a:off x="1500555" y="2051697"/>
              <a:ext cx="5462905" cy="1802764"/>
            </a:xfrm>
            <a:custGeom>
              <a:avLst/>
              <a:gdLst/>
              <a:ahLst/>
              <a:cxnLst/>
              <a:rect l="l" t="t" r="r" b="b"/>
              <a:pathLst>
                <a:path w="5462905" h="1802764">
                  <a:moveTo>
                    <a:pt x="3585019" y="0"/>
                  </a:moveTo>
                  <a:lnTo>
                    <a:pt x="3717798" y="0"/>
                  </a:lnTo>
                  <a:lnTo>
                    <a:pt x="3717798" y="360514"/>
                  </a:lnTo>
                  <a:lnTo>
                    <a:pt x="3585019" y="360514"/>
                  </a:lnTo>
                  <a:lnTo>
                    <a:pt x="3585019" y="0"/>
                  </a:lnTo>
                  <a:close/>
                </a:path>
                <a:path w="5462905" h="1802764">
                  <a:moveTo>
                    <a:pt x="455244" y="815898"/>
                  </a:moveTo>
                  <a:lnTo>
                    <a:pt x="455244" y="1214361"/>
                  </a:lnTo>
                  <a:lnTo>
                    <a:pt x="5462879" y="1214361"/>
                  </a:lnTo>
                </a:path>
                <a:path w="5462905" h="1802764">
                  <a:moveTo>
                    <a:pt x="0" y="815898"/>
                  </a:moveTo>
                  <a:lnTo>
                    <a:pt x="0" y="1802574"/>
                  </a:lnTo>
                  <a:lnTo>
                    <a:pt x="5462879" y="1802574"/>
                  </a:lnTo>
                </a:path>
              </a:pathLst>
            </a:custGeom>
            <a:ln w="18973">
              <a:solidFill>
                <a:srgbClr val="000000"/>
              </a:solidFill>
            </a:ln>
          </p:spPr>
          <p:txBody>
            <a:bodyPr wrap="square" lIns="0" tIns="0" rIns="0" bIns="0" rtlCol="0"/>
            <a:lstStyle/>
            <a:p>
              <a:endParaRPr/>
            </a:p>
          </p:txBody>
        </p:sp>
        <p:sp>
          <p:nvSpPr>
            <p:cNvPr id="18" name="object 18"/>
            <p:cNvSpPr/>
            <p:nvPr/>
          </p:nvSpPr>
          <p:spPr>
            <a:xfrm>
              <a:off x="6925500" y="3114268"/>
              <a:ext cx="986790" cy="911225"/>
            </a:xfrm>
            <a:custGeom>
              <a:avLst/>
              <a:gdLst/>
              <a:ahLst/>
              <a:cxnLst/>
              <a:rect l="l" t="t" r="r" b="b"/>
              <a:pathLst>
                <a:path w="986790" h="911225">
                  <a:moveTo>
                    <a:pt x="0" y="910767"/>
                  </a:moveTo>
                  <a:lnTo>
                    <a:pt x="0" y="0"/>
                  </a:lnTo>
                  <a:lnTo>
                    <a:pt x="986345" y="455383"/>
                  </a:lnTo>
                  <a:lnTo>
                    <a:pt x="0" y="910767"/>
                  </a:lnTo>
                  <a:close/>
                </a:path>
              </a:pathLst>
            </a:custGeom>
            <a:solidFill>
              <a:srgbClr val="FFFFFF"/>
            </a:solidFill>
          </p:spPr>
          <p:txBody>
            <a:bodyPr wrap="square" lIns="0" tIns="0" rIns="0" bIns="0" rtlCol="0"/>
            <a:lstStyle/>
            <a:p>
              <a:endParaRPr/>
            </a:p>
          </p:txBody>
        </p:sp>
        <p:sp>
          <p:nvSpPr>
            <p:cNvPr id="19" name="object 19"/>
            <p:cNvSpPr/>
            <p:nvPr/>
          </p:nvSpPr>
          <p:spPr>
            <a:xfrm>
              <a:off x="6622008" y="2886570"/>
              <a:ext cx="1991995" cy="1138555"/>
            </a:xfrm>
            <a:custGeom>
              <a:avLst/>
              <a:gdLst/>
              <a:ahLst/>
              <a:cxnLst/>
              <a:rect l="l" t="t" r="r" b="b"/>
              <a:pathLst>
                <a:path w="1991995" h="1138554">
                  <a:moveTo>
                    <a:pt x="1289837" y="683082"/>
                  </a:moveTo>
                  <a:lnTo>
                    <a:pt x="303491" y="227698"/>
                  </a:lnTo>
                  <a:lnTo>
                    <a:pt x="303491" y="1138466"/>
                  </a:lnTo>
                  <a:lnTo>
                    <a:pt x="1289837" y="683082"/>
                  </a:lnTo>
                </a:path>
                <a:path w="1991995" h="1138554">
                  <a:moveTo>
                    <a:pt x="1308811" y="683082"/>
                  </a:moveTo>
                  <a:lnTo>
                    <a:pt x="1991664" y="683082"/>
                  </a:lnTo>
                </a:path>
                <a:path w="1991995" h="1138554">
                  <a:moveTo>
                    <a:pt x="0" y="360514"/>
                  </a:moveTo>
                  <a:lnTo>
                    <a:pt x="0" y="0"/>
                  </a:lnTo>
                  <a:lnTo>
                    <a:pt x="1593329" y="0"/>
                  </a:lnTo>
                  <a:lnTo>
                    <a:pt x="1593329" y="721029"/>
                  </a:lnTo>
                </a:path>
              </a:pathLst>
            </a:custGeom>
            <a:ln w="18973">
              <a:solidFill>
                <a:srgbClr val="000000"/>
              </a:solidFill>
            </a:ln>
          </p:spPr>
          <p:txBody>
            <a:bodyPr wrap="square" lIns="0" tIns="0" rIns="0" bIns="0" rtlCol="0"/>
            <a:lstStyle/>
            <a:p>
              <a:endParaRPr/>
            </a:p>
          </p:txBody>
        </p:sp>
        <p:sp>
          <p:nvSpPr>
            <p:cNvPr id="20" name="object 20"/>
            <p:cNvSpPr/>
            <p:nvPr/>
          </p:nvSpPr>
          <p:spPr>
            <a:xfrm>
              <a:off x="7228992" y="2829648"/>
              <a:ext cx="379730" cy="133350"/>
            </a:xfrm>
            <a:custGeom>
              <a:avLst/>
              <a:gdLst/>
              <a:ahLst/>
              <a:cxnLst/>
              <a:rect l="l" t="t" r="r" b="b"/>
              <a:pathLst>
                <a:path w="379729" h="133350">
                  <a:moveTo>
                    <a:pt x="379361" y="132816"/>
                  </a:moveTo>
                  <a:lnTo>
                    <a:pt x="0" y="132816"/>
                  </a:lnTo>
                  <a:lnTo>
                    <a:pt x="0" y="0"/>
                  </a:lnTo>
                  <a:lnTo>
                    <a:pt x="379361" y="0"/>
                  </a:lnTo>
                  <a:lnTo>
                    <a:pt x="379361" y="132816"/>
                  </a:lnTo>
                  <a:close/>
                </a:path>
              </a:pathLst>
            </a:custGeom>
            <a:solidFill>
              <a:srgbClr val="FFFFFF"/>
            </a:solidFill>
          </p:spPr>
          <p:txBody>
            <a:bodyPr wrap="square" lIns="0" tIns="0" rIns="0" bIns="0" rtlCol="0"/>
            <a:lstStyle/>
            <a:p>
              <a:endParaRPr/>
            </a:p>
          </p:txBody>
        </p:sp>
        <p:sp>
          <p:nvSpPr>
            <p:cNvPr id="21" name="object 21"/>
            <p:cNvSpPr/>
            <p:nvPr/>
          </p:nvSpPr>
          <p:spPr>
            <a:xfrm>
              <a:off x="6640969" y="2829648"/>
              <a:ext cx="967740" cy="1423670"/>
            </a:xfrm>
            <a:custGeom>
              <a:avLst/>
              <a:gdLst/>
              <a:ahLst/>
              <a:cxnLst/>
              <a:rect l="l" t="t" r="r" b="b"/>
              <a:pathLst>
                <a:path w="967740" h="1423670">
                  <a:moveTo>
                    <a:pt x="588022" y="0"/>
                  </a:moveTo>
                  <a:lnTo>
                    <a:pt x="967384" y="0"/>
                  </a:lnTo>
                  <a:lnTo>
                    <a:pt x="967384" y="132816"/>
                  </a:lnTo>
                  <a:lnTo>
                    <a:pt x="588022" y="132816"/>
                  </a:lnTo>
                  <a:lnTo>
                    <a:pt x="588022" y="0"/>
                  </a:lnTo>
                  <a:close/>
                </a:path>
                <a:path w="967740" h="1423670">
                  <a:moveTo>
                    <a:pt x="0" y="1024623"/>
                  </a:moveTo>
                  <a:lnTo>
                    <a:pt x="0" y="1423085"/>
                  </a:lnTo>
                </a:path>
              </a:pathLst>
            </a:custGeom>
            <a:ln w="18973">
              <a:solidFill>
                <a:srgbClr val="000000"/>
              </a:solidFill>
            </a:ln>
          </p:spPr>
          <p:txBody>
            <a:bodyPr wrap="square" lIns="0" tIns="0" rIns="0" bIns="0" rtlCol="0"/>
            <a:lstStyle/>
            <a:p>
              <a:endParaRPr/>
            </a:p>
          </p:txBody>
        </p:sp>
        <p:sp>
          <p:nvSpPr>
            <p:cNvPr id="22" name="object 22"/>
            <p:cNvSpPr/>
            <p:nvPr/>
          </p:nvSpPr>
          <p:spPr>
            <a:xfrm>
              <a:off x="6527164" y="4233748"/>
              <a:ext cx="227965" cy="38100"/>
            </a:xfrm>
            <a:custGeom>
              <a:avLst/>
              <a:gdLst/>
              <a:ahLst/>
              <a:cxnLst/>
              <a:rect l="l" t="t" r="r" b="b"/>
              <a:pathLst>
                <a:path w="227965" h="38100">
                  <a:moveTo>
                    <a:pt x="227622" y="37947"/>
                  </a:moveTo>
                  <a:lnTo>
                    <a:pt x="0" y="37947"/>
                  </a:lnTo>
                  <a:lnTo>
                    <a:pt x="0" y="0"/>
                  </a:lnTo>
                  <a:lnTo>
                    <a:pt x="227622" y="0"/>
                  </a:lnTo>
                  <a:lnTo>
                    <a:pt x="227622" y="37947"/>
                  </a:lnTo>
                  <a:close/>
                </a:path>
              </a:pathLst>
            </a:custGeom>
            <a:solidFill>
              <a:srgbClr val="000000"/>
            </a:solidFill>
          </p:spPr>
          <p:txBody>
            <a:bodyPr wrap="square" lIns="0" tIns="0" rIns="0" bIns="0" rtlCol="0"/>
            <a:lstStyle/>
            <a:p>
              <a:endParaRPr/>
            </a:p>
          </p:txBody>
        </p:sp>
        <p:sp>
          <p:nvSpPr>
            <p:cNvPr id="23" name="object 23"/>
            <p:cNvSpPr/>
            <p:nvPr/>
          </p:nvSpPr>
          <p:spPr>
            <a:xfrm>
              <a:off x="2638653" y="2867596"/>
              <a:ext cx="2731770" cy="986790"/>
            </a:xfrm>
            <a:custGeom>
              <a:avLst/>
              <a:gdLst/>
              <a:ahLst/>
              <a:cxnLst/>
              <a:rect l="l" t="t" r="r" b="b"/>
              <a:pathLst>
                <a:path w="2731770" h="986789">
                  <a:moveTo>
                    <a:pt x="0" y="0"/>
                  </a:moveTo>
                  <a:lnTo>
                    <a:pt x="0" y="986675"/>
                  </a:lnTo>
                </a:path>
                <a:path w="2731770" h="986789">
                  <a:moveTo>
                    <a:pt x="455244" y="0"/>
                  </a:moveTo>
                  <a:lnTo>
                    <a:pt x="455244" y="398462"/>
                  </a:lnTo>
                </a:path>
                <a:path w="2731770" h="986789">
                  <a:moveTo>
                    <a:pt x="1593342" y="0"/>
                  </a:moveTo>
                  <a:lnTo>
                    <a:pt x="1593342" y="398462"/>
                  </a:lnTo>
                </a:path>
                <a:path w="2731770" h="986789">
                  <a:moveTo>
                    <a:pt x="2731439" y="0"/>
                  </a:moveTo>
                  <a:lnTo>
                    <a:pt x="2731439" y="398462"/>
                  </a:lnTo>
                </a:path>
                <a:path w="2731770" h="986789">
                  <a:moveTo>
                    <a:pt x="2276195" y="0"/>
                  </a:moveTo>
                  <a:lnTo>
                    <a:pt x="2276195" y="986675"/>
                  </a:lnTo>
                </a:path>
                <a:path w="2731770" h="986789">
                  <a:moveTo>
                    <a:pt x="1138097" y="0"/>
                  </a:moveTo>
                  <a:lnTo>
                    <a:pt x="1138097" y="986675"/>
                  </a:lnTo>
                </a:path>
              </a:pathLst>
            </a:custGeom>
            <a:ln w="18973">
              <a:solidFill>
                <a:srgbClr val="000000"/>
              </a:solidFill>
            </a:ln>
          </p:spPr>
          <p:txBody>
            <a:bodyPr wrap="square" lIns="0" tIns="0" rIns="0" bIns="0" rtlCol="0"/>
            <a:lstStyle/>
            <a:p>
              <a:endParaRPr/>
            </a:p>
          </p:txBody>
        </p:sp>
        <p:pic>
          <p:nvPicPr>
            <p:cNvPr id="24" name="object 24"/>
            <p:cNvPicPr/>
            <p:nvPr/>
          </p:nvPicPr>
          <p:blipFill>
            <a:blip r:embed="rId2" cstate="print"/>
            <a:stretch>
              <a:fillRect/>
            </a:stretch>
          </p:blipFill>
          <p:spPr>
            <a:xfrm>
              <a:off x="808215" y="1643748"/>
              <a:ext cx="113804" cy="113842"/>
            </a:xfrm>
            <a:prstGeom prst="rect">
              <a:avLst/>
            </a:prstGeom>
          </p:spPr>
        </p:pic>
        <p:sp>
          <p:nvSpPr>
            <p:cNvPr id="25" name="object 25"/>
            <p:cNvSpPr/>
            <p:nvPr/>
          </p:nvSpPr>
          <p:spPr>
            <a:xfrm>
              <a:off x="1690243" y="2601950"/>
              <a:ext cx="95250" cy="95250"/>
            </a:xfrm>
            <a:custGeom>
              <a:avLst/>
              <a:gdLst/>
              <a:ahLst/>
              <a:cxnLst/>
              <a:rect l="l" t="t" r="r" b="b"/>
              <a:pathLst>
                <a:path w="95250" h="95250">
                  <a:moveTo>
                    <a:pt x="47421" y="94881"/>
                  </a:moveTo>
                  <a:lnTo>
                    <a:pt x="28964" y="91152"/>
                  </a:lnTo>
                  <a:lnTo>
                    <a:pt x="13890" y="80983"/>
                  </a:lnTo>
                  <a:lnTo>
                    <a:pt x="3727" y="65901"/>
                  </a:lnTo>
                  <a:lnTo>
                    <a:pt x="0" y="47434"/>
                  </a:lnTo>
                  <a:lnTo>
                    <a:pt x="3727" y="28975"/>
                  </a:lnTo>
                  <a:lnTo>
                    <a:pt x="13890" y="13896"/>
                  </a:lnTo>
                  <a:lnTo>
                    <a:pt x="28964" y="3729"/>
                  </a:lnTo>
                  <a:lnTo>
                    <a:pt x="47421" y="0"/>
                  </a:lnTo>
                  <a:lnTo>
                    <a:pt x="65879" y="3729"/>
                  </a:lnTo>
                  <a:lnTo>
                    <a:pt x="80952" y="13896"/>
                  </a:lnTo>
                  <a:lnTo>
                    <a:pt x="91116" y="28975"/>
                  </a:lnTo>
                  <a:lnTo>
                    <a:pt x="94843" y="47434"/>
                  </a:lnTo>
                  <a:lnTo>
                    <a:pt x="91116" y="65901"/>
                  </a:lnTo>
                  <a:lnTo>
                    <a:pt x="80952" y="80983"/>
                  </a:lnTo>
                  <a:lnTo>
                    <a:pt x="65879" y="91152"/>
                  </a:lnTo>
                  <a:lnTo>
                    <a:pt x="47421" y="94881"/>
                  </a:lnTo>
                  <a:close/>
                </a:path>
              </a:pathLst>
            </a:custGeom>
            <a:solidFill>
              <a:srgbClr val="FFFFFF"/>
            </a:solidFill>
          </p:spPr>
          <p:txBody>
            <a:bodyPr wrap="square" lIns="0" tIns="0" rIns="0" bIns="0" rtlCol="0"/>
            <a:lstStyle/>
            <a:p>
              <a:endParaRPr/>
            </a:p>
          </p:txBody>
        </p:sp>
        <p:sp>
          <p:nvSpPr>
            <p:cNvPr id="26" name="object 26"/>
            <p:cNvSpPr/>
            <p:nvPr/>
          </p:nvSpPr>
          <p:spPr>
            <a:xfrm>
              <a:off x="1690243" y="2601950"/>
              <a:ext cx="95250" cy="95250"/>
            </a:xfrm>
            <a:custGeom>
              <a:avLst/>
              <a:gdLst/>
              <a:ahLst/>
              <a:cxnLst/>
              <a:rect l="l" t="t" r="r" b="b"/>
              <a:pathLst>
                <a:path w="95250" h="95250">
                  <a:moveTo>
                    <a:pt x="94843" y="47434"/>
                  </a:moveTo>
                  <a:lnTo>
                    <a:pt x="91116" y="65901"/>
                  </a:lnTo>
                  <a:lnTo>
                    <a:pt x="80952" y="80983"/>
                  </a:lnTo>
                  <a:lnTo>
                    <a:pt x="65879" y="91152"/>
                  </a:lnTo>
                  <a:lnTo>
                    <a:pt x="47421" y="94881"/>
                  </a:lnTo>
                  <a:lnTo>
                    <a:pt x="28964" y="91152"/>
                  </a:lnTo>
                  <a:lnTo>
                    <a:pt x="13890" y="80983"/>
                  </a:lnTo>
                  <a:lnTo>
                    <a:pt x="3727" y="65901"/>
                  </a:lnTo>
                  <a:lnTo>
                    <a:pt x="0" y="47434"/>
                  </a:lnTo>
                  <a:lnTo>
                    <a:pt x="3727" y="28975"/>
                  </a:lnTo>
                  <a:lnTo>
                    <a:pt x="13890" y="13896"/>
                  </a:lnTo>
                  <a:lnTo>
                    <a:pt x="28964" y="3729"/>
                  </a:lnTo>
                  <a:lnTo>
                    <a:pt x="47421" y="0"/>
                  </a:lnTo>
                  <a:lnTo>
                    <a:pt x="65879" y="3729"/>
                  </a:lnTo>
                  <a:lnTo>
                    <a:pt x="80952" y="13896"/>
                  </a:lnTo>
                  <a:lnTo>
                    <a:pt x="91116" y="28975"/>
                  </a:lnTo>
                  <a:lnTo>
                    <a:pt x="94843" y="47434"/>
                  </a:lnTo>
                </a:path>
              </a:pathLst>
            </a:custGeom>
            <a:ln w="18973">
              <a:solidFill>
                <a:srgbClr val="000000"/>
              </a:solidFill>
            </a:ln>
          </p:spPr>
          <p:txBody>
            <a:bodyPr wrap="square" lIns="0" tIns="0" rIns="0" bIns="0" rtlCol="0"/>
            <a:lstStyle/>
            <a:p>
              <a:endParaRPr/>
            </a:p>
          </p:txBody>
        </p:sp>
        <p:sp>
          <p:nvSpPr>
            <p:cNvPr id="27" name="object 27"/>
            <p:cNvSpPr/>
            <p:nvPr/>
          </p:nvSpPr>
          <p:spPr>
            <a:xfrm>
              <a:off x="1462620" y="2867596"/>
              <a:ext cx="95250" cy="95250"/>
            </a:xfrm>
            <a:custGeom>
              <a:avLst/>
              <a:gdLst/>
              <a:ahLst/>
              <a:cxnLst/>
              <a:rect l="l" t="t" r="r" b="b"/>
              <a:pathLst>
                <a:path w="95250" h="95250">
                  <a:moveTo>
                    <a:pt x="47421" y="94869"/>
                  </a:moveTo>
                  <a:lnTo>
                    <a:pt x="28964" y="91141"/>
                  </a:lnTo>
                  <a:lnTo>
                    <a:pt x="13890" y="80976"/>
                  </a:lnTo>
                  <a:lnTo>
                    <a:pt x="3727" y="65899"/>
                  </a:lnTo>
                  <a:lnTo>
                    <a:pt x="0" y="47434"/>
                  </a:lnTo>
                  <a:lnTo>
                    <a:pt x="3727" y="28969"/>
                  </a:lnTo>
                  <a:lnTo>
                    <a:pt x="13890" y="13892"/>
                  </a:lnTo>
                  <a:lnTo>
                    <a:pt x="28964" y="3727"/>
                  </a:lnTo>
                  <a:lnTo>
                    <a:pt x="47421" y="0"/>
                  </a:lnTo>
                  <a:lnTo>
                    <a:pt x="65879" y="3727"/>
                  </a:lnTo>
                  <a:lnTo>
                    <a:pt x="80952" y="13892"/>
                  </a:lnTo>
                  <a:lnTo>
                    <a:pt x="91116" y="28969"/>
                  </a:lnTo>
                  <a:lnTo>
                    <a:pt x="94843" y="47434"/>
                  </a:lnTo>
                  <a:lnTo>
                    <a:pt x="91116" y="65899"/>
                  </a:lnTo>
                  <a:lnTo>
                    <a:pt x="80952" y="80976"/>
                  </a:lnTo>
                  <a:lnTo>
                    <a:pt x="65879" y="91141"/>
                  </a:lnTo>
                  <a:lnTo>
                    <a:pt x="47421" y="94869"/>
                  </a:lnTo>
                  <a:close/>
                </a:path>
              </a:pathLst>
            </a:custGeom>
            <a:solidFill>
              <a:srgbClr val="FFFFFF"/>
            </a:solidFill>
          </p:spPr>
          <p:txBody>
            <a:bodyPr wrap="square" lIns="0" tIns="0" rIns="0" bIns="0" rtlCol="0"/>
            <a:lstStyle/>
            <a:p>
              <a:endParaRPr/>
            </a:p>
          </p:txBody>
        </p:sp>
        <p:sp>
          <p:nvSpPr>
            <p:cNvPr id="28" name="object 28"/>
            <p:cNvSpPr/>
            <p:nvPr/>
          </p:nvSpPr>
          <p:spPr>
            <a:xfrm>
              <a:off x="1462620" y="2867596"/>
              <a:ext cx="95250" cy="95250"/>
            </a:xfrm>
            <a:custGeom>
              <a:avLst/>
              <a:gdLst/>
              <a:ahLst/>
              <a:cxnLst/>
              <a:rect l="l" t="t" r="r" b="b"/>
              <a:pathLst>
                <a:path w="95250" h="95250">
                  <a:moveTo>
                    <a:pt x="94843" y="47434"/>
                  </a:moveTo>
                  <a:lnTo>
                    <a:pt x="91116" y="65899"/>
                  </a:lnTo>
                  <a:lnTo>
                    <a:pt x="80952" y="80976"/>
                  </a:lnTo>
                  <a:lnTo>
                    <a:pt x="65879" y="91141"/>
                  </a:lnTo>
                  <a:lnTo>
                    <a:pt x="47421" y="94869"/>
                  </a:lnTo>
                  <a:lnTo>
                    <a:pt x="28964" y="91141"/>
                  </a:lnTo>
                  <a:lnTo>
                    <a:pt x="13890" y="80976"/>
                  </a:lnTo>
                  <a:lnTo>
                    <a:pt x="3727" y="65899"/>
                  </a:lnTo>
                  <a:lnTo>
                    <a:pt x="0" y="47434"/>
                  </a:lnTo>
                  <a:lnTo>
                    <a:pt x="3727" y="28969"/>
                  </a:lnTo>
                  <a:lnTo>
                    <a:pt x="13890" y="13892"/>
                  </a:lnTo>
                  <a:lnTo>
                    <a:pt x="28964" y="3727"/>
                  </a:lnTo>
                  <a:lnTo>
                    <a:pt x="47421" y="0"/>
                  </a:lnTo>
                  <a:lnTo>
                    <a:pt x="65879" y="3727"/>
                  </a:lnTo>
                  <a:lnTo>
                    <a:pt x="80952" y="13892"/>
                  </a:lnTo>
                  <a:lnTo>
                    <a:pt x="91116" y="28969"/>
                  </a:lnTo>
                  <a:lnTo>
                    <a:pt x="94843" y="47434"/>
                  </a:lnTo>
                </a:path>
              </a:pathLst>
            </a:custGeom>
            <a:ln w="18973">
              <a:solidFill>
                <a:srgbClr val="000000"/>
              </a:solidFill>
            </a:ln>
          </p:spPr>
          <p:txBody>
            <a:bodyPr wrap="square" lIns="0" tIns="0" rIns="0" bIns="0" rtlCol="0"/>
            <a:lstStyle/>
            <a:p>
              <a:endParaRPr/>
            </a:p>
          </p:txBody>
        </p:sp>
        <p:pic>
          <p:nvPicPr>
            <p:cNvPr id="29" name="object 29"/>
            <p:cNvPicPr/>
            <p:nvPr/>
          </p:nvPicPr>
          <p:blipFill>
            <a:blip r:embed="rId2" cstate="print"/>
            <a:stretch>
              <a:fillRect/>
            </a:stretch>
          </p:blipFill>
          <p:spPr>
            <a:xfrm>
              <a:off x="1908378" y="2858109"/>
              <a:ext cx="113804" cy="113842"/>
            </a:xfrm>
            <a:prstGeom prst="rect">
              <a:avLst/>
            </a:prstGeom>
          </p:spPr>
        </p:pic>
        <p:sp>
          <p:nvSpPr>
            <p:cNvPr id="30" name="object 30"/>
            <p:cNvSpPr/>
            <p:nvPr/>
          </p:nvSpPr>
          <p:spPr>
            <a:xfrm>
              <a:off x="2600718" y="2867596"/>
              <a:ext cx="95250" cy="95250"/>
            </a:xfrm>
            <a:custGeom>
              <a:avLst/>
              <a:gdLst/>
              <a:ahLst/>
              <a:cxnLst/>
              <a:rect l="l" t="t" r="r" b="b"/>
              <a:pathLst>
                <a:path w="95250" h="95250">
                  <a:moveTo>
                    <a:pt x="47421" y="94869"/>
                  </a:moveTo>
                  <a:lnTo>
                    <a:pt x="28964" y="91141"/>
                  </a:lnTo>
                  <a:lnTo>
                    <a:pt x="13890" y="80976"/>
                  </a:lnTo>
                  <a:lnTo>
                    <a:pt x="3727" y="65899"/>
                  </a:lnTo>
                  <a:lnTo>
                    <a:pt x="0" y="47434"/>
                  </a:lnTo>
                  <a:lnTo>
                    <a:pt x="3727" y="28969"/>
                  </a:lnTo>
                  <a:lnTo>
                    <a:pt x="13890" y="13892"/>
                  </a:lnTo>
                  <a:lnTo>
                    <a:pt x="28964" y="3727"/>
                  </a:lnTo>
                  <a:lnTo>
                    <a:pt x="47421" y="0"/>
                  </a:lnTo>
                  <a:lnTo>
                    <a:pt x="65879" y="3727"/>
                  </a:lnTo>
                  <a:lnTo>
                    <a:pt x="80952" y="13892"/>
                  </a:lnTo>
                  <a:lnTo>
                    <a:pt x="91116" y="28969"/>
                  </a:lnTo>
                  <a:lnTo>
                    <a:pt x="94843" y="47434"/>
                  </a:lnTo>
                  <a:lnTo>
                    <a:pt x="91116" y="65899"/>
                  </a:lnTo>
                  <a:lnTo>
                    <a:pt x="80952" y="80976"/>
                  </a:lnTo>
                  <a:lnTo>
                    <a:pt x="65879" y="91141"/>
                  </a:lnTo>
                  <a:lnTo>
                    <a:pt x="47421" y="94869"/>
                  </a:lnTo>
                  <a:close/>
                </a:path>
              </a:pathLst>
            </a:custGeom>
            <a:solidFill>
              <a:srgbClr val="FFFFFF"/>
            </a:solidFill>
          </p:spPr>
          <p:txBody>
            <a:bodyPr wrap="square" lIns="0" tIns="0" rIns="0" bIns="0" rtlCol="0"/>
            <a:lstStyle/>
            <a:p>
              <a:endParaRPr/>
            </a:p>
          </p:txBody>
        </p:sp>
        <p:sp>
          <p:nvSpPr>
            <p:cNvPr id="31" name="object 31"/>
            <p:cNvSpPr/>
            <p:nvPr/>
          </p:nvSpPr>
          <p:spPr>
            <a:xfrm>
              <a:off x="2600718" y="2867596"/>
              <a:ext cx="95250" cy="95250"/>
            </a:xfrm>
            <a:custGeom>
              <a:avLst/>
              <a:gdLst/>
              <a:ahLst/>
              <a:cxnLst/>
              <a:rect l="l" t="t" r="r" b="b"/>
              <a:pathLst>
                <a:path w="95250" h="95250">
                  <a:moveTo>
                    <a:pt x="94843" y="47434"/>
                  </a:moveTo>
                  <a:lnTo>
                    <a:pt x="91116" y="65899"/>
                  </a:lnTo>
                  <a:lnTo>
                    <a:pt x="80952" y="80976"/>
                  </a:lnTo>
                  <a:lnTo>
                    <a:pt x="65879" y="91141"/>
                  </a:lnTo>
                  <a:lnTo>
                    <a:pt x="47421" y="94869"/>
                  </a:lnTo>
                  <a:lnTo>
                    <a:pt x="28964" y="91141"/>
                  </a:lnTo>
                  <a:lnTo>
                    <a:pt x="13890" y="80976"/>
                  </a:lnTo>
                  <a:lnTo>
                    <a:pt x="3727" y="65899"/>
                  </a:lnTo>
                  <a:lnTo>
                    <a:pt x="0" y="47434"/>
                  </a:lnTo>
                  <a:lnTo>
                    <a:pt x="3727" y="28969"/>
                  </a:lnTo>
                  <a:lnTo>
                    <a:pt x="13890" y="13892"/>
                  </a:lnTo>
                  <a:lnTo>
                    <a:pt x="28964" y="3727"/>
                  </a:lnTo>
                  <a:lnTo>
                    <a:pt x="47421" y="0"/>
                  </a:lnTo>
                  <a:lnTo>
                    <a:pt x="65879" y="3727"/>
                  </a:lnTo>
                  <a:lnTo>
                    <a:pt x="80952" y="13892"/>
                  </a:lnTo>
                  <a:lnTo>
                    <a:pt x="91116" y="28969"/>
                  </a:lnTo>
                  <a:lnTo>
                    <a:pt x="94843" y="47434"/>
                  </a:lnTo>
                </a:path>
              </a:pathLst>
            </a:custGeom>
            <a:ln w="18973">
              <a:solidFill>
                <a:srgbClr val="000000"/>
              </a:solidFill>
            </a:ln>
          </p:spPr>
          <p:txBody>
            <a:bodyPr wrap="square" lIns="0" tIns="0" rIns="0" bIns="0" rtlCol="0"/>
            <a:lstStyle/>
            <a:p>
              <a:endParaRPr/>
            </a:p>
          </p:txBody>
        </p:sp>
        <p:pic>
          <p:nvPicPr>
            <p:cNvPr id="32" name="object 32"/>
            <p:cNvPicPr/>
            <p:nvPr/>
          </p:nvPicPr>
          <p:blipFill>
            <a:blip r:embed="rId3" cstate="print"/>
            <a:stretch>
              <a:fillRect/>
            </a:stretch>
          </p:blipFill>
          <p:spPr>
            <a:xfrm>
              <a:off x="3046475" y="2858109"/>
              <a:ext cx="113817" cy="113842"/>
            </a:xfrm>
            <a:prstGeom prst="rect">
              <a:avLst/>
            </a:prstGeom>
          </p:spPr>
        </p:pic>
        <p:sp>
          <p:nvSpPr>
            <p:cNvPr id="33" name="object 33"/>
            <p:cNvSpPr/>
            <p:nvPr/>
          </p:nvSpPr>
          <p:spPr>
            <a:xfrm>
              <a:off x="2828340" y="2601950"/>
              <a:ext cx="95250" cy="95250"/>
            </a:xfrm>
            <a:custGeom>
              <a:avLst/>
              <a:gdLst/>
              <a:ahLst/>
              <a:cxnLst/>
              <a:rect l="l" t="t" r="r" b="b"/>
              <a:pathLst>
                <a:path w="95250" h="95250">
                  <a:moveTo>
                    <a:pt x="47421" y="94881"/>
                  </a:moveTo>
                  <a:lnTo>
                    <a:pt x="28964" y="91152"/>
                  </a:lnTo>
                  <a:lnTo>
                    <a:pt x="13890" y="80983"/>
                  </a:lnTo>
                  <a:lnTo>
                    <a:pt x="3727" y="65901"/>
                  </a:lnTo>
                  <a:lnTo>
                    <a:pt x="0" y="47434"/>
                  </a:lnTo>
                  <a:lnTo>
                    <a:pt x="3727" y="28975"/>
                  </a:lnTo>
                  <a:lnTo>
                    <a:pt x="13890" y="13896"/>
                  </a:lnTo>
                  <a:lnTo>
                    <a:pt x="28964" y="3729"/>
                  </a:lnTo>
                  <a:lnTo>
                    <a:pt x="47421" y="0"/>
                  </a:lnTo>
                  <a:lnTo>
                    <a:pt x="65879" y="3729"/>
                  </a:lnTo>
                  <a:lnTo>
                    <a:pt x="80952" y="13896"/>
                  </a:lnTo>
                  <a:lnTo>
                    <a:pt x="91116" y="28975"/>
                  </a:lnTo>
                  <a:lnTo>
                    <a:pt x="94843" y="47434"/>
                  </a:lnTo>
                  <a:lnTo>
                    <a:pt x="91116" y="65901"/>
                  </a:lnTo>
                  <a:lnTo>
                    <a:pt x="80952" y="80983"/>
                  </a:lnTo>
                  <a:lnTo>
                    <a:pt x="65879" y="91152"/>
                  </a:lnTo>
                  <a:lnTo>
                    <a:pt x="47421" y="94881"/>
                  </a:lnTo>
                  <a:close/>
                </a:path>
              </a:pathLst>
            </a:custGeom>
            <a:solidFill>
              <a:srgbClr val="FFFFFF"/>
            </a:solidFill>
          </p:spPr>
          <p:txBody>
            <a:bodyPr wrap="square" lIns="0" tIns="0" rIns="0" bIns="0" rtlCol="0"/>
            <a:lstStyle/>
            <a:p>
              <a:endParaRPr/>
            </a:p>
          </p:txBody>
        </p:sp>
        <p:sp>
          <p:nvSpPr>
            <p:cNvPr id="34" name="object 34"/>
            <p:cNvSpPr/>
            <p:nvPr/>
          </p:nvSpPr>
          <p:spPr>
            <a:xfrm>
              <a:off x="2828340" y="2601950"/>
              <a:ext cx="95250" cy="95250"/>
            </a:xfrm>
            <a:custGeom>
              <a:avLst/>
              <a:gdLst/>
              <a:ahLst/>
              <a:cxnLst/>
              <a:rect l="l" t="t" r="r" b="b"/>
              <a:pathLst>
                <a:path w="95250" h="95250">
                  <a:moveTo>
                    <a:pt x="94843" y="47434"/>
                  </a:moveTo>
                  <a:lnTo>
                    <a:pt x="91116" y="65901"/>
                  </a:lnTo>
                  <a:lnTo>
                    <a:pt x="80952" y="80983"/>
                  </a:lnTo>
                  <a:lnTo>
                    <a:pt x="65879" y="91152"/>
                  </a:lnTo>
                  <a:lnTo>
                    <a:pt x="47421" y="94881"/>
                  </a:lnTo>
                  <a:lnTo>
                    <a:pt x="28964" y="91152"/>
                  </a:lnTo>
                  <a:lnTo>
                    <a:pt x="13890" y="80983"/>
                  </a:lnTo>
                  <a:lnTo>
                    <a:pt x="3727" y="65901"/>
                  </a:lnTo>
                  <a:lnTo>
                    <a:pt x="0" y="47434"/>
                  </a:lnTo>
                  <a:lnTo>
                    <a:pt x="3727" y="28975"/>
                  </a:lnTo>
                  <a:lnTo>
                    <a:pt x="13890" y="13896"/>
                  </a:lnTo>
                  <a:lnTo>
                    <a:pt x="28964" y="3729"/>
                  </a:lnTo>
                  <a:lnTo>
                    <a:pt x="47421" y="0"/>
                  </a:lnTo>
                  <a:lnTo>
                    <a:pt x="65879" y="3729"/>
                  </a:lnTo>
                  <a:lnTo>
                    <a:pt x="80952" y="13896"/>
                  </a:lnTo>
                  <a:lnTo>
                    <a:pt x="91116" y="28975"/>
                  </a:lnTo>
                  <a:lnTo>
                    <a:pt x="94843" y="47434"/>
                  </a:lnTo>
                </a:path>
              </a:pathLst>
            </a:custGeom>
            <a:ln w="18973">
              <a:solidFill>
                <a:srgbClr val="000000"/>
              </a:solidFill>
            </a:ln>
          </p:spPr>
          <p:txBody>
            <a:bodyPr wrap="square" lIns="0" tIns="0" rIns="0" bIns="0" rtlCol="0"/>
            <a:lstStyle/>
            <a:p>
              <a:endParaRPr/>
            </a:p>
          </p:txBody>
        </p:sp>
        <p:sp>
          <p:nvSpPr>
            <p:cNvPr id="35" name="object 35"/>
            <p:cNvSpPr/>
            <p:nvPr/>
          </p:nvSpPr>
          <p:spPr>
            <a:xfrm>
              <a:off x="3738816" y="2867596"/>
              <a:ext cx="95250" cy="95250"/>
            </a:xfrm>
            <a:custGeom>
              <a:avLst/>
              <a:gdLst/>
              <a:ahLst/>
              <a:cxnLst/>
              <a:rect l="l" t="t" r="r" b="b"/>
              <a:pathLst>
                <a:path w="95250" h="95250">
                  <a:moveTo>
                    <a:pt x="47421" y="94869"/>
                  </a:moveTo>
                  <a:lnTo>
                    <a:pt x="28964" y="91141"/>
                  </a:lnTo>
                  <a:lnTo>
                    <a:pt x="13890" y="80976"/>
                  </a:lnTo>
                  <a:lnTo>
                    <a:pt x="3727" y="65899"/>
                  </a:lnTo>
                  <a:lnTo>
                    <a:pt x="0" y="47434"/>
                  </a:lnTo>
                  <a:lnTo>
                    <a:pt x="3727" y="28969"/>
                  </a:lnTo>
                  <a:lnTo>
                    <a:pt x="13890" y="13892"/>
                  </a:lnTo>
                  <a:lnTo>
                    <a:pt x="28964" y="3727"/>
                  </a:lnTo>
                  <a:lnTo>
                    <a:pt x="47421" y="0"/>
                  </a:lnTo>
                  <a:lnTo>
                    <a:pt x="65879" y="3727"/>
                  </a:lnTo>
                  <a:lnTo>
                    <a:pt x="80952" y="13892"/>
                  </a:lnTo>
                  <a:lnTo>
                    <a:pt x="91116" y="28969"/>
                  </a:lnTo>
                  <a:lnTo>
                    <a:pt x="94843" y="47434"/>
                  </a:lnTo>
                  <a:lnTo>
                    <a:pt x="91116" y="65899"/>
                  </a:lnTo>
                  <a:lnTo>
                    <a:pt x="80952" y="80976"/>
                  </a:lnTo>
                  <a:lnTo>
                    <a:pt x="65879" y="91141"/>
                  </a:lnTo>
                  <a:lnTo>
                    <a:pt x="47421" y="94869"/>
                  </a:lnTo>
                  <a:close/>
                </a:path>
              </a:pathLst>
            </a:custGeom>
            <a:solidFill>
              <a:srgbClr val="FFFFFF"/>
            </a:solidFill>
          </p:spPr>
          <p:txBody>
            <a:bodyPr wrap="square" lIns="0" tIns="0" rIns="0" bIns="0" rtlCol="0"/>
            <a:lstStyle/>
            <a:p>
              <a:endParaRPr/>
            </a:p>
          </p:txBody>
        </p:sp>
        <p:sp>
          <p:nvSpPr>
            <p:cNvPr id="36" name="object 36"/>
            <p:cNvSpPr/>
            <p:nvPr/>
          </p:nvSpPr>
          <p:spPr>
            <a:xfrm>
              <a:off x="3738816" y="2867596"/>
              <a:ext cx="95250" cy="95250"/>
            </a:xfrm>
            <a:custGeom>
              <a:avLst/>
              <a:gdLst/>
              <a:ahLst/>
              <a:cxnLst/>
              <a:rect l="l" t="t" r="r" b="b"/>
              <a:pathLst>
                <a:path w="95250" h="95250">
                  <a:moveTo>
                    <a:pt x="94843" y="47434"/>
                  </a:moveTo>
                  <a:lnTo>
                    <a:pt x="91116" y="65899"/>
                  </a:lnTo>
                  <a:lnTo>
                    <a:pt x="80952" y="80976"/>
                  </a:lnTo>
                  <a:lnTo>
                    <a:pt x="65879" y="91141"/>
                  </a:lnTo>
                  <a:lnTo>
                    <a:pt x="47421" y="94869"/>
                  </a:lnTo>
                  <a:lnTo>
                    <a:pt x="28964" y="91141"/>
                  </a:lnTo>
                  <a:lnTo>
                    <a:pt x="13890" y="80976"/>
                  </a:lnTo>
                  <a:lnTo>
                    <a:pt x="3727" y="65899"/>
                  </a:lnTo>
                  <a:lnTo>
                    <a:pt x="0" y="47434"/>
                  </a:lnTo>
                  <a:lnTo>
                    <a:pt x="3727" y="28969"/>
                  </a:lnTo>
                  <a:lnTo>
                    <a:pt x="13890" y="13892"/>
                  </a:lnTo>
                  <a:lnTo>
                    <a:pt x="28964" y="3727"/>
                  </a:lnTo>
                  <a:lnTo>
                    <a:pt x="47421" y="0"/>
                  </a:lnTo>
                  <a:lnTo>
                    <a:pt x="65879" y="3727"/>
                  </a:lnTo>
                  <a:lnTo>
                    <a:pt x="80952" y="13892"/>
                  </a:lnTo>
                  <a:lnTo>
                    <a:pt x="91116" y="28969"/>
                  </a:lnTo>
                  <a:lnTo>
                    <a:pt x="94843" y="47434"/>
                  </a:lnTo>
                </a:path>
              </a:pathLst>
            </a:custGeom>
            <a:ln w="18973">
              <a:solidFill>
                <a:srgbClr val="000000"/>
              </a:solidFill>
            </a:ln>
          </p:spPr>
          <p:txBody>
            <a:bodyPr wrap="square" lIns="0" tIns="0" rIns="0" bIns="0" rtlCol="0"/>
            <a:lstStyle/>
            <a:p>
              <a:endParaRPr/>
            </a:p>
          </p:txBody>
        </p:sp>
        <p:pic>
          <p:nvPicPr>
            <p:cNvPr id="37" name="object 37"/>
            <p:cNvPicPr/>
            <p:nvPr/>
          </p:nvPicPr>
          <p:blipFill>
            <a:blip r:embed="rId4" cstate="print"/>
            <a:stretch>
              <a:fillRect/>
            </a:stretch>
          </p:blipFill>
          <p:spPr>
            <a:xfrm>
              <a:off x="4184573" y="2858109"/>
              <a:ext cx="113817" cy="113842"/>
            </a:xfrm>
            <a:prstGeom prst="rect">
              <a:avLst/>
            </a:prstGeom>
          </p:spPr>
        </p:pic>
        <p:sp>
          <p:nvSpPr>
            <p:cNvPr id="38" name="object 38"/>
            <p:cNvSpPr/>
            <p:nvPr/>
          </p:nvSpPr>
          <p:spPr>
            <a:xfrm>
              <a:off x="3966438" y="2601950"/>
              <a:ext cx="95250" cy="95250"/>
            </a:xfrm>
            <a:custGeom>
              <a:avLst/>
              <a:gdLst/>
              <a:ahLst/>
              <a:cxnLst/>
              <a:rect l="l" t="t" r="r" b="b"/>
              <a:pathLst>
                <a:path w="95250" h="95250">
                  <a:moveTo>
                    <a:pt x="47421" y="94881"/>
                  </a:moveTo>
                  <a:lnTo>
                    <a:pt x="28964" y="91152"/>
                  </a:lnTo>
                  <a:lnTo>
                    <a:pt x="13890" y="80983"/>
                  </a:lnTo>
                  <a:lnTo>
                    <a:pt x="3727" y="65901"/>
                  </a:lnTo>
                  <a:lnTo>
                    <a:pt x="0" y="47434"/>
                  </a:lnTo>
                  <a:lnTo>
                    <a:pt x="3727" y="28975"/>
                  </a:lnTo>
                  <a:lnTo>
                    <a:pt x="13890" y="13896"/>
                  </a:lnTo>
                  <a:lnTo>
                    <a:pt x="28964" y="3729"/>
                  </a:lnTo>
                  <a:lnTo>
                    <a:pt x="47421" y="0"/>
                  </a:lnTo>
                  <a:lnTo>
                    <a:pt x="65879" y="3729"/>
                  </a:lnTo>
                  <a:lnTo>
                    <a:pt x="80952" y="13896"/>
                  </a:lnTo>
                  <a:lnTo>
                    <a:pt x="91116" y="28975"/>
                  </a:lnTo>
                  <a:lnTo>
                    <a:pt x="94843" y="47434"/>
                  </a:lnTo>
                  <a:lnTo>
                    <a:pt x="91116" y="65901"/>
                  </a:lnTo>
                  <a:lnTo>
                    <a:pt x="80952" y="80983"/>
                  </a:lnTo>
                  <a:lnTo>
                    <a:pt x="65879" y="91152"/>
                  </a:lnTo>
                  <a:lnTo>
                    <a:pt x="47421" y="94881"/>
                  </a:lnTo>
                  <a:close/>
                </a:path>
              </a:pathLst>
            </a:custGeom>
            <a:solidFill>
              <a:srgbClr val="FFFFFF"/>
            </a:solidFill>
          </p:spPr>
          <p:txBody>
            <a:bodyPr wrap="square" lIns="0" tIns="0" rIns="0" bIns="0" rtlCol="0"/>
            <a:lstStyle/>
            <a:p>
              <a:endParaRPr/>
            </a:p>
          </p:txBody>
        </p:sp>
        <p:sp>
          <p:nvSpPr>
            <p:cNvPr id="39" name="object 39"/>
            <p:cNvSpPr/>
            <p:nvPr/>
          </p:nvSpPr>
          <p:spPr>
            <a:xfrm>
              <a:off x="3966438" y="2601950"/>
              <a:ext cx="95250" cy="95250"/>
            </a:xfrm>
            <a:custGeom>
              <a:avLst/>
              <a:gdLst/>
              <a:ahLst/>
              <a:cxnLst/>
              <a:rect l="l" t="t" r="r" b="b"/>
              <a:pathLst>
                <a:path w="95250" h="95250">
                  <a:moveTo>
                    <a:pt x="94843" y="47434"/>
                  </a:moveTo>
                  <a:lnTo>
                    <a:pt x="91116" y="65901"/>
                  </a:lnTo>
                  <a:lnTo>
                    <a:pt x="80952" y="80983"/>
                  </a:lnTo>
                  <a:lnTo>
                    <a:pt x="65879" y="91152"/>
                  </a:lnTo>
                  <a:lnTo>
                    <a:pt x="47421" y="94881"/>
                  </a:lnTo>
                  <a:lnTo>
                    <a:pt x="28964" y="91152"/>
                  </a:lnTo>
                  <a:lnTo>
                    <a:pt x="13890" y="80983"/>
                  </a:lnTo>
                  <a:lnTo>
                    <a:pt x="3727" y="65901"/>
                  </a:lnTo>
                  <a:lnTo>
                    <a:pt x="0" y="47434"/>
                  </a:lnTo>
                  <a:lnTo>
                    <a:pt x="3727" y="28975"/>
                  </a:lnTo>
                  <a:lnTo>
                    <a:pt x="13890" y="13896"/>
                  </a:lnTo>
                  <a:lnTo>
                    <a:pt x="28964" y="3729"/>
                  </a:lnTo>
                  <a:lnTo>
                    <a:pt x="47421" y="0"/>
                  </a:lnTo>
                  <a:lnTo>
                    <a:pt x="65879" y="3729"/>
                  </a:lnTo>
                  <a:lnTo>
                    <a:pt x="80952" y="13896"/>
                  </a:lnTo>
                  <a:lnTo>
                    <a:pt x="91116" y="28975"/>
                  </a:lnTo>
                  <a:lnTo>
                    <a:pt x="94843" y="47434"/>
                  </a:lnTo>
                </a:path>
              </a:pathLst>
            </a:custGeom>
            <a:ln w="18973">
              <a:solidFill>
                <a:srgbClr val="000000"/>
              </a:solidFill>
            </a:ln>
          </p:spPr>
          <p:txBody>
            <a:bodyPr wrap="square" lIns="0" tIns="0" rIns="0" bIns="0" rtlCol="0"/>
            <a:lstStyle/>
            <a:p>
              <a:endParaRPr/>
            </a:p>
          </p:txBody>
        </p:sp>
        <p:sp>
          <p:nvSpPr>
            <p:cNvPr id="40" name="object 40"/>
            <p:cNvSpPr/>
            <p:nvPr/>
          </p:nvSpPr>
          <p:spPr>
            <a:xfrm>
              <a:off x="4876914" y="2867596"/>
              <a:ext cx="95250" cy="95250"/>
            </a:xfrm>
            <a:custGeom>
              <a:avLst/>
              <a:gdLst/>
              <a:ahLst/>
              <a:cxnLst/>
              <a:rect l="l" t="t" r="r" b="b"/>
              <a:pathLst>
                <a:path w="95250" h="95250">
                  <a:moveTo>
                    <a:pt x="47421" y="94869"/>
                  </a:moveTo>
                  <a:lnTo>
                    <a:pt x="28964" y="91141"/>
                  </a:lnTo>
                  <a:lnTo>
                    <a:pt x="13890" y="80976"/>
                  </a:lnTo>
                  <a:lnTo>
                    <a:pt x="3727" y="65899"/>
                  </a:lnTo>
                  <a:lnTo>
                    <a:pt x="0" y="47434"/>
                  </a:lnTo>
                  <a:lnTo>
                    <a:pt x="3727" y="28969"/>
                  </a:lnTo>
                  <a:lnTo>
                    <a:pt x="13890" y="13892"/>
                  </a:lnTo>
                  <a:lnTo>
                    <a:pt x="28964" y="3727"/>
                  </a:lnTo>
                  <a:lnTo>
                    <a:pt x="47421" y="0"/>
                  </a:lnTo>
                  <a:lnTo>
                    <a:pt x="65879" y="3727"/>
                  </a:lnTo>
                  <a:lnTo>
                    <a:pt x="80952" y="13892"/>
                  </a:lnTo>
                  <a:lnTo>
                    <a:pt x="91116" y="28969"/>
                  </a:lnTo>
                  <a:lnTo>
                    <a:pt x="94843" y="47434"/>
                  </a:lnTo>
                  <a:lnTo>
                    <a:pt x="91116" y="65899"/>
                  </a:lnTo>
                  <a:lnTo>
                    <a:pt x="80952" y="80976"/>
                  </a:lnTo>
                  <a:lnTo>
                    <a:pt x="65879" y="91141"/>
                  </a:lnTo>
                  <a:lnTo>
                    <a:pt x="47421" y="94869"/>
                  </a:lnTo>
                  <a:close/>
                </a:path>
              </a:pathLst>
            </a:custGeom>
            <a:solidFill>
              <a:srgbClr val="FFFFFF"/>
            </a:solidFill>
          </p:spPr>
          <p:txBody>
            <a:bodyPr wrap="square" lIns="0" tIns="0" rIns="0" bIns="0" rtlCol="0"/>
            <a:lstStyle/>
            <a:p>
              <a:endParaRPr/>
            </a:p>
          </p:txBody>
        </p:sp>
        <p:sp>
          <p:nvSpPr>
            <p:cNvPr id="41" name="object 41"/>
            <p:cNvSpPr/>
            <p:nvPr/>
          </p:nvSpPr>
          <p:spPr>
            <a:xfrm>
              <a:off x="4876914" y="2867596"/>
              <a:ext cx="95250" cy="95250"/>
            </a:xfrm>
            <a:custGeom>
              <a:avLst/>
              <a:gdLst/>
              <a:ahLst/>
              <a:cxnLst/>
              <a:rect l="l" t="t" r="r" b="b"/>
              <a:pathLst>
                <a:path w="95250" h="95250">
                  <a:moveTo>
                    <a:pt x="94843" y="47434"/>
                  </a:moveTo>
                  <a:lnTo>
                    <a:pt x="91116" y="65899"/>
                  </a:lnTo>
                  <a:lnTo>
                    <a:pt x="80952" y="80976"/>
                  </a:lnTo>
                  <a:lnTo>
                    <a:pt x="65879" y="91141"/>
                  </a:lnTo>
                  <a:lnTo>
                    <a:pt x="47421" y="94869"/>
                  </a:lnTo>
                  <a:lnTo>
                    <a:pt x="28964" y="91141"/>
                  </a:lnTo>
                  <a:lnTo>
                    <a:pt x="13890" y="80976"/>
                  </a:lnTo>
                  <a:lnTo>
                    <a:pt x="3727" y="65899"/>
                  </a:lnTo>
                  <a:lnTo>
                    <a:pt x="0" y="47434"/>
                  </a:lnTo>
                  <a:lnTo>
                    <a:pt x="3727" y="28969"/>
                  </a:lnTo>
                  <a:lnTo>
                    <a:pt x="13890" y="13892"/>
                  </a:lnTo>
                  <a:lnTo>
                    <a:pt x="28964" y="3727"/>
                  </a:lnTo>
                  <a:lnTo>
                    <a:pt x="47421" y="0"/>
                  </a:lnTo>
                  <a:lnTo>
                    <a:pt x="65879" y="3727"/>
                  </a:lnTo>
                  <a:lnTo>
                    <a:pt x="80952" y="13892"/>
                  </a:lnTo>
                  <a:lnTo>
                    <a:pt x="91116" y="28969"/>
                  </a:lnTo>
                  <a:lnTo>
                    <a:pt x="94843" y="47434"/>
                  </a:lnTo>
                </a:path>
              </a:pathLst>
            </a:custGeom>
            <a:ln w="18973">
              <a:solidFill>
                <a:srgbClr val="000000"/>
              </a:solidFill>
            </a:ln>
          </p:spPr>
          <p:txBody>
            <a:bodyPr wrap="square" lIns="0" tIns="0" rIns="0" bIns="0" rtlCol="0"/>
            <a:lstStyle/>
            <a:p>
              <a:endParaRPr/>
            </a:p>
          </p:txBody>
        </p:sp>
        <p:pic>
          <p:nvPicPr>
            <p:cNvPr id="42" name="object 42"/>
            <p:cNvPicPr/>
            <p:nvPr/>
          </p:nvPicPr>
          <p:blipFill>
            <a:blip r:embed="rId4" cstate="print"/>
            <a:stretch>
              <a:fillRect/>
            </a:stretch>
          </p:blipFill>
          <p:spPr>
            <a:xfrm>
              <a:off x="5322671" y="2858109"/>
              <a:ext cx="113817" cy="113842"/>
            </a:xfrm>
            <a:prstGeom prst="rect">
              <a:avLst/>
            </a:prstGeom>
          </p:spPr>
        </p:pic>
        <p:sp>
          <p:nvSpPr>
            <p:cNvPr id="43" name="object 43"/>
            <p:cNvSpPr/>
            <p:nvPr/>
          </p:nvSpPr>
          <p:spPr>
            <a:xfrm>
              <a:off x="5104536" y="2601950"/>
              <a:ext cx="95250" cy="95250"/>
            </a:xfrm>
            <a:custGeom>
              <a:avLst/>
              <a:gdLst/>
              <a:ahLst/>
              <a:cxnLst/>
              <a:rect l="l" t="t" r="r" b="b"/>
              <a:pathLst>
                <a:path w="95250" h="95250">
                  <a:moveTo>
                    <a:pt x="47421" y="94881"/>
                  </a:moveTo>
                  <a:lnTo>
                    <a:pt x="28964" y="91152"/>
                  </a:lnTo>
                  <a:lnTo>
                    <a:pt x="13890" y="80983"/>
                  </a:lnTo>
                  <a:lnTo>
                    <a:pt x="3727" y="65901"/>
                  </a:lnTo>
                  <a:lnTo>
                    <a:pt x="0" y="47434"/>
                  </a:lnTo>
                  <a:lnTo>
                    <a:pt x="3727" y="28975"/>
                  </a:lnTo>
                  <a:lnTo>
                    <a:pt x="13890" y="13896"/>
                  </a:lnTo>
                  <a:lnTo>
                    <a:pt x="28964" y="3729"/>
                  </a:lnTo>
                  <a:lnTo>
                    <a:pt x="47421" y="0"/>
                  </a:lnTo>
                  <a:lnTo>
                    <a:pt x="65879" y="3729"/>
                  </a:lnTo>
                  <a:lnTo>
                    <a:pt x="80952" y="13896"/>
                  </a:lnTo>
                  <a:lnTo>
                    <a:pt x="91116" y="28975"/>
                  </a:lnTo>
                  <a:lnTo>
                    <a:pt x="94843" y="47434"/>
                  </a:lnTo>
                  <a:lnTo>
                    <a:pt x="91116" y="65901"/>
                  </a:lnTo>
                  <a:lnTo>
                    <a:pt x="80952" y="80983"/>
                  </a:lnTo>
                  <a:lnTo>
                    <a:pt x="65879" y="91152"/>
                  </a:lnTo>
                  <a:lnTo>
                    <a:pt x="47421" y="94881"/>
                  </a:lnTo>
                  <a:close/>
                </a:path>
              </a:pathLst>
            </a:custGeom>
            <a:solidFill>
              <a:srgbClr val="FFFFFF"/>
            </a:solidFill>
          </p:spPr>
          <p:txBody>
            <a:bodyPr wrap="square" lIns="0" tIns="0" rIns="0" bIns="0" rtlCol="0"/>
            <a:lstStyle/>
            <a:p>
              <a:endParaRPr/>
            </a:p>
          </p:txBody>
        </p:sp>
        <p:sp>
          <p:nvSpPr>
            <p:cNvPr id="44" name="object 44"/>
            <p:cNvSpPr/>
            <p:nvPr/>
          </p:nvSpPr>
          <p:spPr>
            <a:xfrm>
              <a:off x="5104536" y="2601950"/>
              <a:ext cx="95250" cy="95250"/>
            </a:xfrm>
            <a:custGeom>
              <a:avLst/>
              <a:gdLst/>
              <a:ahLst/>
              <a:cxnLst/>
              <a:rect l="l" t="t" r="r" b="b"/>
              <a:pathLst>
                <a:path w="95250" h="95250">
                  <a:moveTo>
                    <a:pt x="94843" y="47434"/>
                  </a:moveTo>
                  <a:lnTo>
                    <a:pt x="91116" y="65901"/>
                  </a:lnTo>
                  <a:lnTo>
                    <a:pt x="80952" y="80983"/>
                  </a:lnTo>
                  <a:lnTo>
                    <a:pt x="65879" y="91152"/>
                  </a:lnTo>
                  <a:lnTo>
                    <a:pt x="47421" y="94881"/>
                  </a:lnTo>
                  <a:lnTo>
                    <a:pt x="28964" y="91152"/>
                  </a:lnTo>
                  <a:lnTo>
                    <a:pt x="13890" y="80983"/>
                  </a:lnTo>
                  <a:lnTo>
                    <a:pt x="3727" y="65901"/>
                  </a:lnTo>
                  <a:lnTo>
                    <a:pt x="0" y="47434"/>
                  </a:lnTo>
                  <a:lnTo>
                    <a:pt x="3727" y="28975"/>
                  </a:lnTo>
                  <a:lnTo>
                    <a:pt x="13890" y="13896"/>
                  </a:lnTo>
                  <a:lnTo>
                    <a:pt x="28964" y="3729"/>
                  </a:lnTo>
                  <a:lnTo>
                    <a:pt x="47421" y="0"/>
                  </a:lnTo>
                  <a:lnTo>
                    <a:pt x="65879" y="3729"/>
                  </a:lnTo>
                  <a:lnTo>
                    <a:pt x="80952" y="13896"/>
                  </a:lnTo>
                  <a:lnTo>
                    <a:pt x="91116" y="28975"/>
                  </a:lnTo>
                  <a:lnTo>
                    <a:pt x="94843" y="47434"/>
                  </a:lnTo>
                </a:path>
              </a:pathLst>
            </a:custGeom>
            <a:ln w="18973">
              <a:solidFill>
                <a:srgbClr val="000000"/>
              </a:solidFill>
            </a:ln>
          </p:spPr>
          <p:txBody>
            <a:bodyPr wrap="square" lIns="0" tIns="0" rIns="0" bIns="0" rtlCol="0"/>
            <a:lstStyle/>
            <a:p>
              <a:endParaRPr/>
            </a:p>
          </p:txBody>
        </p:sp>
        <p:pic>
          <p:nvPicPr>
            <p:cNvPr id="45" name="object 45"/>
            <p:cNvPicPr/>
            <p:nvPr/>
          </p:nvPicPr>
          <p:blipFill>
            <a:blip r:embed="rId5" cstate="print"/>
            <a:stretch>
              <a:fillRect/>
            </a:stretch>
          </p:blipFill>
          <p:spPr>
            <a:xfrm>
              <a:off x="8547290" y="3522217"/>
              <a:ext cx="113804" cy="113842"/>
            </a:xfrm>
            <a:prstGeom prst="rect">
              <a:avLst/>
            </a:prstGeom>
          </p:spPr>
        </p:pic>
        <p:pic>
          <p:nvPicPr>
            <p:cNvPr id="46" name="object 46"/>
            <p:cNvPicPr/>
            <p:nvPr/>
          </p:nvPicPr>
          <p:blipFill>
            <a:blip r:embed="rId6" cstate="print"/>
            <a:stretch>
              <a:fillRect/>
            </a:stretch>
          </p:blipFill>
          <p:spPr>
            <a:xfrm>
              <a:off x="1680756" y="1643748"/>
              <a:ext cx="113817" cy="113842"/>
            </a:xfrm>
            <a:prstGeom prst="rect">
              <a:avLst/>
            </a:prstGeom>
          </p:spPr>
        </p:pic>
        <p:pic>
          <p:nvPicPr>
            <p:cNvPr id="47" name="object 47"/>
            <p:cNvPicPr/>
            <p:nvPr/>
          </p:nvPicPr>
          <p:blipFill>
            <a:blip r:embed="rId6" cstate="print"/>
            <a:stretch>
              <a:fillRect/>
            </a:stretch>
          </p:blipFill>
          <p:spPr>
            <a:xfrm>
              <a:off x="2818853" y="1643748"/>
              <a:ext cx="113817" cy="113842"/>
            </a:xfrm>
            <a:prstGeom prst="rect">
              <a:avLst/>
            </a:prstGeom>
          </p:spPr>
        </p:pic>
        <p:pic>
          <p:nvPicPr>
            <p:cNvPr id="48" name="object 48"/>
            <p:cNvPicPr/>
            <p:nvPr/>
          </p:nvPicPr>
          <p:blipFill>
            <a:blip r:embed="rId6" cstate="print"/>
            <a:stretch>
              <a:fillRect/>
            </a:stretch>
          </p:blipFill>
          <p:spPr>
            <a:xfrm>
              <a:off x="3956951" y="1643748"/>
              <a:ext cx="113817" cy="113842"/>
            </a:xfrm>
            <a:prstGeom prst="rect">
              <a:avLst/>
            </a:prstGeom>
          </p:spPr>
        </p:pic>
        <p:pic>
          <p:nvPicPr>
            <p:cNvPr id="49" name="object 49"/>
            <p:cNvPicPr/>
            <p:nvPr/>
          </p:nvPicPr>
          <p:blipFill>
            <a:blip r:embed="rId7" cstate="print"/>
            <a:stretch>
              <a:fillRect/>
            </a:stretch>
          </p:blipFill>
          <p:spPr>
            <a:xfrm>
              <a:off x="3046475" y="3218624"/>
              <a:ext cx="113817" cy="113842"/>
            </a:xfrm>
            <a:prstGeom prst="rect">
              <a:avLst/>
            </a:prstGeom>
          </p:spPr>
        </p:pic>
        <p:pic>
          <p:nvPicPr>
            <p:cNvPr id="50" name="object 50"/>
            <p:cNvPicPr/>
            <p:nvPr/>
          </p:nvPicPr>
          <p:blipFill>
            <a:blip r:embed="rId8" cstate="print"/>
            <a:stretch>
              <a:fillRect/>
            </a:stretch>
          </p:blipFill>
          <p:spPr>
            <a:xfrm>
              <a:off x="2591231" y="3806825"/>
              <a:ext cx="113817" cy="113855"/>
            </a:xfrm>
            <a:prstGeom prst="rect">
              <a:avLst/>
            </a:prstGeom>
          </p:spPr>
        </p:pic>
        <p:pic>
          <p:nvPicPr>
            <p:cNvPr id="51" name="object 51"/>
            <p:cNvPicPr/>
            <p:nvPr/>
          </p:nvPicPr>
          <p:blipFill>
            <a:blip r:embed="rId8" cstate="print"/>
            <a:stretch>
              <a:fillRect/>
            </a:stretch>
          </p:blipFill>
          <p:spPr>
            <a:xfrm>
              <a:off x="3729329" y="3806825"/>
              <a:ext cx="113817" cy="113855"/>
            </a:xfrm>
            <a:prstGeom prst="rect">
              <a:avLst/>
            </a:prstGeom>
          </p:spPr>
        </p:pic>
        <p:pic>
          <p:nvPicPr>
            <p:cNvPr id="52" name="object 52"/>
            <p:cNvPicPr/>
            <p:nvPr/>
          </p:nvPicPr>
          <p:blipFill>
            <a:blip r:embed="rId6" cstate="print"/>
            <a:stretch>
              <a:fillRect/>
            </a:stretch>
          </p:blipFill>
          <p:spPr>
            <a:xfrm>
              <a:off x="4184573" y="3218624"/>
              <a:ext cx="113817" cy="113842"/>
            </a:xfrm>
            <a:prstGeom prst="rect">
              <a:avLst/>
            </a:prstGeom>
          </p:spPr>
        </p:pic>
        <p:pic>
          <p:nvPicPr>
            <p:cNvPr id="53" name="object 53"/>
            <p:cNvPicPr/>
            <p:nvPr/>
          </p:nvPicPr>
          <p:blipFill>
            <a:blip r:embed="rId8" cstate="print"/>
            <a:stretch>
              <a:fillRect/>
            </a:stretch>
          </p:blipFill>
          <p:spPr>
            <a:xfrm>
              <a:off x="4867427" y="3806825"/>
              <a:ext cx="113817" cy="113855"/>
            </a:xfrm>
            <a:prstGeom prst="rect">
              <a:avLst/>
            </a:prstGeom>
          </p:spPr>
        </p:pic>
        <p:pic>
          <p:nvPicPr>
            <p:cNvPr id="54" name="object 54"/>
            <p:cNvPicPr/>
            <p:nvPr/>
          </p:nvPicPr>
          <p:blipFill>
            <a:blip r:embed="rId6" cstate="print"/>
            <a:stretch>
              <a:fillRect/>
            </a:stretch>
          </p:blipFill>
          <p:spPr>
            <a:xfrm>
              <a:off x="5322671" y="3218624"/>
              <a:ext cx="113817" cy="113842"/>
            </a:xfrm>
            <a:prstGeom prst="rect">
              <a:avLst/>
            </a:prstGeom>
          </p:spPr>
        </p:pic>
        <p:pic>
          <p:nvPicPr>
            <p:cNvPr id="55" name="object 55"/>
            <p:cNvPicPr/>
            <p:nvPr/>
          </p:nvPicPr>
          <p:blipFill>
            <a:blip r:embed="rId9" cstate="print"/>
            <a:stretch>
              <a:fillRect/>
            </a:stretch>
          </p:blipFill>
          <p:spPr>
            <a:xfrm>
              <a:off x="6574573" y="3218624"/>
              <a:ext cx="113817" cy="113842"/>
            </a:xfrm>
            <a:prstGeom prst="rect">
              <a:avLst/>
            </a:prstGeom>
          </p:spPr>
        </p:pic>
        <p:pic>
          <p:nvPicPr>
            <p:cNvPr id="56" name="object 56"/>
            <p:cNvPicPr/>
            <p:nvPr/>
          </p:nvPicPr>
          <p:blipFill>
            <a:blip r:embed="rId8" cstate="print"/>
            <a:stretch>
              <a:fillRect/>
            </a:stretch>
          </p:blipFill>
          <p:spPr>
            <a:xfrm>
              <a:off x="6593547" y="3806825"/>
              <a:ext cx="113817" cy="113855"/>
            </a:xfrm>
            <a:prstGeom prst="rect">
              <a:avLst/>
            </a:prstGeom>
          </p:spPr>
        </p:pic>
        <p:pic>
          <p:nvPicPr>
            <p:cNvPr id="57" name="object 57"/>
            <p:cNvPicPr/>
            <p:nvPr/>
          </p:nvPicPr>
          <p:blipFill>
            <a:blip r:embed="rId10" cstate="print"/>
            <a:stretch>
              <a:fillRect/>
            </a:stretch>
          </p:blipFill>
          <p:spPr>
            <a:xfrm>
              <a:off x="8167916" y="3522217"/>
              <a:ext cx="113817" cy="113842"/>
            </a:xfrm>
            <a:prstGeom prst="rect">
              <a:avLst/>
            </a:prstGeom>
          </p:spPr>
        </p:pic>
        <p:sp>
          <p:nvSpPr>
            <p:cNvPr id="58" name="object 58"/>
            <p:cNvSpPr/>
            <p:nvPr/>
          </p:nvSpPr>
          <p:spPr>
            <a:xfrm>
              <a:off x="1500555" y="1880933"/>
              <a:ext cx="3642360" cy="986790"/>
            </a:xfrm>
            <a:custGeom>
              <a:avLst/>
              <a:gdLst/>
              <a:ahLst/>
              <a:cxnLst/>
              <a:rect l="l" t="t" r="r" b="b"/>
              <a:pathLst>
                <a:path w="3642360" h="986789">
                  <a:moveTo>
                    <a:pt x="3641915" y="796924"/>
                  </a:moveTo>
                  <a:lnTo>
                    <a:pt x="3414293" y="986662"/>
                  </a:lnTo>
                </a:path>
                <a:path w="3642360" h="986789">
                  <a:moveTo>
                    <a:pt x="2503817" y="796924"/>
                  </a:moveTo>
                  <a:lnTo>
                    <a:pt x="2276195" y="986662"/>
                  </a:lnTo>
                </a:path>
                <a:path w="3642360" h="986789">
                  <a:moveTo>
                    <a:pt x="1365719" y="796924"/>
                  </a:moveTo>
                  <a:lnTo>
                    <a:pt x="1138097" y="986662"/>
                  </a:lnTo>
                </a:path>
                <a:path w="3642360" h="986789">
                  <a:moveTo>
                    <a:pt x="227622" y="796924"/>
                  </a:moveTo>
                  <a:lnTo>
                    <a:pt x="0" y="986662"/>
                  </a:lnTo>
                </a:path>
                <a:path w="3642360" h="986789">
                  <a:moveTo>
                    <a:pt x="455244" y="0"/>
                  </a:moveTo>
                  <a:lnTo>
                    <a:pt x="455244" y="303580"/>
                  </a:lnTo>
                </a:path>
              </a:pathLst>
            </a:custGeom>
            <a:ln w="18973">
              <a:solidFill>
                <a:srgbClr val="000000"/>
              </a:solidFill>
            </a:ln>
          </p:spPr>
          <p:txBody>
            <a:bodyPr wrap="square" lIns="0" tIns="0" rIns="0" bIns="0" rtlCol="0"/>
            <a:lstStyle/>
            <a:p>
              <a:endParaRPr/>
            </a:p>
          </p:txBody>
        </p:sp>
        <p:sp>
          <p:nvSpPr>
            <p:cNvPr id="59" name="object 59"/>
            <p:cNvSpPr/>
            <p:nvPr/>
          </p:nvSpPr>
          <p:spPr>
            <a:xfrm>
              <a:off x="1879917" y="2089645"/>
              <a:ext cx="133350" cy="189865"/>
            </a:xfrm>
            <a:custGeom>
              <a:avLst/>
              <a:gdLst/>
              <a:ahLst/>
              <a:cxnLst/>
              <a:rect l="l" t="t" r="r" b="b"/>
              <a:pathLst>
                <a:path w="133350" h="189864">
                  <a:moveTo>
                    <a:pt x="75882" y="189750"/>
                  </a:moveTo>
                  <a:lnTo>
                    <a:pt x="0" y="0"/>
                  </a:lnTo>
                  <a:lnTo>
                    <a:pt x="75882" y="56921"/>
                  </a:lnTo>
                  <a:lnTo>
                    <a:pt x="132778" y="0"/>
                  </a:lnTo>
                  <a:lnTo>
                    <a:pt x="75882" y="189750"/>
                  </a:lnTo>
                  <a:close/>
                </a:path>
              </a:pathLst>
            </a:custGeom>
            <a:solidFill>
              <a:srgbClr val="000000"/>
            </a:solidFill>
          </p:spPr>
          <p:txBody>
            <a:bodyPr wrap="square" lIns="0" tIns="0" rIns="0" bIns="0" rtlCol="0"/>
            <a:lstStyle/>
            <a:p>
              <a:endParaRPr/>
            </a:p>
          </p:txBody>
        </p:sp>
        <p:sp>
          <p:nvSpPr>
            <p:cNvPr id="60" name="object 60"/>
            <p:cNvSpPr/>
            <p:nvPr/>
          </p:nvSpPr>
          <p:spPr>
            <a:xfrm>
              <a:off x="3093897" y="1880933"/>
              <a:ext cx="0" cy="304165"/>
            </a:xfrm>
            <a:custGeom>
              <a:avLst/>
              <a:gdLst/>
              <a:ahLst/>
              <a:cxnLst/>
              <a:rect l="l" t="t" r="r" b="b"/>
              <a:pathLst>
                <a:path h="304164">
                  <a:moveTo>
                    <a:pt x="0" y="0"/>
                  </a:moveTo>
                  <a:lnTo>
                    <a:pt x="0" y="303580"/>
                  </a:lnTo>
                </a:path>
              </a:pathLst>
            </a:custGeom>
            <a:ln w="18973">
              <a:solidFill>
                <a:srgbClr val="000000"/>
              </a:solidFill>
            </a:ln>
          </p:spPr>
          <p:txBody>
            <a:bodyPr wrap="square" lIns="0" tIns="0" rIns="0" bIns="0" rtlCol="0"/>
            <a:lstStyle/>
            <a:p>
              <a:endParaRPr/>
            </a:p>
          </p:txBody>
        </p:sp>
        <p:sp>
          <p:nvSpPr>
            <p:cNvPr id="61" name="object 61"/>
            <p:cNvSpPr/>
            <p:nvPr/>
          </p:nvSpPr>
          <p:spPr>
            <a:xfrm>
              <a:off x="3018028" y="2089645"/>
              <a:ext cx="133350" cy="189865"/>
            </a:xfrm>
            <a:custGeom>
              <a:avLst/>
              <a:gdLst/>
              <a:ahLst/>
              <a:cxnLst/>
              <a:rect l="l" t="t" r="r" b="b"/>
              <a:pathLst>
                <a:path w="133350" h="189864">
                  <a:moveTo>
                    <a:pt x="75869" y="189750"/>
                  </a:moveTo>
                  <a:lnTo>
                    <a:pt x="0" y="0"/>
                  </a:lnTo>
                  <a:lnTo>
                    <a:pt x="75869" y="56921"/>
                  </a:lnTo>
                  <a:lnTo>
                    <a:pt x="132778" y="0"/>
                  </a:lnTo>
                  <a:lnTo>
                    <a:pt x="75869" y="189750"/>
                  </a:lnTo>
                  <a:close/>
                </a:path>
              </a:pathLst>
            </a:custGeom>
            <a:solidFill>
              <a:srgbClr val="000000"/>
            </a:solidFill>
          </p:spPr>
          <p:txBody>
            <a:bodyPr wrap="square" lIns="0" tIns="0" rIns="0" bIns="0" rtlCol="0"/>
            <a:lstStyle/>
            <a:p>
              <a:endParaRPr/>
            </a:p>
          </p:txBody>
        </p:sp>
        <p:sp>
          <p:nvSpPr>
            <p:cNvPr id="62" name="object 62"/>
            <p:cNvSpPr/>
            <p:nvPr/>
          </p:nvSpPr>
          <p:spPr>
            <a:xfrm>
              <a:off x="4231995" y="1880933"/>
              <a:ext cx="0" cy="304165"/>
            </a:xfrm>
            <a:custGeom>
              <a:avLst/>
              <a:gdLst/>
              <a:ahLst/>
              <a:cxnLst/>
              <a:rect l="l" t="t" r="r" b="b"/>
              <a:pathLst>
                <a:path h="304164">
                  <a:moveTo>
                    <a:pt x="0" y="0"/>
                  </a:moveTo>
                  <a:lnTo>
                    <a:pt x="0" y="303580"/>
                  </a:lnTo>
                </a:path>
              </a:pathLst>
            </a:custGeom>
            <a:ln w="18973">
              <a:solidFill>
                <a:srgbClr val="000000"/>
              </a:solidFill>
            </a:ln>
          </p:spPr>
          <p:txBody>
            <a:bodyPr wrap="square" lIns="0" tIns="0" rIns="0" bIns="0" rtlCol="0"/>
            <a:lstStyle/>
            <a:p>
              <a:endParaRPr/>
            </a:p>
          </p:txBody>
        </p:sp>
        <p:sp>
          <p:nvSpPr>
            <p:cNvPr id="63" name="object 63"/>
            <p:cNvSpPr/>
            <p:nvPr/>
          </p:nvSpPr>
          <p:spPr>
            <a:xfrm>
              <a:off x="4156125" y="2089645"/>
              <a:ext cx="133350" cy="189865"/>
            </a:xfrm>
            <a:custGeom>
              <a:avLst/>
              <a:gdLst/>
              <a:ahLst/>
              <a:cxnLst/>
              <a:rect l="l" t="t" r="r" b="b"/>
              <a:pathLst>
                <a:path w="133350" h="189864">
                  <a:moveTo>
                    <a:pt x="75869" y="189750"/>
                  </a:moveTo>
                  <a:lnTo>
                    <a:pt x="0" y="0"/>
                  </a:lnTo>
                  <a:lnTo>
                    <a:pt x="75869" y="56921"/>
                  </a:lnTo>
                  <a:lnTo>
                    <a:pt x="132778" y="0"/>
                  </a:lnTo>
                  <a:lnTo>
                    <a:pt x="75869" y="189750"/>
                  </a:lnTo>
                  <a:close/>
                </a:path>
              </a:pathLst>
            </a:custGeom>
            <a:solidFill>
              <a:srgbClr val="000000"/>
            </a:solidFill>
          </p:spPr>
          <p:txBody>
            <a:bodyPr wrap="square" lIns="0" tIns="0" rIns="0" bIns="0" rtlCol="0"/>
            <a:lstStyle/>
            <a:p>
              <a:endParaRPr/>
            </a:p>
          </p:txBody>
        </p:sp>
        <p:sp>
          <p:nvSpPr>
            <p:cNvPr id="64" name="object 64"/>
            <p:cNvSpPr/>
            <p:nvPr/>
          </p:nvSpPr>
          <p:spPr>
            <a:xfrm>
              <a:off x="5370093" y="1880933"/>
              <a:ext cx="0" cy="304165"/>
            </a:xfrm>
            <a:custGeom>
              <a:avLst/>
              <a:gdLst/>
              <a:ahLst/>
              <a:cxnLst/>
              <a:rect l="l" t="t" r="r" b="b"/>
              <a:pathLst>
                <a:path h="304164">
                  <a:moveTo>
                    <a:pt x="0" y="0"/>
                  </a:moveTo>
                  <a:lnTo>
                    <a:pt x="0" y="303580"/>
                  </a:lnTo>
                </a:path>
              </a:pathLst>
            </a:custGeom>
            <a:ln w="18973">
              <a:solidFill>
                <a:srgbClr val="000000"/>
              </a:solidFill>
            </a:ln>
          </p:spPr>
          <p:txBody>
            <a:bodyPr wrap="square" lIns="0" tIns="0" rIns="0" bIns="0" rtlCol="0"/>
            <a:lstStyle/>
            <a:p>
              <a:endParaRPr/>
            </a:p>
          </p:txBody>
        </p:sp>
        <p:sp>
          <p:nvSpPr>
            <p:cNvPr id="65" name="object 65"/>
            <p:cNvSpPr/>
            <p:nvPr/>
          </p:nvSpPr>
          <p:spPr>
            <a:xfrm>
              <a:off x="5294223" y="2089645"/>
              <a:ext cx="133350" cy="189865"/>
            </a:xfrm>
            <a:custGeom>
              <a:avLst/>
              <a:gdLst/>
              <a:ahLst/>
              <a:cxnLst/>
              <a:rect l="l" t="t" r="r" b="b"/>
              <a:pathLst>
                <a:path w="133350" h="189864">
                  <a:moveTo>
                    <a:pt x="75869" y="189750"/>
                  </a:moveTo>
                  <a:lnTo>
                    <a:pt x="0" y="0"/>
                  </a:lnTo>
                  <a:lnTo>
                    <a:pt x="75869" y="56921"/>
                  </a:lnTo>
                  <a:lnTo>
                    <a:pt x="132778" y="0"/>
                  </a:lnTo>
                  <a:lnTo>
                    <a:pt x="75869" y="189750"/>
                  </a:lnTo>
                  <a:close/>
                </a:path>
              </a:pathLst>
            </a:custGeom>
            <a:solidFill>
              <a:srgbClr val="000000"/>
            </a:solidFill>
          </p:spPr>
          <p:txBody>
            <a:bodyPr wrap="square" lIns="0" tIns="0" rIns="0" bIns="0" rtlCol="0"/>
            <a:lstStyle/>
            <a:p>
              <a:endParaRPr/>
            </a:p>
          </p:txBody>
        </p:sp>
        <p:sp>
          <p:nvSpPr>
            <p:cNvPr id="66" name="object 66"/>
            <p:cNvSpPr/>
            <p:nvPr/>
          </p:nvSpPr>
          <p:spPr>
            <a:xfrm>
              <a:off x="6811682" y="2734779"/>
              <a:ext cx="285115" cy="0"/>
            </a:xfrm>
            <a:custGeom>
              <a:avLst/>
              <a:gdLst/>
              <a:ahLst/>
              <a:cxnLst/>
              <a:rect l="l" t="t" r="r" b="b"/>
              <a:pathLst>
                <a:path w="285115">
                  <a:moveTo>
                    <a:pt x="0" y="0"/>
                  </a:moveTo>
                  <a:lnTo>
                    <a:pt x="284530" y="0"/>
                  </a:lnTo>
                </a:path>
              </a:pathLst>
            </a:custGeom>
            <a:ln w="18973">
              <a:solidFill>
                <a:srgbClr val="000000"/>
              </a:solidFill>
            </a:ln>
          </p:spPr>
          <p:txBody>
            <a:bodyPr wrap="square" lIns="0" tIns="0" rIns="0" bIns="0" rtlCol="0"/>
            <a:lstStyle/>
            <a:p>
              <a:endParaRPr/>
            </a:p>
          </p:txBody>
        </p:sp>
        <p:sp>
          <p:nvSpPr>
            <p:cNvPr id="67" name="object 67"/>
            <p:cNvSpPr/>
            <p:nvPr/>
          </p:nvSpPr>
          <p:spPr>
            <a:xfrm>
              <a:off x="7001370" y="2677858"/>
              <a:ext cx="189865" cy="133350"/>
            </a:xfrm>
            <a:custGeom>
              <a:avLst/>
              <a:gdLst/>
              <a:ahLst/>
              <a:cxnLst/>
              <a:rect l="l" t="t" r="r" b="b"/>
              <a:pathLst>
                <a:path w="189865" h="133350">
                  <a:moveTo>
                    <a:pt x="0" y="132816"/>
                  </a:moveTo>
                  <a:lnTo>
                    <a:pt x="56908" y="56921"/>
                  </a:lnTo>
                  <a:lnTo>
                    <a:pt x="0" y="0"/>
                  </a:lnTo>
                  <a:lnTo>
                    <a:pt x="189687" y="56921"/>
                  </a:lnTo>
                  <a:lnTo>
                    <a:pt x="0" y="132816"/>
                  </a:lnTo>
                  <a:close/>
                </a:path>
              </a:pathLst>
            </a:custGeom>
            <a:solidFill>
              <a:srgbClr val="000000"/>
            </a:solidFill>
          </p:spPr>
          <p:txBody>
            <a:bodyPr wrap="square" lIns="0" tIns="0" rIns="0" bIns="0" rtlCol="0"/>
            <a:lstStyle/>
            <a:p>
              <a:endParaRPr/>
            </a:p>
          </p:txBody>
        </p:sp>
        <p:sp>
          <p:nvSpPr>
            <p:cNvPr id="68" name="object 68"/>
            <p:cNvSpPr/>
            <p:nvPr/>
          </p:nvSpPr>
          <p:spPr>
            <a:xfrm>
              <a:off x="6052959" y="3171189"/>
              <a:ext cx="303530" cy="0"/>
            </a:xfrm>
            <a:custGeom>
              <a:avLst/>
              <a:gdLst/>
              <a:ahLst/>
              <a:cxnLst/>
              <a:rect l="l" t="t" r="r" b="b"/>
              <a:pathLst>
                <a:path w="303529">
                  <a:moveTo>
                    <a:pt x="0" y="0"/>
                  </a:moveTo>
                  <a:lnTo>
                    <a:pt x="303491" y="0"/>
                  </a:lnTo>
                </a:path>
              </a:pathLst>
            </a:custGeom>
            <a:ln w="18973">
              <a:solidFill>
                <a:srgbClr val="000000"/>
              </a:solidFill>
            </a:ln>
          </p:spPr>
          <p:txBody>
            <a:bodyPr wrap="square" lIns="0" tIns="0" rIns="0" bIns="0" rtlCol="0"/>
            <a:lstStyle/>
            <a:p>
              <a:endParaRPr/>
            </a:p>
          </p:txBody>
        </p:sp>
        <p:sp>
          <p:nvSpPr>
            <p:cNvPr id="69" name="object 69"/>
            <p:cNvSpPr/>
            <p:nvPr/>
          </p:nvSpPr>
          <p:spPr>
            <a:xfrm>
              <a:off x="6261608" y="3114268"/>
              <a:ext cx="189865" cy="133350"/>
            </a:xfrm>
            <a:custGeom>
              <a:avLst/>
              <a:gdLst/>
              <a:ahLst/>
              <a:cxnLst/>
              <a:rect l="l" t="t" r="r" b="b"/>
              <a:pathLst>
                <a:path w="189864" h="133350">
                  <a:moveTo>
                    <a:pt x="0" y="132816"/>
                  </a:moveTo>
                  <a:lnTo>
                    <a:pt x="56908" y="56921"/>
                  </a:lnTo>
                  <a:lnTo>
                    <a:pt x="0" y="0"/>
                  </a:lnTo>
                  <a:lnTo>
                    <a:pt x="189674" y="56921"/>
                  </a:lnTo>
                  <a:lnTo>
                    <a:pt x="0" y="132816"/>
                  </a:lnTo>
                  <a:close/>
                </a:path>
              </a:pathLst>
            </a:custGeom>
            <a:solidFill>
              <a:srgbClr val="000000"/>
            </a:solidFill>
          </p:spPr>
          <p:txBody>
            <a:bodyPr wrap="square" lIns="0" tIns="0" rIns="0" bIns="0" rtlCol="0"/>
            <a:lstStyle/>
            <a:p>
              <a:endParaRPr/>
            </a:p>
          </p:txBody>
        </p:sp>
      </p:grpSp>
      <p:sp>
        <p:nvSpPr>
          <p:cNvPr id="70" name="object 70"/>
          <p:cNvSpPr txBox="1"/>
          <p:nvPr/>
        </p:nvSpPr>
        <p:spPr>
          <a:xfrm>
            <a:off x="1374051" y="2114905"/>
            <a:ext cx="165100" cy="299085"/>
          </a:xfrm>
          <a:prstGeom prst="rect">
            <a:avLst/>
          </a:prstGeom>
        </p:spPr>
        <p:txBody>
          <a:bodyPr vert="horz" wrap="square" lIns="0" tIns="11430" rIns="0" bIns="0" rtlCol="0">
            <a:spAutoFit/>
          </a:bodyPr>
          <a:lstStyle/>
          <a:p>
            <a:pPr marL="12700">
              <a:lnSpc>
                <a:spcPct val="100000"/>
              </a:lnSpc>
              <a:spcBef>
                <a:spcPts val="90"/>
              </a:spcBef>
            </a:pPr>
            <a:r>
              <a:rPr sz="1800" i="1" spc="-50" dirty="0">
                <a:latin typeface="Times New Roman" panose="02020603050405020304"/>
                <a:cs typeface="Times New Roman" panose="02020603050405020304"/>
              </a:rPr>
              <a:t>R</a:t>
            </a:r>
            <a:endParaRPr sz="1800">
              <a:latin typeface="Times New Roman" panose="02020603050405020304"/>
              <a:cs typeface="Times New Roman" panose="02020603050405020304"/>
            </a:endParaRPr>
          </a:p>
        </p:txBody>
      </p:sp>
      <p:sp>
        <p:nvSpPr>
          <p:cNvPr id="71" name="object 71"/>
          <p:cNvSpPr txBox="1"/>
          <p:nvPr/>
        </p:nvSpPr>
        <p:spPr>
          <a:xfrm>
            <a:off x="2455240" y="2114905"/>
            <a:ext cx="278765" cy="299085"/>
          </a:xfrm>
          <a:prstGeom prst="rect">
            <a:avLst/>
          </a:prstGeom>
        </p:spPr>
        <p:txBody>
          <a:bodyPr vert="horz" wrap="square" lIns="0" tIns="11430" rIns="0" bIns="0" rtlCol="0">
            <a:spAutoFit/>
          </a:bodyPr>
          <a:lstStyle/>
          <a:p>
            <a:pPr marL="12700">
              <a:lnSpc>
                <a:spcPct val="100000"/>
              </a:lnSpc>
              <a:spcBef>
                <a:spcPts val="90"/>
              </a:spcBef>
            </a:pPr>
            <a:r>
              <a:rPr sz="1800" spc="-25" dirty="0">
                <a:latin typeface="Times New Roman" panose="02020603050405020304"/>
                <a:cs typeface="Times New Roman" panose="02020603050405020304"/>
              </a:rPr>
              <a:t>2</a:t>
            </a:r>
            <a:r>
              <a:rPr sz="1800" i="1" spc="-25" dirty="0">
                <a:latin typeface="Times New Roman" panose="02020603050405020304"/>
                <a:cs typeface="Times New Roman" panose="02020603050405020304"/>
              </a:rPr>
              <a:t>R</a:t>
            </a:r>
            <a:endParaRPr sz="1800">
              <a:latin typeface="Times New Roman" panose="02020603050405020304"/>
              <a:cs typeface="Times New Roman" panose="02020603050405020304"/>
            </a:endParaRPr>
          </a:p>
        </p:txBody>
      </p:sp>
      <p:sp>
        <p:nvSpPr>
          <p:cNvPr id="72" name="object 72"/>
          <p:cNvSpPr txBox="1"/>
          <p:nvPr/>
        </p:nvSpPr>
        <p:spPr>
          <a:xfrm>
            <a:off x="3593338" y="2114905"/>
            <a:ext cx="278765" cy="299085"/>
          </a:xfrm>
          <a:prstGeom prst="rect">
            <a:avLst/>
          </a:prstGeom>
        </p:spPr>
        <p:txBody>
          <a:bodyPr vert="horz" wrap="square" lIns="0" tIns="11430" rIns="0" bIns="0" rtlCol="0">
            <a:spAutoFit/>
          </a:bodyPr>
          <a:lstStyle/>
          <a:p>
            <a:pPr marL="12700">
              <a:lnSpc>
                <a:spcPct val="100000"/>
              </a:lnSpc>
              <a:spcBef>
                <a:spcPts val="90"/>
              </a:spcBef>
            </a:pPr>
            <a:r>
              <a:rPr sz="1800" spc="-25" dirty="0">
                <a:latin typeface="Times New Roman" panose="02020603050405020304"/>
                <a:cs typeface="Times New Roman" panose="02020603050405020304"/>
              </a:rPr>
              <a:t>4</a:t>
            </a:r>
            <a:r>
              <a:rPr sz="1800" i="1" spc="-25" dirty="0">
                <a:latin typeface="Times New Roman" panose="02020603050405020304"/>
                <a:cs typeface="Times New Roman" panose="02020603050405020304"/>
              </a:rPr>
              <a:t>R</a:t>
            </a:r>
            <a:endParaRPr sz="1800">
              <a:latin typeface="Times New Roman" panose="02020603050405020304"/>
              <a:cs typeface="Times New Roman" panose="02020603050405020304"/>
            </a:endParaRPr>
          </a:p>
        </p:txBody>
      </p:sp>
      <p:sp>
        <p:nvSpPr>
          <p:cNvPr id="73" name="object 73"/>
          <p:cNvSpPr txBox="1"/>
          <p:nvPr/>
        </p:nvSpPr>
        <p:spPr>
          <a:xfrm>
            <a:off x="4750409" y="2114905"/>
            <a:ext cx="278765" cy="299085"/>
          </a:xfrm>
          <a:prstGeom prst="rect">
            <a:avLst/>
          </a:prstGeom>
        </p:spPr>
        <p:txBody>
          <a:bodyPr vert="horz" wrap="square" lIns="0" tIns="11430" rIns="0" bIns="0" rtlCol="0">
            <a:spAutoFit/>
          </a:bodyPr>
          <a:lstStyle/>
          <a:p>
            <a:pPr marL="12700">
              <a:lnSpc>
                <a:spcPct val="100000"/>
              </a:lnSpc>
              <a:spcBef>
                <a:spcPts val="90"/>
              </a:spcBef>
            </a:pPr>
            <a:r>
              <a:rPr sz="1800" i="1" spc="-25" dirty="0">
                <a:latin typeface="Times New Roman" panose="02020603050405020304"/>
                <a:cs typeface="Times New Roman" panose="02020603050405020304"/>
              </a:rPr>
              <a:t>8R</a:t>
            </a:r>
            <a:endParaRPr sz="1800">
              <a:latin typeface="Times New Roman" panose="02020603050405020304"/>
              <a:cs typeface="Times New Roman" panose="02020603050405020304"/>
            </a:endParaRPr>
          </a:p>
        </p:txBody>
      </p:sp>
      <p:sp>
        <p:nvSpPr>
          <p:cNvPr id="74" name="object 74"/>
          <p:cNvSpPr txBox="1"/>
          <p:nvPr/>
        </p:nvSpPr>
        <p:spPr>
          <a:xfrm>
            <a:off x="7387005" y="2513368"/>
            <a:ext cx="165100" cy="299085"/>
          </a:xfrm>
          <a:prstGeom prst="rect">
            <a:avLst/>
          </a:prstGeom>
        </p:spPr>
        <p:txBody>
          <a:bodyPr vert="horz" wrap="square" lIns="0" tIns="11430" rIns="0" bIns="0" rtlCol="0">
            <a:spAutoFit/>
          </a:bodyPr>
          <a:lstStyle/>
          <a:p>
            <a:pPr marL="12700">
              <a:lnSpc>
                <a:spcPct val="100000"/>
              </a:lnSpc>
              <a:spcBef>
                <a:spcPts val="90"/>
              </a:spcBef>
            </a:pPr>
            <a:r>
              <a:rPr sz="1800" i="1" spc="-50" dirty="0">
                <a:latin typeface="Times New Roman" panose="02020603050405020304"/>
                <a:cs typeface="Times New Roman" panose="02020603050405020304"/>
              </a:rPr>
              <a:t>R</a:t>
            </a:r>
            <a:endParaRPr sz="1800">
              <a:latin typeface="Times New Roman" panose="02020603050405020304"/>
              <a:cs typeface="Times New Roman" panose="02020603050405020304"/>
            </a:endParaRPr>
          </a:p>
        </p:txBody>
      </p:sp>
      <p:sp>
        <p:nvSpPr>
          <p:cNvPr id="75" name="object 75"/>
          <p:cNvSpPr txBox="1"/>
          <p:nvPr/>
        </p:nvSpPr>
        <p:spPr>
          <a:xfrm>
            <a:off x="7519784" y="2627210"/>
            <a:ext cx="120650" cy="230504"/>
          </a:xfrm>
          <a:prstGeom prst="rect">
            <a:avLst/>
          </a:prstGeom>
        </p:spPr>
        <p:txBody>
          <a:bodyPr vert="horz" wrap="square" lIns="0" tIns="12065" rIns="0" bIns="0" rtlCol="0">
            <a:spAutoFit/>
          </a:bodyPr>
          <a:lstStyle/>
          <a:p>
            <a:pPr marL="12700">
              <a:lnSpc>
                <a:spcPct val="100000"/>
              </a:lnSpc>
              <a:spcBef>
                <a:spcPts val="95"/>
              </a:spcBef>
            </a:pPr>
            <a:r>
              <a:rPr sz="1350" spc="-50" dirty="0">
                <a:latin typeface="Times New Roman" panose="02020603050405020304"/>
                <a:cs typeface="Times New Roman" panose="02020603050405020304"/>
              </a:rPr>
              <a:t>F</a:t>
            </a:r>
            <a:endParaRPr sz="1350">
              <a:latin typeface="Times New Roman" panose="02020603050405020304"/>
              <a:cs typeface="Times New Roman" panose="02020603050405020304"/>
            </a:endParaRPr>
          </a:p>
        </p:txBody>
      </p:sp>
      <p:sp>
        <p:nvSpPr>
          <p:cNvPr id="76" name="object 76"/>
          <p:cNvSpPr txBox="1"/>
          <p:nvPr/>
        </p:nvSpPr>
        <p:spPr>
          <a:xfrm>
            <a:off x="4314139" y="1906181"/>
            <a:ext cx="101600" cy="299085"/>
          </a:xfrm>
          <a:prstGeom prst="rect">
            <a:avLst/>
          </a:prstGeom>
        </p:spPr>
        <p:txBody>
          <a:bodyPr vert="horz" wrap="square" lIns="0" tIns="11430" rIns="0" bIns="0" rtlCol="0">
            <a:spAutoFit/>
          </a:bodyPr>
          <a:lstStyle/>
          <a:p>
            <a:pPr marL="12700">
              <a:lnSpc>
                <a:spcPct val="100000"/>
              </a:lnSpc>
              <a:spcBef>
                <a:spcPts val="90"/>
              </a:spcBef>
            </a:pPr>
            <a:r>
              <a:rPr sz="1800" i="1" spc="-50" dirty="0">
                <a:latin typeface="Times New Roman" panose="02020603050405020304"/>
                <a:cs typeface="Times New Roman" panose="02020603050405020304"/>
              </a:rPr>
              <a:t>I</a:t>
            </a:r>
            <a:endParaRPr sz="1800">
              <a:latin typeface="Times New Roman" panose="02020603050405020304"/>
              <a:cs typeface="Times New Roman" panose="02020603050405020304"/>
            </a:endParaRPr>
          </a:p>
        </p:txBody>
      </p:sp>
      <p:sp>
        <p:nvSpPr>
          <p:cNvPr id="77" name="object 77"/>
          <p:cNvSpPr txBox="1"/>
          <p:nvPr/>
        </p:nvSpPr>
        <p:spPr>
          <a:xfrm>
            <a:off x="4390009" y="2020023"/>
            <a:ext cx="111125" cy="230504"/>
          </a:xfrm>
          <a:prstGeom prst="rect">
            <a:avLst/>
          </a:prstGeom>
        </p:spPr>
        <p:txBody>
          <a:bodyPr vert="horz" wrap="square" lIns="0" tIns="12065" rIns="0" bIns="0" rtlCol="0">
            <a:spAutoFit/>
          </a:bodyPr>
          <a:lstStyle/>
          <a:p>
            <a:pPr marL="12700">
              <a:lnSpc>
                <a:spcPct val="100000"/>
              </a:lnSpc>
              <a:spcBef>
                <a:spcPts val="95"/>
              </a:spcBef>
            </a:pPr>
            <a:r>
              <a:rPr sz="1350" spc="-50" dirty="0">
                <a:latin typeface="Times New Roman" panose="02020603050405020304"/>
                <a:cs typeface="Times New Roman" panose="02020603050405020304"/>
              </a:rPr>
              <a:t>1</a:t>
            </a:r>
            <a:endParaRPr sz="1350">
              <a:latin typeface="Times New Roman" panose="02020603050405020304"/>
              <a:cs typeface="Times New Roman" panose="02020603050405020304"/>
            </a:endParaRPr>
          </a:p>
        </p:txBody>
      </p:sp>
      <p:sp>
        <p:nvSpPr>
          <p:cNvPr id="78" name="object 78"/>
          <p:cNvSpPr txBox="1"/>
          <p:nvPr/>
        </p:nvSpPr>
        <p:spPr>
          <a:xfrm>
            <a:off x="5452236" y="1887207"/>
            <a:ext cx="101600" cy="299085"/>
          </a:xfrm>
          <a:prstGeom prst="rect">
            <a:avLst/>
          </a:prstGeom>
        </p:spPr>
        <p:txBody>
          <a:bodyPr vert="horz" wrap="square" lIns="0" tIns="11430" rIns="0" bIns="0" rtlCol="0">
            <a:spAutoFit/>
          </a:bodyPr>
          <a:lstStyle/>
          <a:p>
            <a:pPr marL="12700">
              <a:lnSpc>
                <a:spcPct val="100000"/>
              </a:lnSpc>
              <a:spcBef>
                <a:spcPts val="90"/>
              </a:spcBef>
            </a:pPr>
            <a:r>
              <a:rPr sz="1800" i="1" spc="-50" dirty="0">
                <a:latin typeface="Times New Roman" panose="02020603050405020304"/>
                <a:cs typeface="Times New Roman" panose="02020603050405020304"/>
              </a:rPr>
              <a:t>I</a:t>
            </a:r>
            <a:endParaRPr sz="1800">
              <a:latin typeface="Times New Roman" panose="02020603050405020304"/>
              <a:cs typeface="Times New Roman" panose="02020603050405020304"/>
            </a:endParaRPr>
          </a:p>
        </p:txBody>
      </p:sp>
      <p:sp>
        <p:nvSpPr>
          <p:cNvPr id="79" name="object 79"/>
          <p:cNvSpPr txBox="1"/>
          <p:nvPr/>
        </p:nvSpPr>
        <p:spPr>
          <a:xfrm>
            <a:off x="5528106" y="2001050"/>
            <a:ext cx="111125" cy="230504"/>
          </a:xfrm>
          <a:prstGeom prst="rect">
            <a:avLst/>
          </a:prstGeom>
        </p:spPr>
        <p:txBody>
          <a:bodyPr vert="horz" wrap="square" lIns="0" tIns="12065" rIns="0" bIns="0" rtlCol="0">
            <a:spAutoFit/>
          </a:bodyPr>
          <a:lstStyle/>
          <a:p>
            <a:pPr marL="12700">
              <a:lnSpc>
                <a:spcPct val="100000"/>
              </a:lnSpc>
              <a:spcBef>
                <a:spcPts val="95"/>
              </a:spcBef>
            </a:pPr>
            <a:r>
              <a:rPr sz="1350" spc="-50" dirty="0">
                <a:latin typeface="Times New Roman" panose="02020603050405020304"/>
                <a:cs typeface="Times New Roman" panose="02020603050405020304"/>
              </a:rPr>
              <a:t>0</a:t>
            </a:r>
            <a:endParaRPr sz="1350">
              <a:latin typeface="Times New Roman" panose="02020603050405020304"/>
              <a:cs typeface="Times New Roman" panose="02020603050405020304"/>
            </a:endParaRPr>
          </a:p>
        </p:txBody>
      </p:sp>
      <p:sp>
        <p:nvSpPr>
          <p:cNvPr id="80" name="object 80"/>
          <p:cNvSpPr txBox="1"/>
          <p:nvPr/>
        </p:nvSpPr>
        <p:spPr>
          <a:xfrm>
            <a:off x="3176041" y="1906181"/>
            <a:ext cx="101600" cy="299085"/>
          </a:xfrm>
          <a:prstGeom prst="rect">
            <a:avLst/>
          </a:prstGeom>
        </p:spPr>
        <p:txBody>
          <a:bodyPr vert="horz" wrap="square" lIns="0" tIns="11430" rIns="0" bIns="0" rtlCol="0">
            <a:spAutoFit/>
          </a:bodyPr>
          <a:lstStyle/>
          <a:p>
            <a:pPr marL="12700">
              <a:lnSpc>
                <a:spcPct val="100000"/>
              </a:lnSpc>
              <a:spcBef>
                <a:spcPts val="90"/>
              </a:spcBef>
            </a:pPr>
            <a:r>
              <a:rPr sz="1800" i="1" spc="-50" dirty="0">
                <a:latin typeface="Times New Roman" panose="02020603050405020304"/>
                <a:cs typeface="Times New Roman" panose="02020603050405020304"/>
              </a:rPr>
              <a:t>I</a:t>
            </a:r>
            <a:endParaRPr sz="1800">
              <a:latin typeface="Times New Roman" panose="02020603050405020304"/>
              <a:cs typeface="Times New Roman" panose="02020603050405020304"/>
            </a:endParaRPr>
          </a:p>
        </p:txBody>
      </p:sp>
      <p:sp>
        <p:nvSpPr>
          <p:cNvPr id="81" name="object 81"/>
          <p:cNvSpPr txBox="1"/>
          <p:nvPr/>
        </p:nvSpPr>
        <p:spPr>
          <a:xfrm>
            <a:off x="3251911" y="2020023"/>
            <a:ext cx="111125" cy="230504"/>
          </a:xfrm>
          <a:prstGeom prst="rect">
            <a:avLst/>
          </a:prstGeom>
        </p:spPr>
        <p:txBody>
          <a:bodyPr vert="horz" wrap="square" lIns="0" tIns="12065" rIns="0" bIns="0" rtlCol="0">
            <a:spAutoFit/>
          </a:bodyPr>
          <a:lstStyle/>
          <a:p>
            <a:pPr marL="12700">
              <a:lnSpc>
                <a:spcPct val="100000"/>
              </a:lnSpc>
              <a:spcBef>
                <a:spcPts val="95"/>
              </a:spcBef>
            </a:pPr>
            <a:r>
              <a:rPr sz="1350" spc="-50" dirty="0">
                <a:latin typeface="Times New Roman" panose="02020603050405020304"/>
                <a:cs typeface="Times New Roman" panose="02020603050405020304"/>
              </a:rPr>
              <a:t>2</a:t>
            </a:r>
            <a:endParaRPr sz="1350">
              <a:latin typeface="Times New Roman" panose="02020603050405020304"/>
              <a:cs typeface="Times New Roman" panose="02020603050405020304"/>
            </a:endParaRPr>
          </a:p>
        </p:txBody>
      </p:sp>
      <p:sp>
        <p:nvSpPr>
          <p:cNvPr id="82" name="object 82"/>
          <p:cNvSpPr txBox="1"/>
          <p:nvPr/>
        </p:nvSpPr>
        <p:spPr>
          <a:xfrm>
            <a:off x="2037943" y="1906181"/>
            <a:ext cx="101600" cy="299085"/>
          </a:xfrm>
          <a:prstGeom prst="rect">
            <a:avLst/>
          </a:prstGeom>
        </p:spPr>
        <p:txBody>
          <a:bodyPr vert="horz" wrap="square" lIns="0" tIns="11430" rIns="0" bIns="0" rtlCol="0">
            <a:spAutoFit/>
          </a:bodyPr>
          <a:lstStyle/>
          <a:p>
            <a:pPr marL="12700">
              <a:lnSpc>
                <a:spcPct val="100000"/>
              </a:lnSpc>
              <a:spcBef>
                <a:spcPts val="90"/>
              </a:spcBef>
            </a:pPr>
            <a:r>
              <a:rPr sz="1800" i="1" spc="-50" dirty="0">
                <a:latin typeface="Times New Roman" panose="02020603050405020304"/>
                <a:cs typeface="Times New Roman" panose="02020603050405020304"/>
              </a:rPr>
              <a:t>I</a:t>
            </a:r>
            <a:endParaRPr sz="1800">
              <a:latin typeface="Times New Roman" panose="02020603050405020304"/>
              <a:cs typeface="Times New Roman" panose="02020603050405020304"/>
            </a:endParaRPr>
          </a:p>
        </p:txBody>
      </p:sp>
      <p:sp>
        <p:nvSpPr>
          <p:cNvPr id="83" name="object 83"/>
          <p:cNvSpPr txBox="1"/>
          <p:nvPr/>
        </p:nvSpPr>
        <p:spPr>
          <a:xfrm>
            <a:off x="2113813" y="2020023"/>
            <a:ext cx="111125" cy="230504"/>
          </a:xfrm>
          <a:prstGeom prst="rect">
            <a:avLst/>
          </a:prstGeom>
        </p:spPr>
        <p:txBody>
          <a:bodyPr vert="horz" wrap="square" lIns="0" tIns="12065" rIns="0" bIns="0" rtlCol="0">
            <a:spAutoFit/>
          </a:bodyPr>
          <a:lstStyle/>
          <a:p>
            <a:pPr marL="12700">
              <a:lnSpc>
                <a:spcPct val="100000"/>
              </a:lnSpc>
              <a:spcBef>
                <a:spcPts val="95"/>
              </a:spcBef>
            </a:pPr>
            <a:r>
              <a:rPr sz="1350" spc="-50" dirty="0">
                <a:latin typeface="Times New Roman" panose="02020603050405020304"/>
                <a:cs typeface="Times New Roman" panose="02020603050405020304"/>
              </a:rPr>
              <a:t>3</a:t>
            </a:r>
            <a:endParaRPr sz="1350">
              <a:latin typeface="Times New Roman" panose="02020603050405020304"/>
              <a:cs typeface="Times New Roman" panose="02020603050405020304"/>
            </a:endParaRPr>
          </a:p>
        </p:txBody>
      </p:sp>
      <p:sp>
        <p:nvSpPr>
          <p:cNvPr id="84" name="object 84"/>
          <p:cNvSpPr txBox="1"/>
          <p:nvPr/>
        </p:nvSpPr>
        <p:spPr>
          <a:xfrm>
            <a:off x="988250" y="1792338"/>
            <a:ext cx="474980" cy="299085"/>
          </a:xfrm>
          <a:prstGeom prst="rect">
            <a:avLst/>
          </a:prstGeom>
        </p:spPr>
        <p:txBody>
          <a:bodyPr vert="horz" wrap="square" lIns="0" tIns="11430" rIns="0" bIns="0" rtlCol="0">
            <a:spAutoFit/>
          </a:bodyPr>
          <a:lstStyle/>
          <a:p>
            <a:pPr marL="38100">
              <a:lnSpc>
                <a:spcPct val="100000"/>
              </a:lnSpc>
              <a:spcBef>
                <a:spcPts val="90"/>
              </a:spcBef>
            </a:pPr>
            <a:r>
              <a:rPr sz="2700" i="1" spc="-30" baseline="14000" dirty="0">
                <a:latin typeface="Times New Roman" panose="02020603050405020304"/>
                <a:cs typeface="Times New Roman" panose="02020603050405020304"/>
              </a:rPr>
              <a:t>I</a:t>
            </a:r>
            <a:r>
              <a:rPr sz="1350" spc="-20" dirty="0">
                <a:latin typeface="Times New Roman" panose="02020603050405020304"/>
                <a:cs typeface="Times New Roman" panose="02020603050405020304"/>
              </a:rPr>
              <a:t>REF</a:t>
            </a:r>
            <a:endParaRPr sz="1350">
              <a:latin typeface="Times New Roman" panose="02020603050405020304"/>
              <a:cs typeface="Times New Roman" panose="02020603050405020304"/>
            </a:endParaRPr>
          </a:p>
        </p:txBody>
      </p:sp>
      <p:sp>
        <p:nvSpPr>
          <p:cNvPr id="85" name="object 85"/>
          <p:cNvSpPr txBox="1"/>
          <p:nvPr/>
        </p:nvSpPr>
        <p:spPr>
          <a:xfrm>
            <a:off x="6906361" y="2361564"/>
            <a:ext cx="228600" cy="299085"/>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Times New Roman" panose="02020603050405020304"/>
                <a:cs typeface="Times New Roman" panose="02020603050405020304"/>
              </a:rPr>
              <a:t>i</a:t>
            </a:r>
            <a:r>
              <a:rPr sz="2025" spc="-37" baseline="-19000" dirty="0">
                <a:latin typeface="Times New Roman" panose="02020603050405020304"/>
                <a:cs typeface="Times New Roman" panose="02020603050405020304"/>
              </a:rPr>
              <a:t>F</a:t>
            </a:r>
            <a:endParaRPr sz="2025" baseline="-19000">
              <a:latin typeface="Times New Roman" panose="02020603050405020304"/>
              <a:cs typeface="Times New Roman" panose="02020603050405020304"/>
            </a:endParaRPr>
          </a:p>
        </p:txBody>
      </p:sp>
      <p:sp>
        <p:nvSpPr>
          <p:cNvPr id="86" name="object 86"/>
          <p:cNvSpPr txBox="1"/>
          <p:nvPr/>
        </p:nvSpPr>
        <p:spPr>
          <a:xfrm>
            <a:off x="1386586" y="2494394"/>
            <a:ext cx="275590" cy="299085"/>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Times New Roman" panose="02020603050405020304"/>
                <a:cs typeface="Times New Roman" panose="02020603050405020304"/>
              </a:rPr>
              <a:t>S</a:t>
            </a:r>
            <a:r>
              <a:rPr sz="2025" spc="-37" baseline="-19000" dirty="0">
                <a:latin typeface="Times New Roman" panose="02020603050405020304"/>
                <a:cs typeface="Times New Roman" panose="02020603050405020304"/>
              </a:rPr>
              <a:t>3</a:t>
            </a:r>
            <a:endParaRPr sz="2025" baseline="-19000">
              <a:latin typeface="Times New Roman" panose="02020603050405020304"/>
              <a:cs typeface="Times New Roman" panose="02020603050405020304"/>
            </a:endParaRPr>
          </a:p>
        </p:txBody>
      </p:sp>
      <p:sp>
        <p:nvSpPr>
          <p:cNvPr id="87" name="object 87"/>
          <p:cNvSpPr txBox="1"/>
          <p:nvPr/>
        </p:nvSpPr>
        <p:spPr>
          <a:xfrm>
            <a:off x="4800879" y="2494394"/>
            <a:ext cx="275590" cy="299085"/>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Times New Roman" panose="02020603050405020304"/>
                <a:cs typeface="Times New Roman" panose="02020603050405020304"/>
              </a:rPr>
              <a:t>S</a:t>
            </a:r>
            <a:r>
              <a:rPr sz="2025" spc="-37" baseline="-19000" dirty="0">
                <a:latin typeface="Times New Roman" panose="02020603050405020304"/>
                <a:cs typeface="Times New Roman" panose="02020603050405020304"/>
              </a:rPr>
              <a:t>0</a:t>
            </a:r>
            <a:endParaRPr sz="2025" baseline="-19000">
              <a:latin typeface="Times New Roman" panose="02020603050405020304"/>
              <a:cs typeface="Times New Roman" panose="02020603050405020304"/>
            </a:endParaRPr>
          </a:p>
        </p:txBody>
      </p:sp>
      <p:sp>
        <p:nvSpPr>
          <p:cNvPr id="88" name="object 88"/>
          <p:cNvSpPr txBox="1"/>
          <p:nvPr/>
        </p:nvSpPr>
        <p:spPr>
          <a:xfrm>
            <a:off x="3662781" y="2494394"/>
            <a:ext cx="275590" cy="299085"/>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Times New Roman" panose="02020603050405020304"/>
                <a:cs typeface="Times New Roman" panose="02020603050405020304"/>
              </a:rPr>
              <a:t>S</a:t>
            </a:r>
            <a:r>
              <a:rPr sz="2025" spc="-37" baseline="-19000" dirty="0">
                <a:latin typeface="Times New Roman" panose="02020603050405020304"/>
                <a:cs typeface="Times New Roman" panose="02020603050405020304"/>
              </a:rPr>
              <a:t>1</a:t>
            </a:r>
            <a:endParaRPr sz="2025" baseline="-19000">
              <a:latin typeface="Times New Roman" panose="02020603050405020304"/>
              <a:cs typeface="Times New Roman" panose="02020603050405020304"/>
            </a:endParaRPr>
          </a:p>
        </p:txBody>
      </p:sp>
      <p:sp>
        <p:nvSpPr>
          <p:cNvPr id="89" name="object 89"/>
          <p:cNvSpPr txBox="1"/>
          <p:nvPr/>
        </p:nvSpPr>
        <p:spPr>
          <a:xfrm>
            <a:off x="2524683" y="2494394"/>
            <a:ext cx="275590" cy="299085"/>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Times New Roman" panose="02020603050405020304"/>
                <a:cs typeface="Times New Roman" panose="02020603050405020304"/>
              </a:rPr>
              <a:t>S</a:t>
            </a:r>
            <a:r>
              <a:rPr sz="2025" spc="-37" baseline="-19000" dirty="0">
                <a:latin typeface="Times New Roman" panose="02020603050405020304"/>
                <a:cs typeface="Times New Roman" panose="02020603050405020304"/>
              </a:rPr>
              <a:t>2</a:t>
            </a:r>
            <a:endParaRPr sz="2025" baseline="-19000">
              <a:latin typeface="Times New Roman" panose="02020603050405020304"/>
              <a:cs typeface="Times New Roman" panose="02020603050405020304"/>
            </a:endParaRPr>
          </a:p>
        </p:txBody>
      </p:sp>
      <p:sp>
        <p:nvSpPr>
          <p:cNvPr id="90" name="object 90"/>
          <p:cNvSpPr txBox="1"/>
          <p:nvPr/>
        </p:nvSpPr>
        <p:spPr>
          <a:xfrm>
            <a:off x="1557134" y="4315929"/>
            <a:ext cx="3759835" cy="299085"/>
          </a:xfrm>
          <a:prstGeom prst="rect">
            <a:avLst/>
          </a:prstGeom>
        </p:spPr>
        <p:txBody>
          <a:bodyPr vert="horz" wrap="square" lIns="0" tIns="11430" rIns="0" bIns="0" rtlCol="0">
            <a:spAutoFit/>
          </a:bodyPr>
          <a:lstStyle/>
          <a:p>
            <a:pPr marL="76200">
              <a:lnSpc>
                <a:spcPct val="100000"/>
              </a:lnSpc>
              <a:spcBef>
                <a:spcPts val="90"/>
              </a:spcBef>
              <a:tabLst>
                <a:tab pos="1214120" algn="l"/>
                <a:tab pos="2352040" algn="l"/>
                <a:tab pos="3509010" algn="l"/>
              </a:tabLst>
            </a:pPr>
            <a:r>
              <a:rPr sz="1800" i="1" spc="-25" dirty="0">
                <a:latin typeface="Times New Roman" panose="02020603050405020304"/>
                <a:cs typeface="Times New Roman" panose="02020603050405020304"/>
              </a:rPr>
              <a:t>d</a:t>
            </a:r>
            <a:r>
              <a:rPr sz="2025" spc="-37" baseline="-19000" dirty="0">
                <a:latin typeface="Times New Roman" panose="02020603050405020304"/>
                <a:cs typeface="Times New Roman" panose="02020603050405020304"/>
              </a:rPr>
              <a:t>3</a:t>
            </a:r>
            <a:r>
              <a:rPr sz="2025" baseline="-19000" dirty="0">
                <a:latin typeface="Times New Roman" panose="02020603050405020304"/>
                <a:cs typeface="Times New Roman" panose="02020603050405020304"/>
              </a:rPr>
              <a:t>	</a:t>
            </a:r>
            <a:r>
              <a:rPr sz="1800" i="1" spc="-25" dirty="0">
                <a:latin typeface="Times New Roman" panose="02020603050405020304"/>
                <a:cs typeface="Times New Roman" panose="02020603050405020304"/>
              </a:rPr>
              <a:t>d</a:t>
            </a:r>
            <a:r>
              <a:rPr sz="2025" spc="-37" baseline="-19000" dirty="0">
                <a:latin typeface="Times New Roman" panose="02020603050405020304"/>
                <a:cs typeface="Times New Roman" panose="02020603050405020304"/>
              </a:rPr>
              <a:t>2</a:t>
            </a:r>
            <a:r>
              <a:rPr sz="2025" baseline="-19000" dirty="0">
                <a:latin typeface="Times New Roman" panose="02020603050405020304"/>
                <a:cs typeface="Times New Roman" panose="02020603050405020304"/>
              </a:rPr>
              <a:t>	</a:t>
            </a:r>
            <a:r>
              <a:rPr sz="1800" i="1" spc="-25" dirty="0">
                <a:latin typeface="Times New Roman" panose="02020603050405020304"/>
                <a:cs typeface="Times New Roman" panose="02020603050405020304"/>
              </a:rPr>
              <a:t>d</a:t>
            </a:r>
            <a:r>
              <a:rPr sz="2025" spc="-37" baseline="-19000" dirty="0">
                <a:latin typeface="Times New Roman" panose="02020603050405020304"/>
                <a:cs typeface="Times New Roman" panose="02020603050405020304"/>
              </a:rPr>
              <a:t>1</a:t>
            </a:r>
            <a:r>
              <a:rPr sz="2025" baseline="-19000" dirty="0">
                <a:latin typeface="Times New Roman" panose="02020603050405020304"/>
                <a:cs typeface="Times New Roman" panose="02020603050405020304"/>
              </a:rPr>
              <a:t>	</a:t>
            </a:r>
            <a:r>
              <a:rPr sz="1800" i="1" spc="-25" dirty="0">
                <a:latin typeface="Times New Roman" panose="02020603050405020304"/>
                <a:cs typeface="Times New Roman" panose="02020603050405020304"/>
              </a:rPr>
              <a:t>d</a:t>
            </a:r>
            <a:r>
              <a:rPr sz="2025" spc="-37" baseline="-19000" dirty="0">
                <a:latin typeface="Times New Roman" panose="02020603050405020304"/>
                <a:cs typeface="Times New Roman" panose="02020603050405020304"/>
              </a:rPr>
              <a:t>0</a:t>
            </a:r>
            <a:endParaRPr sz="2025" baseline="-19000">
              <a:latin typeface="Times New Roman" panose="02020603050405020304"/>
              <a:cs typeface="Times New Roman" panose="02020603050405020304"/>
            </a:endParaRPr>
          </a:p>
        </p:txBody>
      </p:sp>
      <p:sp>
        <p:nvSpPr>
          <p:cNvPr id="91" name="object 91"/>
          <p:cNvSpPr txBox="1"/>
          <p:nvPr/>
        </p:nvSpPr>
        <p:spPr>
          <a:xfrm>
            <a:off x="77774" y="1583613"/>
            <a:ext cx="664845" cy="299085"/>
          </a:xfrm>
          <a:prstGeom prst="rect">
            <a:avLst/>
          </a:prstGeom>
        </p:spPr>
        <p:txBody>
          <a:bodyPr vert="horz" wrap="square" lIns="0" tIns="11430" rIns="0" bIns="0" rtlCol="0">
            <a:spAutoFit/>
          </a:bodyPr>
          <a:lstStyle/>
          <a:p>
            <a:pPr marL="38100">
              <a:lnSpc>
                <a:spcPct val="100000"/>
              </a:lnSpc>
              <a:spcBef>
                <a:spcPts val="90"/>
              </a:spcBef>
            </a:pPr>
            <a:r>
              <a:rPr sz="2700" spc="-15" baseline="14000" dirty="0">
                <a:latin typeface="Times New Roman" panose="02020603050405020304"/>
                <a:cs typeface="Times New Roman" panose="02020603050405020304"/>
              </a:rPr>
              <a:t>+</a:t>
            </a:r>
            <a:r>
              <a:rPr sz="2700" i="1" spc="-15" baseline="14000" dirty="0">
                <a:latin typeface="Times New Roman" panose="02020603050405020304"/>
                <a:cs typeface="Times New Roman" panose="02020603050405020304"/>
              </a:rPr>
              <a:t>V</a:t>
            </a:r>
            <a:r>
              <a:rPr sz="1350" spc="-10" dirty="0">
                <a:latin typeface="Times New Roman" panose="02020603050405020304"/>
                <a:cs typeface="Times New Roman" panose="02020603050405020304"/>
              </a:rPr>
              <a:t>REF</a:t>
            </a:r>
            <a:endParaRPr sz="1350">
              <a:latin typeface="Times New Roman" panose="02020603050405020304"/>
              <a:cs typeface="Times New Roman" panose="02020603050405020304"/>
            </a:endParaRPr>
          </a:p>
        </p:txBody>
      </p:sp>
      <p:sp>
        <p:nvSpPr>
          <p:cNvPr id="92" name="object 92"/>
          <p:cNvSpPr txBox="1"/>
          <p:nvPr/>
        </p:nvSpPr>
        <p:spPr>
          <a:xfrm>
            <a:off x="8746287" y="3424135"/>
            <a:ext cx="275590" cy="299085"/>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Times New Roman" panose="02020603050405020304"/>
                <a:cs typeface="Times New Roman" panose="02020603050405020304"/>
              </a:rPr>
              <a:t>u</a:t>
            </a:r>
            <a:r>
              <a:rPr sz="2025" spc="-37" baseline="-19000" dirty="0">
                <a:latin typeface="Times New Roman" panose="02020603050405020304"/>
                <a:cs typeface="Times New Roman" panose="02020603050405020304"/>
              </a:rPr>
              <a:t>o</a:t>
            </a:r>
            <a:endParaRPr sz="2025" baseline="-19000">
              <a:latin typeface="Times New Roman" panose="02020603050405020304"/>
              <a:cs typeface="Times New Roman" panose="02020603050405020304"/>
            </a:endParaRPr>
          </a:p>
        </p:txBody>
      </p:sp>
      <p:sp>
        <p:nvSpPr>
          <p:cNvPr id="93" name="object 93"/>
          <p:cNvSpPr txBox="1"/>
          <p:nvPr/>
        </p:nvSpPr>
        <p:spPr>
          <a:xfrm>
            <a:off x="6021285" y="2767629"/>
            <a:ext cx="1202055" cy="708660"/>
          </a:xfrm>
          <a:prstGeom prst="rect">
            <a:avLst/>
          </a:prstGeom>
        </p:spPr>
        <p:txBody>
          <a:bodyPr vert="horz" wrap="square" lIns="0" tIns="80010" rIns="0" bIns="0" rtlCol="0">
            <a:spAutoFit/>
          </a:bodyPr>
          <a:lstStyle/>
          <a:p>
            <a:pPr marL="12700">
              <a:lnSpc>
                <a:spcPct val="100000"/>
              </a:lnSpc>
              <a:spcBef>
                <a:spcPts val="630"/>
              </a:spcBef>
            </a:pPr>
            <a:r>
              <a:rPr sz="1800" i="1" spc="-50" dirty="0">
                <a:latin typeface="Times New Roman" panose="02020603050405020304"/>
                <a:cs typeface="Times New Roman" panose="02020603050405020304"/>
              </a:rPr>
              <a:t>i</a:t>
            </a:r>
            <a:endParaRPr sz="1800">
              <a:latin typeface="Times New Roman" panose="02020603050405020304"/>
              <a:cs typeface="Times New Roman" panose="02020603050405020304"/>
            </a:endParaRPr>
          </a:p>
          <a:p>
            <a:pPr marR="5080" algn="r">
              <a:lnSpc>
                <a:spcPct val="100000"/>
              </a:lnSpc>
              <a:spcBef>
                <a:spcPts val="530"/>
              </a:spcBef>
            </a:pPr>
            <a:r>
              <a:rPr sz="1800" spc="140" dirty="0">
                <a:latin typeface="Noto Serif CJK JP"/>
                <a:cs typeface="Noto Serif CJK JP"/>
              </a:rPr>
              <a:t>—</a:t>
            </a:r>
            <a:endParaRPr sz="1800">
              <a:latin typeface="Noto Serif CJK JP"/>
              <a:cs typeface="Noto Serif CJK JP"/>
            </a:endParaRPr>
          </a:p>
        </p:txBody>
      </p:sp>
      <p:sp>
        <p:nvSpPr>
          <p:cNvPr id="94" name="object 94"/>
          <p:cNvSpPr txBox="1"/>
          <p:nvPr/>
        </p:nvSpPr>
        <p:spPr>
          <a:xfrm>
            <a:off x="6988670" y="3689781"/>
            <a:ext cx="154305" cy="299085"/>
          </a:xfrm>
          <a:prstGeom prst="rect">
            <a:avLst/>
          </a:prstGeom>
        </p:spPr>
        <p:txBody>
          <a:bodyPr vert="horz" wrap="square" lIns="0" tIns="11430" rIns="0" bIns="0" rtlCol="0">
            <a:spAutoFit/>
          </a:bodyPr>
          <a:lstStyle/>
          <a:p>
            <a:pPr marL="12700">
              <a:lnSpc>
                <a:spcPct val="100000"/>
              </a:lnSpc>
              <a:spcBef>
                <a:spcPts val="90"/>
              </a:spcBef>
            </a:pPr>
            <a:r>
              <a:rPr sz="1800" spc="-50" dirty="0">
                <a:latin typeface="Times New Roman" panose="02020603050405020304"/>
                <a:cs typeface="Times New Roman" panose="02020603050405020304"/>
              </a:rPr>
              <a:t>+</a:t>
            </a:r>
            <a:endParaRPr sz="1800">
              <a:latin typeface="Times New Roman" panose="02020603050405020304"/>
              <a:cs typeface="Times New Roman" panose="02020603050405020304"/>
            </a:endParaRPr>
          </a:p>
        </p:txBody>
      </p:sp>
      <p:grpSp>
        <p:nvGrpSpPr>
          <p:cNvPr id="95" name="object 95"/>
          <p:cNvGrpSpPr/>
          <p:nvPr/>
        </p:nvGrpSpPr>
        <p:grpSpPr>
          <a:xfrm>
            <a:off x="106298" y="1491614"/>
            <a:ext cx="8934450" cy="3207385"/>
            <a:chOff x="106298" y="1491614"/>
            <a:chExt cx="8934450" cy="3207385"/>
          </a:xfrm>
        </p:grpSpPr>
        <p:sp>
          <p:nvSpPr>
            <p:cNvPr id="96" name="object 96"/>
            <p:cNvSpPr/>
            <p:nvPr/>
          </p:nvSpPr>
          <p:spPr>
            <a:xfrm>
              <a:off x="969441" y="1748104"/>
              <a:ext cx="303530" cy="0"/>
            </a:xfrm>
            <a:custGeom>
              <a:avLst/>
              <a:gdLst/>
              <a:ahLst/>
              <a:cxnLst/>
              <a:rect l="l" t="t" r="r" b="b"/>
              <a:pathLst>
                <a:path w="303530">
                  <a:moveTo>
                    <a:pt x="0" y="0"/>
                  </a:moveTo>
                  <a:lnTo>
                    <a:pt x="303491" y="0"/>
                  </a:lnTo>
                </a:path>
              </a:pathLst>
            </a:custGeom>
            <a:ln w="18973">
              <a:solidFill>
                <a:srgbClr val="000000"/>
              </a:solidFill>
            </a:ln>
          </p:spPr>
          <p:txBody>
            <a:bodyPr wrap="square" lIns="0" tIns="0" rIns="0" bIns="0" rtlCol="0"/>
            <a:lstStyle/>
            <a:p>
              <a:endParaRPr/>
            </a:p>
          </p:txBody>
        </p:sp>
        <p:sp>
          <p:nvSpPr>
            <p:cNvPr id="97" name="object 97"/>
            <p:cNvSpPr/>
            <p:nvPr/>
          </p:nvSpPr>
          <p:spPr>
            <a:xfrm>
              <a:off x="1178090" y="1691182"/>
              <a:ext cx="3964940" cy="2524125"/>
            </a:xfrm>
            <a:custGeom>
              <a:avLst/>
              <a:gdLst/>
              <a:ahLst/>
              <a:cxnLst/>
              <a:rect l="l" t="t" r="r" b="b"/>
              <a:pathLst>
                <a:path w="3964940" h="2524125">
                  <a:moveTo>
                    <a:pt x="189687" y="56921"/>
                  </a:moveTo>
                  <a:lnTo>
                    <a:pt x="0" y="0"/>
                  </a:lnTo>
                  <a:lnTo>
                    <a:pt x="56908" y="56921"/>
                  </a:lnTo>
                  <a:lnTo>
                    <a:pt x="0" y="132816"/>
                  </a:lnTo>
                  <a:lnTo>
                    <a:pt x="189687" y="56921"/>
                  </a:lnTo>
                  <a:close/>
                </a:path>
                <a:path w="3964940" h="2524125">
                  <a:moveTo>
                    <a:pt x="550087" y="2447696"/>
                  </a:moveTo>
                  <a:lnTo>
                    <a:pt x="531114" y="2428722"/>
                  </a:lnTo>
                  <a:lnTo>
                    <a:pt x="531114" y="2523591"/>
                  </a:lnTo>
                  <a:lnTo>
                    <a:pt x="550087" y="2523591"/>
                  </a:lnTo>
                  <a:lnTo>
                    <a:pt x="550087" y="2447696"/>
                  </a:lnTo>
                  <a:close/>
                </a:path>
                <a:path w="3964940" h="2524125">
                  <a:moveTo>
                    <a:pt x="550087" y="2314879"/>
                  </a:moveTo>
                  <a:lnTo>
                    <a:pt x="531114" y="2295906"/>
                  </a:lnTo>
                  <a:lnTo>
                    <a:pt x="531114" y="2390775"/>
                  </a:lnTo>
                  <a:lnTo>
                    <a:pt x="550087" y="2390775"/>
                  </a:lnTo>
                  <a:lnTo>
                    <a:pt x="550087" y="2314879"/>
                  </a:lnTo>
                  <a:close/>
                </a:path>
                <a:path w="3964940" h="2524125">
                  <a:moveTo>
                    <a:pt x="550087" y="2182063"/>
                  </a:moveTo>
                  <a:lnTo>
                    <a:pt x="531114" y="2163089"/>
                  </a:lnTo>
                  <a:lnTo>
                    <a:pt x="531114" y="2257958"/>
                  </a:lnTo>
                  <a:lnTo>
                    <a:pt x="550087" y="2257958"/>
                  </a:lnTo>
                  <a:lnTo>
                    <a:pt x="550087" y="2182063"/>
                  </a:lnTo>
                  <a:close/>
                </a:path>
                <a:path w="3964940" h="2524125">
                  <a:moveTo>
                    <a:pt x="550087" y="2049233"/>
                  </a:moveTo>
                  <a:lnTo>
                    <a:pt x="531114" y="2030260"/>
                  </a:lnTo>
                  <a:lnTo>
                    <a:pt x="531114" y="2125129"/>
                  </a:lnTo>
                  <a:lnTo>
                    <a:pt x="550087" y="2125129"/>
                  </a:lnTo>
                  <a:lnTo>
                    <a:pt x="550087" y="2049233"/>
                  </a:lnTo>
                  <a:close/>
                </a:path>
                <a:path w="3964940" h="2524125">
                  <a:moveTo>
                    <a:pt x="550087" y="1916417"/>
                  </a:moveTo>
                  <a:lnTo>
                    <a:pt x="531114" y="1897443"/>
                  </a:lnTo>
                  <a:lnTo>
                    <a:pt x="531114" y="1992312"/>
                  </a:lnTo>
                  <a:lnTo>
                    <a:pt x="550087" y="1992312"/>
                  </a:lnTo>
                  <a:lnTo>
                    <a:pt x="550087" y="1916417"/>
                  </a:lnTo>
                  <a:close/>
                </a:path>
                <a:path w="3964940" h="2524125">
                  <a:moveTo>
                    <a:pt x="550087" y="1783600"/>
                  </a:moveTo>
                  <a:lnTo>
                    <a:pt x="531114" y="1764626"/>
                  </a:lnTo>
                  <a:lnTo>
                    <a:pt x="531114" y="1859495"/>
                  </a:lnTo>
                  <a:lnTo>
                    <a:pt x="550087" y="1859495"/>
                  </a:lnTo>
                  <a:lnTo>
                    <a:pt x="550087" y="1783600"/>
                  </a:lnTo>
                  <a:close/>
                </a:path>
                <a:path w="3964940" h="2524125">
                  <a:moveTo>
                    <a:pt x="550087" y="1650771"/>
                  </a:moveTo>
                  <a:lnTo>
                    <a:pt x="531114" y="1631797"/>
                  </a:lnTo>
                  <a:lnTo>
                    <a:pt x="531114" y="1726666"/>
                  </a:lnTo>
                  <a:lnTo>
                    <a:pt x="550087" y="1726666"/>
                  </a:lnTo>
                  <a:lnTo>
                    <a:pt x="550087" y="1650771"/>
                  </a:lnTo>
                  <a:close/>
                </a:path>
                <a:path w="3964940" h="2524125">
                  <a:moveTo>
                    <a:pt x="550087" y="1517954"/>
                  </a:moveTo>
                  <a:lnTo>
                    <a:pt x="531114" y="1498981"/>
                  </a:lnTo>
                  <a:lnTo>
                    <a:pt x="531114" y="1593850"/>
                  </a:lnTo>
                  <a:lnTo>
                    <a:pt x="550087" y="1593850"/>
                  </a:lnTo>
                  <a:lnTo>
                    <a:pt x="550087" y="1517954"/>
                  </a:lnTo>
                  <a:close/>
                </a:path>
                <a:path w="3964940" h="2524125">
                  <a:moveTo>
                    <a:pt x="550087" y="1385138"/>
                  </a:moveTo>
                  <a:lnTo>
                    <a:pt x="531114" y="1366164"/>
                  </a:lnTo>
                  <a:lnTo>
                    <a:pt x="531114" y="1461033"/>
                  </a:lnTo>
                  <a:lnTo>
                    <a:pt x="550087" y="1461033"/>
                  </a:lnTo>
                  <a:lnTo>
                    <a:pt x="550087" y="1385138"/>
                  </a:lnTo>
                  <a:close/>
                </a:path>
                <a:path w="3964940" h="2524125">
                  <a:moveTo>
                    <a:pt x="550087" y="1252308"/>
                  </a:moveTo>
                  <a:lnTo>
                    <a:pt x="531114" y="1233335"/>
                  </a:lnTo>
                  <a:lnTo>
                    <a:pt x="531114" y="1328204"/>
                  </a:lnTo>
                  <a:lnTo>
                    <a:pt x="550087" y="1328204"/>
                  </a:lnTo>
                  <a:lnTo>
                    <a:pt x="550087" y="1252308"/>
                  </a:lnTo>
                  <a:close/>
                </a:path>
                <a:path w="3964940" h="2524125">
                  <a:moveTo>
                    <a:pt x="550087" y="1119492"/>
                  </a:moveTo>
                  <a:lnTo>
                    <a:pt x="531114" y="1100518"/>
                  </a:lnTo>
                  <a:lnTo>
                    <a:pt x="531114" y="1195387"/>
                  </a:lnTo>
                  <a:lnTo>
                    <a:pt x="550087" y="1195387"/>
                  </a:lnTo>
                  <a:lnTo>
                    <a:pt x="550087" y="1119492"/>
                  </a:lnTo>
                  <a:close/>
                </a:path>
                <a:path w="3964940" h="2524125">
                  <a:moveTo>
                    <a:pt x="550087" y="986675"/>
                  </a:moveTo>
                  <a:lnTo>
                    <a:pt x="531114" y="986675"/>
                  </a:lnTo>
                  <a:lnTo>
                    <a:pt x="531114" y="1062570"/>
                  </a:lnTo>
                  <a:lnTo>
                    <a:pt x="550087" y="1062570"/>
                  </a:lnTo>
                  <a:lnTo>
                    <a:pt x="550087" y="986675"/>
                  </a:lnTo>
                  <a:close/>
                </a:path>
                <a:path w="3964940" h="2524125">
                  <a:moveTo>
                    <a:pt x="1688185" y="2447696"/>
                  </a:moveTo>
                  <a:lnTo>
                    <a:pt x="1669211" y="2428722"/>
                  </a:lnTo>
                  <a:lnTo>
                    <a:pt x="1669211" y="2523591"/>
                  </a:lnTo>
                  <a:lnTo>
                    <a:pt x="1688185" y="2523591"/>
                  </a:lnTo>
                  <a:lnTo>
                    <a:pt x="1688185" y="2447696"/>
                  </a:lnTo>
                  <a:close/>
                </a:path>
                <a:path w="3964940" h="2524125">
                  <a:moveTo>
                    <a:pt x="1688185" y="2314879"/>
                  </a:moveTo>
                  <a:lnTo>
                    <a:pt x="1669211" y="2295906"/>
                  </a:lnTo>
                  <a:lnTo>
                    <a:pt x="1669211" y="2390775"/>
                  </a:lnTo>
                  <a:lnTo>
                    <a:pt x="1688185" y="2390775"/>
                  </a:lnTo>
                  <a:lnTo>
                    <a:pt x="1688185" y="2314879"/>
                  </a:lnTo>
                  <a:close/>
                </a:path>
                <a:path w="3964940" h="2524125">
                  <a:moveTo>
                    <a:pt x="1688185" y="2182063"/>
                  </a:moveTo>
                  <a:lnTo>
                    <a:pt x="1669211" y="2163089"/>
                  </a:lnTo>
                  <a:lnTo>
                    <a:pt x="1669211" y="2257958"/>
                  </a:lnTo>
                  <a:lnTo>
                    <a:pt x="1688185" y="2257958"/>
                  </a:lnTo>
                  <a:lnTo>
                    <a:pt x="1688185" y="2182063"/>
                  </a:lnTo>
                  <a:close/>
                </a:path>
                <a:path w="3964940" h="2524125">
                  <a:moveTo>
                    <a:pt x="1688185" y="2049233"/>
                  </a:moveTo>
                  <a:lnTo>
                    <a:pt x="1669211" y="2030260"/>
                  </a:lnTo>
                  <a:lnTo>
                    <a:pt x="1669211" y="2125129"/>
                  </a:lnTo>
                  <a:lnTo>
                    <a:pt x="1688185" y="2125129"/>
                  </a:lnTo>
                  <a:lnTo>
                    <a:pt x="1688185" y="2049233"/>
                  </a:lnTo>
                  <a:close/>
                </a:path>
                <a:path w="3964940" h="2524125">
                  <a:moveTo>
                    <a:pt x="1688185" y="1916417"/>
                  </a:moveTo>
                  <a:lnTo>
                    <a:pt x="1669211" y="1897443"/>
                  </a:lnTo>
                  <a:lnTo>
                    <a:pt x="1669211" y="1992312"/>
                  </a:lnTo>
                  <a:lnTo>
                    <a:pt x="1688185" y="1992312"/>
                  </a:lnTo>
                  <a:lnTo>
                    <a:pt x="1688185" y="1916417"/>
                  </a:lnTo>
                  <a:close/>
                </a:path>
                <a:path w="3964940" h="2524125">
                  <a:moveTo>
                    <a:pt x="1688185" y="1783600"/>
                  </a:moveTo>
                  <a:lnTo>
                    <a:pt x="1669211" y="1764626"/>
                  </a:lnTo>
                  <a:lnTo>
                    <a:pt x="1669211" y="1859495"/>
                  </a:lnTo>
                  <a:lnTo>
                    <a:pt x="1688185" y="1859495"/>
                  </a:lnTo>
                  <a:lnTo>
                    <a:pt x="1688185" y="1783600"/>
                  </a:lnTo>
                  <a:close/>
                </a:path>
                <a:path w="3964940" h="2524125">
                  <a:moveTo>
                    <a:pt x="1688185" y="1650771"/>
                  </a:moveTo>
                  <a:lnTo>
                    <a:pt x="1669211" y="1631797"/>
                  </a:lnTo>
                  <a:lnTo>
                    <a:pt x="1669211" y="1726666"/>
                  </a:lnTo>
                  <a:lnTo>
                    <a:pt x="1688185" y="1726666"/>
                  </a:lnTo>
                  <a:lnTo>
                    <a:pt x="1688185" y="1650771"/>
                  </a:lnTo>
                  <a:close/>
                </a:path>
                <a:path w="3964940" h="2524125">
                  <a:moveTo>
                    <a:pt x="1688185" y="1517954"/>
                  </a:moveTo>
                  <a:lnTo>
                    <a:pt x="1669211" y="1498981"/>
                  </a:lnTo>
                  <a:lnTo>
                    <a:pt x="1669211" y="1593850"/>
                  </a:lnTo>
                  <a:lnTo>
                    <a:pt x="1688185" y="1593850"/>
                  </a:lnTo>
                  <a:lnTo>
                    <a:pt x="1688185" y="1517954"/>
                  </a:lnTo>
                  <a:close/>
                </a:path>
                <a:path w="3964940" h="2524125">
                  <a:moveTo>
                    <a:pt x="1688185" y="1385138"/>
                  </a:moveTo>
                  <a:lnTo>
                    <a:pt x="1669211" y="1366164"/>
                  </a:lnTo>
                  <a:lnTo>
                    <a:pt x="1669211" y="1461033"/>
                  </a:lnTo>
                  <a:lnTo>
                    <a:pt x="1688185" y="1461033"/>
                  </a:lnTo>
                  <a:lnTo>
                    <a:pt x="1688185" y="1385138"/>
                  </a:lnTo>
                  <a:close/>
                </a:path>
                <a:path w="3964940" h="2524125">
                  <a:moveTo>
                    <a:pt x="1688185" y="1252308"/>
                  </a:moveTo>
                  <a:lnTo>
                    <a:pt x="1669211" y="1233335"/>
                  </a:lnTo>
                  <a:lnTo>
                    <a:pt x="1669211" y="1328204"/>
                  </a:lnTo>
                  <a:lnTo>
                    <a:pt x="1688185" y="1328204"/>
                  </a:lnTo>
                  <a:lnTo>
                    <a:pt x="1688185" y="1252308"/>
                  </a:lnTo>
                  <a:close/>
                </a:path>
                <a:path w="3964940" h="2524125">
                  <a:moveTo>
                    <a:pt x="1688185" y="1119492"/>
                  </a:moveTo>
                  <a:lnTo>
                    <a:pt x="1669211" y="1100518"/>
                  </a:lnTo>
                  <a:lnTo>
                    <a:pt x="1669211" y="1195387"/>
                  </a:lnTo>
                  <a:lnTo>
                    <a:pt x="1688185" y="1195387"/>
                  </a:lnTo>
                  <a:lnTo>
                    <a:pt x="1688185" y="1119492"/>
                  </a:lnTo>
                  <a:close/>
                </a:path>
                <a:path w="3964940" h="2524125">
                  <a:moveTo>
                    <a:pt x="1688185" y="986675"/>
                  </a:moveTo>
                  <a:lnTo>
                    <a:pt x="1669211" y="986675"/>
                  </a:lnTo>
                  <a:lnTo>
                    <a:pt x="1669211" y="1062570"/>
                  </a:lnTo>
                  <a:lnTo>
                    <a:pt x="1688185" y="1062570"/>
                  </a:lnTo>
                  <a:lnTo>
                    <a:pt x="1688185" y="986675"/>
                  </a:lnTo>
                  <a:close/>
                </a:path>
                <a:path w="3964940" h="2524125">
                  <a:moveTo>
                    <a:pt x="2826283" y="2447696"/>
                  </a:moveTo>
                  <a:lnTo>
                    <a:pt x="2807322" y="2428722"/>
                  </a:lnTo>
                  <a:lnTo>
                    <a:pt x="2807322" y="2523591"/>
                  </a:lnTo>
                  <a:lnTo>
                    <a:pt x="2826283" y="2523591"/>
                  </a:lnTo>
                  <a:lnTo>
                    <a:pt x="2826283" y="2447696"/>
                  </a:lnTo>
                  <a:close/>
                </a:path>
                <a:path w="3964940" h="2524125">
                  <a:moveTo>
                    <a:pt x="2826283" y="2314879"/>
                  </a:moveTo>
                  <a:lnTo>
                    <a:pt x="2807322" y="2295906"/>
                  </a:lnTo>
                  <a:lnTo>
                    <a:pt x="2807322" y="2390775"/>
                  </a:lnTo>
                  <a:lnTo>
                    <a:pt x="2826283" y="2390775"/>
                  </a:lnTo>
                  <a:lnTo>
                    <a:pt x="2826283" y="2314879"/>
                  </a:lnTo>
                  <a:close/>
                </a:path>
                <a:path w="3964940" h="2524125">
                  <a:moveTo>
                    <a:pt x="2826283" y="2182063"/>
                  </a:moveTo>
                  <a:lnTo>
                    <a:pt x="2807322" y="2163089"/>
                  </a:lnTo>
                  <a:lnTo>
                    <a:pt x="2807322" y="2257958"/>
                  </a:lnTo>
                  <a:lnTo>
                    <a:pt x="2826283" y="2257958"/>
                  </a:lnTo>
                  <a:lnTo>
                    <a:pt x="2826283" y="2182063"/>
                  </a:lnTo>
                  <a:close/>
                </a:path>
                <a:path w="3964940" h="2524125">
                  <a:moveTo>
                    <a:pt x="2826283" y="2049233"/>
                  </a:moveTo>
                  <a:lnTo>
                    <a:pt x="2807322" y="2030260"/>
                  </a:lnTo>
                  <a:lnTo>
                    <a:pt x="2807322" y="2125129"/>
                  </a:lnTo>
                  <a:lnTo>
                    <a:pt x="2826283" y="2125129"/>
                  </a:lnTo>
                  <a:lnTo>
                    <a:pt x="2826283" y="2049233"/>
                  </a:lnTo>
                  <a:close/>
                </a:path>
                <a:path w="3964940" h="2524125">
                  <a:moveTo>
                    <a:pt x="2826283" y="1916417"/>
                  </a:moveTo>
                  <a:lnTo>
                    <a:pt x="2807322" y="1897443"/>
                  </a:lnTo>
                  <a:lnTo>
                    <a:pt x="2807322" y="1992312"/>
                  </a:lnTo>
                  <a:lnTo>
                    <a:pt x="2826283" y="1992312"/>
                  </a:lnTo>
                  <a:lnTo>
                    <a:pt x="2826283" y="1916417"/>
                  </a:lnTo>
                  <a:close/>
                </a:path>
                <a:path w="3964940" h="2524125">
                  <a:moveTo>
                    <a:pt x="2826283" y="1783600"/>
                  </a:moveTo>
                  <a:lnTo>
                    <a:pt x="2807322" y="1764626"/>
                  </a:lnTo>
                  <a:lnTo>
                    <a:pt x="2807322" y="1859495"/>
                  </a:lnTo>
                  <a:lnTo>
                    <a:pt x="2826283" y="1859495"/>
                  </a:lnTo>
                  <a:lnTo>
                    <a:pt x="2826283" y="1783600"/>
                  </a:lnTo>
                  <a:close/>
                </a:path>
                <a:path w="3964940" h="2524125">
                  <a:moveTo>
                    <a:pt x="2826283" y="1650771"/>
                  </a:moveTo>
                  <a:lnTo>
                    <a:pt x="2807322" y="1631797"/>
                  </a:lnTo>
                  <a:lnTo>
                    <a:pt x="2807322" y="1726666"/>
                  </a:lnTo>
                  <a:lnTo>
                    <a:pt x="2826283" y="1726666"/>
                  </a:lnTo>
                  <a:lnTo>
                    <a:pt x="2826283" y="1650771"/>
                  </a:lnTo>
                  <a:close/>
                </a:path>
                <a:path w="3964940" h="2524125">
                  <a:moveTo>
                    <a:pt x="2826283" y="1517954"/>
                  </a:moveTo>
                  <a:lnTo>
                    <a:pt x="2807322" y="1498981"/>
                  </a:lnTo>
                  <a:lnTo>
                    <a:pt x="2807322" y="1593850"/>
                  </a:lnTo>
                  <a:lnTo>
                    <a:pt x="2826283" y="1593850"/>
                  </a:lnTo>
                  <a:lnTo>
                    <a:pt x="2826283" y="1517954"/>
                  </a:lnTo>
                  <a:close/>
                </a:path>
                <a:path w="3964940" h="2524125">
                  <a:moveTo>
                    <a:pt x="2826283" y="1385138"/>
                  </a:moveTo>
                  <a:lnTo>
                    <a:pt x="2807322" y="1366164"/>
                  </a:lnTo>
                  <a:lnTo>
                    <a:pt x="2807322" y="1461033"/>
                  </a:lnTo>
                  <a:lnTo>
                    <a:pt x="2826283" y="1461033"/>
                  </a:lnTo>
                  <a:lnTo>
                    <a:pt x="2826283" y="1385138"/>
                  </a:lnTo>
                  <a:close/>
                </a:path>
                <a:path w="3964940" h="2524125">
                  <a:moveTo>
                    <a:pt x="2826283" y="1252308"/>
                  </a:moveTo>
                  <a:lnTo>
                    <a:pt x="2807322" y="1233335"/>
                  </a:lnTo>
                  <a:lnTo>
                    <a:pt x="2807322" y="1328204"/>
                  </a:lnTo>
                  <a:lnTo>
                    <a:pt x="2826283" y="1328204"/>
                  </a:lnTo>
                  <a:lnTo>
                    <a:pt x="2826283" y="1252308"/>
                  </a:lnTo>
                  <a:close/>
                </a:path>
                <a:path w="3964940" h="2524125">
                  <a:moveTo>
                    <a:pt x="2826283" y="1119492"/>
                  </a:moveTo>
                  <a:lnTo>
                    <a:pt x="2807322" y="1100518"/>
                  </a:lnTo>
                  <a:lnTo>
                    <a:pt x="2807322" y="1195387"/>
                  </a:lnTo>
                  <a:lnTo>
                    <a:pt x="2826283" y="1195387"/>
                  </a:lnTo>
                  <a:lnTo>
                    <a:pt x="2826283" y="1119492"/>
                  </a:lnTo>
                  <a:close/>
                </a:path>
                <a:path w="3964940" h="2524125">
                  <a:moveTo>
                    <a:pt x="2826283" y="986675"/>
                  </a:moveTo>
                  <a:lnTo>
                    <a:pt x="2807322" y="986675"/>
                  </a:lnTo>
                  <a:lnTo>
                    <a:pt x="2807322" y="1062570"/>
                  </a:lnTo>
                  <a:lnTo>
                    <a:pt x="2826283" y="1062570"/>
                  </a:lnTo>
                  <a:lnTo>
                    <a:pt x="2826283" y="986675"/>
                  </a:lnTo>
                  <a:close/>
                </a:path>
                <a:path w="3964940" h="2524125">
                  <a:moveTo>
                    <a:pt x="3964381" y="2447696"/>
                  </a:moveTo>
                  <a:lnTo>
                    <a:pt x="3945420" y="2428722"/>
                  </a:lnTo>
                  <a:lnTo>
                    <a:pt x="3945420" y="2523591"/>
                  </a:lnTo>
                  <a:lnTo>
                    <a:pt x="3964381" y="2523591"/>
                  </a:lnTo>
                  <a:lnTo>
                    <a:pt x="3964381" y="2447696"/>
                  </a:lnTo>
                  <a:close/>
                </a:path>
                <a:path w="3964940" h="2524125">
                  <a:moveTo>
                    <a:pt x="3964381" y="2314879"/>
                  </a:moveTo>
                  <a:lnTo>
                    <a:pt x="3945420" y="2295906"/>
                  </a:lnTo>
                  <a:lnTo>
                    <a:pt x="3945420" y="2390775"/>
                  </a:lnTo>
                  <a:lnTo>
                    <a:pt x="3964381" y="2390775"/>
                  </a:lnTo>
                  <a:lnTo>
                    <a:pt x="3964381" y="2314879"/>
                  </a:lnTo>
                  <a:close/>
                </a:path>
                <a:path w="3964940" h="2524125">
                  <a:moveTo>
                    <a:pt x="3964381" y="2182063"/>
                  </a:moveTo>
                  <a:lnTo>
                    <a:pt x="3945420" y="2163089"/>
                  </a:lnTo>
                  <a:lnTo>
                    <a:pt x="3945420" y="2257958"/>
                  </a:lnTo>
                  <a:lnTo>
                    <a:pt x="3964381" y="2257958"/>
                  </a:lnTo>
                  <a:lnTo>
                    <a:pt x="3964381" y="2182063"/>
                  </a:lnTo>
                  <a:close/>
                </a:path>
                <a:path w="3964940" h="2524125">
                  <a:moveTo>
                    <a:pt x="3964381" y="2049233"/>
                  </a:moveTo>
                  <a:lnTo>
                    <a:pt x="3945420" y="2030260"/>
                  </a:lnTo>
                  <a:lnTo>
                    <a:pt x="3945420" y="2125129"/>
                  </a:lnTo>
                  <a:lnTo>
                    <a:pt x="3964381" y="2125129"/>
                  </a:lnTo>
                  <a:lnTo>
                    <a:pt x="3964381" y="2049233"/>
                  </a:lnTo>
                  <a:close/>
                </a:path>
                <a:path w="3964940" h="2524125">
                  <a:moveTo>
                    <a:pt x="3964381" y="1916417"/>
                  </a:moveTo>
                  <a:lnTo>
                    <a:pt x="3945420" y="1897443"/>
                  </a:lnTo>
                  <a:lnTo>
                    <a:pt x="3945420" y="1992312"/>
                  </a:lnTo>
                  <a:lnTo>
                    <a:pt x="3964381" y="1992312"/>
                  </a:lnTo>
                  <a:lnTo>
                    <a:pt x="3964381" y="1916417"/>
                  </a:lnTo>
                  <a:close/>
                </a:path>
                <a:path w="3964940" h="2524125">
                  <a:moveTo>
                    <a:pt x="3964381" y="1783600"/>
                  </a:moveTo>
                  <a:lnTo>
                    <a:pt x="3945420" y="1764626"/>
                  </a:lnTo>
                  <a:lnTo>
                    <a:pt x="3945420" y="1859495"/>
                  </a:lnTo>
                  <a:lnTo>
                    <a:pt x="3964381" y="1859495"/>
                  </a:lnTo>
                  <a:lnTo>
                    <a:pt x="3964381" y="1783600"/>
                  </a:lnTo>
                  <a:close/>
                </a:path>
                <a:path w="3964940" h="2524125">
                  <a:moveTo>
                    <a:pt x="3964381" y="1650771"/>
                  </a:moveTo>
                  <a:lnTo>
                    <a:pt x="3945420" y="1631797"/>
                  </a:lnTo>
                  <a:lnTo>
                    <a:pt x="3945420" y="1726666"/>
                  </a:lnTo>
                  <a:lnTo>
                    <a:pt x="3964381" y="1726666"/>
                  </a:lnTo>
                  <a:lnTo>
                    <a:pt x="3964381" y="1650771"/>
                  </a:lnTo>
                  <a:close/>
                </a:path>
                <a:path w="3964940" h="2524125">
                  <a:moveTo>
                    <a:pt x="3964381" y="1517954"/>
                  </a:moveTo>
                  <a:lnTo>
                    <a:pt x="3945420" y="1498981"/>
                  </a:lnTo>
                  <a:lnTo>
                    <a:pt x="3945420" y="1593850"/>
                  </a:lnTo>
                  <a:lnTo>
                    <a:pt x="3964381" y="1593850"/>
                  </a:lnTo>
                  <a:lnTo>
                    <a:pt x="3964381" y="1517954"/>
                  </a:lnTo>
                  <a:close/>
                </a:path>
                <a:path w="3964940" h="2524125">
                  <a:moveTo>
                    <a:pt x="3964381" y="1385138"/>
                  </a:moveTo>
                  <a:lnTo>
                    <a:pt x="3945420" y="1366164"/>
                  </a:lnTo>
                  <a:lnTo>
                    <a:pt x="3945420" y="1461033"/>
                  </a:lnTo>
                  <a:lnTo>
                    <a:pt x="3964381" y="1461033"/>
                  </a:lnTo>
                  <a:lnTo>
                    <a:pt x="3964381" y="1385138"/>
                  </a:lnTo>
                  <a:close/>
                </a:path>
                <a:path w="3964940" h="2524125">
                  <a:moveTo>
                    <a:pt x="3964381" y="1252308"/>
                  </a:moveTo>
                  <a:lnTo>
                    <a:pt x="3945420" y="1233335"/>
                  </a:lnTo>
                  <a:lnTo>
                    <a:pt x="3945420" y="1328204"/>
                  </a:lnTo>
                  <a:lnTo>
                    <a:pt x="3964381" y="1328204"/>
                  </a:lnTo>
                  <a:lnTo>
                    <a:pt x="3964381" y="1252308"/>
                  </a:lnTo>
                  <a:close/>
                </a:path>
                <a:path w="3964940" h="2524125">
                  <a:moveTo>
                    <a:pt x="3964381" y="1119492"/>
                  </a:moveTo>
                  <a:lnTo>
                    <a:pt x="3945420" y="1100518"/>
                  </a:lnTo>
                  <a:lnTo>
                    <a:pt x="3945420" y="1195387"/>
                  </a:lnTo>
                  <a:lnTo>
                    <a:pt x="3964381" y="1195387"/>
                  </a:lnTo>
                  <a:lnTo>
                    <a:pt x="3964381" y="1119492"/>
                  </a:lnTo>
                  <a:close/>
                </a:path>
                <a:path w="3964940" h="2524125">
                  <a:moveTo>
                    <a:pt x="3964381" y="986675"/>
                  </a:moveTo>
                  <a:lnTo>
                    <a:pt x="3945420" y="986675"/>
                  </a:lnTo>
                  <a:lnTo>
                    <a:pt x="3945420" y="1062570"/>
                  </a:lnTo>
                  <a:lnTo>
                    <a:pt x="3964381" y="1062570"/>
                  </a:lnTo>
                  <a:lnTo>
                    <a:pt x="3964381" y="986675"/>
                  </a:lnTo>
                  <a:close/>
                </a:path>
              </a:pathLst>
            </a:custGeom>
            <a:solidFill>
              <a:srgbClr val="000000"/>
            </a:solidFill>
          </p:spPr>
          <p:txBody>
            <a:bodyPr wrap="square" lIns="0" tIns="0" rIns="0" bIns="0" rtlCol="0"/>
            <a:lstStyle/>
            <a:p>
              <a:endParaRPr/>
            </a:p>
          </p:txBody>
        </p:sp>
        <p:sp>
          <p:nvSpPr>
            <p:cNvPr id="98" name="object 98"/>
            <p:cNvSpPr/>
            <p:nvPr/>
          </p:nvSpPr>
          <p:spPr>
            <a:xfrm>
              <a:off x="106298" y="1491614"/>
              <a:ext cx="8934450" cy="3207385"/>
            </a:xfrm>
            <a:custGeom>
              <a:avLst/>
              <a:gdLst/>
              <a:ahLst/>
              <a:cxnLst/>
              <a:rect l="l" t="t" r="r" b="b"/>
              <a:pathLst>
                <a:path w="8934450" h="3207385">
                  <a:moveTo>
                    <a:pt x="8934450" y="3207258"/>
                  </a:moveTo>
                  <a:lnTo>
                    <a:pt x="0" y="3207258"/>
                  </a:lnTo>
                  <a:lnTo>
                    <a:pt x="0" y="0"/>
                  </a:lnTo>
                  <a:lnTo>
                    <a:pt x="8934450" y="0"/>
                  </a:lnTo>
                  <a:lnTo>
                    <a:pt x="8934450" y="4762"/>
                  </a:lnTo>
                  <a:lnTo>
                    <a:pt x="9525" y="4762"/>
                  </a:lnTo>
                  <a:lnTo>
                    <a:pt x="4762" y="9525"/>
                  </a:lnTo>
                  <a:lnTo>
                    <a:pt x="9525" y="9525"/>
                  </a:lnTo>
                  <a:lnTo>
                    <a:pt x="9525" y="3197733"/>
                  </a:lnTo>
                  <a:lnTo>
                    <a:pt x="4762" y="3197733"/>
                  </a:lnTo>
                  <a:lnTo>
                    <a:pt x="9525" y="3202495"/>
                  </a:lnTo>
                  <a:lnTo>
                    <a:pt x="8934450" y="3202495"/>
                  </a:lnTo>
                  <a:lnTo>
                    <a:pt x="8934450" y="3207258"/>
                  </a:lnTo>
                  <a:close/>
                </a:path>
                <a:path w="8934450" h="3207385">
                  <a:moveTo>
                    <a:pt x="9525" y="9525"/>
                  </a:moveTo>
                  <a:lnTo>
                    <a:pt x="4762" y="9525"/>
                  </a:lnTo>
                  <a:lnTo>
                    <a:pt x="9525" y="4762"/>
                  </a:lnTo>
                  <a:lnTo>
                    <a:pt x="9525" y="9525"/>
                  </a:lnTo>
                  <a:close/>
                </a:path>
                <a:path w="8934450" h="3207385">
                  <a:moveTo>
                    <a:pt x="8924925" y="9525"/>
                  </a:moveTo>
                  <a:lnTo>
                    <a:pt x="9525" y="9525"/>
                  </a:lnTo>
                  <a:lnTo>
                    <a:pt x="9525" y="4762"/>
                  </a:lnTo>
                  <a:lnTo>
                    <a:pt x="8924925" y="4762"/>
                  </a:lnTo>
                  <a:lnTo>
                    <a:pt x="8924925" y="9525"/>
                  </a:lnTo>
                  <a:close/>
                </a:path>
                <a:path w="8934450" h="3207385">
                  <a:moveTo>
                    <a:pt x="8924925" y="3202495"/>
                  </a:moveTo>
                  <a:lnTo>
                    <a:pt x="8924925" y="4762"/>
                  </a:lnTo>
                  <a:lnTo>
                    <a:pt x="8929687" y="9525"/>
                  </a:lnTo>
                  <a:lnTo>
                    <a:pt x="8934450" y="9525"/>
                  </a:lnTo>
                  <a:lnTo>
                    <a:pt x="8934450" y="3197733"/>
                  </a:lnTo>
                  <a:lnTo>
                    <a:pt x="8929687" y="3197733"/>
                  </a:lnTo>
                  <a:lnTo>
                    <a:pt x="8924925" y="3202495"/>
                  </a:lnTo>
                  <a:close/>
                </a:path>
                <a:path w="8934450" h="3207385">
                  <a:moveTo>
                    <a:pt x="8934450" y="9525"/>
                  </a:moveTo>
                  <a:lnTo>
                    <a:pt x="8929687" y="9525"/>
                  </a:lnTo>
                  <a:lnTo>
                    <a:pt x="8924925" y="4762"/>
                  </a:lnTo>
                  <a:lnTo>
                    <a:pt x="8934450" y="4762"/>
                  </a:lnTo>
                  <a:lnTo>
                    <a:pt x="8934450" y="9525"/>
                  </a:lnTo>
                  <a:close/>
                </a:path>
                <a:path w="8934450" h="3207385">
                  <a:moveTo>
                    <a:pt x="9525" y="3202495"/>
                  </a:moveTo>
                  <a:lnTo>
                    <a:pt x="4762" y="3197733"/>
                  </a:lnTo>
                  <a:lnTo>
                    <a:pt x="9525" y="3197733"/>
                  </a:lnTo>
                  <a:lnTo>
                    <a:pt x="9525" y="3202495"/>
                  </a:lnTo>
                  <a:close/>
                </a:path>
                <a:path w="8934450" h="3207385">
                  <a:moveTo>
                    <a:pt x="8924925" y="3202495"/>
                  </a:moveTo>
                  <a:lnTo>
                    <a:pt x="9525" y="3202495"/>
                  </a:lnTo>
                  <a:lnTo>
                    <a:pt x="9525" y="3197733"/>
                  </a:lnTo>
                  <a:lnTo>
                    <a:pt x="8924925" y="3197733"/>
                  </a:lnTo>
                  <a:lnTo>
                    <a:pt x="8924925" y="3202495"/>
                  </a:lnTo>
                  <a:close/>
                </a:path>
                <a:path w="8934450" h="3207385">
                  <a:moveTo>
                    <a:pt x="8934450" y="3202495"/>
                  </a:moveTo>
                  <a:lnTo>
                    <a:pt x="8924925" y="3202495"/>
                  </a:lnTo>
                  <a:lnTo>
                    <a:pt x="8929687" y="3197733"/>
                  </a:lnTo>
                  <a:lnTo>
                    <a:pt x="8934450" y="3197733"/>
                  </a:lnTo>
                  <a:lnTo>
                    <a:pt x="8934450" y="3202495"/>
                  </a:lnTo>
                  <a:close/>
                </a:path>
              </a:pathLst>
            </a:custGeom>
            <a:solidFill>
              <a:srgbClr val="0000CC"/>
            </a:solidFill>
          </p:spPr>
          <p:txBody>
            <a:bodyPr wrap="square" lIns="0" tIns="0" rIns="0" bIns="0" rtlCol="0"/>
            <a:lstStyle/>
            <a:p>
              <a:endParaRPr/>
            </a:p>
          </p:txBody>
        </p:sp>
      </p:grpSp>
      <p:sp>
        <p:nvSpPr>
          <p:cNvPr id="99" name="object 99"/>
          <p:cNvSpPr txBox="1"/>
          <p:nvPr/>
        </p:nvSpPr>
        <p:spPr>
          <a:xfrm>
            <a:off x="7380896" y="6081153"/>
            <a:ext cx="248920" cy="458470"/>
          </a:xfrm>
          <a:prstGeom prst="rect">
            <a:avLst/>
          </a:prstGeom>
        </p:spPr>
        <p:txBody>
          <a:bodyPr vert="horz" wrap="square" lIns="0" tIns="11430" rIns="0" bIns="0" rtlCol="0">
            <a:spAutoFit/>
          </a:bodyPr>
          <a:lstStyle/>
          <a:p>
            <a:pPr marL="12700">
              <a:lnSpc>
                <a:spcPct val="100000"/>
              </a:lnSpc>
              <a:spcBef>
                <a:spcPts val="90"/>
              </a:spcBef>
            </a:pPr>
            <a:r>
              <a:rPr sz="2850" i="1" spc="-50" dirty="0">
                <a:latin typeface="Times New Roman" panose="02020603050405020304"/>
                <a:cs typeface="Times New Roman" panose="02020603050405020304"/>
              </a:rPr>
              <a:t>R</a:t>
            </a:r>
            <a:endParaRPr sz="2850">
              <a:latin typeface="Times New Roman" panose="02020603050405020304"/>
              <a:cs typeface="Times New Roman" panose="02020603050405020304"/>
            </a:endParaRPr>
          </a:p>
        </p:txBody>
      </p:sp>
      <p:sp>
        <p:nvSpPr>
          <p:cNvPr id="100" name="object 100"/>
          <p:cNvSpPr txBox="1"/>
          <p:nvPr/>
        </p:nvSpPr>
        <p:spPr>
          <a:xfrm>
            <a:off x="4709071" y="5792038"/>
            <a:ext cx="147320" cy="458470"/>
          </a:xfrm>
          <a:prstGeom prst="rect">
            <a:avLst/>
          </a:prstGeom>
        </p:spPr>
        <p:txBody>
          <a:bodyPr vert="horz" wrap="square" lIns="0" tIns="11430" rIns="0" bIns="0" rtlCol="0">
            <a:spAutoFit/>
          </a:bodyPr>
          <a:lstStyle/>
          <a:p>
            <a:pPr marL="12700">
              <a:lnSpc>
                <a:spcPct val="100000"/>
              </a:lnSpc>
              <a:spcBef>
                <a:spcPts val="90"/>
              </a:spcBef>
            </a:pPr>
            <a:r>
              <a:rPr sz="2850" i="1" spc="-50" dirty="0">
                <a:latin typeface="Times New Roman" panose="02020603050405020304"/>
                <a:cs typeface="Times New Roman" panose="02020603050405020304"/>
              </a:rPr>
              <a:t>I</a:t>
            </a:r>
            <a:endParaRPr sz="2850">
              <a:latin typeface="Times New Roman" panose="02020603050405020304"/>
              <a:cs typeface="Times New Roman" panose="02020603050405020304"/>
            </a:endParaRPr>
          </a:p>
        </p:txBody>
      </p:sp>
      <p:sp>
        <p:nvSpPr>
          <p:cNvPr id="101" name="object 101"/>
          <p:cNvSpPr txBox="1"/>
          <p:nvPr/>
        </p:nvSpPr>
        <p:spPr>
          <a:xfrm>
            <a:off x="3381222" y="5558663"/>
            <a:ext cx="4006850" cy="458470"/>
          </a:xfrm>
          <a:prstGeom prst="rect">
            <a:avLst/>
          </a:prstGeom>
        </p:spPr>
        <p:txBody>
          <a:bodyPr vert="horz" wrap="square" lIns="0" tIns="11430" rIns="0" bIns="0" rtlCol="0">
            <a:spAutoFit/>
          </a:bodyPr>
          <a:lstStyle/>
          <a:p>
            <a:pPr marL="12700">
              <a:lnSpc>
                <a:spcPct val="100000"/>
              </a:lnSpc>
              <a:spcBef>
                <a:spcPts val="90"/>
              </a:spcBef>
              <a:tabLst>
                <a:tab pos="3769995" algn="l"/>
              </a:tabLst>
            </a:pPr>
            <a:r>
              <a:rPr sz="2850" i="1" spc="-50" dirty="0">
                <a:latin typeface="Times New Roman" panose="02020603050405020304"/>
                <a:cs typeface="Times New Roman" panose="02020603050405020304"/>
              </a:rPr>
              <a:t>V</a:t>
            </a:r>
            <a:r>
              <a:rPr sz="2850" i="1" dirty="0">
                <a:latin typeface="Times New Roman" panose="02020603050405020304"/>
                <a:cs typeface="Times New Roman" panose="02020603050405020304"/>
              </a:rPr>
              <a:t>	</a:t>
            </a:r>
            <a:r>
              <a:rPr sz="2850" i="1" spc="-50" dirty="0">
                <a:latin typeface="Times New Roman" panose="02020603050405020304"/>
                <a:cs typeface="Times New Roman" panose="02020603050405020304"/>
              </a:rPr>
              <a:t>V</a:t>
            </a:r>
            <a:endParaRPr sz="2850">
              <a:latin typeface="Times New Roman" panose="02020603050405020304"/>
              <a:cs typeface="Times New Roman" panose="02020603050405020304"/>
            </a:endParaRPr>
          </a:p>
        </p:txBody>
      </p:sp>
      <p:sp>
        <p:nvSpPr>
          <p:cNvPr id="102" name="object 102"/>
          <p:cNvSpPr txBox="1"/>
          <p:nvPr/>
        </p:nvSpPr>
        <p:spPr>
          <a:xfrm>
            <a:off x="800455" y="5792038"/>
            <a:ext cx="147320" cy="458470"/>
          </a:xfrm>
          <a:prstGeom prst="rect">
            <a:avLst/>
          </a:prstGeom>
        </p:spPr>
        <p:txBody>
          <a:bodyPr vert="horz" wrap="square" lIns="0" tIns="11430" rIns="0" bIns="0" rtlCol="0">
            <a:spAutoFit/>
          </a:bodyPr>
          <a:lstStyle/>
          <a:p>
            <a:pPr marL="12700">
              <a:lnSpc>
                <a:spcPct val="100000"/>
              </a:lnSpc>
              <a:spcBef>
                <a:spcPts val="90"/>
              </a:spcBef>
            </a:pPr>
            <a:r>
              <a:rPr sz="2850" i="1" spc="-50" dirty="0">
                <a:latin typeface="Times New Roman" panose="02020603050405020304"/>
                <a:cs typeface="Times New Roman" panose="02020603050405020304"/>
              </a:rPr>
              <a:t>I</a:t>
            </a:r>
            <a:endParaRPr sz="2850">
              <a:latin typeface="Times New Roman" panose="02020603050405020304"/>
              <a:cs typeface="Times New Roman" panose="02020603050405020304"/>
            </a:endParaRPr>
          </a:p>
        </p:txBody>
      </p:sp>
      <p:sp>
        <p:nvSpPr>
          <p:cNvPr id="103" name="object 103"/>
          <p:cNvSpPr txBox="1"/>
          <p:nvPr/>
        </p:nvSpPr>
        <p:spPr>
          <a:xfrm>
            <a:off x="7360031" y="5799734"/>
            <a:ext cx="417195" cy="278130"/>
          </a:xfrm>
          <a:prstGeom prst="rect">
            <a:avLst/>
          </a:prstGeom>
        </p:spPr>
        <p:txBody>
          <a:bodyPr vert="horz" wrap="square" lIns="0" tIns="13335" rIns="0" bIns="0" rtlCol="0">
            <a:spAutoFit/>
          </a:bodyPr>
          <a:lstStyle/>
          <a:p>
            <a:pPr marL="12700">
              <a:lnSpc>
                <a:spcPct val="100000"/>
              </a:lnSpc>
              <a:spcBef>
                <a:spcPts val="105"/>
              </a:spcBef>
            </a:pPr>
            <a:r>
              <a:rPr sz="1650" i="1" spc="-25" dirty="0">
                <a:latin typeface="Times New Roman" panose="02020603050405020304"/>
                <a:cs typeface="Times New Roman" panose="02020603050405020304"/>
              </a:rPr>
              <a:t>REF</a:t>
            </a:r>
            <a:endParaRPr sz="1650">
              <a:latin typeface="Times New Roman" panose="02020603050405020304"/>
              <a:cs typeface="Times New Roman" panose="02020603050405020304"/>
            </a:endParaRPr>
          </a:p>
        </p:txBody>
      </p:sp>
      <p:sp>
        <p:nvSpPr>
          <p:cNvPr id="104" name="object 104"/>
          <p:cNvSpPr txBox="1"/>
          <p:nvPr/>
        </p:nvSpPr>
        <p:spPr>
          <a:xfrm>
            <a:off x="3602215" y="5799734"/>
            <a:ext cx="417195" cy="278130"/>
          </a:xfrm>
          <a:prstGeom prst="rect">
            <a:avLst/>
          </a:prstGeom>
        </p:spPr>
        <p:txBody>
          <a:bodyPr vert="horz" wrap="square" lIns="0" tIns="13335" rIns="0" bIns="0" rtlCol="0">
            <a:spAutoFit/>
          </a:bodyPr>
          <a:lstStyle/>
          <a:p>
            <a:pPr marL="12700">
              <a:lnSpc>
                <a:spcPct val="100000"/>
              </a:lnSpc>
              <a:spcBef>
                <a:spcPts val="105"/>
              </a:spcBef>
            </a:pPr>
            <a:r>
              <a:rPr sz="1650" i="1" spc="-25" dirty="0">
                <a:latin typeface="Times New Roman" panose="02020603050405020304"/>
                <a:cs typeface="Times New Roman" panose="02020603050405020304"/>
              </a:rPr>
              <a:t>REF</a:t>
            </a:r>
            <a:endParaRPr sz="1650">
              <a:latin typeface="Times New Roman" panose="02020603050405020304"/>
              <a:cs typeface="Times New Roman" panose="02020603050405020304"/>
            </a:endParaRPr>
          </a:p>
        </p:txBody>
      </p:sp>
      <p:sp>
        <p:nvSpPr>
          <p:cNvPr id="105" name="object 105"/>
          <p:cNvSpPr txBox="1"/>
          <p:nvPr/>
        </p:nvSpPr>
        <p:spPr>
          <a:xfrm>
            <a:off x="6503568" y="5792038"/>
            <a:ext cx="582930" cy="458470"/>
          </a:xfrm>
          <a:prstGeom prst="rect">
            <a:avLst/>
          </a:prstGeom>
        </p:spPr>
        <p:txBody>
          <a:bodyPr vert="horz" wrap="square" lIns="0" tIns="11430" rIns="0" bIns="0" rtlCol="0">
            <a:spAutoFit/>
          </a:bodyPr>
          <a:lstStyle/>
          <a:p>
            <a:pPr marL="12700">
              <a:lnSpc>
                <a:spcPct val="100000"/>
              </a:lnSpc>
              <a:spcBef>
                <a:spcPts val="90"/>
              </a:spcBef>
              <a:tabLst>
                <a:tab pos="368935" algn="l"/>
              </a:tabLst>
            </a:pPr>
            <a:r>
              <a:rPr sz="2850" i="1" spc="-50" dirty="0">
                <a:latin typeface="Times New Roman" panose="02020603050405020304"/>
                <a:cs typeface="Times New Roman" panose="02020603050405020304"/>
              </a:rPr>
              <a:t>I</a:t>
            </a:r>
            <a:r>
              <a:rPr sz="2850" i="1" dirty="0">
                <a:latin typeface="Times New Roman" panose="02020603050405020304"/>
                <a:cs typeface="Times New Roman" panose="02020603050405020304"/>
              </a:rPr>
              <a:t>	</a:t>
            </a:r>
            <a:r>
              <a:rPr sz="2850" spc="-50" dirty="0">
                <a:latin typeface="Symbol" panose="05050102010706020507"/>
                <a:cs typeface="Symbol" panose="05050102010706020507"/>
              </a:rPr>
              <a:t></a:t>
            </a:r>
            <a:endParaRPr sz="2850">
              <a:latin typeface="Symbol" panose="05050102010706020507"/>
              <a:cs typeface="Symbol" panose="05050102010706020507"/>
            </a:endParaRPr>
          </a:p>
        </p:txBody>
      </p:sp>
      <p:sp>
        <p:nvSpPr>
          <p:cNvPr id="106" name="object 106"/>
          <p:cNvSpPr txBox="1"/>
          <p:nvPr/>
        </p:nvSpPr>
        <p:spPr>
          <a:xfrm>
            <a:off x="5053571" y="5649366"/>
            <a:ext cx="967740" cy="458470"/>
          </a:xfrm>
          <a:prstGeom prst="rect">
            <a:avLst/>
          </a:prstGeom>
        </p:spPr>
        <p:txBody>
          <a:bodyPr vert="horz" wrap="square" lIns="0" tIns="11430" rIns="0" bIns="0" rtlCol="0">
            <a:spAutoFit/>
          </a:bodyPr>
          <a:lstStyle/>
          <a:p>
            <a:pPr marL="38100">
              <a:lnSpc>
                <a:spcPct val="100000"/>
              </a:lnSpc>
              <a:spcBef>
                <a:spcPts val="90"/>
              </a:spcBef>
            </a:pPr>
            <a:r>
              <a:rPr sz="4275" baseline="-21000" dirty="0">
                <a:latin typeface="Symbol" panose="05050102010706020507"/>
                <a:cs typeface="Symbol" panose="05050102010706020507"/>
              </a:rPr>
              <a:t></a:t>
            </a:r>
            <a:r>
              <a:rPr sz="4275" spc="-127" baseline="-21000" dirty="0">
                <a:latin typeface="Times New Roman" panose="02020603050405020304"/>
                <a:cs typeface="Times New Roman" panose="02020603050405020304"/>
              </a:rPr>
              <a:t> </a:t>
            </a:r>
            <a:r>
              <a:rPr sz="4275" i="1" spc="-30" baseline="14000" dirty="0">
                <a:latin typeface="Times New Roman" panose="02020603050405020304"/>
                <a:cs typeface="Times New Roman" panose="02020603050405020304"/>
              </a:rPr>
              <a:t>V</a:t>
            </a:r>
            <a:r>
              <a:rPr sz="1650" i="1" spc="-20" dirty="0">
                <a:latin typeface="Times New Roman" panose="02020603050405020304"/>
                <a:cs typeface="Times New Roman" panose="02020603050405020304"/>
              </a:rPr>
              <a:t>REF</a:t>
            </a:r>
            <a:endParaRPr sz="1650">
              <a:latin typeface="Times New Roman" panose="02020603050405020304"/>
              <a:cs typeface="Times New Roman" panose="02020603050405020304"/>
            </a:endParaRPr>
          </a:p>
        </p:txBody>
      </p:sp>
      <p:sp>
        <p:nvSpPr>
          <p:cNvPr id="107" name="object 107"/>
          <p:cNvSpPr txBox="1"/>
          <p:nvPr/>
        </p:nvSpPr>
        <p:spPr>
          <a:xfrm>
            <a:off x="2773260" y="5792038"/>
            <a:ext cx="555625" cy="458470"/>
          </a:xfrm>
          <a:prstGeom prst="rect">
            <a:avLst/>
          </a:prstGeom>
        </p:spPr>
        <p:txBody>
          <a:bodyPr vert="horz" wrap="square" lIns="0" tIns="11430" rIns="0" bIns="0" rtlCol="0">
            <a:spAutoFit/>
          </a:bodyPr>
          <a:lstStyle/>
          <a:p>
            <a:pPr marL="12700">
              <a:lnSpc>
                <a:spcPct val="100000"/>
              </a:lnSpc>
              <a:spcBef>
                <a:spcPts val="90"/>
              </a:spcBef>
              <a:tabLst>
                <a:tab pos="341630" algn="l"/>
              </a:tabLst>
            </a:pPr>
            <a:r>
              <a:rPr sz="2850" i="1" spc="-50" dirty="0">
                <a:latin typeface="Times New Roman" panose="02020603050405020304"/>
                <a:cs typeface="Times New Roman" panose="02020603050405020304"/>
              </a:rPr>
              <a:t>I</a:t>
            </a:r>
            <a:r>
              <a:rPr sz="2850" i="1" dirty="0">
                <a:latin typeface="Times New Roman" panose="02020603050405020304"/>
                <a:cs typeface="Times New Roman" panose="02020603050405020304"/>
              </a:rPr>
              <a:t>	</a:t>
            </a:r>
            <a:r>
              <a:rPr sz="2850" spc="-50" dirty="0">
                <a:latin typeface="Symbol" panose="05050102010706020507"/>
                <a:cs typeface="Symbol" panose="05050102010706020507"/>
              </a:rPr>
              <a:t></a:t>
            </a:r>
            <a:endParaRPr sz="2850">
              <a:latin typeface="Symbol" panose="05050102010706020507"/>
              <a:cs typeface="Symbol" panose="05050102010706020507"/>
            </a:endParaRPr>
          </a:p>
        </p:txBody>
      </p:sp>
      <p:sp>
        <p:nvSpPr>
          <p:cNvPr id="108" name="object 108"/>
          <p:cNvSpPr txBox="1"/>
          <p:nvPr/>
        </p:nvSpPr>
        <p:spPr>
          <a:xfrm>
            <a:off x="1141158" y="5649366"/>
            <a:ext cx="967740" cy="458470"/>
          </a:xfrm>
          <a:prstGeom prst="rect">
            <a:avLst/>
          </a:prstGeom>
        </p:spPr>
        <p:txBody>
          <a:bodyPr vert="horz" wrap="square" lIns="0" tIns="11430" rIns="0" bIns="0" rtlCol="0">
            <a:spAutoFit/>
          </a:bodyPr>
          <a:lstStyle/>
          <a:p>
            <a:pPr marL="38100">
              <a:lnSpc>
                <a:spcPct val="100000"/>
              </a:lnSpc>
              <a:spcBef>
                <a:spcPts val="90"/>
              </a:spcBef>
            </a:pPr>
            <a:r>
              <a:rPr sz="4275" baseline="-21000" dirty="0">
                <a:latin typeface="Symbol" panose="05050102010706020507"/>
                <a:cs typeface="Symbol" panose="05050102010706020507"/>
              </a:rPr>
              <a:t></a:t>
            </a:r>
            <a:r>
              <a:rPr sz="4275" spc="-127" baseline="-21000" dirty="0">
                <a:latin typeface="Times New Roman" panose="02020603050405020304"/>
                <a:cs typeface="Times New Roman" panose="02020603050405020304"/>
              </a:rPr>
              <a:t> </a:t>
            </a:r>
            <a:r>
              <a:rPr sz="4275" i="1" spc="-30" baseline="14000" dirty="0">
                <a:latin typeface="Times New Roman" panose="02020603050405020304"/>
                <a:cs typeface="Times New Roman" panose="02020603050405020304"/>
              </a:rPr>
              <a:t>V</a:t>
            </a:r>
            <a:r>
              <a:rPr sz="1650" i="1" spc="-20" dirty="0">
                <a:latin typeface="Times New Roman" panose="02020603050405020304"/>
                <a:cs typeface="Times New Roman" panose="02020603050405020304"/>
              </a:rPr>
              <a:t>REF</a:t>
            </a:r>
            <a:endParaRPr sz="1650">
              <a:latin typeface="Times New Roman" panose="02020603050405020304"/>
              <a:cs typeface="Times New Roman" panose="02020603050405020304"/>
            </a:endParaRPr>
          </a:p>
        </p:txBody>
      </p:sp>
      <p:sp>
        <p:nvSpPr>
          <p:cNvPr id="109" name="object 109"/>
          <p:cNvSpPr txBox="1"/>
          <p:nvPr/>
        </p:nvSpPr>
        <p:spPr>
          <a:xfrm>
            <a:off x="6643941" y="6033109"/>
            <a:ext cx="132080" cy="278130"/>
          </a:xfrm>
          <a:prstGeom prst="rect">
            <a:avLst/>
          </a:prstGeom>
        </p:spPr>
        <p:txBody>
          <a:bodyPr vert="horz" wrap="square" lIns="0" tIns="13335" rIns="0" bIns="0" rtlCol="0">
            <a:spAutoFit/>
          </a:bodyPr>
          <a:lstStyle/>
          <a:p>
            <a:pPr marL="12700">
              <a:lnSpc>
                <a:spcPct val="100000"/>
              </a:lnSpc>
              <a:spcBef>
                <a:spcPts val="105"/>
              </a:spcBef>
            </a:pPr>
            <a:r>
              <a:rPr sz="1650" spc="-50" dirty="0">
                <a:latin typeface="Times New Roman" panose="02020603050405020304"/>
                <a:cs typeface="Times New Roman" panose="02020603050405020304"/>
              </a:rPr>
              <a:t>3</a:t>
            </a:r>
            <a:endParaRPr sz="1650">
              <a:latin typeface="Times New Roman" panose="02020603050405020304"/>
              <a:cs typeface="Times New Roman" panose="02020603050405020304"/>
            </a:endParaRPr>
          </a:p>
        </p:txBody>
      </p:sp>
      <p:sp>
        <p:nvSpPr>
          <p:cNvPr id="110" name="object 110"/>
          <p:cNvSpPr txBox="1"/>
          <p:nvPr/>
        </p:nvSpPr>
        <p:spPr>
          <a:xfrm>
            <a:off x="4856086" y="6033109"/>
            <a:ext cx="132080" cy="278130"/>
          </a:xfrm>
          <a:prstGeom prst="rect">
            <a:avLst/>
          </a:prstGeom>
        </p:spPr>
        <p:txBody>
          <a:bodyPr vert="horz" wrap="square" lIns="0" tIns="13335" rIns="0" bIns="0" rtlCol="0">
            <a:spAutoFit/>
          </a:bodyPr>
          <a:lstStyle/>
          <a:p>
            <a:pPr marL="12700">
              <a:lnSpc>
                <a:spcPct val="100000"/>
              </a:lnSpc>
              <a:spcBef>
                <a:spcPts val="105"/>
              </a:spcBef>
            </a:pPr>
            <a:r>
              <a:rPr sz="1650" spc="-50" dirty="0">
                <a:latin typeface="Times New Roman" panose="02020603050405020304"/>
                <a:cs typeface="Times New Roman" panose="02020603050405020304"/>
              </a:rPr>
              <a:t>2</a:t>
            </a:r>
            <a:endParaRPr sz="1650">
              <a:latin typeface="Times New Roman" panose="02020603050405020304"/>
              <a:cs typeface="Times New Roman" panose="02020603050405020304"/>
            </a:endParaRPr>
          </a:p>
        </p:txBody>
      </p:sp>
      <p:sp>
        <p:nvSpPr>
          <p:cNvPr id="111" name="object 111"/>
          <p:cNvSpPr txBox="1"/>
          <p:nvPr/>
        </p:nvSpPr>
        <p:spPr>
          <a:xfrm>
            <a:off x="2896552" y="6033109"/>
            <a:ext cx="132080" cy="278130"/>
          </a:xfrm>
          <a:prstGeom prst="rect">
            <a:avLst/>
          </a:prstGeom>
        </p:spPr>
        <p:txBody>
          <a:bodyPr vert="horz" wrap="square" lIns="0" tIns="13335" rIns="0" bIns="0" rtlCol="0">
            <a:spAutoFit/>
          </a:bodyPr>
          <a:lstStyle/>
          <a:p>
            <a:pPr marL="12700">
              <a:lnSpc>
                <a:spcPct val="100000"/>
              </a:lnSpc>
              <a:spcBef>
                <a:spcPts val="105"/>
              </a:spcBef>
            </a:pPr>
            <a:r>
              <a:rPr sz="1650" spc="-50" dirty="0">
                <a:latin typeface="Times New Roman" panose="02020603050405020304"/>
                <a:cs typeface="Times New Roman" panose="02020603050405020304"/>
              </a:rPr>
              <a:t>1</a:t>
            </a:r>
            <a:endParaRPr sz="1650">
              <a:latin typeface="Times New Roman" panose="02020603050405020304"/>
              <a:cs typeface="Times New Roman" panose="02020603050405020304"/>
            </a:endParaRPr>
          </a:p>
        </p:txBody>
      </p:sp>
      <p:sp>
        <p:nvSpPr>
          <p:cNvPr id="112" name="object 112"/>
          <p:cNvSpPr txBox="1"/>
          <p:nvPr/>
        </p:nvSpPr>
        <p:spPr>
          <a:xfrm>
            <a:off x="943673" y="6033109"/>
            <a:ext cx="132080" cy="278130"/>
          </a:xfrm>
          <a:prstGeom prst="rect">
            <a:avLst/>
          </a:prstGeom>
        </p:spPr>
        <p:txBody>
          <a:bodyPr vert="horz" wrap="square" lIns="0" tIns="13335" rIns="0" bIns="0" rtlCol="0">
            <a:spAutoFit/>
          </a:bodyPr>
          <a:lstStyle/>
          <a:p>
            <a:pPr marL="12700">
              <a:lnSpc>
                <a:spcPct val="100000"/>
              </a:lnSpc>
              <a:spcBef>
                <a:spcPts val="105"/>
              </a:spcBef>
            </a:pPr>
            <a:r>
              <a:rPr sz="1650" spc="-50" dirty="0">
                <a:latin typeface="Times New Roman" panose="02020603050405020304"/>
                <a:cs typeface="Times New Roman" panose="02020603050405020304"/>
              </a:rPr>
              <a:t>0</a:t>
            </a:r>
            <a:endParaRPr sz="1650">
              <a:latin typeface="Times New Roman" panose="02020603050405020304"/>
              <a:cs typeface="Times New Roman" panose="02020603050405020304"/>
            </a:endParaRPr>
          </a:p>
        </p:txBody>
      </p:sp>
      <p:sp>
        <p:nvSpPr>
          <p:cNvPr id="113" name="object 113"/>
          <p:cNvSpPr txBox="1"/>
          <p:nvPr/>
        </p:nvSpPr>
        <p:spPr>
          <a:xfrm>
            <a:off x="5494401" y="6081153"/>
            <a:ext cx="448309" cy="458470"/>
          </a:xfrm>
          <a:prstGeom prst="rect">
            <a:avLst/>
          </a:prstGeom>
        </p:spPr>
        <p:txBody>
          <a:bodyPr vert="horz" wrap="square" lIns="0" tIns="11430" rIns="0" bIns="0" rtlCol="0">
            <a:spAutoFit/>
          </a:bodyPr>
          <a:lstStyle/>
          <a:p>
            <a:pPr marL="12700">
              <a:lnSpc>
                <a:spcPct val="100000"/>
              </a:lnSpc>
              <a:spcBef>
                <a:spcPts val="90"/>
              </a:spcBef>
            </a:pPr>
            <a:r>
              <a:rPr sz="2850" spc="50" dirty="0">
                <a:latin typeface="Times New Roman" panose="02020603050405020304"/>
                <a:cs typeface="Times New Roman" panose="02020603050405020304"/>
              </a:rPr>
              <a:t>2</a:t>
            </a:r>
            <a:r>
              <a:rPr sz="2850" i="1" spc="50" dirty="0">
                <a:latin typeface="Times New Roman" panose="02020603050405020304"/>
                <a:cs typeface="Times New Roman" panose="02020603050405020304"/>
              </a:rPr>
              <a:t>R</a:t>
            </a:r>
            <a:endParaRPr sz="2850">
              <a:latin typeface="Times New Roman" panose="02020603050405020304"/>
              <a:cs typeface="Times New Roman" panose="02020603050405020304"/>
            </a:endParaRPr>
          </a:p>
        </p:txBody>
      </p:sp>
      <p:sp>
        <p:nvSpPr>
          <p:cNvPr id="114" name="object 114"/>
          <p:cNvSpPr txBox="1"/>
          <p:nvPr/>
        </p:nvSpPr>
        <p:spPr>
          <a:xfrm>
            <a:off x="3517798" y="6081153"/>
            <a:ext cx="448309" cy="458470"/>
          </a:xfrm>
          <a:prstGeom prst="rect">
            <a:avLst/>
          </a:prstGeom>
        </p:spPr>
        <p:txBody>
          <a:bodyPr vert="horz" wrap="square" lIns="0" tIns="11430" rIns="0" bIns="0" rtlCol="0">
            <a:spAutoFit/>
          </a:bodyPr>
          <a:lstStyle/>
          <a:p>
            <a:pPr marL="12700">
              <a:lnSpc>
                <a:spcPct val="100000"/>
              </a:lnSpc>
              <a:spcBef>
                <a:spcPts val="90"/>
              </a:spcBef>
            </a:pPr>
            <a:r>
              <a:rPr sz="2850" spc="50" dirty="0">
                <a:latin typeface="Times New Roman" panose="02020603050405020304"/>
                <a:cs typeface="Times New Roman" panose="02020603050405020304"/>
              </a:rPr>
              <a:t>4</a:t>
            </a:r>
            <a:r>
              <a:rPr sz="2850" i="1" spc="50" dirty="0">
                <a:latin typeface="Times New Roman" panose="02020603050405020304"/>
                <a:cs typeface="Times New Roman" panose="02020603050405020304"/>
              </a:rPr>
              <a:t>R</a:t>
            </a:r>
            <a:endParaRPr sz="2850">
              <a:latin typeface="Times New Roman" panose="02020603050405020304"/>
              <a:cs typeface="Times New Roman" panose="02020603050405020304"/>
            </a:endParaRPr>
          </a:p>
        </p:txBody>
      </p:sp>
      <p:sp>
        <p:nvSpPr>
          <p:cNvPr id="115" name="object 115"/>
          <p:cNvSpPr txBox="1"/>
          <p:nvPr/>
        </p:nvSpPr>
        <p:spPr>
          <a:xfrm>
            <a:off x="1576298" y="6081153"/>
            <a:ext cx="441959" cy="458470"/>
          </a:xfrm>
          <a:prstGeom prst="rect">
            <a:avLst/>
          </a:prstGeom>
        </p:spPr>
        <p:txBody>
          <a:bodyPr vert="horz" wrap="square" lIns="0" tIns="11430" rIns="0" bIns="0" rtlCol="0">
            <a:spAutoFit/>
          </a:bodyPr>
          <a:lstStyle/>
          <a:p>
            <a:pPr marL="12700">
              <a:lnSpc>
                <a:spcPct val="100000"/>
              </a:lnSpc>
              <a:spcBef>
                <a:spcPts val="90"/>
              </a:spcBef>
            </a:pPr>
            <a:r>
              <a:rPr sz="2850" spc="25" dirty="0">
                <a:latin typeface="Times New Roman" panose="02020603050405020304"/>
                <a:cs typeface="Times New Roman" panose="02020603050405020304"/>
              </a:rPr>
              <a:t>8</a:t>
            </a:r>
            <a:r>
              <a:rPr sz="2850" i="1" spc="25" dirty="0">
                <a:latin typeface="Times New Roman" panose="02020603050405020304"/>
                <a:cs typeface="Times New Roman" panose="02020603050405020304"/>
              </a:rPr>
              <a:t>R</a:t>
            </a:r>
            <a:endParaRPr sz="2850">
              <a:latin typeface="Times New Roman" panose="02020603050405020304"/>
              <a:cs typeface="Times New Roman" panose="02020603050405020304"/>
            </a:endParaRPr>
          </a:p>
        </p:txBody>
      </p:sp>
      <p:sp>
        <p:nvSpPr>
          <p:cNvPr id="116" name="object 116"/>
          <p:cNvSpPr/>
          <p:nvPr/>
        </p:nvSpPr>
        <p:spPr>
          <a:xfrm>
            <a:off x="737234" y="5580507"/>
            <a:ext cx="7181850" cy="956310"/>
          </a:xfrm>
          <a:custGeom>
            <a:avLst/>
            <a:gdLst/>
            <a:ahLst/>
            <a:cxnLst/>
            <a:rect l="l" t="t" r="r" b="b"/>
            <a:pathLst>
              <a:path w="7181850" h="956309">
                <a:moveTo>
                  <a:pt x="7181850" y="956310"/>
                </a:moveTo>
                <a:lnTo>
                  <a:pt x="0" y="956310"/>
                </a:lnTo>
                <a:lnTo>
                  <a:pt x="0" y="0"/>
                </a:lnTo>
                <a:lnTo>
                  <a:pt x="7181850" y="0"/>
                </a:lnTo>
                <a:lnTo>
                  <a:pt x="7181850" y="4762"/>
                </a:lnTo>
                <a:lnTo>
                  <a:pt x="9525" y="4762"/>
                </a:lnTo>
                <a:lnTo>
                  <a:pt x="4762" y="9525"/>
                </a:lnTo>
                <a:lnTo>
                  <a:pt x="9525" y="9525"/>
                </a:lnTo>
                <a:lnTo>
                  <a:pt x="9525" y="946785"/>
                </a:lnTo>
                <a:lnTo>
                  <a:pt x="4762" y="946785"/>
                </a:lnTo>
                <a:lnTo>
                  <a:pt x="9525" y="951547"/>
                </a:lnTo>
                <a:lnTo>
                  <a:pt x="7181850" y="951547"/>
                </a:lnTo>
                <a:lnTo>
                  <a:pt x="7181850" y="956310"/>
                </a:lnTo>
                <a:close/>
              </a:path>
              <a:path w="7181850" h="956309">
                <a:moveTo>
                  <a:pt x="9525" y="9525"/>
                </a:moveTo>
                <a:lnTo>
                  <a:pt x="4762" y="9525"/>
                </a:lnTo>
                <a:lnTo>
                  <a:pt x="9525" y="4762"/>
                </a:lnTo>
                <a:lnTo>
                  <a:pt x="9525" y="9525"/>
                </a:lnTo>
                <a:close/>
              </a:path>
              <a:path w="7181850" h="956309">
                <a:moveTo>
                  <a:pt x="7172325" y="9525"/>
                </a:moveTo>
                <a:lnTo>
                  <a:pt x="9525" y="9525"/>
                </a:lnTo>
                <a:lnTo>
                  <a:pt x="9525" y="4762"/>
                </a:lnTo>
                <a:lnTo>
                  <a:pt x="7172325" y="4762"/>
                </a:lnTo>
                <a:lnTo>
                  <a:pt x="7172325" y="9525"/>
                </a:lnTo>
                <a:close/>
              </a:path>
              <a:path w="7181850" h="956309">
                <a:moveTo>
                  <a:pt x="7172325" y="951547"/>
                </a:moveTo>
                <a:lnTo>
                  <a:pt x="7172325" y="4762"/>
                </a:lnTo>
                <a:lnTo>
                  <a:pt x="7177087" y="9525"/>
                </a:lnTo>
                <a:lnTo>
                  <a:pt x="7181850" y="9525"/>
                </a:lnTo>
                <a:lnTo>
                  <a:pt x="7181850" y="946785"/>
                </a:lnTo>
                <a:lnTo>
                  <a:pt x="7177087" y="946785"/>
                </a:lnTo>
                <a:lnTo>
                  <a:pt x="7172325" y="951547"/>
                </a:lnTo>
                <a:close/>
              </a:path>
              <a:path w="7181850" h="956309">
                <a:moveTo>
                  <a:pt x="7181850" y="9525"/>
                </a:moveTo>
                <a:lnTo>
                  <a:pt x="7177087" y="9525"/>
                </a:lnTo>
                <a:lnTo>
                  <a:pt x="7172325" y="4762"/>
                </a:lnTo>
                <a:lnTo>
                  <a:pt x="7181850" y="4762"/>
                </a:lnTo>
                <a:lnTo>
                  <a:pt x="7181850" y="9525"/>
                </a:lnTo>
                <a:close/>
              </a:path>
              <a:path w="7181850" h="956309">
                <a:moveTo>
                  <a:pt x="9525" y="951547"/>
                </a:moveTo>
                <a:lnTo>
                  <a:pt x="4762" y="946785"/>
                </a:lnTo>
                <a:lnTo>
                  <a:pt x="9525" y="946785"/>
                </a:lnTo>
                <a:lnTo>
                  <a:pt x="9525" y="951547"/>
                </a:lnTo>
                <a:close/>
              </a:path>
              <a:path w="7181850" h="956309">
                <a:moveTo>
                  <a:pt x="7172325" y="951547"/>
                </a:moveTo>
                <a:lnTo>
                  <a:pt x="9525" y="951547"/>
                </a:lnTo>
                <a:lnTo>
                  <a:pt x="9525" y="946785"/>
                </a:lnTo>
                <a:lnTo>
                  <a:pt x="7172325" y="946785"/>
                </a:lnTo>
                <a:lnTo>
                  <a:pt x="7172325" y="951547"/>
                </a:lnTo>
                <a:close/>
              </a:path>
              <a:path w="7181850" h="956309">
                <a:moveTo>
                  <a:pt x="7181850" y="951547"/>
                </a:moveTo>
                <a:lnTo>
                  <a:pt x="7172325" y="951547"/>
                </a:lnTo>
                <a:lnTo>
                  <a:pt x="7177087" y="946785"/>
                </a:lnTo>
                <a:lnTo>
                  <a:pt x="7181850" y="946785"/>
                </a:lnTo>
                <a:lnTo>
                  <a:pt x="7181850" y="951547"/>
                </a:lnTo>
                <a:close/>
              </a:path>
            </a:pathLst>
          </a:custGeom>
          <a:solidFill>
            <a:srgbClr val="FF6600"/>
          </a:solidFill>
        </p:spPr>
        <p:txBody>
          <a:bodyPr wrap="square" lIns="0" tIns="0" rIns="0" bIns="0" rtlCol="0"/>
          <a:lstStyle/>
          <a:p>
            <a:endParaRPr/>
          </a:p>
        </p:txBody>
      </p:sp>
      <p:sp>
        <p:nvSpPr>
          <p:cNvPr id="117" name="object 117"/>
          <p:cNvSpPr txBox="1"/>
          <p:nvPr/>
        </p:nvSpPr>
        <p:spPr>
          <a:xfrm>
            <a:off x="297815" y="4749800"/>
            <a:ext cx="8864600" cy="755650"/>
          </a:xfrm>
          <a:prstGeom prst="rect">
            <a:avLst/>
          </a:prstGeom>
        </p:spPr>
        <p:txBody>
          <a:bodyPr vert="horz" wrap="square" lIns="0" tIns="25400" rIns="0" bIns="0" rtlCol="0">
            <a:spAutoFit/>
          </a:bodyPr>
          <a:lstStyle/>
          <a:p>
            <a:pPr marL="12700" marR="5080">
              <a:lnSpc>
                <a:spcPts val="2870"/>
              </a:lnSpc>
              <a:spcBef>
                <a:spcPts val="200"/>
              </a:spcBef>
            </a:pPr>
            <a:r>
              <a:rPr sz="2400" dirty="0">
                <a:solidFill>
                  <a:srgbClr val="0000FF"/>
                </a:solidFill>
                <a:latin typeface="Noto Sans CJK HK"/>
                <a:cs typeface="Noto Sans CJK HK"/>
              </a:rPr>
              <a:t>不论模拟开关接到运算放大器的反相输入端（虚地）</a:t>
            </a:r>
            <a:r>
              <a:rPr sz="2400" spc="-10" dirty="0">
                <a:solidFill>
                  <a:srgbClr val="0000FF"/>
                </a:solidFill>
                <a:latin typeface="Noto Sans CJK HK"/>
                <a:cs typeface="Noto Sans CJK HK"/>
              </a:rPr>
              <a:t>还是接到地，</a:t>
            </a:r>
            <a:r>
              <a:rPr sz="2400" dirty="0">
                <a:solidFill>
                  <a:srgbClr val="0000FF"/>
                </a:solidFill>
                <a:latin typeface="Noto Sans CJK HK"/>
                <a:cs typeface="Noto Sans CJK HK"/>
              </a:rPr>
              <a:t>也就是不论输入数字信号是</a:t>
            </a:r>
            <a:r>
              <a:rPr sz="2400" dirty="0">
                <a:solidFill>
                  <a:srgbClr val="0000FF"/>
                </a:solidFill>
                <a:latin typeface="Times New Roman" panose="02020603050405020304"/>
                <a:cs typeface="Times New Roman" panose="02020603050405020304"/>
              </a:rPr>
              <a:t>1</a:t>
            </a:r>
            <a:r>
              <a:rPr sz="2400" dirty="0">
                <a:solidFill>
                  <a:srgbClr val="0000FF"/>
                </a:solidFill>
                <a:latin typeface="Noto Sans CJK HK"/>
                <a:cs typeface="Noto Sans CJK HK"/>
              </a:rPr>
              <a:t>还是</a:t>
            </a:r>
            <a:r>
              <a:rPr sz="2400" dirty="0">
                <a:solidFill>
                  <a:srgbClr val="0000FF"/>
                </a:solidFill>
                <a:latin typeface="Times New Roman" panose="02020603050405020304"/>
                <a:cs typeface="Times New Roman" panose="02020603050405020304"/>
              </a:rPr>
              <a:t>0</a:t>
            </a:r>
            <a:r>
              <a:rPr sz="2400" spc="-5" dirty="0">
                <a:solidFill>
                  <a:srgbClr val="0000FF"/>
                </a:solidFill>
                <a:latin typeface="Noto Sans CJK HK"/>
                <a:cs typeface="Noto Sans CJK HK"/>
              </a:rPr>
              <a:t>，各支路的电流不变。</a:t>
            </a:r>
            <a:endParaRPr sz="2400">
              <a:latin typeface="Noto Sans CJK HK"/>
              <a:cs typeface="Noto Sans CJK HK"/>
            </a:endParaRPr>
          </a:p>
        </p:txBody>
      </p:sp>
      <p:sp>
        <p:nvSpPr>
          <p:cNvPr id="119" name="object 119"/>
          <p:cNvSpPr txBox="1"/>
          <p:nvPr/>
        </p:nvSpPr>
        <p:spPr>
          <a:xfrm>
            <a:off x="8402319" y="6484111"/>
            <a:ext cx="254000" cy="278765"/>
          </a:xfrm>
          <a:prstGeom prst="rect">
            <a:avLst/>
          </a:prstGeom>
        </p:spPr>
        <p:txBody>
          <a:bodyPr vert="horz" wrap="square" lIns="0" tIns="0" rIns="0" bIns="0" rtlCol="0">
            <a:spAutoFit/>
          </a:bodyPr>
          <a:lstStyle/>
          <a:p>
            <a:pPr marL="12700">
              <a:lnSpc>
                <a:spcPts val="2065"/>
              </a:lnSpc>
            </a:pPr>
            <a:r>
              <a:rPr sz="1800" spc="-25" dirty="0">
                <a:solidFill>
                  <a:srgbClr val="0000FF"/>
                </a:solidFill>
                <a:latin typeface="Times New Roman" panose="02020603050405020304"/>
                <a:cs typeface="Times New Roman" panose="02020603050405020304"/>
              </a:rPr>
              <a:t>15</a:t>
            </a:r>
            <a:endParaRPr sz="1800">
              <a:latin typeface="Times New Roman" panose="02020603050405020304"/>
              <a:cs typeface="Times New Roman" panose="02020603050405020304"/>
            </a:endParaRPr>
          </a:p>
        </p:txBody>
      </p:sp>
      <p:sp>
        <p:nvSpPr>
          <p:cNvPr id="118" name="object 118"/>
          <p:cNvSpPr txBox="1"/>
          <p:nvPr/>
        </p:nvSpPr>
        <p:spPr>
          <a:xfrm>
            <a:off x="420268" y="973429"/>
            <a:ext cx="422465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CC"/>
                </a:solidFill>
                <a:latin typeface="Arial" panose="020B0604020202020204"/>
                <a:cs typeface="Arial" panose="020B0604020202020204"/>
              </a:rPr>
              <a:t>1</a:t>
            </a:r>
            <a:r>
              <a:rPr sz="2400" spc="-10" dirty="0">
                <a:solidFill>
                  <a:srgbClr val="0000CC"/>
                </a:solidFill>
                <a:latin typeface="Arial" panose="020B0604020202020204"/>
                <a:cs typeface="Arial" panose="020B0604020202020204"/>
              </a:rPr>
              <a:t>. </a:t>
            </a:r>
            <a:r>
              <a:rPr sz="2400" dirty="0">
                <a:solidFill>
                  <a:srgbClr val="0000CC"/>
                </a:solidFill>
                <a:latin typeface="Noto Sans Mono CJK HK"/>
                <a:cs typeface="Noto Sans Mono CJK HK"/>
              </a:rPr>
              <a:t>二进制权电阻网络</a:t>
            </a:r>
            <a:r>
              <a:rPr sz="2400" spc="-10" dirty="0">
                <a:solidFill>
                  <a:srgbClr val="0000CC"/>
                </a:solidFill>
                <a:latin typeface="Arial" panose="020B0604020202020204"/>
                <a:cs typeface="Arial" panose="020B0604020202020204"/>
              </a:rPr>
              <a:t>D/A</a:t>
            </a:r>
            <a:r>
              <a:rPr sz="2400" spc="-20" dirty="0">
                <a:solidFill>
                  <a:srgbClr val="0000CC"/>
                </a:solidFill>
                <a:latin typeface="Noto Sans Mono CJK HK"/>
                <a:cs typeface="Noto Sans Mono CJK HK"/>
              </a:rPr>
              <a:t>转换器</a:t>
            </a:r>
            <a:endParaRPr sz="2400">
              <a:latin typeface="Noto Sans Mono CJK HK"/>
              <a:cs typeface="Noto Sans Mono CJK HK"/>
            </a:endParaRPr>
          </a:p>
        </p:txBody>
      </p:sp>
      <p:sp>
        <p:nvSpPr>
          <p:cNvPr id="120" name="文本框 119">
            <a:extLst>
              <a:ext uri="{FF2B5EF4-FFF2-40B4-BE49-F238E27FC236}">
                <a16:creationId xmlns:a16="http://schemas.microsoft.com/office/drawing/2014/main" id="{7328DD02-25AA-413B-B455-A95AECB9C2C8}"/>
              </a:ext>
            </a:extLst>
          </p:cNvPr>
          <p:cNvSpPr txBox="1"/>
          <p:nvPr/>
        </p:nvSpPr>
        <p:spPr>
          <a:xfrm>
            <a:off x="7177812" y="629318"/>
            <a:ext cx="1545920" cy="523220"/>
          </a:xfrm>
          <a:prstGeom prst="rect">
            <a:avLst/>
          </a:prstGeom>
          <a:noFill/>
        </p:spPr>
        <p:txBody>
          <a:bodyPr wrap="square" rtlCol="0">
            <a:spAutoFit/>
          </a:bodyPr>
          <a:lstStyle/>
          <a:p>
            <a:r>
              <a:rPr lang="zh-CN" altLang="en-US" sz="2800" dirty="0">
                <a:solidFill>
                  <a:srgbClr val="FF0000"/>
                </a:solidFill>
              </a:rPr>
              <a:t>不考</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24000" y="3203448"/>
            <a:ext cx="7546975" cy="3182620"/>
            <a:chOff x="1524000" y="3203448"/>
            <a:chExt cx="7546975" cy="3182620"/>
          </a:xfrm>
        </p:grpSpPr>
        <p:sp>
          <p:nvSpPr>
            <p:cNvPr id="3" name="object 3"/>
            <p:cNvSpPr/>
            <p:nvPr/>
          </p:nvSpPr>
          <p:spPr>
            <a:xfrm>
              <a:off x="1524000" y="3203448"/>
              <a:ext cx="5943600" cy="2430780"/>
            </a:xfrm>
            <a:custGeom>
              <a:avLst/>
              <a:gdLst/>
              <a:ahLst/>
              <a:cxnLst/>
              <a:rect l="l" t="t" r="r" b="b"/>
              <a:pathLst>
                <a:path w="5943600" h="2430779">
                  <a:moveTo>
                    <a:pt x="5943600" y="2430779"/>
                  </a:moveTo>
                  <a:lnTo>
                    <a:pt x="0" y="2430779"/>
                  </a:lnTo>
                  <a:lnTo>
                    <a:pt x="0" y="0"/>
                  </a:lnTo>
                  <a:lnTo>
                    <a:pt x="5943600" y="0"/>
                  </a:lnTo>
                  <a:lnTo>
                    <a:pt x="5943600" y="2430779"/>
                  </a:lnTo>
                  <a:close/>
                </a:path>
              </a:pathLst>
            </a:custGeom>
            <a:solidFill>
              <a:srgbClr val="66FFFF"/>
            </a:solidFill>
          </p:spPr>
          <p:txBody>
            <a:bodyPr wrap="square" lIns="0" tIns="0" rIns="0" bIns="0" rtlCol="0"/>
            <a:lstStyle/>
            <a:p>
              <a:endParaRPr/>
            </a:p>
          </p:txBody>
        </p:sp>
        <p:sp>
          <p:nvSpPr>
            <p:cNvPr id="4" name="object 4"/>
            <p:cNvSpPr/>
            <p:nvPr/>
          </p:nvSpPr>
          <p:spPr>
            <a:xfrm>
              <a:off x="2026310" y="4228172"/>
              <a:ext cx="4820285" cy="956944"/>
            </a:xfrm>
            <a:custGeom>
              <a:avLst/>
              <a:gdLst/>
              <a:ahLst/>
              <a:cxnLst/>
              <a:rect l="l" t="t" r="r" b="b"/>
              <a:pathLst>
                <a:path w="4820284" h="956945">
                  <a:moveTo>
                    <a:pt x="0" y="0"/>
                  </a:moveTo>
                  <a:lnTo>
                    <a:pt x="652373" y="0"/>
                  </a:lnTo>
                </a:path>
                <a:path w="4820284" h="956945">
                  <a:moveTo>
                    <a:pt x="1399895" y="0"/>
                  </a:moveTo>
                  <a:lnTo>
                    <a:pt x="2052269" y="0"/>
                  </a:lnTo>
                </a:path>
                <a:path w="4820284" h="956945">
                  <a:moveTo>
                    <a:pt x="2764104" y="0"/>
                  </a:moveTo>
                  <a:lnTo>
                    <a:pt x="3416477" y="0"/>
                  </a:lnTo>
                </a:path>
                <a:path w="4820284" h="956945">
                  <a:moveTo>
                    <a:pt x="4167657" y="0"/>
                  </a:moveTo>
                  <a:lnTo>
                    <a:pt x="4820031" y="0"/>
                  </a:lnTo>
                </a:path>
                <a:path w="4820284" h="956945">
                  <a:moveTo>
                    <a:pt x="0" y="956386"/>
                  </a:moveTo>
                  <a:lnTo>
                    <a:pt x="652373" y="956386"/>
                  </a:lnTo>
                </a:path>
              </a:pathLst>
            </a:custGeom>
            <a:ln w="14643">
              <a:solidFill>
                <a:srgbClr val="000000"/>
              </a:solidFill>
            </a:ln>
          </p:spPr>
          <p:txBody>
            <a:bodyPr wrap="square" lIns="0" tIns="0" rIns="0" bIns="0" rtlCol="0"/>
            <a:lstStyle/>
            <a:p>
              <a:endParaRPr/>
            </a:p>
          </p:txBody>
        </p:sp>
      </p:grpSp>
      <p:grpSp>
        <p:nvGrpSpPr>
          <p:cNvPr id="5" name="object 5"/>
          <p:cNvGrpSpPr/>
          <p:nvPr/>
        </p:nvGrpSpPr>
        <p:grpSpPr>
          <a:xfrm>
            <a:off x="152400" y="152400"/>
            <a:ext cx="8839200" cy="2971800"/>
            <a:chOff x="152400" y="152400"/>
            <a:chExt cx="8839200" cy="2971800"/>
          </a:xfrm>
        </p:grpSpPr>
        <p:sp>
          <p:nvSpPr>
            <p:cNvPr id="6" name="object 6"/>
            <p:cNvSpPr/>
            <p:nvPr/>
          </p:nvSpPr>
          <p:spPr>
            <a:xfrm>
              <a:off x="152400" y="152400"/>
              <a:ext cx="8839200" cy="2971800"/>
            </a:xfrm>
            <a:custGeom>
              <a:avLst/>
              <a:gdLst/>
              <a:ahLst/>
              <a:cxnLst/>
              <a:rect l="l" t="t" r="r" b="b"/>
              <a:pathLst>
                <a:path w="8839200" h="2971800">
                  <a:moveTo>
                    <a:pt x="8839200" y="2971800"/>
                  </a:moveTo>
                  <a:lnTo>
                    <a:pt x="0" y="2971800"/>
                  </a:lnTo>
                  <a:lnTo>
                    <a:pt x="0" y="0"/>
                  </a:lnTo>
                  <a:lnTo>
                    <a:pt x="8839200" y="0"/>
                  </a:lnTo>
                  <a:lnTo>
                    <a:pt x="8839200" y="2971800"/>
                  </a:lnTo>
                  <a:close/>
                </a:path>
              </a:pathLst>
            </a:custGeom>
            <a:solidFill>
              <a:srgbClr val="F8F8F8"/>
            </a:solidFill>
          </p:spPr>
          <p:txBody>
            <a:bodyPr wrap="square" lIns="0" tIns="0" rIns="0" bIns="0" rtlCol="0"/>
            <a:lstStyle/>
            <a:p>
              <a:endParaRPr/>
            </a:p>
          </p:txBody>
        </p:sp>
        <p:sp>
          <p:nvSpPr>
            <p:cNvPr id="7" name="object 7"/>
            <p:cNvSpPr/>
            <p:nvPr/>
          </p:nvSpPr>
          <p:spPr>
            <a:xfrm>
              <a:off x="830922" y="329298"/>
              <a:ext cx="4181475" cy="0"/>
            </a:xfrm>
            <a:custGeom>
              <a:avLst/>
              <a:gdLst/>
              <a:ahLst/>
              <a:cxnLst/>
              <a:rect l="l" t="t" r="r" b="b"/>
              <a:pathLst>
                <a:path w="4181475">
                  <a:moveTo>
                    <a:pt x="0" y="0"/>
                  </a:moveTo>
                  <a:lnTo>
                    <a:pt x="4181208" y="0"/>
                  </a:lnTo>
                </a:path>
              </a:pathLst>
            </a:custGeom>
            <a:ln w="18008">
              <a:solidFill>
                <a:srgbClr val="000000"/>
              </a:solidFill>
            </a:ln>
          </p:spPr>
          <p:txBody>
            <a:bodyPr wrap="square" lIns="0" tIns="0" rIns="0" bIns="0" rtlCol="0"/>
            <a:lstStyle/>
            <a:p>
              <a:endParaRPr/>
            </a:p>
          </p:txBody>
        </p:sp>
        <p:sp>
          <p:nvSpPr>
            <p:cNvPr id="8" name="object 8"/>
            <p:cNvSpPr/>
            <p:nvPr/>
          </p:nvSpPr>
          <p:spPr>
            <a:xfrm>
              <a:off x="1711185" y="329298"/>
              <a:ext cx="3301365" cy="920115"/>
            </a:xfrm>
            <a:custGeom>
              <a:avLst/>
              <a:gdLst/>
              <a:ahLst/>
              <a:cxnLst/>
              <a:rect l="l" t="t" r="r" b="b"/>
              <a:pathLst>
                <a:path w="3301365" h="920115">
                  <a:moveTo>
                    <a:pt x="0" y="672185"/>
                  </a:moveTo>
                  <a:lnTo>
                    <a:pt x="0" y="919835"/>
                  </a:lnTo>
                </a:path>
                <a:path w="3301365" h="920115">
                  <a:moveTo>
                    <a:pt x="0" y="0"/>
                  </a:moveTo>
                  <a:lnTo>
                    <a:pt x="0" y="336092"/>
                  </a:lnTo>
                </a:path>
                <a:path w="3301365" h="920115">
                  <a:moveTo>
                    <a:pt x="1100315" y="672185"/>
                  </a:moveTo>
                  <a:lnTo>
                    <a:pt x="1100315" y="919835"/>
                  </a:lnTo>
                </a:path>
                <a:path w="3301365" h="920115">
                  <a:moveTo>
                    <a:pt x="1100315" y="0"/>
                  </a:moveTo>
                  <a:lnTo>
                    <a:pt x="1100315" y="336092"/>
                  </a:lnTo>
                </a:path>
                <a:path w="3301365" h="920115">
                  <a:moveTo>
                    <a:pt x="2200630" y="672185"/>
                  </a:moveTo>
                  <a:lnTo>
                    <a:pt x="2200630" y="919835"/>
                  </a:lnTo>
                </a:path>
                <a:path w="3301365" h="920115">
                  <a:moveTo>
                    <a:pt x="2200630" y="0"/>
                  </a:moveTo>
                  <a:lnTo>
                    <a:pt x="2200630" y="336092"/>
                  </a:lnTo>
                </a:path>
                <a:path w="3301365" h="920115">
                  <a:moveTo>
                    <a:pt x="3300945" y="672185"/>
                  </a:moveTo>
                  <a:lnTo>
                    <a:pt x="3300945" y="919835"/>
                  </a:lnTo>
                </a:path>
                <a:path w="3301365" h="920115">
                  <a:moveTo>
                    <a:pt x="3300945" y="0"/>
                  </a:moveTo>
                  <a:lnTo>
                    <a:pt x="3300945" y="336092"/>
                  </a:lnTo>
                </a:path>
              </a:pathLst>
            </a:custGeom>
            <a:ln w="18008">
              <a:solidFill>
                <a:srgbClr val="000000"/>
              </a:solidFill>
            </a:ln>
          </p:spPr>
          <p:txBody>
            <a:bodyPr wrap="square" lIns="0" tIns="0" rIns="0" bIns="0" rtlCol="0"/>
            <a:lstStyle/>
            <a:p>
              <a:endParaRPr/>
            </a:p>
          </p:txBody>
        </p:sp>
        <p:sp>
          <p:nvSpPr>
            <p:cNvPr id="9" name="object 9"/>
            <p:cNvSpPr/>
            <p:nvPr/>
          </p:nvSpPr>
          <p:spPr>
            <a:xfrm>
              <a:off x="1656168" y="665391"/>
              <a:ext cx="128905" cy="336550"/>
            </a:xfrm>
            <a:custGeom>
              <a:avLst/>
              <a:gdLst/>
              <a:ahLst/>
              <a:cxnLst/>
              <a:rect l="l" t="t" r="r" b="b"/>
              <a:pathLst>
                <a:path w="128905" h="336550">
                  <a:moveTo>
                    <a:pt x="128371" y="336092"/>
                  </a:moveTo>
                  <a:lnTo>
                    <a:pt x="0" y="336092"/>
                  </a:lnTo>
                  <a:lnTo>
                    <a:pt x="0" y="0"/>
                  </a:lnTo>
                  <a:lnTo>
                    <a:pt x="128371" y="0"/>
                  </a:lnTo>
                  <a:lnTo>
                    <a:pt x="128371" y="336092"/>
                  </a:lnTo>
                  <a:close/>
                </a:path>
              </a:pathLst>
            </a:custGeom>
            <a:solidFill>
              <a:srgbClr val="FFFFFF"/>
            </a:solidFill>
          </p:spPr>
          <p:txBody>
            <a:bodyPr wrap="square" lIns="0" tIns="0" rIns="0" bIns="0" rtlCol="0"/>
            <a:lstStyle/>
            <a:p>
              <a:endParaRPr/>
            </a:p>
          </p:txBody>
        </p:sp>
        <p:sp>
          <p:nvSpPr>
            <p:cNvPr id="10" name="object 10"/>
            <p:cNvSpPr/>
            <p:nvPr/>
          </p:nvSpPr>
          <p:spPr>
            <a:xfrm>
              <a:off x="1656168" y="665391"/>
              <a:ext cx="128905" cy="336550"/>
            </a:xfrm>
            <a:custGeom>
              <a:avLst/>
              <a:gdLst/>
              <a:ahLst/>
              <a:cxnLst/>
              <a:rect l="l" t="t" r="r" b="b"/>
              <a:pathLst>
                <a:path w="128905" h="336550">
                  <a:moveTo>
                    <a:pt x="0" y="0"/>
                  </a:moveTo>
                  <a:lnTo>
                    <a:pt x="128371" y="0"/>
                  </a:lnTo>
                  <a:lnTo>
                    <a:pt x="128371" y="336092"/>
                  </a:lnTo>
                  <a:lnTo>
                    <a:pt x="0" y="336092"/>
                  </a:lnTo>
                  <a:lnTo>
                    <a:pt x="0" y="0"/>
                  </a:lnTo>
                  <a:close/>
                </a:path>
              </a:pathLst>
            </a:custGeom>
            <a:ln w="18008">
              <a:solidFill>
                <a:srgbClr val="000000"/>
              </a:solidFill>
            </a:ln>
          </p:spPr>
          <p:txBody>
            <a:bodyPr wrap="square" lIns="0" tIns="0" rIns="0" bIns="0" rtlCol="0"/>
            <a:lstStyle/>
            <a:p>
              <a:endParaRPr/>
            </a:p>
          </p:txBody>
        </p:sp>
        <p:sp>
          <p:nvSpPr>
            <p:cNvPr id="11" name="object 11"/>
            <p:cNvSpPr/>
            <p:nvPr/>
          </p:nvSpPr>
          <p:spPr>
            <a:xfrm>
              <a:off x="2756484" y="665391"/>
              <a:ext cx="128905" cy="336550"/>
            </a:xfrm>
            <a:custGeom>
              <a:avLst/>
              <a:gdLst/>
              <a:ahLst/>
              <a:cxnLst/>
              <a:rect l="l" t="t" r="r" b="b"/>
              <a:pathLst>
                <a:path w="128905" h="336550">
                  <a:moveTo>
                    <a:pt x="128371" y="336092"/>
                  </a:moveTo>
                  <a:lnTo>
                    <a:pt x="0" y="336092"/>
                  </a:lnTo>
                  <a:lnTo>
                    <a:pt x="0" y="0"/>
                  </a:lnTo>
                  <a:lnTo>
                    <a:pt x="128371" y="0"/>
                  </a:lnTo>
                  <a:lnTo>
                    <a:pt x="128371" y="336092"/>
                  </a:lnTo>
                  <a:close/>
                </a:path>
              </a:pathLst>
            </a:custGeom>
            <a:solidFill>
              <a:srgbClr val="FFFFFF"/>
            </a:solidFill>
          </p:spPr>
          <p:txBody>
            <a:bodyPr wrap="square" lIns="0" tIns="0" rIns="0" bIns="0" rtlCol="0"/>
            <a:lstStyle/>
            <a:p>
              <a:endParaRPr/>
            </a:p>
          </p:txBody>
        </p:sp>
        <p:sp>
          <p:nvSpPr>
            <p:cNvPr id="12" name="object 12"/>
            <p:cNvSpPr/>
            <p:nvPr/>
          </p:nvSpPr>
          <p:spPr>
            <a:xfrm>
              <a:off x="2756484" y="665391"/>
              <a:ext cx="128905" cy="336550"/>
            </a:xfrm>
            <a:custGeom>
              <a:avLst/>
              <a:gdLst/>
              <a:ahLst/>
              <a:cxnLst/>
              <a:rect l="l" t="t" r="r" b="b"/>
              <a:pathLst>
                <a:path w="128905" h="336550">
                  <a:moveTo>
                    <a:pt x="0" y="0"/>
                  </a:moveTo>
                  <a:lnTo>
                    <a:pt x="128371" y="0"/>
                  </a:lnTo>
                  <a:lnTo>
                    <a:pt x="128371" y="336092"/>
                  </a:lnTo>
                  <a:lnTo>
                    <a:pt x="0" y="336092"/>
                  </a:lnTo>
                  <a:lnTo>
                    <a:pt x="0" y="0"/>
                  </a:lnTo>
                  <a:close/>
                </a:path>
              </a:pathLst>
            </a:custGeom>
            <a:ln w="18008">
              <a:solidFill>
                <a:srgbClr val="000000"/>
              </a:solidFill>
            </a:ln>
          </p:spPr>
          <p:txBody>
            <a:bodyPr wrap="square" lIns="0" tIns="0" rIns="0" bIns="0" rtlCol="0"/>
            <a:lstStyle/>
            <a:p>
              <a:endParaRPr/>
            </a:p>
          </p:txBody>
        </p:sp>
        <p:sp>
          <p:nvSpPr>
            <p:cNvPr id="13" name="object 13"/>
            <p:cNvSpPr/>
            <p:nvPr/>
          </p:nvSpPr>
          <p:spPr>
            <a:xfrm>
              <a:off x="3856799" y="665391"/>
              <a:ext cx="128905" cy="336550"/>
            </a:xfrm>
            <a:custGeom>
              <a:avLst/>
              <a:gdLst/>
              <a:ahLst/>
              <a:cxnLst/>
              <a:rect l="l" t="t" r="r" b="b"/>
              <a:pathLst>
                <a:path w="128904" h="336550">
                  <a:moveTo>
                    <a:pt x="128371" y="336092"/>
                  </a:moveTo>
                  <a:lnTo>
                    <a:pt x="0" y="336092"/>
                  </a:lnTo>
                  <a:lnTo>
                    <a:pt x="0" y="0"/>
                  </a:lnTo>
                  <a:lnTo>
                    <a:pt x="128371" y="0"/>
                  </a:lnTo>
                  <a:lnTo>
                    <a:pt x="128371" y="336092"/>
                  </a:lnTo>
                  <a:close/>
                </a:path>
              </a:pathLst>
            </a:custGeom>
            <a:solidFill>
              <a:srgbClr val="FFFFFF"/>
            </a:solidFill>
          </p:spPr>
          <p:txBody>
            <a:bodyPr wrap="square" lIns="0" tIns="0" rIns="0" bIns="0" rtlCol="0"/>
            <a:lstStyle/>
            <a:p>
              <a:endParaRPr/>
            </a:p>
          </p:txBody>
        </p:sp>
        <p:sp>
          <p:nvSpPr>
            <p:cNvPr id="14" name="object 14"/>
            <p:cNvSpPr/>
            <p:nvPr/>
          </p:nvSpPr>
          <p:spPr>
            <a:xfrm>
              <a:off x="3856799" y="665391"/>
              <a:ext cx="128905" cy="336550"/>
            </a:xfrm>
            <a:custGeom>
              <a:avLst/>
              <a:gdLst/>
              <a:ahLst/>
              <a:cxnLst/>
              <a:rect l="l" t="t" r="r" b="b"/>
              <a:pathLst>
                <a:path w="128904" h="336550">
                  <a:moveTo>
                    <a:pt x="0" y="0"/>
                  </a:moveTo>
                  <a:lnTo>
                    <a:pt x="128371" y="0"/>
                  </a:lnTo>
                  <a:lnTo>
                    <a:pt x="128371" y="336092"/>
                  </a:lnTo>
                  <a:lnTo>
                    <a:pt x="0" y="336092"/>
                  </a:lnTo>
                  <a:lnTo>
                    <a:pt x="0" y="0"/>
                  </a:lnTo>
                  <a:close/>
                </a:path>
              </a:pathLst>
            </a:custGeom>
            <a:ln w="18008">
              <a:solidFill>
                <a:srgbClr val="000000"/>
              </a:solidFill>
            </a:ln>
          </p:spPr>
          <p:txBody>
            <a:bodyPr wrap="square" lIns="0" tIns="0" rIns="0" bIns="0" rtlCol="0"/>
            <a:lstStyle/>
            <a:p>
              <a:endParaRPr/>
            </a:p>
          </p:txBody>
        </p:sp>
        <p:sp>
          <p:nvSpPr>
            <p:cNvPr id="15" name="object 15"/>
            <p:cNvSpPr/>
            <p:nvPr/>
          </p:nvSpPr>
          <p:spPr>
            <a:xfrm>
              <a:off x="4957114" y="665391"/>
              <a:ext cx="128905" cy="336550"/>
            </a:xfrm>
            <a:custGeom>
              <a:avLst/>
              <a:gdLst/>
              <a:ahLst/>
              <a:cxnLst/>
              <a:rect l="l" t="t" r="r" b="b"/>
              <a:pathLst>
                <a:path w="128904" h="336550">
                  <a:moveTo>
                    <a:pt x="128371" y="336092"/>
                  </a:moveTo>
                  <a:lnTo>
                    <a:pt x="0" y="336092"/>
                  </a:lnTo>
                  <a:lnTo>
                    <a:pt x="0" y="0"/>
                  </a:lnTo>
                  <a:lnTo>
                    <a:pt x="128371" y="0"/>
                  </a:lnTo>
                  <a:lnTo>
                    <a:pt x="128371" y="336092"/>
                  </a:lnTo>
                  <a:close/>
                </a:path>
              </a:pathLst>
            </a:custGeom>
            <a:solidFill>
              <a:srgbClr val="FFFFFF"/>
            </a:solidFill>
          </p:spPr>
          <p:txBody>
            <a:bodyPr wrap="square" lIns="0" tIns="0" rIns="0" bIns="0" rtlCol="0"/>
            <a:lstStyle/>
            <a:p>
              <a:endParaRPr/>
            </a:p>
          </p:txBody>
        </p:sp>
        <p:sp>
          <p:nvSpPr>
            <p:cNvPr id="16" name="object 16"/>
            <p:cNvSpPr/>
            <p:nvPr/>
          </p:nvSpPr>
          <p:spPr>
            <a:xfrm>
              <a:off x="1491119" y="665391"/>
              <a:ext cx="5281930" cy="1680845"/>
            </a:xfrm>
            <a:custGeom>
              <a:avLst/>
              <a:gdLst/>
              <a:ahLst/>
              <a:cxnLst/>
              <a:rect l="l" t="t" r="r" b="b"/>
              <a:pathLst>
                <a:path w="5281930" h="1680845">
                  <a:moveTo>
                    <a:pt x="3465995" y="0"/>
                  </a:moveTo>
                  <a:lnTo>
                    <a:pt x="3594366" y="0"/>
                  </a:lnTo>
                  <a:lnTo>
                    <a:pt x="3594366" y="336092"/>
                  </a:lnTo>
                  <a:lnTo>
                    <a:pt x="3465995" y="336092"/>
                  </a:lnTo>
                  <a:lnTo>
                    <a:pt x="3465995" y="0"/>
                  </a:lnTo>
                  <a:close/>
                </a:path>
                <a:path w="5281930" h="1680845">
                  <a:moveTo>
                    <a:pt x="440118" y="760641"/>
                  </a:moveTo>
                  <a:lnTo>
                    <a:pt x="440118" y="1132116"/>
                  </a:lnTo>
                  <a:lnTo>
                    <a:pt x="5281510" y="1132116"/>
                  </a:lnTo>
                </a:path>
                <a:path w="5281930" h="1680845">
                  <a:moveTo>
                    <a:pt x="0" y="760641"/>
                  </a:moveTo>
                  <a:lnTo>
                    <a:pt x="0" y="1680476"/>
                  </a:lnTo>
                  <a:lnTo>
                    <a:pt x="5281510" y="1680476"/>
                  </a:lnTo>
                </a:path>
              </a:pathLst>
            </a:custGeom>
            <a:ln w="18008">
              <a:solidFill>
                <a:srgbClr val="000000"/>
              </a:solidFill>
            </a:ln>
          </p:spPr>
          <p:txBody>
            <a:bodyPr wrap="square" lIns="0" tIns="0" rIns="0" bIns="0" rtlCol="0"/>
            <a:lstStyle/>
            <a:p>
              <a:endParaRPr/>
            </a:p>
          </p:txBody>
        </p:sp>
        <p:sp>
          <p:nvSpPr>
            <p:cNvPr id="17" name="object 17"/>
            <p:cNvSpPr/>
            <p:nvPr/>
          </p:nvSpPr>
          <p:spPr>
            <a:xfrm>
              <a:off x="6735953" y="1655991"/>
              <a:ext cx="953769" cy="849630"/>
            </a:xfrm>
            <a:custGeom>
              <a:avLst/>
              <a:gdLst/>
              <a:ahLst/>
              <a:cxnLst/>
              <a:rect l="l" t="t" r="r" b="b"/>
              <a:pathLst>
                <a:path w="953770" h="849630">
                  <a:moveTo>
                    <a:pt x="0" y="849083"/>
                  </a:moveTo>
                  <a:lnTo>
                    <a:pt x="0" y="0"/>
                  </a:lnTo>
                  <a:lnTo>
                    <a:pt x="953604" y="424535"/>
                  </a:lnTo>
                  <a:lnTo>
                    <a:pt x="0" y="849083"/>
                  </a:lnTo>
                  <a:close/>
                </a:path>
              </a:pathLst>
            </a:custGeom>
            <a:solidFill>
              <a:srgbClr val="FFFFFF"/>
            </a:solidFill>
          </p:spPr>
          <p:txBody>
            <a:bodyPr wrap="square" lIns="0" tIns="0" rIns="0" bIns="0" rtlCol="0"/>
            <a:lstStyle/>
            <a:p>
              <a:endParaRPr/>
            </a:p>
          </p:txBody>
        </p:sp>
        <p:sp>
          <p:nvSpPr>
            <p:cNvPr id="18" name="object 18"/>
            <p:cNvSpPr/>
            <p:nvPr/>
          </p:nvSpPr>
          <p:spPr>
            <a:xfrm>
              <a:off x="6442532" y="1443723"/>
              <a:ext cx="1925955" cy="1061720"/>
            </a:xfrm>
            <a:custGeom>
              <a:avLst/>
              <a:gdLst/>
              <a:ahLst/>
              <a:cxnLst/>
              <a:rect l="l" t="t" r="r" b="b"/>
              <a:pathLst>
                <a:path w="1925954" h="1061720">
                  <a:moveTo>
                    <a:pt x="1247025" y="636803"/>
                  </a:moveTo>
                  <a:lnTo>
                    <a:pt x="293420" y="212267"/>
                  </a:lnTo>
                  <a:lnTo>
                    <a:pt x="293420" y="1061351"/>
                  </a:lnTo>
                  <a:lnTo>
                    <a:pt x="1247025" y="636803"/>
                  </a:lnTo>
                </a:path>
                <a:path w="1925954" h="1061720">
                  <a:moveTo>
                    <a:pt x="1265364" y="636803"/>
                  </a:moveTo>
                  <a:lnTo>
                    <a:pt x="1925561" y="636803"/>
                  </a:lnTo>
                </a:path>
                <a:path w="1925954" h="1061720">
                  <a:moveTo>
                    <a:pt x="0" y="336092"/>
                  </a:moveTo>
                  <a:lnTo>
                    <a:pt x="0" y="0"/>
                  </a:lnTo>
                  <a:lnTo>
                    <a:pt x="1540446" y="0"/>
                  </a:lnTo>
                  <a:lnTo>
                    <a:pt x="1540446" y="672185"/>
                  </a:lnTo>
                </a:path>
              </a:pathLst>
            </a:custGeom>
            <a:ln w="18008">
              <a:solidFill>
                <a:srgbClr val="000000"/>
              </a:solidFill>
            </a:ln>
          </p:spPr>
          <p:txBody>
            <a:bodyPr wrap="square" lIns="0" tIns="0" rIns="0" bIns="0" rtlCol="0"/>
            <a:lstStyle/>
            <a:p>
              <a:endParaRPr/>
            </a:p>
          </p:txBody>
        </p:sp>
        <p:sp>
          <p:nvSpPr>
            <p:cNvPr id="19" name="object 19"/>
            <p:cNvSpPr/>
            <p:nvPr/>
          </p:nvSpPr>
          <p:spPr>
            <a:xfrm>
              <a:off x="7029374" y="1390650"/>
              <a:ext cx="367030" cy="123825"/>
            </a:xfrm>
            <a:custGeom>
              <a:avLst/>
              <a:gdLst/>
              <a:ahLst/>
              <a:cxnLst/>
              <a:rect l="l" t="t" r="r" b="b"/>
              <a:pathLst>
                <a:path w="367029" h="123825">
                  <a:moveTo>
                    <a:pt x="366775" y="123825"/>
                  </a:moveTo>
                  <a:lnTo>
                    <a:pt x="0" y="123825"/>
                  </a:lnTo>
                  <a:lnTo>
                    <a:pt x="0" y="0"/>
                  </a:lnTo>
                  <a:lnTo>
                    <a:pt x="366775" y="0"/>
                  </a:lnTo>
                  <a:lnTo>
                    <a:pt x="366775" y="123825"/>
                  </a:lnTo>
                  <a:close/>
                </a:path>
              </a:pathLst>
            </a:custGeom>
            <a:solidFill>
              <a:srgbClr val="FFFFFF"/>
            </a:solidFill>
          </p:spPr>
          <p:txBody>
            <a:bodyPr wrap="square" lIns="0" tIns="0" rIns="0" bIns="0" rtlCol="0"/>
            <a:lstStyle/>
            <a:p>
              <a:endParaRPr/>
            </a:p>
          </p:txBody>
        </p:sp>
        <p:sp>
          <p:nvSpPr>
            <p:cNvPr id="20" name="object 20"/>
            <p:cNvSpPr/>
            <p:nvPr/>
          </p:nvSpPr>
          <p:spPr>
            <a:xfrm>
              <a:off x="6460871" y="1390650"/>
              <a:ext cx="935355" cy="1327150"/>
            </a:xfrm>
            <a:custGeom>
              <a:avLst/>
              <a:gdLst/>
              <a:ahLst/>
              <a:cxnLst/>
              <a:rect l="l" t="t" r="r" b="b"/>
              <a:pathLst>
                <a:path w="935354" h="1327150">
                  <a:moveTo>
                    <a:pt x="568502" y="0"/>
                  </a:moveTo>
                  <a:lnTo>
                    <a:pt x="935278" y="0"/>
                  </a:lnTo>
                  <a:lnTo>
                    <a:pt x="935278" y="123825"/>
                  </a:lnTo>
                  <a:lnTo>
                    <a:pt x="568502" y="123825"/>
                  </a:lnTo>
                  <a:lnTo>
                    <a:pt x="568502" y="0"/>
                  </a:lnTo>
                  <a:close/>
                </a:path>
                <a:path w="935354" h="1327150">
                  <a:moveTo>
                    <a:pt x="0" y="955217"/>
                  </a:moveTo>
                  <a:lnTo>
                    <a:pt x="0" y="1326692"/>
                  </a:lnTo>
                </a:path>
              </a:pathLst>
            </a:custGeom>
            <a:ln w="18008">
              <a:solidFill>
                <a:srgbClr val="000000"/>
              </a:solidFill>
            </a:ln>
          </p:spPr>
          <p:txBody>
            <a:bodyPr wrap="square" lIns="0" tIns="0" rIns="0" bIns="0" rtlCol="0"/>
            <a:lstStyle/>
            <a:p>
              <a:endParaRPr/>
            </a:p>
          </p:txBody>
        </p:sp>
        <p:sp>
          <p:nvSpPr>
            <p:cNvPr id="21" name="object 21"/>
            <p:cNvSpPr/>
            <p:nvPr/>
          </p:nvSpPr>
          <p:spPr>
            <a:xfrm>
              <a:off x="6350838" y="2699651"/>
              <a:ext cx="220345" cy="35560"/>
            </a:xfrm>
            <a:custGeom>
              <a:avLst/>
              <a:gdLst/>
              <a:ahLst/>
              <a:cxnLst/>
              <a:rect l="l" t="t" r="r" b="b"/>
              <a:pathLst>
                <a:path w="220345" h="35560">
                  <a:moveTo>
                    <a:pt x="220065" y="35382"/>
                  </a:moveTo>
                  <a:lnTo>
                    <a:pt x="0" y="35382"/>
                  </a:lnTo>
                  <a:lnTo>
                    <a:pt x="0" y="0"/>
                  </a:lnTo>
                  <a:lnTo>
                    <a:pt x="220065" y="0"/>
                  </a:lnTo>
                  <a:lnTo>
                    <a:pt x="220065" y="35382"/>
                  </a:lnTo>
                  <a:close/>
                </a:path>
              </a:pathLst>
            </a:custGeom>
            <a:solidFill>
              <a:srgbClr val="000000"/>
            </a:solidFill>
          </p:spPr>
          <p:txBody>
            <a:bodyPr wrap="square" lIns="0" tIns="0" rIns="0" bIns="0" rtlCol="0"/>
            <a:lstStyle/>
            <a:p>
              <a:endParaRPr/>
            </a:p>
          </p:txBody>
        </p:sp>
        <p:sp>
          <p:nvSpPr>
            <p:cNvPr id="22" name="object 22"/>
            <p:cNvSpPr/>
            <p:nvPr/>
          </p:nvSpPr>
          <p:spPr>
            <a:xfrm>
              <a:off x="2591435" y="1426032"/>
              <a:ext cx="2640965" cy="920115"/>
            </a:xfrm>
            <a:custGeom>
              <a:avLst/>
              <a:gdLst/>
              <a:ahLst/>
              <a:cxnLst/>
              <a:rect l="l" t="t" r="r" b="b"/>
              <a:pathLst>
                <a:path w="2640965" h="920114">
                  <a:moveTo>
                    <a:pt x="0" y="0"/>
                  </a:moveTo>
                  <a:lnTo>
                    <a:pt x="0" y="919835"/>
                  </a:lnTo>
                </a:path>
                <a:path w="2640965" h="920114">
                  <a:moveTo>
                    <a:pt x="440118" y="0"/>
                  </a:moveTo>
                  <a:lnTo>
                    <a:pt x="440118" y="371475"/>
                  </a:lnTo>
                </a:path>
                <a:path w="2640965" h="920114">
                  <a:moveTo>
                    <a:pt x="1540433" y="0"/>
                  </a:moveTo>
                  <a:lnTo>
                    <a:pt x="1540433" y="371475"/>
                  </a:lnTo>
                </a:path>
                <a:path w="2640965" h="920114">
                  <a:moveTo>
                    <a:pt x="2640749" y="0"/>
                  </a:moveTo>
                  <a:lnTo>
                    <a:pt x="2640749" y="371475"/>
                  </a:lnTo>
                </a:path>
                <a:path w="2640965" h="920114">
                  <a:moveTo>
                    <a:pt x="2200630" y="0"/>
                  </a:moveTo>
                  <a:lnTo>
                    <a:pt x="2200630" y="919835"/>
                  </a:lnTo>
                </a:path>
                <a:path w="2640965" h="920114">
                  <a:moveTo>
                    <a:pt x="1100315" y="0"/>
                  </a:moveTo>
                  <a:lnTo>
                    <a:pt x="1100315" y="919835"/>
                  </a:lnTo>
                </a:path>
              </a:pathLst>
            </a:custGeom>
            <a:ln w="18008">
              <a:solidFill>
                <a:srgbClr val="000000"/>
              </a:solidFill>
            </a:ln>
          </p:spPr>
          <p:txBody>
            <a:bodyPr wrap="square" lIns="0" tIns="0" rIns="0" bIns="0" rtlCol="0"/>
            <a:lstStyle/>
            <a:p>
              <a:endParaRPr/>
            </a:p>
          </p:txBody>
        </p:sp>
        <p:pic>
          <p:nvPicPr>
            <p:cNvPr id="23" name="object 23"/>
            <p:cNvPicPr/>
            <p:nvPr/>
          </p:nvPicPr>
          <p:blipFill>
            <a:blip r:embed="rId2" cstate="print"/>
            <a:stretch>
              <a:fillRect/>
            </a:stretch>
          </p:blipFill>
          <p:spPr>
            <a:xfrm>
              <a:off x="821918" y="284911"/>
              <a:ext cx="109702" cy="106451"/>
            </a:xfrm>
            <a:prstGeom prst="rect">
              <a:avLst/>
            </a:prstGeom>
          </p:spPr>
        </p:pic>
        <p:sp>
          <p:nvSpPr>
            <p:cNvPr id="24" name="object 24"/>
            <p:cNvSpPr/>
            <p:nvPr/>
          </p:nvSpPr>
          <p:spPr>
            <a:xfrm>
              <a:off x="1674507" y="1178382"/>
              <a:ext cx="92075" cy="88900"/>
            </a:xfrm>
            <a:custGeom>
              <a:avLst/>
              <a:gdLst/>
              <a:ahLst/>
              <a:cxnLst/>
              <a:rect l="l" t="t" r="r" b="b"/>
              <a:pathLst>
                <a:path w="92075" h="88900">
                  <a:moveTo>
                    <a:pt x="45847" y="88442"/>
                  </a:moveTo>
                  <a:lnTo>
                    <a:pt x="27999" y="84967"/>
                  </a:lnTo>
                  <a:lnTo>
                    <a:pt x="13427" y="75490"/>
                  </a:lnTo>
                  <a:lnTo>
                    <a:pt x="3602" y="61434"/>
                  </a:lnTo>
                  <a:lnTo>
                    <a:pt x="0" y="44221"/>
                  </a:lnTo>
                  <a:lnTo>
                    <a:pt x="3602" y="27008"/>
                  </a:lnTo>
                  <a:lnTo>
                    <a:pt x="13427" y="12952"/>
                  </a:lnTo>
                  <a:lnTo>
                    <a:pt x="27999" y="3475"/>
                  </a:lnTo>
                  <a:lnTo>
                    <a:pt x="45847" y="0"/>
                  </a:lnTo>
                  <a:lnTo>
                    <a:pt x="63688" y="3475"/>
                  </a:lnTo>
                  <a:lnTo>
                    <a:pt x="78262" y="12952"/>
                  </a:lnTo>
                  <a:lnTo>
                    <a:pt x="88089" y="27008"/>
                  </a:lnTo>
                  <a:lnTo>
                    <a:pt x="91693" y="44221"/>
                  </a:lnTo>
                  <a:lnTo>
                    <a:pt x="88089" y="61434"/>
                  </a:lnTo>
                  <a:lnTo>
                    <a:pt x="78262" y="75490"/>
                  </a:lnTo>
                  <a:lnTo>
                    <a:pt x="63688" y="84967"/>
                  </a:lnTo>
                  <a:lnTo>
                    <a:pt x="45847" y="88442"/>
                  </a:lnTo>
                  <a:close/>
                </a:path>
              </a:pathLst>
            </a:custGeom>
            <a:solidFill>
              <a:srgbClr val="FFFFFF"/>
            </a:solidFill>
          </p:spPr>
          <p:txBody>
            <a:bodyPr wrap="square" lIns="0" tIns="0" rIns="0" bIns="0" rtlCol="0"/>
            <a:lstStyle/>
            <a:p>
              <a:endParaRPr/>
            </a:p>
          </p:txBody>
        </p:sp>
        <p:sp>
          <p:nvSpPr>
            <p:cNvPr id="25" name="object 25"/>
            <p:cNvSpPr/>
            <p:nvPr/>
          </p:nvSpPr>
          <p:spPr>
            <a:xfrm>
              <a:off x="1674507" y="1178382"/>
              <a:ext cx="92075" cy="88900"/>
            </a:xfrm>
            <a:custGeom>
              <a:avLst/>
              <a:gdLst/>
              <a:ahLst/>
              <a:cxnLst/>
              <a:rect l="l" t="t" r="r" b="b"/>
              <a:pathLst>
                <a:path w="92075" h="88900">
                  <a:moveTo>
                    <a:pt x="91693" y="44221"/>
                  </a:moveTo>
                  <a:lnTo>
                    <a:pt x="88089" y="61434"/>
                  </a:lnTo>
                  <a:lnTo>
                    <a:pt x="78262" y="75490"/>
                  </a:lnTo>
                  <a:lnTo>
                    <a:pt x="63688" y="84967"/>
                  </a:lnTo>
                  <a:lnTo>
                    <a:pt x="45847" y="88442"/>
                  </a:lnTo>
                  <a:lnTo>
                    <a:pt x="27999" y="84967"/>
                  </a:lnTo>
                  <a:lnTo>
                    <a:pt x="13427" y="75490"/>
                  </a:lnTo>
                  <a:lnTo>
                    <a:pt x="3602" y="61434"/>
                  </a:lnTo>
                  <a:lnTo>
                    <a:pt x="0" y="44221"/>
                  </a:lnTo>
                  <a:lnTo>
                    <a:pt x="3602" y="27008"/>
                  </a:lnTo>
                  <a:lnTo>
                    <a:pt x="13427" y="12952"/>
                  </a:lnTo>
                  <a:lnTo>
                    <a:pt x="27999" y="3475"/>
                  </a:lnTo>
                  <a:lnTo>
                    <a:pt x="45847" y="0"/>
                  </a:lnTo>
                  <a:lnTo>
                    <a:pt x="63688" y="3475"/>
                  </a:lnTo>
                  <a:lnTo>
                    <a:pt x="78262" y="12952"/>
                  </a:lnTo>
                  <a:lnTo>
                    <a:pt x="88089" y="27008"/>
                  </a:lnTo>
                  <a:lnTo>
                    <a:pt x="91693" y="44221"/>
                  </a:lnTo>
                </a:path>
              </a:pathLst>
            </a:custGeom>
            <a:ln w="18008">
              <a:solidFill>
                <a:srgbClr val="000000"/>
              </a:solidFill>
            </a:ln>
          </p:spPr>
          <p:txBody>
            <a:bodyPr wrap="square" lIns="0" tIns="0" rIns="0" bIns="0" rtlCol="0"/>
            <a:lstStyle/>
            <a:p>
              <a:endParaRPr/>
            </a:p>
          </p:txBody>
        </p:sp>
        <p:sp>
          <p:nvSpPr>
            <p:cNvPr id="26" name="object 26"/>
            <p:cNvSpPr/>
            <p:nvPr/>
          </p:nvSpPr>
          <p:spPr>
            <a:xfrm>
              <a:off x="1454442" y="1426032"/>
              <a:ext cx="92075" cy="88900"/>
            </a:xfrm>
            <a:custGeom>
              <a:avLst/>
              <a:gdLst/>
              <a:ahLst/>
              <a:cxnLst/>
              <a:rect l="l" t="t" r="r" b="b"/>
              <a:pathLst>
                <a:path w="92075" h="88900">
                  <a:moveTo>
                    <a:pt x="45846" y="88442"/>
                  </a:moveTo>
                  <a:lnTo>
                    <a:pt x="27999" y="84967"/>
                  </a:lnTo>
                  <a:lnTo>
                    <a:pt x="13427" y="75490"/>
                  </a:lnTo>
                  <a:lnTo>
                    <a:pt x="3602" y="61434"/>
                  </a:lnTo>
                  <a:lnTo>
                    <a:pt x="0" y="44221"/>
                  </a:lnTo>
                  <a:lnTo>
                    <a:pt x="3602" y="27008"/>
                  </a:lnTo>
                  <a:lnTo>
                    <a:pt x="13427" y="12952"/>
                  </a:lnTo>
                  <a:lnTo>
                    <a:pt x="27999" y="3475"/>
                  </a:lnTo>
                  <a:lnTo>
                    <a:pt x="45846" y="0"/>
                  </a:lnTo>
                  <a:lnTo>
                    <a:pt x="63694" y="3475"/>
                  </a:lnTo>
                  <a:lnTo>
                    <a:pt x="78266" y="12952"/>
                  </a:lnTo>
                  <a:lnTo>
                    <a:pt x="88091" y="27008"/>
                  </a:lnTo>
                  <a:lnTo>
                    <a:pt x="91693" y="44221"/>
                  </a:lnTo>
                  <a:lnTo>
                    <a:pt x="88091" y="61434"/>
                  </a:lnTo>
                  <a:lnTo>
                    <a:pt x="78266" y="75490"/>
                  </a:lnTo>
                  <a:lnTo>
                    <a:pt x="63694" y="84967"/>
                  </a:lnTo>
                  <a:lnTo>
                    <a:pt x="45846" y="88442"/>
                  </a:lnTo>
                  <a:close/>
                </a:path>
              </a:pathLst>
            </a:custGeom>
            <a:solidFill>
              <a:srgbClr val="FFFFFF"/>
            </a:solidFill>
          </p:spPr>
          <p:txBody>
            <a:bodyPr wrap="square" lIns="0" tIns="0" rIns="0" bIns="0" rtlCol="0"/>
            <a:lstStyle/>
            <a:p>
              <a:endParaRPr/>
            </a:p>
          </p:txBody>
        </p:sp>
        <p:sp>
          <p:nvSpPr>
            <p:cNvPr id="27" name="object 27"/>
            <p:cNvSpPr/>
            <p:nvPr/>
          </p:nvSpPr>
          <p:spPr>
            <a:xfrm>
              <a:off x="1454442" y="1426032"/>
              <a:ext cx="92075" cy="88900"/>
            </a:xfrm>
            <a:custGeom>
              <a:avLst/>
              <a:gdLst/>
              <a:ahLst/>
              <a:cxnLst/>
              <a:rect l="l" t="t" r="r" b="b"/>
              <a:pathLst>
                <a:path w="92075" h="88900">
                  <a:moveTo>
                    <a:pt x="91693" y="44221"/>
                  </a:moveTo>
                  <a:lnTo>
                    <a:pt x="88091" y="61434"/>
                  </a:lnTo>
                  <a:lnTo>
                    <a:pt x="78266" y="75490"/>
                  </a:lnTo>
                  <a:lnTo>
                    <a:pt x="63694" y="84967"/>
                  </a:lnTo>
                  <a:lnTo>
                    <a:pt x="45846" y="88442"/>
                  </a:lnTo>
                  <a:lnTo>
                    <a:pt x="27999" y="84967"/>
                  </a:lnTo>
                  <a:lnTo>
                    <a:pt x="13427" y="75490"/>
                  </a:lnTo>
                  <a:lnTo>
                    <a:pt x="3602" y="61434"/>
                  </a:lnTo>
                  <a:lnTo>
                    <a:pt x="0" y="44221"/>
                  </a:lnTo>
                  <a:lnTo>
                    <a:pt x="3602" y="27008"/>
                  </a:lnTo>
                  <a:lnTo>
                    <a:pt x="13427" y="12952"/>
                  </a:lnTo>
                  <a:lnTo>
                    <a:pt x="27999" y="3475"/>
                  </a:lnTo>
                  <a:lnTo>
                    <a:pt x="45846" y="0"/>
                  </a:lnTo>
                  <a:lnTo>
                    <a:pt x="63694" y="3475"/>
                  </a:lnTo>
                  <a:lnTo>
                    <a:pt x="78266" y="12952"/>
                  </a:lnTo>
                  <a:lnTo>
                    <a:pt x="88091" y="27008"/>
                  </a:lnTo>
                  <a:lnTo>
                    <a:pt x="91693" y="44221"/>
                  </a:lnTo>
                </a:path>
              </a:pathLst>
            </a:custGeom>
            <a:ln w="18008">
              <a:solidFill>
                <a:srgbClr val="000000"/>
              </a:solidFill>
            </a:ln>
          </p:spPr>
          <p:txBody>
            <a:bodyPr wrap="square" lIns="0" tIns="0" rIns="0" bIns="0" rtlCol="0"/>
            <a:lstStyle/>
            <a:p>
              <a:endParaRPr/>
            </a:p>
          </p:txBody>
        </p:sp>
        <p:pic>
          <p:nvPicPr>
            <p:cNvPr id="28" name="object 28"/>
            <p:cNvPicPr/>
            <p:nvPr/>
          </p:nvPicPr>
          <p:blipFill>
            <a:blip r:embed="rId2" cstate="print"/>
            <a:stretch>
              <a:fillRect/>
            </a:stretch>
          </p:blipFill>
          <p:spPr>
            <a:xfrm>
              <a:off x="1885556" y="1417027"/>
              <a:ext cx="109702" cy="106451"/>
            </a:xfrm>
            <a:prstGeom prst="rect">
              <a:avLst/>
            </a:prstGeom>
          </p:spPr>
        </p:pic>
        <p:sp>
          <p:nvSpPr>
            <p:cNvPr id="29" name="object 29"/>
            <p:cNvSpPr/>
            <p:nvPr/>
          </p:nvSpPr>
          <p:spPr>
            <a:xfrm>
              <a:off x="2554757" y="1426032"/>
              <a:ext cx="92075" cy="88900"/>
            </a:xfrm>
            <a:custGeom>
              <a:avLst/>
              <a:gdLst/>
              <a:ahLst/>
              <a:cxnLst/>
              <a:rect l="l" t="t" r="r" b="b"/>
              <a:pathLst>
                <a:path w="92075" h="88900">
                  <a:moveTo>
                    <a:pt x="45846" y="88442"/>
                  </a:moveTo>
                  <a:lnTo>
                    <a:pt x="27999" y="84967"/>
                  </a:lnTo>
                  <a:lnTo>
                    <a:pt x="13427" y="75490"/>
                  </a:lnTo>
                  <a:lnTo>
                    <a:pt x="3602" y="61434"/>
                  </a:lnTo>
                  <a:lnTo>
                    <a:pt x="0" y="44221"/>
                  </a:lnTo>
                  <a:lnTo>
                    <a:pt x="3602" y="27008"/>
                  </a:lnTo>
                  <a:lnTo>
                    <a:pt x="13427" y="12952"/>
                  </a:lnTo>
                  <a:lnTo>
                    <a:pt x="27999" y="3475"/>
                  </a:lnTo>
                  <a:lnTo>
                    <a:pt x="45846" y="0"/>
                  </a:lnTo>
                  <a:lnTo>
                    <a:pt x="63694" y="3475"/>
                  </a:lnTo>
                  <a:lnTo>
                    <a:pt x="78266" y="12952"/>
                  </a:lnTo>
                  <a:lnTo>
                    <a:pt x="88091" y="27008"/>
                  </a:lnTo>
                  <a:lnTo>
                    <a:pt x="91693" y="44221"/>
                  </a:lnTo>
                  <a:lnTo>
                    <a:pt x="88091" y="61434"/>
                  </a:lnTo>
                  <a:lnTo>
                    <a:pt x="78266" y="75490"/>
                  </a:lnTo>
                  <a:lnTo>
                    <a:pt x="63694" y="84967"/>
                  </a:lnTo>
                  <a:lnTo>
                    <a:pt x="45846" y="88442"/>
                  </a:lnTo>
                  <a:close/>
                </a:path>
              </a:pathLst>
            </a:custGeom>
            <a:solidFill>
              <a:srgbClr val="FFFFFF"/>
            </a:solidFill>
          </p:spPr>
          <p:txBody>
            <a:bodyPr wrap="square" lIns="0" tIns="0" rIns="0" bIns="0" rtlCol="0"/>
            <a:lstStyle/>
            <a:p>
              <a:endParaRPr/>
            </a:p>
          </p:txBody>
        </p:sp>
        <p:sp>
          <p:nvSpPr>
            <p:cNvPr id="30" name="object 30"/>
            <p:cNvSpPr/>
            <p:nvPr/>
          </p:nvSpPr>
          <p:spPr>
            <a:xfrm>
              <a:off x="2554757" y="1426032"/>
              <a:ext cx="92075" cy="88900"/>
            </a:xfrm>
            <a:custGeom>
              <a:avLst/>
              <a:gdLst/>
              <a:ahLst/>
              <a:cxnLst/>
              <a:rect l="l" t="t" r="r" b="b"/>
              <a:pathLst>
                <a:path w="92075" h="88900">
                  <a:moveTo>
                    <a:pt x="91693" y="44221"/>
                  </a:moveTo>
                  <a:lnTo>
                    <a:pt x="88091" y="61434"/>
                  </a:lnTo>
                  <a:lnTo>
                    <a:pt x="78266" y="75490"/>
                  </a:lnTo>
                  <a:lnTo>
                    <a:pt x="63694" y="84967"/>
                  </a:lnTo>
                  <a:lnTo>
                    <a:pt x="45846" y="88442"/>
                  </a:lnTo>
                  <a:lnTo>
                    <a:pt x="27999" y="84967"/>
                  </a:lnTo>
                  <a:lnTo>
                    <a:pt x="13427" y="75490"/>
                  </a:lnTo>
                  <a:lnTo>
                    <a:pt x="3602" y="61434"/>
                  </a:lnTo>
                  <a:lnTo>
                    <a:pt x="0" y="44221"/>
                  </a:lnTo>
                  <a:lnTo>
                    <a:pt x="3602" y="27008"/>
                  </a:lnTo>
                  <a:lnTo>
                    <a:pt x="13427" y="12952"/>
                  </a:lnTo>
                  <a:lnTo>
                    <a:pt x="27999" y="3475"/>
                  </a:lnTo>
                  <a:lnTo>
                    <a:pt x="45846" y="0"/>
                  </a:lnTo>
                  <a:lnTo>
                    <a:pt x="63694" y="3475"/>
                  </a:lnTo>
                  <a:lnTo>
                    <a:pt x="78266" y="12952"/>
                  </a:lnTo>
                  <a:lnTo>
                    <a:pt x="88091" y="27008"/>
                  </a:lnTo>
                  <a:lnTo>
                    <a:pt x="91693" y="44221"/>
                  </a:lnTo>
                </a:path>
              </a:pathLst>
            </a:custGeom>
            <a:ln w="18008">
              <a:solidFill>
                <a:srgbClr val="000000"/>
              </a:solidFill>
            </a:ln>
          </p:spPr>
          <p:txBody>
            <a:bodyPr wrap="square" lIns="0" tIns="0" rIns="0" bIns="0" rtlCol="0"/>
            <a:lstStyle/>
            <a:p>
              <a:endParaRPr/>
            </a:p>
          </p:txBody>
        </p:sp>
        <p:pic>
          <p:nvPicPr>
            <p:cNvPr id="31" name="object 31"/>
            <p:cNvPicPr/>
            <p:nvPr/>
          </p:nvPicPr>
          <p:blipFill>
            <a:blip r:embed="rId2" cstate="print"/>
            <a:stretch>
              <a:fillRect/>
            </a:stretch>
          </p:blipFill>
          <p:spPr>
            <a:xfrm>
              <a:off x="2985871" y="1417027"/>
              <a:ext cx="109702" cy="106451"/>
            </a:xfrm>
            <a:prstGeom prst="rect">
              <a:avLst/>
            </a:prstGeom>
          </p:spPr>
        </p:pic>
        <p:sp>
          <p:nvSpPr>
            <p:cNvPr id="32" name="object 32"/>
            <p:cNvSpPr/>
            <p:nvPr/>
          </p:nvSpPr>
          <p:spPr>
            <a:xfrm>
              <a:off x="2774823" y="1178382"/>
              <a:ext cx="92075" cy="88900"/>
            </a:xfrm>
            <a:custGeom>
              <a:avLst/>
              <a:gdLst/>
              <a:ahLst/>
              <a:cxnLst/>
              <a:rect l="l" t="t" r="r" b="b"/>
              <a:pathLst>
                <a:path w="92075" h="88900">
                  <a:moveTo>
                    <a:pt x="45846" y="88442"/>
                  </a:moveTo>
                  <a:lnTo>
                    <a:pt x="27999" y="84967"/>
                  </a:lnTo>
                  <a:lnTo>
                    <a:pt x="13427" y="75490"/>
                  </a:lnTo>
                  <a:lnTo>
                    <a:pt x="3602" y="61434"/>
                  </a:lnTo>
                  <a:lnTo>
                    <a:pt x="0" y="44221"/>
                  </a:lnTo>
                  <a:lnTo>
                    <a:pt x="3602" y="27008"/>
                  </a:lnTo>
                  <a:lnTo>
                    <a:pt x="13427" y="12952"/>
                  </a:lnTo>
                  <a:lnTo>
                    <a:pt x="27999" y="3475"/>
                  </a:lnTo>
                  <a:lnTo>
                    <a:pt x="45846" y="0"/>
                  </a:lnTo>
                  <a:lnTo>
                    <a:pt x="63688" y="3475"/>
                  </a:lnTo>
                  <a:lnTo>
                    <a:pt x="78262" y="12952"/>
                  </a:lnTo>
                  <a:lnTo>
                    <a:pt x="88089" y="27008"/>
                  </a:lnTo>
                  <a:lnTo>
                    <a:pt x="91693" y="44221"/>
                  </a:lnTo>
                  <a:lnTo>
                    <a:pt x="88089" y="61434"/>
                  </a:lnTo>
                  <a:lnTo>
                    <a:pt x="78262" y="75490"/>
                  </a:lnTo>
                  <a:lnTo>
                    <a:pt x="63688" y="84967"/>
                  </a:lnTo>
                  <a:lnTo>
                    <a:pt x="45846" y="88442"/>
                  </a:lnTo>
                  <a:close/>
                </a:path>
              </a:pathLst>
            </a:custGeom>
            <a:solidFill>
              <a:srgbClr val="FFFFFF"/>
            </a:solidFill>
          </p:spPr>
          <p:txBody>
            <a:bodyPr wrap="square" lIns="0" tIns="0" rIns="0" bIns="0" rtlCol="0"/>
            <a:lstStyle/>
            <a:p>
              <a:endParaRPr/>
            </a:p>
          </p:txBody>
        </p:sp>
        <p:sp>
          <p:nvSpPr>
            <p:cNvPr id="33" name="object 33"/>
            <p:cNvSpPr/>
            <p:nvPr/>
          </p:nvSpPr>
          <p:spPr>
            <a:xfrm>
              <a:off x="2774823" y="1178382"/>
              <a:ext cx="92075" cy="88900"/>
            </a:xfrm>
            <a:custGeom>
              <a:avLst/>
              <a:gdLst/>
              <a:ahLst/>
              <a:cxnLst/>
              <a:rect l="l" t="t" r="r" b="b"/>
              <a:pathLst>
                <a:path w="92075" h="88900">
                  <a:moveTo>
                    <a:pt x="91693" y="44221"/>
                  </a:moveTo>
                  <a:lnTo>
                    <a:pt x="88089" y="61434"/>
                  </a:lnTo>
                  <a:lnTo>
                    <a:pt x="78262" y="75490"/>
                  </a:lnTo>
                  <a:lnTo>
                    <a:pt x="63688" y="84967"/>
                  </a:lnTo>
                  <a:lnTo>
                    <a:pt x="45846" y="88442"/>
                  </a:lnTo>
                  <a:lnTo>
                    <a:pt x="27999" y="84967"/>
                  </a:lnTo>
                  <a:lnTo>
                    <a:pt x="13427" y="75490"/>
                  </a:lnTo>
                  <a:lnTo>
                    <a:pt x="3602" y="61434"/>
                  </a:lnTo>
                  <a:lnTo>
                    <a:pt x="0" y="44221"/>
                  </a:lnTo>
                  <a:lnTo>
                    <a:pt x="3602" y="27008"/>
                  </a:lnTo>
                  <a:lnTo>
                    <a:pt x="13427" y="12952"/>
                  </a:lnTo>
                  <a:lnTo>
                    <a:pt x="27999" y="3475"/>
                  </a:lnTo>
                  <a:lnTo>
                    <a:pt x="45846" y="0"/>
                  </a:lnTo>
                  <a:lnTo>
                    <a:pt x="63688" y="3475"/>
                  </a:lnTo>
                  <a:lnTo>
                    <a:pt x="78262" y="12952"/>
                  </a:lnTo>
                  <a:lnTo>
                    <a:pt x="88089" y="27008"/>
                  </a:lnTo>
                  <a:lnTo>
                    <a:pt x="91693" y="44221"/>
                  </a:lnTo>
                </a:path>
              </a:pathLst>
            </a:custGeom>
            <a:ln w="18008">
              <a:solidFill>
                <a:srgbClr val="000000"/>
              </a:solidFill>
            </a:ln>
          </p:spPr>
          <p:txBody>
            <a:bodyPr wrap="square" lIns="0" tIns="0" rIns="0" bIns="0" rtlCol="0"/>
            <a:lstStyle/>
            <a:p>
              <a:endParaRPr/>
            </a:p>
          </p:txBody>
        </p:sp>
        <p:sp>
          <p:nvSpPr>
            <p:cNvPr id="34" name="object 34"/>
            <p:cNvSpPr/>
            <p:nvPr/>
          </p:nvSpPr>
          <p:spPr>
            <a:xfrm>
              <a:off x="3655072" y="1426032"/>
              <a:ext cx="92075" cy="88900"/>
            </a:xfrm>
            <a:custGeom>
              <a:avLst/>
              <a:gdLst/>
              <a:ahLst/>
              <a:cxnLst/>
              <a:rect l="l" t="t" r="r" b="b"/>
              <a:pathLst>
                <a:path w="92075" h="88900">
                  <a:moveTo>
                    <a:pt x="45847" y="88442"/>
                  </a:moveTo>
                  <a:lnTo>
                    <a:pt x="27999" y="84967"/>
                  </a:lnTo>
                  <a:lnTo>
                    <a:pt x="13427" y="75490"/>
                  </a:lnTo>
                  <a:lnTo>
                    <a:pt x="3602" y="61434"/>
                  </a:lnTo>
                  <a:lnTo>
                    <a:pt x="0" y="44221"/>
                  </a:lnTo>
                  <a:lnTo>
                    <a:pt x="3602" y="27008"/>
                  </a:lnTo>
                  <a:lnTo>
                    <a:pt x="13427" y="12952"/>
                  </a:lnTo>
                  <a:lnTo>
                    <a:pt x="27999" y="3475"/>
                  </a:lnTo>
                  <a:lnTo>
                    <a:pt x="45847" y="0"/>
                  </a:lnTo>
                  <a:lnTo>
                    <a:pt x="63694" y="3475"/>
                  </a:lnTo>
                  <a:lnTo>
                    <a:pt x="78266" y="12952"/>
                  </a:lnTo>
                  <a:lnTo>
                    <a:pt x="88091" y="27008"/>
                  </a:lnTo>
                  <a:lnTo>
                    <a:pt x="91694" y="44221"/>
                  </a:lnTo>
                  <a:lnTo>
                    <a:pt x="88091" y="61434"/>
                  </a:lnTo>
                  <a:lnTo>
                    <a:pt x="78266" y="75490"/>
                  </a:lnTo>
                  <a:lnTo>
                    <a:pt x="63694" y="84967"/>
                  </a:lnTo>
                  <a:lnTo>
                    <a:pt x="45847" y="88442"/>
                  </a:lnTo>
                  <a:close/>
                </a:path>
              </a:pathLst>
            </a:custGeom>
            <a:solidFill>
              <a:srgbClr val="FFFFFF"/>
            </a:solidFill>
          </p:spPr>
          <p:txBody>
            <a:bodyPr wrap="square" lIns="0" tIns="0" rIns="0" bIns="0" rtlCol="0"/>
            <a:lstStyle/>
            <a:p>
              <a:endParaRPr/>
            </a:p>
          </p:txBody>
        </p:sp>
        <p:sp>
          <p:nvSpPr>
            <p:cNvPr id="35" name="object 35"/>
            <p:cNvSpPr/>
            <p:nvPr/>
          </p:nvSpPr>
          <p:spPr>
            <a:xfrm>
              <a:off x="3655072" y="1426032"/>
              <a:ext cx="92075" cy="88900"/>
            </a:xfrm>
            <a:custGeom>
              <a:avLst/>
              <a:gdLst/>
              <a:ahLst/>
              <a:cxnLst/>
              <a:rect l="l" t="t" r="r" b="b"/>
              <a:pathLst>
                <a:path w="92075" h="88900">
                  <a:moveTo>
                    <a:pt x="91694" y="44221"/>
                  </a:moveTo>
                  <a:lnTo>
                    <a:pt x="88091" y="61434"/>
                  </a:lnTo>
                  <a:lnTo>
                    <a:pt x="78266" y="75490"/>
                  </a:lnTo>
                  <a:lnTo>
                    <a:pt x="63694" y="84967"/>
                  </a:lnTo>
                  <a:lnTo>
                    <a:pt x="45847" y="88442"/>
                  </a:lnTo>
                  <a:lnTo>
                    <a:pt x="27999" y="84967"/>
                  </a:lnTo>
                  <a:lnTo>
                    <a:pt x="13427" y="75490"/>
                  </a:lnTo>
                  <a:lnTo>
                    <a:pt x="3602" y="61434"/>
                  </a:lnTo>
                  <a:lnTo>
                    <a:pt x="0" y="44221"/>
                  </a:lnTo>
                  <a:lnTo>
                    <a:pt x="3602" y="27008"/>
                  </a:lnTo>
                  <a:lnTo>
                    <a:pt x="13427" y="12952"/>
                  </a:lnTo>
                  <a:lnTo>
                    <a:pt x="27999" y="3475"/>
                  </a:lnTo>
                  <a:lnTo>
                    <a:pt x="45847" y="0"/>
                  </a:lnTo>
                  <a:lnTo>
                    <a:pt x="63694" y="3475"/>
                  </a:lnTo>
                  <a:lnTo>
                    <a:pt x="78266" y="12952"/>
                  </a:lnTo>
                  <a:lnTo>
                    <a:pt x="88091" y="27008"/>
                  </a:lnTo>
                  <a:lnTo>
                    <a:pt x="91694" y="44221"/>
                  </a:lnTo>
                </a:path>
              </a:pathLst>
            </a:custGeom>
            <a:ln w="18008">
              <a:solidFill>
                <a:srgbClr val="000000"/>
              </a:solidFill>
            </a:ln>
          </p:spPr>
          <p:txBody>
            <a:bodyPr wrap="square" lIns="0" tIns="0" rIns="0" bIns="0" rtlCol="0"/>
            <a:lstStyle/>
            <a:p>
              <a:endParaRPr/>
            </a:p>
          </p:txBody>
        </p:sp>
        <p:pic>
          <p:nvPicPr>
            <p:cNvPr id="36" name="object 36"/>
            <p:cNvPicPr/>
            <p:nvPr/>
          </p:nvPicPr>
          <p:blipFill>
            <a:blip r:embed="rId2" cstate="print"/>
            <a:stretch>
              <a:fillRect/>
            </a:stretch>
          </p:blipFill>
          <p:spPr>
            <a:xfrm>
              <a:off x="4086187" y="1417027"/>
              <a:ext cx="109702" cy="106451"/>
            </a:xfrm>
            <a:prstGeom prst="rect">
              <a:avLst/>
            </a:prstGeom>
          </p:spPr>
        </p:pic>
        <p:sp>
          <p:nvSpPr>
            <p:cNvPr id="37" name="object 37"/>
            <p:cNvSpPr/>
            <p:nvPr/>
          </p:nvSpPr>
          <p:spPr>
            <a:xfrm>
              <a:off x="3875138" y="1178382"/>
              <a:ext cx="92075" cy="88900"/>
            </a:xfrm>
            <a:custGeom>
              <a:avLst/>
              <a:gdLst/>
              <a:ahLst/>
              <a:cxnLst/>
              <a:rect l="l" t="t" r="r" b="b"/>
              <a:pathLst>
                <a:path w="92075" h="88900">
                  <a:moveTo>
                    <a:pt x="45846" y="88442"/>
                  </a:moveTo>
                  <a:lnTo>
                    <a:pt x="27999" y="84967"/>
                  </a:lnTo>
                  <a:lnTo>
                    <a:pt x="13427" y="75490"/>
                  </a:lnTo>
                  <a:lnTo>
                    <a:pt x="3602" y="61434"/>
                  </a:lnTo>
                  <a:lnTo>
                    <a:pt x="0" y="44221"/>
                  </a:lnTo>
                  <a:lnTo>
                    <a:pt x="3602" y="27008"/>
                  </a:lnTo>
                  <a:lnTo>
                    <a:pt x="13427" y="12952"/>
                  </a:lnTo>
                  <a:lnTo>
                    <a:pt x="27999" y="3475"/>
                  </a:lnTo>
                  <a:lnTo>
                    <a:pt x="45846" y="0"/>
                  </a:lnTo>
                  <a:lnTo>
                    <a:pt x="63688" y="3475"/>
                  </a:lnTo>
                  <a:lnTo>
                    <a:pt x="78262" y="12952"/>
                  </a:lnTo>
                  <a:lnTo>
                    <a:pt x="88089" y="27008"/>
                  </a:lnTo>
                  <a:lnTo>
                    <a:pt x="91693" y="44221"/>
                  </a:lnTo>
                  <a:lnTo>
                    <a:pt x="88089" y="61434"/>
                  </a:lnTo>
                  <a:lnTo>
                    <a:pt x="78262" y="75490"/>
                  </a:lnTo>
                  <a:lnTo>
                    <a:pt x="63688" y="84967"/>
                  </a:lnTo>
                  <a:lnTo>
                    <a:pt x="45846" y="88442"/>
                  </a:lnTo>
                  <a:close/>
                </a:path>
              </a:pathLst>
            </a:custGeom>
            <a:solidFill>
              <a:srgbClr val="FFFFFF"/>
            </a:solidFill>
          </p:spPr>
          <p:txBody>
            <a:bodyPr wrap="square" lIns="0" tIns="0" rIns="0" bIns="0" rtlCol="0"/>
            <a:lstStyle/>
            <a:p>
              <a:endParaRPr/>
            </a:p>
          </p:txBody>
        </p:sp>
        <p:sp>
          <p:nvSpPr>
            <p:cNvPr id="38" name="object 38"/>
            <p:cNvSpPr/>
            <p:nvPr/>
          </p:nvSpPr>
          <p:spPr>
            <a:xfrm>
              <a:off x="3875138" y="1178382"/>
              <a:ext cx="92075" cy="88900"/>
            </a:xfrm>
            <a:custGeom>
              <a:avLst/>
              <a:gdLst/>
              <a:ahLst/>
              <a:cxnLst/>
              <a:rect l="l" t="t" r="r" b="b"/>
              <a:pathLst>
                <a:path w="92075" h="88900">
                  <a:moveTo>
                    <a:pt x="91693" y="44221"/>
                  </a:moveTo>
                  <a:lnTo>
                    <a:pt x="88089" y="61434"/>
                  </a:lnTo>
                  <a:lnTo>
                    <a:pt x="78262" y="75490"/>
                  </a:lnTo>
                  <a:lnTo>
                    <a:pt x="63688" y="84967"/>
                  </a:lnTo>
                  <a:lnTo>
                    <a:pt x="45846" y="88442"/>
                  </a:lnTo>
                  <a:lnTo>
                    <a:pt x="27999" y="84967"/>
                  </a:lnTo>
                  <a:lnTo>
                    <a:pt x="13427" y="75490"/>
                  </a:lnTo>
                  <a:lnTo>
                    <a:pt x="3602" y="61434"/>
                  </a:lnTo>
                  <a:lnTo>
                    <a:pt x="0" y="44221"/>
                  </a:lnTo>
                  <a:lnTo>
                    <a:pt x="3602" y="27008"/>
                  </a:lnTo>
                  <a:lnTo>
                    <a:pt x="13427" y="12952"/>
                  </a:lnTo>
                  <a:lnTo>
                    <a:pt x="27999" y="3475"/>
                  </a:lnTo>
                  <a:lnTo>
                    <a:pt x="45846" y="0"/>
                  </a:lnTo>
                  <a:lnTo>
                    <a:pt x="63688" y="3475"/>
                  </a:lnTo>
                  <a:lnTo>
                    <a:pt x="78262" y="12952"/>
                  </a:lnTo>
                  <a:lnTo>
                    <a:pt x="88089" y="27008"/>
                  </a:lnTo>
                  <a:lnTo>
                    <a:pt x="91693" y="44221"/>
                  </a:lnTo>
                </a:path>
              </a:pathLst>
            </a:custGeom>
            <a:ln w="18008">
              <a:solidFill>
                <a:srgbClr val="000000"/>
              </a:solidFill>
            </a:ln>
          </p:spPr>
          <p:txBody>
            <a:bodyPr wrap="square" lIns="0" tIns="0" rIns="0" bIns="0" rtlCol="0"/>
            <a:lstStyle/>
            <a:p>
              <a:endParaRPr/>
            </a:p>
          </p:txBody>
        </p:sp>
        <p:sp>
          <p:nvSpPr>
            <p:cNvPr id="39" name="object 39"/>
            <p:cNvSpPr/>
            <p:nvPr/>
          </p:nvSpPr>
          <p:spPr>
            <a:xfrm>
              <a:off x="4755388" y="1426032"/>
              <a:ext cx="92075" cy="88900"/>
            </a:xfrm>
            <a:custGeom>
              <a:avLst/>
              <a:gdLst/>
              <a:ahLst/>
              <a:cxnLst/>
              <a:rect l="l" t="t" r="r" b="b"/>
              <a:pathLst>
                <a:path w="92075" h="88900">
                  <a:moveTo>
                    <a:pt x="45847" y="88442"/>
                  </a:moveTo>
                  <a:lnTo>
                    <a:pt x="27999" y="84967"/>
                  </a:lnTo>
                  <a:lnTo>
                    <a:pt x="13427" y="75490"/>
                  </a:lnTo>
                  <a:lnTo>
                    <a:pt x="3602" y="61434"/>
                  </a:lnTo>
                  <a:lnTo>
                    <a:pt x="0" y="44221"/>
                  </a:lnTo>
                  <a:lnTo>
                    <a:pt x="3602" y="27008"/>
                  </a:lnTo>
                  <a:lnTo>
                    <a:pt x="13427" y="12952"/>
                  </a:lnTo>
                  <a:lnTo>
                    <a:pt x="27999" y="3475"/>
                  </a:lnTo>
                  <a:lnTo>
                    <a:pt x="45847" y="0"/>
                  </a:lnTo>
                  <a:lnTo>
                    <a:pt x="63694" y="3475"/>
                  </a:lnTo>
                  <a:lnTo>
                    <a:pt x="78266" y="12952"/>
                  </a:lnTo>
                  <a:lnTo>
                    <a:pt x="88091" y="27008"/>
                  </a:lnTo>
                  <a:lnTo>
                    <a:pt x="91694" y="44221"/>
                  </a:lnTo>
                  <a:lnTo>
                    <a:pt x="88091" y="61434"/>
                  </a:lnTo>
                  <a:lnTo>
                    <a:pt x="78266" y="75490"/>
                  </a:lnTo>
                  <a:lnTo>
                    <a:pt x="63694" y="84967"/>
                  </a:lnTo>
                  <a:lnTo>
                    <a:pt x="45847" y="88442"/>
                  </a:lnTo>
                  <a:close/>
                </a:path>
              </a:pathLst>
            </a:custGeom>
            <a:solidFill>
              <a:srgbClr val="FFFFFF"/>
            </a:solidFill>
          </p:spPr>
          <p:txBody>
            <a:bodyPr wrap="square" lIns="0" tIns="0" rIns="0" bIns="0" rtlCol="0"/>
            <a:lstStyle/>
            <a:p>
              <a:endParaRPr/>
            </a:p>
          </p:txBody>
        </p:sp>
        <p:sp>
          <p:nvSpPr>
            <p:cNvPr id="40" name="object 40"/>
            <p:cNvSpPr/>
            <p:nvPr/>
          </p:nvSpPr>
          <p:spPr>
            <a:xfrm>
              <a:off x="4755388" y="1426032"/>
              <a:ext cx="92075" cy="88900"/>
            </a:xfrm>
            <a:custGeom>
              <a:avLst/>
              <a:gdLst/>
              <a:ahLst/>
              <a:cxnLst/>
              <a:rect l="l" t="t" r="r" b="b"/>
              <a:pathLst>
                <a:path w="92075" h="88900">
                  <a:moveTo>
                    <a:pt x="91694" y="44221"/>
                  </a:moveTo>
                  <a:lnTo>
                    <a:pt x="88091" y="61434"/>
                  </a:lnTo>
                  <a:lnTo>
                    <a:pt x="78266" y="75490"/>
                  </a:lnTo>
                  <a:lnTo>
                    <a:pt x="63694" y="84967"/>
                  </a:lnTo>
                  <a:lnTo>
                    <a:pt x="45847" y="88442"/>
                  </a:lnTo>
                  <a:lnTo>
                    <a:pt x="27999" y="84967"/>
                  </a:lnTo>
                  <a:lnTo>
                    <a:pt x="13427" y="75490"/>
                  </a:lnTo>
                  <a:lnTo>
                    <a:pt x="3602" y="61434"/>
                  </a:lnTo>
                  <a:lnTo>
                    <a:pt x="0" y="44221"/>
                  </a:lnTo>
                  <a:lnTo>
                    <a:pt x="3602" y="27008"/>
                  </a:lnTo>
                  <a:lnTo>
                    <a:pt x="13427" y="12952"/>
                  </a:lnTo>
                  <a:lnTo>
                    <a:pt x="27999" y="3475"/>
                  </a:lnTo>
                  <a:lnTo>
                    <a:pt x="45847" y="0"/>
                  </a:lnTo>
                  <a:lnTo>
                    <a:pt x="63694" y="3475"/>
                  </a:lnTo>
                  <a:lnTo>
                    <a:pt x="78266" y="12952"/>
                  </a:lnTo>
                  <a:lnTo>
                    <a:pt x="88091" y="27008"/>
                  </a:lnTo>
                  <a:lnTo>
                    <a:pt x="91694" y="44221"/>
                  </a:lnTo>
                </a:path>
              </a:pathLst>
            </a:custGeom>
            <a:ln w="18008">
              <a:solidFill>
                <a:srgbClr val="000000"/>
              </a:solidFill>
            </a:ln>
          </p:spPr>
          <p:txBody>
            <a:bodyPr wrap="square" lIns="0" tIns="0" rIns="0" bIns="0" rtlCol="0"/>
            <a:lstStyle/>
            <a:p>
              <a:endParaRPr/>
            </a:p>
          </p:txBody>
        </p:sp>
        <p:pic>
          <p:nvPicPr>
            <p:cNvPr id="41" name="object 41"/>
            <p:cNvPicPr/>
            <p:nvPr/>
          </p:nvPicPr>
          <p:blipFill>
            <a:blip r:embed="rId2" cstate="print"/>
            <a:stretch>
              <a:fillRect/>
            </a:stretch>
          </p:blipFill>
          <p:spPr>
            <a:xfrm>
              <a:off x="5186502" y="1417027"/>
              <a:ext cx="109702" cy="106451"/>
            </a:xfrm>
            <a:prstGeom prst="rect">
              <a:avLst/>
            </a:prstGeom>
          </p:spPr>
        </p:pic>
        <p:sp>
          <p:nvSpPr>
            <p:cNvPr id="42" name="object 42"/>
            <p:cNvSpPr/>
            <p:nvPr/>
          </p:nvSpPr>
          <p:spPr>
            <a:xfrm>
              <a:off x="4975453" y="1178382"/>
              <a:ext cx="92075" cy="88900"/>
            </a:xfrm>
            <a:custGeom>
              <a:avLst/>
              <a:gdLst/>
              <a:ahLst/>
              <a:cxnLst/>
              <a:rect l="l" t="t" r="r" b="b"/>
              <a:pathLst>
                <a:path w="92075" h="88900">
                  <a:moveTo>
                    <a:pt x="45847" y="88442"/>
                  </a:moveTo>
                  <a:lnTo>
                    <a:pt x="27999" y="84967"/>
                  </a:lnTo>
                  <a:lnTo>
                    <a:pt x="13427" y="75490"/>
                  </a:lnTo>
                  <a:lnTo>
                    <a:pt x="3602" y="61434"/>
                  </a:lnTo>
                  <a:lnTo>
                    <a:pt x="0" y="44221"/>
                  </a:lnTo>
                  <a:lnTo>
                    <a:pt x="3602" y="27008"/>
                  </a:lnTo>
                  <a:lnTo>
                    <a:pt x="13427" y="12952"/>
                  </a:lnTo>
                  <a:lnTo>
                    <a:pt x="27999" y="3475"/>
                  </a:lnTo>
                  <a:lnTo>
                    <a:pt x="45847" y="0"/>
                  </a:lnTo>
                  <a:lnTo>
                    <a:pt x="63688" y="3475"/>
                  </a:lnTo>
                  <a:lnTo>
                    <a:pt x="78262" y="12952"/>
                  </a:lnTo>
                  <a:lnTo>
                    <a:pt x="88089" y="27008"/>
                  </a:lnTo>
                  <a:lnTo>
                    <a:pt x="91694" y="44221"/>
                  </a:lnTo>
                  <a:lnTo>
                    <a:pt x="88089" y="61434"/>
                  </a:lnTo>
                  <a:lnTo>
                    <a:pt x="78262" y="75490"/>
                  </a:lnTo>
                  <a:lnTo>
                    <a:pt x="63688" y="84967"/>
                  </a:lnTo>
                  <a:lnTo>
                    <a:pt x="45847" y="88442"/>
                  </a:lnTo>
                  <a:close/>
                </a:path>
              </a:pathLst>
            </a:custGeom>
            <a:solidFill>
              <a:srgbClr val="FFFFFF"/>
            </a:solidFill>
          </p:spPr>
          <p:txBody>
            <a:bodyPr wrap="square" lIns="0" tIns="0" rIns="0" bIns="0" rtlCol="0"/>
            <a:lstStyle/>
            <a:p>
              <a:endParaRPr/>
            </a:p>
          </p:txBody>
        </p:sp>
        <p:sp>
          <p:nvSpPr>
            <p:cNvPr id="43" name="object 43"/>
            <p:cNvSpPr/>
            <p:nvPr/>
          </p:nvSpPr>
          <p:spPr>
            <a:xfrm>
              <a:off x="4975453" y="1178382"/>
              <a:ext cx="92075" cy="88900"/>
            </a:xfrm>
            <a:custGeom>
              <a:avLst/>
              <a:gdLst/>
              <a:ahLst/>
              <a:cxnLst/>
              <a:rect l="l" t="t" r="r" b="b"/>
              <a:pathLst>
                <a:path w="92075" h="88900">
                  <a:moveTo>
                    <a:pt x="91694" y="44221"/>
                  </a:moveTo>
                  <a:lnTo>
                    <a:pt x="88089" y="61434"/>
                  </a:lnTo>
                  <a:lnTo>
                    <a:pt x="78262" y="75490"/>
                  </a:lnTo>
                  <a:lnTo>
                    <a:pt x="63688" y="84967"/>
                  </a:lnTo>
                  <a:lnTo>
                    <a:pt x="45847" y="88442"/>
                  </a:lnTo>
                  <a:lnTo>
                    <a:pt x="27999" y="84967"/>
                  </a:lnTo>
                  <a:lnTo>
                    <a:pt x="13427" y="75490"/>
                  </a:lnTo>
                  <a:lnTo>
                    <a:pt x="3602" y="61434"/>
                  </a:lnTo>
                  <a:lnTo>
                    <a:pt x="0" y="44221"/>
                  </a:lnTo>
                  <a:lnTo>
                    <a:pt x="3602" y="27008"/>
                  </a:lnTo>
                  <a:lnTo>
                    <a:pt x="13427" y="12952"/>
                  </a:lnTo>
                  <a:lnTo>
                    <a:pt x="27999" y="3475"/>
                  </a:lnTo>
                  <a:lnTo>
                    <a:pt x="45847" y="0"/>
                  </a:lnTo>
                  <a:lnTo>
                    <a:pt x="63688" y="3475"/>
                  </a:lnTo>
                  <a:lnTo>
                    <a:pt x="78262" y="12952"/>
                  </a:lnTo>
                  <a:lnTo>
                    <a:pt x="88089" y="27008"/>
                  </a:lnTo>
                  <a:lnTo>
                    <a:pt x="91694" y="44221"/>
                  </a:lnTo>
                </a:path>
              </a:pathLst>
            </a:custGeom>
            <a:ln w="18008">
              <a:solidFill>
                <a:srgbClr val="000000"/>
              </a:solidFill>
            </a:ln>
          </p:spPr>
          <p:txBody>
            <a:bodyPr wrap="square" lIns="0" tIns="0" rIns="0" bIns="0" rtlCol="0"/>
            <a:lstStyle/>
            <a:p>
              <a:endParaRPr/>
            </a:p>
          </p:txBody>
        </p:sp>
        <p:pic>
          <p:nvPicPr>
            <p:cNvPr id="44" name="object 44"/>
            <p:cNvPicPr/>
            <p:nvPr/>
          </p:nvPicPr>
          <p:blipFill>
            <a:blip r:embed="rId3" cstate="print"/>
            <a:stretch>
              <a:fillRect/>
            </a:stretch>
          </p:blipFill>
          <p:spPr>
            <a:xfrm>
              <a:off x="8304072" y="2036152"/>
              <a:ext cx="109702" cy="106451"/>
            </a:xfrm>
            <a:prstGeom prst="rect">
              <a:avLst/>
            </a:prstGeom>
          </p:spPr>
        </p:pic>
        <p:pic>
          <p:nvPicPr>
            <p:cNvPr id="45" name="object 45"/>
            <p:cNvPicPr/>
            <p:nvPr/>
          </p:nvPicPr>
          <p:blipFill>
            <a:blip r:embed="rId4" cstate="print"/>
            <a:stretch>
              <a:fillRect/>
            </a:stretch>
          </p:blipFill>
          <p:spPr>
            <a:xfrm>
              <a:off x="1665503" y="284911"/>
              <a:ext cx="109702" cy="106451"/>
            </a:xfrm>
            <a:prstGeom prst="rect">
              <a:avLst/>
            </a:prstGeom>
          </p:spPr>
        </p:pic>
        <p:pic>
          <p:nvPicPr>
            <p:cNvPr id="46" name="object 46"/>
            <p:cNvPicPr/>
            <p:nvPr/>
          </p:nvPicPr>
          <p:blipFill>
            <a:blip r:embed="rId4" cstate="print"/>
            <a:stretch>
              <a:fillRect/>
            </a:stretch>
          </p:blipFill>
          <p:spPr>
            <a:xfrm>
              <a:off x="2765818" y="284911"/>
              <a:ext cx="109702" cy="106451"/>
            </a:xfrm>
            <a:prstGeom prst="rect">
              <a:avLst/>
            </a:prstGeom>
          </p:spPr>
        </p:pic>
        <p:pic>
          <p:nvPicPr>
            <p:cNvPr id="47" name="object 47"/>
            <p:cNvPicPr/>
            <p:nvPr/>
          </p:nvPicPr>
          <p:blipFill>
            <a:blip r:embed="rId4" cstate="print"/>
            <a:stretch>
              <a:fillRect/>
            </a:stretch>
          </p:blipFill>
          <p:spPr>
            <a:xfrm>
              <a:off x="3866134" y="284911"/>
              <a:ext cx="109702" cy="106451"/>
            </a:xfrm>
            <a:prstGeom prst="rect">
              <a:avLst/>
            </a:prstGeom>
          </p:spPr>
        </p:pic>
        <p:pic>
          <p:nvPicPr>
            <p:cNvPr id="48" name="object 48"/>
            <p:cNvPicPr/>
            <p:nvPr/>
          </p:nvPicPr>
          <p:blipFill>
            <a:blip r:embed="rId4" cstate="print"/>
            <a:stretch>
              <a:fillRect/>
            </a:stretch>
          </p:blipFill>
          <p:spPr>
            <a:xfrm>
              <a:off x="2985871" y="1753120"/>
              <a:ext cx="109702" cy="106451"/>
            </a:xfrm>
            <a:prstGeom prst="rect">
              <a:avLst/>
            </a:prstGeom>
          </p:spPr>
        </p:pic>
        <p:pic>
          <p:nvPicPr>
            <p:cNvPr id="49" name="object 49"/>
            <p:cNvPicPr/>
            <p:nvPr/>
          </p:nvPicPr>
          <p:blipFill>
            <a:blip r:embed="rId5" cstate="print"/>
            <a:stretch>
              <a:fillRect/>
            </a:stretch>
          </p:blipFill>
          <p:spPr>
            <a:xfrm>
              <a:off x="2545753" y="2301494"/>
              <a:ext cx="109702" cy="106451"/>
            </a:xfrm>
            <a:prstGeom prst="rect">
              <a:avLst/>
            </a:prstGeom>
          </p:spPr>
        </p:pic>
        <p:pic>
          <p:nvPicPr>
            <p:cNvPr id="50" name="object 50"/>
            <p:cNvPicPr/>
            <p:nvPr/>
          </p:nvPicPr>
          <p:blipFill>
            <a:blip r:embed="rId5" cstate="print"/>
            <a:stretch>
              <a:fillRect/>
            </a:stretch>
          </p:blipFill>
          <p:spPr>
            <a:xfrm>
              <a:off x="3646068" y="2301494"/>
              <a:ext cx="109702" cy="106451"/>
            </a:xfrm>
            <a:prstGeom prst="rect">
              <a:avLst/>
            </a:prstGeom>
          </p:spPr>
        </p:pic>
        <p:pic>
          <p:nvPicPr>
            <p:cNvPr id="51" name="object 51"/>
            <p:cNvPicPr/>
            <p:nvPr/>
          </p:nvPicPr>
          <p:blipFill>
            <a:blip r:embed="rId4" cstate="print"/>
            <a:stretch>
              <a:fillRect/>
            </a:stretch>
          </p:blipFill>
          <p:spPr>
            <a:xfrm>
              <a:off x="4086187" y="1753120"/>
              <a:ext cx="109702" cy="106451"/>
            </a:xfrm>
            <a:prstGeom prst="rect">
              <a:avLst/>
            </a:prstGeom>
          </p:spPr>
        </p:pic>
        <p:pic>
          <p:nvPicPr>
            <p:cNvPr id="52" name="object 52"/>
            <p:cNvPicPr/>
            <p:nvPr/>
          </p:nvPicPr>
          <p:blipFill>
            <a:blip r:embed="rId5" cstate="print"/>
            <a:stretch>
              <a:fillRect/>
            </a:stretch>
          </p:blipFill>
          <p:spPr>
            <a:xfrm>
              <a:off x="4746383" y="2301494"/>
              <a:ext cx="109702" cy="106451"/>
            </a:xfrm>
            <a:prstGeom prst="rect">
              <a:avLst/>
            </a:prstGeom>
          </p:spPr>
        </p:pic>
        <p:pic>
          <p:nvPicPr>
            <p:cNvPr id="53" name="object 53"/>
            <p:cNvPicPr/>
            <p:nvPr/>
          </p:nvPicPr>
          <p:blipFill>
            <a:blip r:embed="rId4" cstate="print"/>
            <a:stretch>
              <a:fillRect/>
            </a:stretch>
          </p:blipFill>
          <p:spPr>
            <a:xfrm>
              <a:off x="5186502" y="1753120"/>
              <a:ext cx="109702" cy="106451"/>
            </a:xfrm>
            <a:prstGeom prst="rect">
              <a:avLst/>
            </a:prstGeom>
          </p:spPr>
        </p:pic>
        <p:pic>
          <p:nvPicPr>
            <p:cNvPr id="54" name="object 54"/>
            <p:cNvPicPr/>
            <p:nvPr/>
          </p:nvPicPr>
          <p:blipFill>
            <a:blip r:embed="rId4" cstate="print"/>
            <a:stretch>
              <a:fillRect/>
            </a:stretch>
          </p:blipFill>
          <p:spPr>
            <a:xfrm>
              <a:off x="6396850" y="1753120"/>
              <a:ext cx="109702" cy="106451"/>
            </a:xfrm>
            <a:prstGeom prst="rect">
              <a:avLst/>
            </a:prstGeom>
          </p:spPr>
        </p:pic>
        <p:pic>
          <p:nvPicPr>
            <p:cNvPr id="55" name="object 55"/>
            <p:cNvPicPr/>
            <p:nvPr/>
          </p:nvPicPr>
          <p:blipFill>
            <a:blip r:embed="rId5" cstate="print"/>
            <a:stretch>
              <a:fillRect/>
            </a:stretch>
          </p:blipFill>
          <p:spPr>
            <a:xfrm>
              <a:off x="6415189" y="2301494"/>
              <a:ext cx="109702" cy="106451"/>
            </a:xfrm>
            <a:prstGeom prst="rect">
              <a:avLst/>
            </a:prstGeom>
          </p:spPr>
        </p:pic>
        <p:pic>
          <p:nvPicPr>
            <p:cNvPr id="56" name="object 56"/>
            <p:cNvPicPr/>
            <p:nvPr/>
          </p:nvPicPr>
          <p:blipFill>
            <a:blip r:embed="rId4" cstate="print"/>
            <a:stretch>
              <a:fillRect/>
            </a:stretch>
          </p:blipFill>
          <p:spPr>
            <a:xfrm>
              <a:off x="7937296" y="2036152"/>
              <a:ext cx="109702" cy="106451"/>
            </a:xfrm>
            <a:prstGeom prst="rect">
              <a:avLst/>
            </a:prstGeom>
          </p:spPr>
        </p:pic>
        <p:sp>
          <p:nvSpPr>
            <p:cNvPr id="57" name="object 57"/>
            <p:cNvSpPr/>
            <p:nvPr/>
          </p:nvSpPr>
          <p:spPr>
            <a:xfrm>
              <a:off x="1491119" y="506183"/>
              <a:ext cx="3521075" cy="920115"/>
            </a:xfrm>
            <a:custGeom>
              <a:avLst/>
              <a:gdLst/>
              <a:ahLst/>
              <a:cxnLst/>
              <a:rect l="l" t="t" r="r" b="b"/>
              <a:pathLst>
                <a:path w="3521075" h="920115">
                  <a:moveTo>
                    <a:pt x="3521011" y="742950"/>
                  </a:moveTo>
                  <a:lnTo>
                    <a:pt x="3300945" y="919848"/>
                  </a:lnTo>
                </a:path>
                <a:path w="3521075" h="920115">
                  <a:moveTo>
                    <a:pt x="2420696" y="742950"/>
                  </a:moveTo>
                  <a:lnTo>
                    <a:pt x="2200630" y="919848"/>
                  </a:lnTo>
                </a:path>
                <a:path w="3521075" h="920115">
                  <a:moveTo>
                    <a:pt x="1320380" y="742950"/>
                  </a:moveTo>
                  <a:lnTo>
                    <a:pt x="1100315" y="919848"/>
                  </a:lnTo>
                </a:path>
                <a:path w="3521075" h="920115">
                  <a:moveTo>
                    <a:pt x="220065" y="742950"/>
                  </a:moveTo>
                  <a:lnTo>
                    <a:pt x="0" y="919848"/>
                  </a:lnTo>
                </a:path>
                <a:path w="3521075" h="920115">
                  <a:moveTo>
                    <a:pt x="440118" y="0"/>
                  </a:moveTo>
                  <a:lnTo>
                    <a:pt x="440118" y="283032"/>
                  </a:lnTo>
                </a:path>
              </a:pathLst>
            </a:custGeom>
            <a:ln w="18008">
              <a:solidFill>
                <a:srgbClr val="000000"/>
              </a:solidFill>
            </a:ln>
          </p:spPr>
          <p:txBody>
            <a:bodyPr wrap="square" lIns="0" tIns="0" rIns="0" bIns="0" rtlCol="0"/>
            <a:lstStyle/>
            <a:p>
              <a:endParaRPr/>
            </a:p>
          </p:txBody>
        </p:sp>
        <p:sp>
          <p:nvSpPr>
            <p:cNvPr id="58" name="object 58"/>
            <p:cNvSpPr/>
            <p:nvPr/>
          </p:nvSpPr>
          <p:spPr>
            <a:xfrm>
              <a:off x="1857882" y="700773"/>
              <a:ext cx="128905" cy="177165"/>
            </a:xfrm>
            <a:custGeom>
              <a:avLst/>
              <a:gdLst/>
              <a:ahLst/>
              <a:cxnLst/>
              <a:rect l="l" t="t" r="r" b="b"/>
              <a:pathLst>
                <a:path w="128905" h="177165">
                  <a:moveTo>
                    <a:pt x="73355" y="176885"/>
                  </a:moveTo>
                  <a:lnTo>
                    <a:pt x="0" y="0"/>
                  </a:lnTo>
                  <a:lnTo>
                    <a:pt x="73355" y="53060"/>
                  </a:lnTo>
                  <a:lnTo>
                    <a:pt x="128371" y="0"/>
                  </a:lnTo>
                  <a:lnTo>
                    <a:pt x="73355" y="176885"/>
                  </a:lnTo>
                  <a:close/>
                </a:path>
              </a:pathLst>
            </a:custGeom>
            <a:solidFill>
              <a:srgbClr val="000000"/>
            </a:solidFill>
          </p:spPr>
          <p:txBody>
            <a:bodyPr wrap="square" lIns="0" tIns="0" rIns="0" bIns="0" rtlCol="0"/>
            <a:lstStyle/>
            <a:p>
              <a:endParaRPr/>
            </a:p>
          </p:txBody>
        </p:sp>
        <p:sp>
          <p:nvSpPr>
            <p:cNvPr id="59" name="object 59"/>
            <p:cNvSpPr/>
            <p:nvPr/>
          </p:nvSpPr>
          <p:spPr>
            <a:xfrm>
              <a:off x="3031553" y="506183"/>
              <a:ext cx="0" cy="283210"/>
            </a:xfrm>
            <a:custGeom>
              <a:avLst/>
              <a:gdLst/>
              <a:ahLst/>
              <a:cxnLst/>
              <a:rect l="l" t="t" r="r" b="b"/>
              <a:pathLst>
                <a:path h="283209">
                  <a:moveTo>
                    <a:pt x="0" y="0"/>
                  </a:moveTo>
                  <a:lnTo>
                    <a:pt x="0" y="283032"/>
                  </a:lnTo>
                </a:path>
              </a:pathLst>
            </a:custGeom>
            <a:ln w="18008">
              <a:solidFill>
                <a:srgbClr val="000000"/>
              </a:solidFill>
            </a:ln>
          </p:spPr>
          <p:txBody>
            <a:bodyPr wrap="square" lIns="0" tIns="0" rIns="0" bIns="0" rtlCol="0"/>
            <a:lstStyle/>
            <a:p>
              <a:endParaRPr/>
            </a:p>
          </p:txBody>
        </p:sp>
        <p:sp>
          <p:nvSpPr>
            <p:cNvPr id="60" name="object 60"/>
            <p:cNvSpPr/>
            <p:nvPr/>
          </p:nvSpPr>
          <p:spPr>
            <a:xfrm>
              <a:off x="2958198" y="700773"/>
              <a:ext cx="128905" cy="177165"/>
            </a:xfrm>
            <a:custGeom>
              <a:avLst/>
              <a:gdLst/>
              <a:ahLst/>
              <a:cxnLst/>
              <a:rect l="l" t="t" r="r" b="b"/>
              <a:pathLst>
                <a:path w="128905" h="177165">
                  <a:moveTo>
                    <a:pt x="73355" y="176885"/>
                  </a:moveTo>
                  <a:lnTo>
                    <a:pt x="0" y="0"/>
                  </a:lnTo>
                  <a:lnTo>
                    <a:pt x="73355" y="53060"/>
                  </a:lnTo>
                  <a:lnTo>
                    <a:pt x="128371" y="0"/>
                  </a:lnTo>
                  <a:lnTo>
                    <a:pt x="73355" y="176885"/>
                  </a:lnTo>
                  <a:close/>
                </a:path>
              </a:pathLst>
            </a:custGeom>
            <a:solidFill>
              <a:srgbClr val="000000"/>
            </a:solidFill>
          </p:spPr>
          <p:txBody>
            <a:bodyPr wrap="square" lIns="0" tIns="0" rIns="0" bIns="0" rtlCol="0"/>
            <a:lstStyle/>
            <a:p>
              <a:endParaRPr/>
            </a:p>
          </p:txBody>
        </p:sp>
        <p:sp>
          <p:nvSpPr>
            <p:cNvPr id="61" name="object 61"/>
            <p:cNvSpPr/>
            <p:nvPr/>
          </p:nvSpPr>
          <p:spPr>
            <a:xfrm>
              <a:off x="4131868" y="506183"/>
              <a:ext cx="0" cy="283210"/>
            </a:xfrm>
            <a:custGeom>
              <a:avLst/>
              <a:gdLst/>
              <a:ahLst/>
              <a:cxnLst/>
              <a:rect l="l" t="t" r="r" b="b"/>
              <a:pathLst>
                <a:path h="283209">
                  <a:moveTo>
                    <a:pt x="0" y="0"/>
                  </a:moveTo>
                  <a:lnTo>
                    <a:pt x="0" y="283032"/>
                  </a:lnTo>
                </a:path>
              </a:pathLst>
            </a:custGeom>
            <a:ln w="18008">
              <a:solidFill>
                <a:srgbClr val="000000"/>
              </a:solidFill>
            </a:ln>
          </p:spPr>
          <p:txBody>
            <a:bodyPr wrap="square" lIns="0" tIns="0" rIns="0" bIns="0" rtlCol="0"/>
            <a:lstStyle/>
            <a:p>
              <a:endParaRPr/>
            </a:p>
          </p:txBody>
        </p:sp>
        <p:sp>
          <p:nvSpPr>
            <p:cNvPr id="62" name="object 62"/>
            <p:cNvSpPr/>
            <p:nvPr/>
          </p:nvSpPr>
          <p:spPr>
            <a:xfrm>
              <a:off x="4058513" y="700773"/>
              <a:ext cx="128905" cy="177165"/>
            </a:xfrm>
            <a:custGeom>
              <a:avLst/>
              <a:gdLst/>
              <a:ahLst/>
              <a:cxnLst/>
              <a:rect l="l" t="t" r="r" b="b"/>
              <a:pathLst>
                <a:path w="128904" h="177165">
                  <a:moveTo>
                    <a:pt x="73355" y="176885"/>
                  </a:moveTo>
                  <a:lnTo>
                    <a:pt x="0" y="0"/>
                  </a:lnTo>
                  <a:lnTo>
                    <a:pt x="73355" y="53060"/>
                  </a:lnTo>
                  <a:lnTo>
                    <a:pt x="128371" y="0"/>
                  </a:lnTo>
                  <a:lnTo>
                    <a:pt x="73355" y="176885"/>
                  </a:lnTo>
                  <a:close/>
                </a:path>
              </a:pathLst>
            </a:custGeom>
            <a:solidFill>
              <a:srgbClr val="000000"/>
            </a:solidFill>
          </p:spPr>
          <p:txBody>
            <a:bodyPr wrap="square" lIns="0" tIns="0" rIns="0" bIns="0" rtlCol="0"/>
            <a:lstStyle/>
            <a:p>
              <a:endParaRPr/>
            </a:p>
          </p:txBody>
        </p:sp>
        <p:sp>
          <p:nvSpPr>
            <p:cNvPr id="63" name="object 63"/>
            <p:cNvSpPr/>
            <p:nvPr/>
          </p:nvSpPr>
          <p:spPr>
            <a:xfrm>
              <a:off x="5232184" y="506183"/>
              <a:ext cx="0" cy="283210"/>
            </a:xfrm>
            <a:custGeom>
              <a:avLst/>
              <a:gdLst/>
              <a:ahLst/>
              <a:cxnLst/>
              <a:rect l="l" t="t" r="r" b="b"/>
              <a:pathLst>
                <a:path h="283209">
                  <a:moveTo>
                    <a:pt x="0" y="0"/>
                  </a:moveTo>
                  <a:lnTo>
                    <a:pt x="0" y="283032"/>
                  </a:lnTo>
                </a:path>
              </a:pathLst>
            </a:custGeom>
            <a:ln w="18008">
              <a:solidFill>
                <a:srgbClr val="000000"/>
              </a:solidFill>
            </a:ln>
          </p:spPr>
          <p:txBody>
            <a:bodyPr wrap="square" lIns="0" tIns="0" rIns="0" bIns="0" rtlCol="0"/>
            <a:lstStyle/>
            <a:p>
              <a:endParaRPr/>
            </a:p>
          </p:txBody>
        </p:sp>
        <p:sp>
          <p:nvSpPr>
            <p:cNvPr id="64" name="object 64"/>
            <p:cNvSpPr/>
            <p:nvPr/>
          </p:nvSpPr>
          <p:spPr>
            <a:xfrm>
              <a:off x="5158828" y="700773"/>
              <a:ext cx="128905" cy="177165"/>
            </a:xfrm>
            <a:custGeom>
              <a:avLst/>
              <a:gdLst/>
              <a:ahLst/>
              <a:cxnLst/>
              <a:rect l="l" t="t" r="r" b="b"/>
              <a:pathLst>
                <a:path w="128904" h="177165">
                  <a:moveTo>
                    <a:pt x="73355" y="176885"/>
                  </a:moveTo>
                  <a:lnTo>
                    <a:pt x="0" y="0"/>
                  </a:lnTo>
                  <a:lnTo>
                    <a:pt x="73355" y="53060"/>
                  </a:lnTo>
                  <a:lnTo>
                    <a:pt x="128371" y="0"/>
                  </a:lnTo>
                  <a:lnTo>
                    <a:pt x="73355" y="176885"/>
                  </a:lnTo>
                  <a:close/>
                </a:path>
              </a:pathLst>
            </a:custGeom>
            <a:solidFill>
              <a:srgbClr val="000000"/>
            </a:solidFill>
          </p:spPr>
          <p:txBody>
            <a:bodyPr wrap="square" lIns="0" tIns="0" rIns="0" bIns="0" rtlCol="0"/>
            <a:lstStyle/>
            <a:p>
              <a:endParaRPr/>
            </a:p>
          </p:txBody>
        </p:sp>
        <p:sp>
          <p:nvSpPr>
            <p:cNvPr id="65" name="object 65"/>
            <p:cNvSpPr/>
            <p:nvPr/>
          </p:nvSpPr>
          <p:spPr>
            <a:xfrm>
              <a:off x="6625920" y="1302207"/>
              <a:ext cx="275590" cy="0"/>
            </a:xfrm>
            <a:custGeom>
              <a:avLst/>
              <a:gdLst/>
              <a:ahLst/>
              <a:cxnLst/>
              <a:rect l="l" t="t" r="r" b="b"/>
              <a:pathLst>
                <a:path w="275590">
                  <a:moveTo>
                    <a:pt x="0" y="0"/>
                  </a:moveTo>
                  <a:lnTo>
                    <a:pt x="275081" y="0"/>
                  </a:lnTo>
                </a:path>
              </a:pathLst>
            </a:custGeom>
            <a:ln w="18008">
              <a:solidFill>
                <a:srgbClr val="000000"/>
              </a:solidFill>
            </a:ln>
          </p:spPr>
          <p:txBody>
            <a:bodyPr wrap="square" lIns="0" tIns="0" rIns="0" bIns="0" rtlCol="0"/>
            <a:lstStyle/>
            <a:p>
              <a:endParaRPr/>
            </a:p>
          </p:txBody>
        </p:sp>
        <p:sp>
          <p:nvSpPr>
            <p:cNvPr id="66" name="object 66"/>
            <p:cNvSpPr/>
            <p:nvPr/>
          </p:nvSpPr>
          <p:spPr>
            <a:xfrm>
              <a:off x="6809308" y="1249133"/>
              <a:ext cx="183515" cy="123825"/>
            </a:xfrm>
            <a:custGeom>
              <a:avLst/>
              <a:gdLst/>
              <a:ahLst/>
              <a:cxnLst/>
              <a:rect l="l" t="t" r="r" b="b"/>
              <a:pathLst>
                <a:path w="183515" h="123825">
                  <a:moveTo>
                    <a:pt x="0" y="123825"/>
                  </a:moveTo>
                  <a:lnTo>
                    <a:pt x="55016" y="53073"/>
                  </a:lnTo>
                  <a:lnTo>
                    <a:pt x="0" y="0"/>
                  </a:lnTo>
                  <a:lnTo>
                    <a:pt x="183387" y="53073"/>
                  </a:lnTo>
                  <a:lnTo>
                    <a:pt x="0" y="123825"/>
                  </a:lnTo>
                  <a:close/>
                </a:path>
              </a:pathLst>
            </a:custGeom>
            <a:solidFill>
              <a:srgbClr val="000000"/>
            </a:solidFill>
          </p:spPr>
          <p:txBody>
            <a:bodyPr wrap="square" lIns="0" tIns="0" rIns="0" bIns="0" rtlCol="0"/>
            <a:lstStyle/>
            <a:p>
              <a:endParaRPr/>
            </a:p>
          </p:txBody>
        </p:sp>
        <p:sp>
          <p:nvSpPr>
            <p:cNvPr id="67" name="object 67"/>
            <p:cNvSpPr/>
            <p:nvPr/>
          </p:nvSpPr>
          <p:spPr>
            <a:xfrm>
              <a:off x="5892381" y="1709051"/>
              <a:ext cx="294005" cy="0"/>
            </a:xfrm>
            <a:custGeom>
              <a:avLst/>
              <a:gdLst/>
              <a:ahLst/>
              <a:cxnLst/>
              <a:rect l="l" t="t" r="r" b="b"/>
              <a:pathLst>
                <a:path w="294004">
                  <a:moveTo>
                    <a:pt x="0" y="0"/>
                  </a:moveTo>
                  <a:lnTo>
                    <a:pt x="293420" y="0"/>
                  </a:lnTo>
                </a:path>
              </a:pathLst>
            </a:custGeom>
            <a:ln w="18008">
              <a:solidFill>
                <a:srgbClr val="000000"/>
              </a:solidFill>
            </a:ln>
          </p:spPr>
          <p:txBody>
            <a:bodyPr wrap="square" lIns="0" tIns="0" rIns="0" bIns="0" rtlCol="0"/>
            <a:lstStyle/>
            <a:p>
              <a:endParaRPr/>
            </a:p>
          </p:txBody>
        </p:sp>
        <p:sp>
          <p:nvSpPr>
            <p:cNvPr id="68" name="object 68"/>
            <p:cNvSpPr/>
            <p:nvPr/>
          </p:nvSpPr>
          <p:spPr>
            <a:xfrm>
              <a:off x="6094107" y="1655991"/>
              <a:ext cx="183515" cy="123825"/>
            </a:xfrm>
            <a:custGeom>
              <a:avLst/>
              <a:gdLst/>
              <a:ahLst/>
              <a:cxnLst/>
              <a:rect l="l" t="t" r="r" b="b"/>
              <a:pathLst>
                <a:path w="183514" h="123825">
                  <a:moveTo>
                    <a:pt x="0" y="123824"/>
                  </a:moveTo>
                  <a:lnTo>
                    <a:pt x="55016" y="53060"/>
                  </a:lnTo>
                  <a:lnTo>
                    <a:pt x="0" y="0"/>
                  </a:lnTo>
                  <a:lnTo>
                    <a:pt x="183375" y="53060"/>
                  </a:lnTo>
                  <a:lnTo>
                    <a:pt x="0" y="123824"/>
                  </a:lnTo>
                  <a:close/>
                </a:path>
              </a:pathLst>
            </a:custGeom>
            <a:solidFill>
              <a:srgbClr val="000000"/>
            </a:solidFill>
          </p:spPr>
          <p:txBody>
            <a:bodyPr wrap="square" lIns="0" tIns="0" rIns="0" bIns="0" rtlCol="0"/>
            <a:lstStyle/>
            <a:p>
              <a:endParaRPr/>
            </a:p>
          </p:txBody>
        </p:sp>
      </p:grpSp>
      <p:sp>
        <p:nvSpPr>
          <p:cNvPr id="69" name="object 69"/>
          <p:cNvSpPr txBox="1"/>
          <p:nvPr/>
        </p:nvSpPr>
        <p:spPr>
          <a:xfrm>
            <a:off x="1368386" y="723429"/>
            <a:ext cx="154940"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70" name="object 70"/>
          <p:cNvSpPr txBox="1"/>
          <p:nvPr/>
        </p:nvSpPr>
        <p:spPr>
          <a:xfrm>
            <a:off x="2413685" y="723429"/>
            <a:ext cx="264795" cy="280670"/>
          </a:xfrm>
          <a:prstGeom prst="rect">
            <a:avLst/>
          </a:prstGeom>
        </p:spPr>
        <p:txBody>
          <a:bodyPr vert="horz" wrap="square" lIns="0" tIns="15240" rIns="0" bIns="0" rtlCol="0">
            <a:spAutoFit/>
          </a:bodyPr>
          <a:lstStyle/>
          <a:p>
            <a:pPr marL="12700">
              <a:lnSpc>
                <a:spcPct val="100000"/>
              </a:lnSpc>
              <a:spcBef>
                <a:spcPts val="120"/>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71" name="object 71"/>
          <p:cNvSpPr txBox="1"/>
          <p:nvPr/>
        </p:nvSpPr>
        <p:spPr>
          <a:xfrm>
            <a:off x="3514001" y="723429"/>
            <a:ext cx="264795" cy="280670"/>
          </a:xfrm>
          <a:prstGeom prst="rect">
            <a:avLst/>
          </a:prstGeom>
        </p:spPr>
        <p:txBody>
          <a:bodyPr vert="horz" wrap="square" lIns="0" tIns="15240" rIns="0" bIns="0" rtlCol="0">
            <a:spAutoFit/>
          </a:bodyPr>
          <a:lstStyle/>
          <a:p>
            <a:pPr marL="12700">
              <a:lnSpc>
                <a:spcPct val="100000"/>
              </a:lnSpc>
              <a:spcBef>
                <a:spcPts val="120"/>
              </a:spcBef>
            </a:pPr>
            <a:r>
              <a:rPr sz="1650" spc="-25" dirty="0">
                <a:latin typeface="Times New Roman" panose="02020603050405020304"/>
                <a:cs typeface="Times New Roman" panose="02020603050405020304"/>
              </a:rPr>
              <a:t>4</a:t>
            </a:r>
            <a:r>
              <a:rPr sz="1650" i="1" spc="-25"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72" name="object 72"/>
          <p:cNvSpPr txBox="1"/>
          <p:nvPr/>
        </p:nvSpPr>
        <p:spPr>
          <a:xfrm>
            <a:off x="4632655" y="723429"/>
            <a:ext cx="264795" cy="280670"/>
          </a:xfrm>
          <a:prstGeom prst="rect">
            <a:avLst/>
          </a:prstGeom>
        </p:spPr>
        <p:txBody>
          <a:bodyPr vert="horz" wrap="square" lIns="0" tIns="15240" rIns="0" bIns="0" rtlCol="0">
            <a:spAutoFit/>
          </a:bodyPr>
          <a:lstStyle/>
          <a:p>
            <a:pPr marL="12700">
              <a:lnSpc>
                <a:spcPct val="100000"/>
              </a:lnSpc>
              <a:spcBef>
                <a:spcPts val="120"/>
              </a:spcBef>
            </a:pPr>
            <a:r>
              <a:rPr sz="1650" i="1" spc="-25" dirty="0">
                <a:latin typeface="Times New Roman" panose="02020603050405020304"/>
                <a:cs typeface="Times New Roman" panose="02020603050405020304"/>
              </a:rPr>
              <a:t>8R</a:t>
            </a:r>
            <a:endParaRPr sz="1650">
              <a:latin typeface="Times New Roman" panose="02020603050405020304"/>
              <a:cs typeface="Times New Roman" panose="02020603050405020304"/>
            </a:endParaRPr>
          </a:p>
        </p:txBody>
      </p:sp>
      <p:sp>
        <p:nvSpPr>
          <p:cNvPr id="73" name="object 73"/>
          <p:cNvSpPr txBox="1"/>
          <p:nvPr/>
        </p:nvSpPr>
        <p:spPr>
          <a:xfrm>
            <a:off x="7181722" y="1094904"/>
            <a:ext cx="154940"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74" name="object 74"/>
          <p:cNvSpPr txBox="1"/>
          <p:nvPr/>
        </p:nvSpPr>
        <p:spPr>
          <a:xfrm>
            <a:off x="7310094" y="1201038"/>
            <a:ext cx="113664" cy="216535"/>
          </a:xfrm>
          <a:prstGeom prst="rect">
            <a:avLst/>
          </a:prstGeom>
        </p:spPr>
        <p:txBody>
          <a:bodyPr vert="horz" wrap="square" lIns="0" tIns="12700" rIns="0" bIns="0" rtlCol="0">
            <a:spAutoFit/>
          </a:bodyPr>
          <a:lstStyle/>
          <a:p>
            <a:pPr marL="12700">
              <a:lnSpc>
                <a:spcPct val="100000"/>
              </a:lnSpc>
              <a:spcBef>
                <a:spcPts val="100"/>
              </a:spcBef>
            </a:pPr>
            <a:r>
              <a:rPr sz="1250" spc="-50" dirty="0">
                <a:latin typeface="Times New Roman" panose="02020603050405020304"/>
                <a:cs typeface="Times New Roman" panose="02020603050405020304"/>
              </a:rPr>
              <a:t>F</a:t>
            </a:r>
            <a:endParaRPr sz="1250">
              <a:latin typeface="Times New Roman" panose="02020603050405020304"/>
              <a:cs typeface="Times New Roman" panose="02020603050405020304"/>
            </a:endParaRPr>
          </a:p>
        </p:txBody>
      </p:sp>
      <p:sp>
        <p:nvSpPr>
          <p:cNvPr id="75" name="object 75"/>
          <p:cNvSpPr txBox="1"/>
          <p:nvPr/>
        </p:nvSpPr>
        <p:spPr>
          <a:xfrm>
            <a:off x="4185462" y="528840"/>
            <a:ext cx="2292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76" name="object 76"/>
          <p:cNvSpPr txBox="1"/>
          <p:nvPr/>
        </p:nvSpPr>
        <p:spPr>
          <a:xfrm>
            <a:off x="5285778" y="511149"/>
            <a:ext cx="2292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77" name="object 77"/>
          <p:cNvSpPr txBox="1"/>
          <p:nvPr/>
        </p:nvSpPr>
        <p:spPr>
          <a:xfrm>
            <a:off x="3085147" y="528840"/>
            <a:ext cx="2292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78" name="object 78"/>
          <p:cNvSpPr txBox="1"/>
          <p:nvPr/>
        </p:nvSpPr>
        <p:spPr>
          <a:xfrm>
            <a:off x="1984832" y="528840"/>
            <a:ext cx="2292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79" name="object 79"/>
          <p:cNvSpPr txBox="1"/>
          <p:nvPr/>
        </p:nvSpPr>
        <p:spPr>
          <a:xfrm>
            <a:off x="1001610" y="369633"/>
            <a:ext cx="9588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I</a:t>
            </a:r>
            <a:endParaRPr sz="1650">
              <a:latin typeface="Times New Roman" panose="02020603050405020304"/>
              <a:cs typeface="Times New Roman" panose="02020603050405020304"/>
            </a:endParaRPr>
          </a:p>
        </p:txBody>
      </p:sp>
      <p:sp>
        <p:nvSpPr>
          <p:cNvPr id="80" name="object 80"/>
          <p:cNvSpPr txBox="1"/>
          <p:nvPr/>
        </p:nvSpPr>
        <p:spPr>
          <a:xfrm>
            <a:off x="1074966" y="475780"/>
            <a:ext cx="334010" cy="216535"/>
          </a:xfrm>
          <a:prstGeom prst="rect">
            <a:avLst/>
          </a:prstGeom>
        </p:spPr>
        <p:txBody>
          <a:bodyPr vert="horz" wrap="square" lIns="0" tIns="12700" rIns="0" bIns="0" rtlCol="0">
            <a:spAutoFit/>
          </a:bodyPr>
          <a:lstStyle/>
          <a:p>
            <a:pPr marL="12700">
              <a:lnSpc>
                <a:spcPct val="100000"/>
              </a:lnSpc>
              <a:spcBef>
                <a:spcPts val="100"/>
              </a:spcBef>
            </a:pPr>
            <a:r>
              <a:rPr sz="1250" spc="-25" dirty="0">
                <a:latin typeface="Times New Roman" panose="02020603050405020304"/>
                <a:cs typeface="Times New Roman" panose="02020603050405020304"/>
              </a:rPr>
              <a:t>REF</a:t>
            </a:r>
            <a:endParaRPr sz="1250">
              <a:latin typeface="Times New Roman" panose="02020603050405020304"/>
              <a:cs typeface="Times New Roman" panose="02020603050405020304"/>
            </a:endParaRPr>
          </a:p>
        </p:txBody>
      </p:sp>
      <p:sp>
        <p:nvSpPr>
          <p:cNvPr id="81" name="object 81"/>
          <p:cNvSpPr txBox="1"/>
          <p:nvPr/>
        </p:nvSpPr>
        <p:spPr>
          <a:xfrm>
            <a:off x="6716191" y="953389"/>
            <a:ext cx="219710"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F</a:t>
            </a:r>
            <a:endParaRPr sz="1875" baseline="-18000">
              <a:latin typeface="Times New Roman" panose="02020603050405020304"/>
              <a:cs typeface="Times New Roman" panose="02020603050405020304"/>
            </a:endParaRPr>
          </a:p>
        </p:txBody>
      </p:sp>
      <p:sp>
        <p:nvSpPr>
          <p:cNvPr id="82" name="object 82"/>
          <p:cNvSpPr txBox="1"/>
          <p:nvPr/>
        </p:nvSpPr>
        <p:spPr>
          <a:xfrm>
            <a:off x="1379664" y="1077214"/>
            <a:ext cx="26606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S</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83" name="object 83"/>
          <p:cNvSpPr txBox="1"/>
          <p:nvPr/>
        </p:nvSpPr>
        <p:spPr>
          <a:xfrm>
            <a:off x="4680610" y="1077214"/>
            <a:ext cx="26606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S</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84" name="object 84"/>
          <p:cNvSpPr txBox="1"/>
          <p:nvPr/>
        </p:nvSpPr>
        <p:spPr>
          <a:xfrm>
            <a:off x="3580295" y="1077214"/>
            <a:ext cx="26606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S</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85" name="object 85"/>
          <p:cNvSpPr txBox="1"/>
          <p:nvPr/>
        </p:nvSpPr>
        <p:spPr>
          <a:xfrm>
            <a:off x="2479979" y="1077214"/>
            <a:ext cx="26606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S</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86" name="object 86"/>
          <p:cNvSpPr txBox="1"/>
          <p:nvPr/>
        </p:nvSpPr>
        <p:spPr>
          <a:xfrm>
            <a:off x="114300" y="228129"/>
            <a:ext cx="641350" cy="280670"/>
          </a:xfrm>
          <a:prstGeom prst="rect">
            <a:avLst/>
          </a:prstGeom>
        </p:spPr>
        <p:txBody>
          <a:bodyPr vert="horz" wrap="square" lIns="0" tIns="15240" rIns="0" bIns="0" rtlCol="0">
            <a:spAutoFit/>
          </a:bodyPr>
          <a:lstStyle/>
          <a:p>
            <a:pPr marL="38100">
              <a:lnSpc>
                <a:spcPct val="100000"/>
              </a:lnSpc>
              <a:spcBef>
                <a:spcPts val="120"/>
              </a:spcBef>
            </a:pPr>
            <a:r>
              <a:rPr sz="2475" spc="-15" baseline="13000" dirty="0">
                <a:latin typeface="Times New Roman" panose="02020603050405020304"/>
                <a:cs typeface="Times New Roman" panose="02020603050405020304"/>
              </a:rPr>
              <a:t>+</a:t>
            </a:r>
            <a:r>
              <a:rPr sz="2475" i="1" spc="-15" baseline="13000" dirty="0">
                <a:latin typeface="Times New Roman" panose="02020603050405020304"/>
                <a:cs typeface="Times New Roman" panose="02020603050405020304"/>
              </a:rPr>
              <a:t>V</a:t>
            </a:r>
            <a:r>
              <a:rPr sz="1250" spc="-10" dirty="0">
                <a:latin typeface="Times New Roman" panose="02020603050405020304"/>
                <a:cs typeface="Times New Roman" panose="02020603050405020304"/>
              </a:rPr>
              <a:t>REF</a:t>
            </a:r>
            <a:endParaRPr sz="1250">
              <a:latin typeface="Times New Roman" panose="02020603050405020304"/>
              <a:cs typeface="Times New Roman" panose="02020603050405020304"/>
            </a:endParaRPr>
          </a:p>
        </p:txBody>
      </p:sp>
      <p:sp>
        <p:nvSpPr>
          <p:cNvPr id="87" name="object 87"/>
          <p:cNvSpPr txBox="1"/>
          <p:nvPr/>
        </p:nvSpPr>
        <p:spPr>
          <a:xfrm>
            <a:off x="8495030" y="1943989"/>
            <a:ext cx="26606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u</a:t>
            </a:r>
            <a:r>
              <a:rPr sz="1875" spc="-37" baseline="-18000" dirty="0">
                <a:latin typeface="Times New Roman" panose="02020603050405020304"/>
                <a:cs typeface="Times New Roman" panose="02020603050405020304"/>
              </a:rPr>
              <a:t>o</a:t>
            </a:r>
            <a:endParaRPr sz="1875" baseline="-18000">
              <a:latin typeface="Times New Roman" panose="02020603050405020304"/>
              <a:cs typeface="Times New Roman" panose="02020603050405020304"/>
            </a:endParaRPr>
          </a:p>
        </p:txBody>
      </p:sp>
      <p:sp>
        <p:nvSpPr>
          <p:cNvPr id="88" name="object 88"/>
          <p:cNvSpPr txBox="1"/>
          <p:nvPr/>
        </p:nvSpPr>
        <p:spPr>
          <a:xfrm>
            <a:off x="5861342" y="1331953"/>
            <a:ext cx="1153795" cy="662305"/>
          </a:xfrm>
          <a:prstGeom prst="rect">
            <a:avLst/>
          </a:prstGeom>
        </p:spPr>
        <p:txBody>
          <a:bodyPr vert="horz" wrap="square" lIns="0" tIns="78740" rIns="0" bIns="0" rtlCol="0">
            <a:spAutoFit/>
          </a:bodyPr>
          <a:lstStyle/>
          <a:p>
            <a:pPr marL="12700">
              <a:lnSpc>
                <a:spcPct val="100000"/>
              </a:lnSpc>
              <a:spcBef>
                <a:spcPts val="620"/>
              </a:spcBef>
            </a:pPr>
            <a:r>
              <a:rPr sz="1650" i="1" spc="-50" dirty="0">
                <a:latin typeface="Times New Roman" panose="02020603050405020304"/>
                <a:cs typeface="Times New Roman" panose="02020603050405020304"/>
              </a:rPr>
              <a:t>i</a:t>
            </a:r>
            <a:endParaRPr sz="1650">
              <a:latin typeface="Times New Roman" panose="02020603050405020304"/>
              <a:cs typeface="Times New Roman" panose="02020603050405020304"/>
            </a:endParaRPr>
          </a:p>
          <a:p>
            <a:pPr marR="5080" algn="r">
              <a:lnSpc>
                <a:spcPct val="100000"/>
              </a:lnSpc>
              <a:spcBef>
                <a:spcPts val="530"/>
              </a:spcBef>
            </a:pPr>
            <a:r>
              <a:rPr sz="1650" spc="150" dirty="0">
                <a:latin typeface="Noto Serif CJK JP"/>
                <a:cs typeface="Noto Serif CJK JP"/>
              </a:rPr>
              <a:t>—</a:t>
            </a:r>
            <a:endParaRPr sz="1650">
              <a:latin typeface="Noto Serif CJK JP"/>
              <a:cs typeface="Noto Serif CJK JP"/>
            </a:endParaRPr>
          </a:p>
        </p:txBody>
      </p:sp>
      <p:sp>
        <p:nvSpPr>
          <p:cNvPr id="89" name="object 89"/>
          <p:cNvSpPr txBox="1"/>
          <p:nvPr/>
        </p:nvSpPr>
        <p:spPr>
          <a:xfrm>
            <a:off x="6796608" y="2191639"/>
            <a:ext cx="14478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a:t>
            </a:r>
            <a:endParaRPr sz="1650">
              <a:latin typeface="Times New Roman" panose="02020603050405020304"/>
              <a:cs typeface="Times New Roman" panose="02020603050405020304"/>
            </a:endParaRPr>
          </a:p>
        </p:txBody>
      </p:sp>
      <p:grpSp>
        <p:nvGrpSpPr>
          <p:cNvPr id="90" name="object 90"/>
          <p:cNvGrpSpPr/>
          <p:nvPr/>
        </p:nvGrpSpPr>
        <p:grpSpPr>
          <a:xfrm>
            <a:off x="142875" y="142875"/>
            <a:ext cx="8858250" cy="2990850"/>
            <a:chOff x="142875" y="142875"/>
            <a:chExt cx="8858250" cy="2990850"/>
          </a:xfrm>
        </p:grpSpPr>
        <p:sp>
          <p:nvSpPr>
            <p:cNvPr id="91" name="object 91"/>
            <p:cNvSpPr/>
            <p:nvPr/>
          </p:nvSpPr>
          <p:spPr>
            <a:xfrm>
              <a:off x="977633" y="382358"/>
              <a:ext cx="294005" cy="0"/>
            </a:xfrm>
            <a:custGeom>
              <a:avLst/>
              <a:gdLst/>
              <a:ahLst/>
              <a:cxnLst/>
              <a:rect l="l" t="t" r="r" b="b"/>
              <a:pathLst>
                <a:path w="294005">
                  <a:moveTo>
                    <a:pt x="0" y="0"/>
                  </a:moveTo>
                  <a:lnTo>
                    <a:pt x="293420" y="0"/>
                  </a:lnTo>
                </a:path>
              </a:pathLst>
            </a:custGeom>
            <a:ln w="18008">
              <a:solidFill>
                <a:srgbClr val="000000"/>
              </a:solidFill>
            </a:ln>
          </p:spPr>
          <p:txBody>
            <a:bodyPr wrap="square" lIns="0" tIns="0" rIns="0" bIns="0" rtlCol="0"/>
            <a:lstStyle/>
            <a:p>
              <a:endParaRPr/>
            </a:p>
          </p:txBody>
        </p:sp>
        <p:sp>
          <p:nvSpPr>
            <p:cNvPr id="92" name="object 92"/>
            <p:cNvSpPr/>
            <p:nvPr/>
          </p:nvSpPr>
          <p:spPr>
            <a:xfrm>
              <a:off x="1179360" y="329297"/>
              <a:ext cx="3832860" cy="2352675"/>
            </a:xfrm>
            <a:custGeom>
              <a:avLst/>
              <a:gdLst/>
              <a:ahLst/>
              <a:cxnLst/>
              <a:rect l="l" t="t" r="r" b="b"/>
              <a:pathLst>
                <a:path w="3832860" h="2352675">
                  <a:moveTo>
                    <a:pt x="183388" y="53060"/>
                  </a:moveTo>
                  <a:lnTo>
                    <a:pt x="0" y="0"/>
                  </a:lnTo>
                  <a:lnTo>
                    <a:pt x="55016" y="53060"/>
                  </a:lnTo>
                  <a:lnTo>
                    <a:pt x="0" y="123825"/>
                  </a:lnTo>
                  <a:lnTo>
                    <a:pt x="183388" y="53060"/>
                  </a:lnTo>
                  <a:close/>
                </a:path>
                <a:path w="3832860" h="2352675">
                  <a:moveTo>
                    <a:pt x="531825" y="2281910"/>
                  </a:moveTo>
                  <a:lnTo>
                    <a:pt x="513486" y="2264219"/>
                  </a:lnTo>
                  <a:lnTo>
                    <a:pt x="513486" y="2352675"/>
                  </a:lnTo>
                  <a:lnTo>
                    <a:pt x="531825" y="2352675"/>
                  </a:lnTo>
                  <a:lnTo>
                    <a:pt x="531825" y="2281910"/>
                  </a:lnTo>
                  <a:close/>
                </a:path>
                <a:path w="3832860" h="2352675">
                  <a:moveTo>
                    <a:pt x="531825" y="2158085"/>
                  </a:moveTo>
                  <a:lnTo>
                    <a:pt x="513486" y="2140394"/>
                  </a:lnTo>
                  <a:lnTo>
                    <a:pt x="513486" y="2228850"/>
                  </a:lnTo>
                  <a:lnTo>
                    <a:pt x="531825" y="2228850"/>
                  </a:lnTo>
                  <a:lnTo>
                    <a:pt x="531825" y="2158085"/>
                  </a:lnTo>
                  <a:close/>
                </a:path>
                <a:path w="3832860" h="2352675">
                  <a:moveTo>
                    <a:pt x="531825" y="2034260"/>
                  </a:moveTo>
                  <a:lnTo>
                    <a:pt x="513486" y="2016569"/>
                  </a:lnTo>
                  <a:lnTo>
                    <a:pt x="513486" y="2105025"/>
                  </a:lnTo>
                  <a:lnTo>
                    <a:pt x="531825" y="2105025"/>
                  </a:lnTo>
                  <a:lnTo>
                    <a:pt x="531825" y="2034260"/>
                  </a:lnTo>
                  <a:close/>
                </a:path>
                <a:path w="3832860" h="2352675">
                  <a:moveTo>
                    <a:pt x="531825" y="1910435"/>
                  </a:moveTo>
                  <a:lnTo>
                    <a:pt x="513486" y="1892744"/>
                  </a:lnTo>
                  <a:lnTo>
                    <a:pt x="513486" y="1981200"/>
                  </a:lnTo>
                  <a:lnTo>
                    <a:pt x="531825" y="1981200"/>
                  </a:lnTo>
                  <a:lnTo>
                    <a:pt x="531825" y="1910435"/>
                  </a:lnTo>
                  <a:close/>
                </a:path>
                <a:path w="3832860" h="2352675">
                  <a:moveTo>
                    <a:pt x="531825" y="1786610"/>
                  </a:moveTo>
                  <a:lnTo>
                    <a:pt x="513486" y="1768919"/>
                  </a:lnTo>
                  <a:lnTo>
                    <a:pt x="513486" y="1857375"/>
                  </a:lnTo>
                  <a:lnTo>
                    <a:pt x="531825" y="1857375"/>
                  </a:lnTo>
                  <a:lnTo>
                    <a:pt x="531825" y="1786610"/>
                  </a:lnTo>
                  <a:close/>
                </a:path>
                <a:path w="3832860" h="2352675">
                  <a:moveTo>
                    <a:pt x="531825" y="1662785"/>
                  </a:moveTo>
                  <a:lnTo>
                    <a:pt x="513486" y="1645094"/>
                  </a:lnTo>
                  <a:lnTo>
                    <a:pt x="513486" y="1733550"/>
                  </a:lnTo>
                  <a:lnTo>
                    <a:pt x="531825" y="1733550"/>
                  </a:lnTo>
                  <a:lnTo>
                    <a:pt x="531825" y="1662785"/>
                  </a:lnTo>
                  <a:close/>
                </a:path>
                <a:path w="3832860" h="2352675">
                  <a:moveTo>
                    <a:pt x="531825" y="1538960"/>
                  </a:moveTo>
                  <a:lnTo>
                    <a:pt x="513486" y="1521269"/>
                  </a:lnTo>
                  <a:lnTo>
                    <a:pt x="513486" y="1609725"/>
                  </a:lnTo>
                  <a:lnTo>
                    <a:pt x="531825" y="1609725"/>
                  </a:lnTo>
                  <a:lnTo>
                    <a:pt x="531825" y="1538960"/>
                  </a:lnTo>
                  <a:close/>
                </a:path>
                <a:path w="3832860" h="2352675">
                  <a:moveTo>
                    <a:pt x="531825" y="1415135"/>
                  </a:moveTo>
                  <a:lnTo>
                    <a:pt x="513486" y="1397444"/>
                  </a:lnTo>
                  <a:lnTo>
                    <a:pt x="513486" y="1485900"/>
                  </a:lnTo>
                  <a:lnTo>
                    <a:pt x="531825" y="1485900"/>
                  </a:lnTo>
                  <a:lnTo>
                    <a:pt x="531825" y="1415135"/>
                  </a:lnTo>
                  <a:close/>
                </a:path>
                <a:path w="3832860" h="2352675">
                  <a:moveTo>
                    <a:pt x="531825" y="1291310"/>
                  </a:moveTo>
                  <a:lnTo>
                    <a:pt x="513486" y="1273619"/>
                  </a:lnTo>
                  <a:lnTo>
                    <a:pt x="513486" y="1362075"/>
                  </a:lnTo>
                  <a:lnTo>
                    <a:pt x="531825" y="1362075"/>
                  </a:lnTo>
                  <a:lnTo>
                    <a:pt x="531825" y="1291310"/>
                  </a:lnTo>
                  <a:close/>
                </a:path>
                <a:path w="3832860" h="2352675">
                  <a:moveTo>
                    <a:pt x="531825" y="1167485"/>
                  </a:moveTo>
                  <a:lnTo>
                    <a:pt x="513486" y="1149794"/>
                  </a:lnTo>
                  <a:lnTo>
                    <a:pt x="513486" y="1238250"/>
                  </a:lnTo>
                  <a:lnTo>
                    <a:pt x="531825" y="1238250"/>
                  </a:lnTo>
                  <a:lnTo>
                    <a:pt x="531825" y="1167485"/>
                  </a:lnTo>
                  <a:close/>
                </a:path>
                <a:path w="3832860" h="2352675">
                  <a:moveTo>
                    <a:pt x="531825" y="1043660"/>
                  </a:moveTo>
                  <a:lnTo>
                    <a:pt x="513486" y="1025969"/>
                  </a:lnTo>
                  <a:lnTo>
                    <a:pt x="513486" y="1114425"/>
                  </a:lnTo>
                  <a:lnTo>
                    <a:pt x="531825" y="1114425"/>
                  </a:lnTo>
                  <a:lnTo>
                    <a:pt x="531825" y="1043660"/>
                  </a:lnTo>
                  <a:close/>
                </a:path>
                <a:path w="3832860" h="2352675">
                  <a:moveTo>
                    <a:pt x="531825" y="919835"/>
                  </a:moveTo>
                  <a:lnTo>
                    <a:pt x="513486" y="919835"/>
                  </a:lnTo>
                  <a:lnTo>
                    <a:pt x="513486" y="990600"/>
                  </a:lnTo>
                  <a:lnTo>
                    <a:pt x="531825" y="990600"/>
                  </a:lnTo>
                  <a:lnTo>
                    <a:pt x="531825" y="919835"/>
                  </a:lnTo>
                  <a:close/>
                </a:path>
                <a:path w="3832860" h="2352675">
                  <a:moveTo>
                    <a:pt x="1632140" y="2281910"/>
                  </a:moveTo>
                  <a:lnTo>
                    <a:pt x="1613801" y="2264219"/>
                  </a:lnTo>
                  <a:lnTo>
                    <a:pt x="1613801" y="2352675"/>
                  </a:lnTo>
                  <a:lnTo>
                    <a:pt x="1632140" y="2352675"/>
                  </a:lnTo>
                  <a:lnTo>
                    <a:pt x="1632140" y="2281910"/>
                  </a:lnTo>
                  <a:close/>
                </a:path>
                <a:path w="3832860" h="2352675">
                  <a:moveTo>
                    <a:pt x="1632140" y="2158085"/>
                  </a:moveTo>
                  <a:lnTo>
                    <a:pt x="1613801" y="2140394"/>
                  </a:lnTo>
                  <a:lnTo>
                    <a:pt x="1613801" y="2228850"/>
                  </a:lnTo>
                  <a:lnTo>
                    <a:pt x="1632140" y="2228850"/>
                  </a:lnTo>
                  <a:lnTo>
                    <a:pt x="1632140" y="2158085"/>
                  </a:lnTo>
                  <a:close/>
                </a:path>
                <a:path w="3832860" h="2352675">
                  <a:moveTo>
                    <a:pt x="1632140" y="2034260"/>
                  </a:moveTo>
                  <a:lnTo>
                    <a:pt x="1613801" y="2016569"/>
                  </a:lnTo>
                  <a:lnTo>
                    <a:pt x="1613801" y="2105025"/>
                  </a:lnTo>
                  <a:lnTo>
                    <a:pt x="1632140" y="2105025"/>
                  </a:lnTo>
                  <a:lnTo>
                    <a:pt x="1632140" y="2034260"/>
                  </a:lnTo>
                  <a:close/>
                </a:path>
                <a:path w="3832860" h="2352675">
                  <a:moveTo>
                    <a:pt x="1632140" y="1910435"/>
                  </a:moveTo>
                  <a:lnTo>
                    <a:pt x="1613801" y="1892744"/>
                  </a:lnTo>
                  <a:lnTo>
                    <a:pt x="1613801" y="1981200"/>
                  </a:lnTo>
                  <a:lnTo>
                    <a:pt x="1632140" y="1981200"/>
                  </a:lnTo>
                  <a:lnTo>
                    <a:pt x="1632140" y="1910435"/>
                  </a:lnTo>
                  <a:close/>
                </a:path>
                <a:path w="3832860" h="2352675">
                  <a:moveTo>
                    <a:pt x="1632140" y="1786610"/>
                  </a:moveTo>
                  <a:lnTo>
                    <a:pt x="1613801" y="1768919"/>
                  </a:lnTo>
                  <a:lnTo>
                    <a:pt x="1613801" y="1857375"/>
                  </a:lnTo>
                  <a:lnTo>
                    <a:pt x="1632140" y="1857375"/>
                  </a:lnTo>
                  <a:lnTo>
                    <a:pt x="1632140" y="1786610"/>
                  </a:lnTo>
                  <a:close/>
                </a:path>
                <a:path w="3832860" h="2352675">
                  <a:moveTo>
                    <a:pt x="1632140" y="1662785"/>
                  </a:moveTo>
                  <a:lnTo>
                    <a:pt x="1613801" y="1645094"/>
                  </a:lnTo>
                  <a:lnTo>
                    <a:pt x="1613801" y="1733550"/>
                  </a:lnTo>
                  <a:lnTo>
                    <a:pt x="1632140" y="1733550"/>
                  </a:lnTo>
                  <a:lnTo>
                    <a:pt x="1632140" y="1662785"/>
                  </a:lnTo>
                  <a:close/>
                </a:path>
                <a:path w="3832860" h="2352675">
                  <a:moveTo>
                    <a:pt x="1632140" y="1538960"/>
                  </a:moveTo>
                  <a:lnTo>
                    <a:pt x="1613801" y="1521269"/>
                  </a:lnTo>
                  <a:lnTo>
                    <a:pt x="1613801" y="1609725"/>
                  </a:lnTo>
                  <a:lnTo>
                    <a:pt x="1632140" y="1609725"/>
                  </a:lnTo>
                  <a:lnTo>
                    <a:pt x="1632140" y="1538960"/>
                  </a:lnTo>
                  <a:close/>
                </a:path>
                <a:path w="3832860" h="2352675">
                  <a:moveTo>
                    <a:pt x="1632140" y="1415135"/>
                  </a:moveTo>
                  <a:lnTo>
                    <a:pt x="1613801" y="1397444"/>
                  </a:lnTo>
                  <a:lnTo>
                    <a:pt x="1613801" y="1485900"/>
                  </a:lnTo>
                  <a:lnTo>
                    <a:pt x="1632140" y="1485900"/>
                  </a:lnTo>
                  <a:lnTo>
                    <a:pt x="1632140" y="1415135"/>
                  </a:lnTo>
                  <a:close/>
                </a:path>
                <a:path w="3832860" h="2352675">
                  <a:moveTo>
                    <a:pt x="1632140" y="1291310"/>
                  </a:moveTo>
                  <a:lnTo>
                    <a:pt x="1613801" y="1273619"/>
                  </a:lnTo>
                  <a:lnTo>
                    <a:pt x="1613801" y="1362075"/>
                  </a:lnTo>
                  <a:lnTo>
                    <a:pt x="1632140" y="1362075"/>
                  </a:lnTo>
                  <a:lnTo>
                    <a:pt x="1632140" y="1291310"/>
                  </a:lnTo>
                  <a:close/>
                </a:path>
                <a:path w="3832860" h="2352675">
                  <a:moveTo>
                    <a:pt x="1632140" y="1167485"/>
                  </a:moveTo>
                  <a:lnTo>
                    <a:pt x="1613801" y="1149794"/>
                  </a:lnTo>
                  <a:lnTo>
                    <a:pt x="1613801" y="1238250"/>
                  </a:lnTo>
                  <a:lnTo>
                    <a:pt x="1632140" y="1238250"/>
                  </a:lnTo>
                  <a:lnTo>
                    <a:pt x="1632140" y="1167485"/>
                  </a:lnTo>
                  <a:close/>
                </a:path>
                <a:path w="3832860" h="2352675">
                  <a:moveTo>
                    <a:pt x="1632140" y="1043660"/>
                  </a:moveTo>
                  <a:lnTo>
                    <a:pt x="1613801" y="1025969"/>
                  </a:lnTo>
                  <a:lnTo>
                    <a:pt x="1613801" y="1114425"/>
                  </a:lnTo>
                  <a:lnTo>
                    <a:pt x="1632140" y="1114425"/>
                  </a:lnTo>
                  <a:lnTo>
                    <a:pt x="1632140" y="1043660"/>
                  </a:lnTo>
                  <a:close/>
                </a:path>
                <a:path w="3832860" h="2352675">
                  <a:moveTo>
                    <a:pt x="1632140" y="919835"/>
                  </a:moveTo>
                  <a:lnTo>
                    <a:pt x="1613801" y="919835"/>
                  </a:lnTo>
                  <a:lnTo>
                    <a:pt x="1613801" y="990600"/>
                  </a:lnTo>
                  <a:lnTo>
                    <a:pt x="1632140" y="990600"/>
                  </a:lnTo>
                  <a:lnTo>
                    <a:pt x="1632140" y="919835"/>
                  </a:lnTo>
                  <a:close/>
                </a:path>
                <a:path w="3832860" h="2352675">
                  <a:moveTo>
                    <a:pt x="2732455" y="2281910"/>
                  </a:moveTo>
                  <a:lnTo>
                    <a:pt x="2714117" y="2264219"/>
                  </a:lnTo>
                  <a:lnTo>
                    <a:pt x="2714117" y="2352675"/>
                  </a:lnTo>
                  <a:lnTo>
                    <a:pt x="2732455" y="2352675"/>
                  </a:lnTo>
                  <a:lnTo>
                    <a:pt x="2732455" y="2281910"/>
                  </a:lnTo>
                  <a:close/>
                </a:path>
                <a:path w="3832860" h="2352675">
                  <a:moveTo>
                    <a:pt x="2732455" y="2158085"/>
                  </a:moveTo>
                  <a:lnTo>
                    <a:pt x="2714117" y="2140394"/>
                  </a:lnTo>
                  <a:lnTo>
                    <a:pt x="2714117" y="2228850"/>
                  </a:lnTo>
                  <a:lnTo>
                    <a:pt x="2732455" y="2228850"/>
                  </a:lnTo>
                  <a:lnTo>
                    <a:pt x="2732455" y="2158085"/>
                  </a:lnTo>
                  <a:close/>
                </a:path>
                <a:path w="3832860" h="2352675">
                  <a:moveTo>
                    <a:pt x="2732455" y="2034260"/>
                  </a:moveTo>
                  <a:lnTo>
                    <a:pt x="2714117" y="2016569"/>
                  </a:lnTo>
                  <a:lnTo>
                    <a:pt x="2714117" y="2105025"/>
                  </a:lnTo>
                  <a:lnTo>
                    <a:pt x="2732455" y="2105025"/>
                  </a:lnTo>
                  <a:lnTo>
                    <a:pt x="2732455" y="2034260"/>
                  </a:lnTo>
                  <a:close/>
                </a:path>
                <a:path w="3832860" h="2352675">
                  <a:moveTo>
                    <a:pt x="2732455" y="1910435"/>
                  </a:moveTo>
                  <a:lnTo>
                    <a:pt x="2714117" y="1892744"/>
                  </a:lnTo>
                  <a:lnTo>
                    <a:pt x="2714117" y="1981200"/>
                  </a:lnTo>
                  <a:lnTo>
                    <a:pt x="2732455" y="1981200"/>
                  </a:lnTo>
                  <a:lnTo>
                    <a:pt x="2732455" y="1910435"/>
                  </a:lnTo>
                  <a:close/>
                </a:path>
                <a:path w="3832860" h="2352675">
                  <a:moveTo>
                    <a:pt x="2732455" y="1786610"/>
                  </a:moveTo>
                  <a:lnTo>
                    <a:pt x="2714117" y="1768919"/>
                  </a:lnTo>
                  <a:lnTo>
                    <a:pt x="2714117" y="1857375"/>
                  </a:lnTo>
                  <a:lnTo>
                    <a:pt x="2732455" y="1857375"/>
                  </a:lnTo>
                  <a:lnTo>
                    <a:pt x="2732455" y="1786610"/>
                  </a:lnTo>
                  <a:close/>
                </a:path>
                <a:path w="3832860" h="2352675">
                  <a:moveTo>
                    <a:pt x="2732455" y="1662785"/>
                  </a:moveTo>
                  <a:lnTo>
                    <a:pt x="2714117" y="1645094"/>
                  </a:lnTo>
                  <a:lnTo>
                    <a:pt x="2714117" y="1733550"/>
                  </a:lnTo>
                  <a:lnTo>
                    <a:pt x="2732455" y="1733550"/>
                  </a:lnTo>
                  <a:lnTo>
                    <a:pt x="2732455" y="1662785"/>
                  </a:lnTo>
                  <a:close/>
                </a:path>
                <a:path w="3832860" h="2352675">
                  <a:moveTo>
                    <a:pt x="2732455" y="1538960"/>
                  </a:moveTo>
                  <a:lnTo>
                    <a:pt x="2714117" y="1521269"/>
                  </a:lnTo>
                  <a:lnTo>
                    <a:pt x="2714117" y="1609725"/>
                  </a:lnTo>
                  <a:lnTo>
                    <a:pt x="2732455" y="1609725"/>
                  </a:lnTo>
                  <a:lnTo>
                    <a:pt x="2732455" y="1538960"/>
                  </a:lnTo>
                  <a:close/>
                </a:path>
                <a:path w="3832860" h="2352675">
                  <a:moveTo>
                    <a:pt x="2732455" y="1415135"/>
                  </a:moveTo>
                  <a:lnTo>
                    <a:pt x="2714117" y="1397444"/>
                  </a:lnTo>
                  <a:lnTo>
                    <a:pt x="2714117" y="1485900"/>
                  </a:lnTo>
                  <a:lnTo>
                    <a:pt x="2732455" y="1485900"/>
                  </a:lnTo>
                  <a:lnTo>
                    <a:pt x="2732455" y="1415135"/>
                  </a:lnTo>
                  <a:close/>
                </a:path>
                <a:path w="3832860" h="2352675">
                  <a:moveTo>
                    <a:pt x="2732455" y="1291310"/>
                  </a:moveTo>
                  <a:lnTo>
                    <a:pt x="2714117" y="1273619"/>
                  </a:lnTo>
                  <a:lnTo>
                    <a:pt x="2714117" y="1362075"/>
                  </a:lnTo>
                  <a:lnTo>
                    <a:pt x="2732455" y="1362075"/>
                  </a:lnTo>
                  <a:lnTo>
                    <a:pt x="2732455" y="1291310"/>
                  </a:lnTo>
                  <a:close/>
                </a:path>
                <a:path w="3832860" h="2352675">
                  <a:moveTo>
                    <a:pt x="2732455" y="1167485"/>
                  </a:moveTo>
                  <a:lnTo>
                    <a:pt x="2714117" y="1149794"/>
                  </a:lnTo>
                  <a:lnTo>
                    <a:pt x="2714117" y="1238250"/>
                  </a:lnTo>
                  <a:lnTo>
                    <a:pt x="2732455" y="1238250"/>
                  </a:lnTo>
                  <a:lnTo>
                    <a:pt x="2732455" y="1167485"/>
                  </a:lnTo>
                  <a:close/>
                </a:path>
                <a:path w="3832860" h="2352675">
                  <a:moveTo>
                    <a:pt x="2732455" y="1043660"/>
                  </a:moveTo>
                  <a:lnTo>
                    <a:pt x="2714117" y="1025969"/>
                  </a:lnTo>
                  <a:lnTo>
                    <a:pt x="2714117" y="1114425"/>
                  </a:lnTo>
                  <a:lnTo>
                    <a:pt x="2732455" y="1114425"/>
                  </a:lnTo>
                  <a:lnTo>
                    <a:pt x="2732455" y="1043660"/>
                  </a:lnTo>
                  <a:close/>
                </a:path>
                <a:path w="3832860" h="2352675">
                  <a:moveTo>
                    <a:pt x="2732455" y="919835"/>
                  </a:moveTo>
                  <a:lnTo>
                    <a:pt x="2714117" y="919835"/>
                  </a:lnTo>
                  <a:lnTo>
                    <a:pt x="2714117" y="990600"/>
                  </a:lnTo>
                  <a:lnTo>
                    <a:pt x="2732455" y="990600"/>
                  </a:lnTo>
                  <a:lnTo>
                    <a:pt x="2732455" y="919835"/>
                  </a:lnTo>
                  <a:close/>
                </a:path>
                <a:path w="3832860" h="2352675">
                  <a:moveTo>
                    <a:pt x="3832771" y="2281910"/>
                  </a:moveTo>
                  <a:lnTo>
                    <a:pt x="3814432" y="2264219"/>
                  </a:lnTo>
                  <a:lnTo>
                    <a:pt x="3814432" y="2352675"/>
                  </a:lnTo>
                  <a:lnTo>
                    <a:pt x="3832771" y="2352675"/>
                  </a:lnTo>
                  <a:lnTo>
                    <a:pt x="3832771" y="2281910"/>
                  </a:lnTo>
                  <a:close/>
                </a:path>
                <a:path w="3832860" h="2352675">
                  <a:moveTo>
                    <a:pt x="3832771" y="2158085"/>
                  </a:moveTo>
                  <a:lnTo>
                    <a:pt x="3814432" y="2140394"/>
                  </a:lnTo>
                  <a:lnTo>
                    <a:pt x="3814432" y="2228850"/>
                  </a:lnTo>
                  <a:lnTo>
                    <a:pt x="3832771" y="2228850"/>
                  </a:lnTo>
                  <a:lnTo>
                    <a:pt x="3832771" y="2158085"/>
                  </a:lnTo>
                  <a:close/>
                </a:path>
                <a:path w="3832860" h="2352675">
                  <a:moveTo>
                    <a:pt x="3832771" y="2034260"/>
                  </a:moveTo>
                  <a:lnTo>
                    <a:pt x="3814432" y="2016569"/>
                  </a:lnTo>
                  <a:lnTo>
                    <a:pt x="3814432" y="2105025"/>
                  </a:lnTo>
                  <a:lnTo>
                    <a:pt x="3832771" y="2105025"/>
                  </a:lnTo>
                  <a:lnTo>
                    <a:pt x="3832771" y="2034260"/>
                  </a:lnTo>
                  <a:close/>
                </a:path>
                <a:path w="3832860" h="2352675">
                  <a:moveTo>
                    <a:pt x="3832771" y="1910435"/>
                  </a:moveTo>
                  <a:lnTo>
                    <a:pt x="3814432" y="1892744"/>
                  </a:lnTo>
                  <a:lnTo>
                    <a:pt x="3814432" y="1981200"/>
                  </a:lnTo>
                  <a:lnTo>
                    <a:pt x="3832771" y="1981200"/>
                  </a:lnTo>
                  <a:lnTo>
                    <a:pt x="3832771" y="1910435"/>
                  </a:lnTo>
                  <a:close/>
                </a:path>
                <a:path w="3832860" h="2352675">
                  <a:moveTo>
                    <a:pt x="3832771" y="1786610"/>
                  </a:moveTo>
                  <a:lnTo>
                    <a:pt x="3814432" y="1768919"/>
                  </a:lnTo>
                  <a:lnTo>
                    <a:pt x="3814432" y="1857375"/>
                  </a:lnTo>
                  <a:lnTo>
                    <a:pt x="3832771" y="1857375"/>
                  </a:lnTo>
                  <a:lnTo>
                    <a:pt x="3832771" y="1786610"/>
                  </a:lnTo>
                  <a:close/>
                </a:path>
                <a:path w="3832860" h="2352675">
                  <a:moveTo>
                    <a:pt x="3832771" y="1662785"/>
                  </a:moveTo>
                  <a:lnTo>
                    <a:pt x="3814432" y="1645094"/>
                  </a:lnTo>
                  <a:lnTo>
                    <a:pt x="3814432" y="1733550"/>
                  </a:lnTo>
                  <a:lnTo>
                    <a:pt x="3832771" y="1733550"/>
                  </a:lnTo>
                  <a:lnTo>
                    <a:pt x="3832771" y="1662785"/>
                  </a:lnTo>
                  <a:close/>
                </a:path>
                <a:path w="3832860" h="2352675">
                  <a:moveTo>
                    <a:pt x="3832771" y="1538960"/>
                  </a:moveTo>
                  <a:lnTo>
                    <a:pt x="3814432" y="1521269"/>
                  </a:lnTo>
                  <a:lnTo>
                    <a:pt x="3814432" y="1609725"/>
                  </a:lnTo>
                  <a:lnTo>
                    <a:pt x="3832771" y="1609725"/>
                  </a:lnTo>
                  <a:lnTo>
                    <a:pt x="3832771" y="1538960"/>
                  </a:lnTo>
                  <a:close/>
                </a:path>
                <a:path w="3832860" h="2352675">
                  <a:moveTo>
                    <a:pt x="3832771" y="1415135"/>
                  </a:moveTo>
                  <a:lnTo>
                    <a:pt x="3814432" y="1397444"/>
                  </a:lnTo>
                  <a:lnTo>
                    <a:pt x="3814432" y="1485900"/>
                  </a:lnTo>
                  <a:lnTo>
                    <a:pt x="3832771" y="1485900"/>
                  </a:lnTo>
                  <a:lnTo>
                    <a:pt x="3832771" y="1415135"/>
                  </a:lnTo>
                  <a:close/>
                </a:path>
                <a:path w="3832860" h="2352675">
                  <a:moveTo>
                    <a:pt x="3832771" y="1291310"/>
                  </a:moveTo>
                  <a:lnTo>
                    <a:pt x="3814432" y="1273619"/>
                  </a:lnTo>
                  <a:lnTo>
                    <a:pt x="3814432" y="1362075"/>
                  </a:lnTo>
                  <a:lnTo>
                    <a:pt x="3832771" y="1362075"/>
                  </a:lnTo>
                  <a:lnTo>
                    <a:pt x="3832771" y="1291310"/>
                  </a:lnTo>
                  <a:close/>
                </a:path>
                <a:path w="3832860" h="2352675">
                  <a:moveTo>
                    <a:pt x="3832771" y="1167485"/>
                  </a:moveTo>
                  <a:lnTo>
                    <a:pt x="3814432" y="1149794"/>
                  </a:lnTo>
                  <a:lnTo>
                    <a:pt x="3814432" y="1238250"/>
                  </a:lnTo>
                  <a:lnTo>
                    <a:pt x="3832771" y="1238250"/>
                  </a:lnTo>
                  <a:lnTo>
                    <a:pt x="3832771" y="1167485"/>
                  </a:lnTo>
                  <a:close/>
                </a:path>
                <a:path w="3832860" h="2352675">
                  <a:moveTo>
                    <a:pt x="3832771" y="1043660"/>
                  </a:moveTo>
                  <a:lnTo>
                    <a:pt x="3814432" y="1025969"/>
                  </a:lnTo>
                  <a:lnTo>
                    <a:pt x="3814432" y="1114425"/>
                  </a:lnTo>
                  <a:lnTo>
                    <a:pt x="3832771" y="1114425"/>
                  </a:lnTo>
                  <a:lnTo>
                    <a:pt x="3832771" y="1043660"/>
                  </a:lnTo>
                  <a:close/>
                </a:path>
                <a:path w="3832860" h="2352675">
                  <a:moveTo>
                    <a:pt x="3832771" y="919835"/>
                  </a:moveTo>
                  <a:lnTo>
                    <a:pt x="3814432" y="919835"/>
                  </a:lnTo>
                  <a:lnTo>
                    <a:pt x="3814432" y="990600"/>
                  </a:lnTo>
                  <a:lnTo>
                    <a:pt x="3832771" y="990600"/>
                  </a:lnTo>
                  <a:lnTo>
                    <a:pt x="3832771" y="919835"/>
                  </a:lnTo>
                  <a:close/>
                </a:path>
              </a:pathLst>
            </a:custGeom>
            <a:solidFill>
              <a:srgbClr val="000000"/>
            </a:solidFill>
          </p:spPr>
          <p:txBody>
            <a:bodyPr wrap="square" lIns="0" tIns="0" rIns="0" bIns="0" rtlCol="0"/>
            <a:lstStyle/>
            <a:p>
              <a:endParaRPr/>
            </a:p>
          </p:txBody>
        </p:sp>
        <p:sp>
          <p:nvSpPr>
            <p:cNvPr id="93" name="object 93"/>
            <p:cNvSpPr/>
            <p:nvPr/>
          </p:nvSpPr>
          <p:spPr>
            <a:xfrm>
              <a:off x="142875" y="142875"/>
              <a:ext cx="8858250" cy="2990850"/>
            </a:xfrm>
            <a:custGeom>
              <a:avLst/>
              <a:gdLst/>
              <a:ahLst/>
              <a:cxnLst/>
              <a:rect l="l" t="t" r="r" b="b"/>
              <a:pathLst>
                <a:path w="8858250" h="2990850">
                  <a:moveTo>
                    <a:pt x="8858250" y="2990850"/>
                  </a:moveTo>
                  <a:lnTo>
                    <a:pt x="0" y="2990850"/>
                  </a:lnTo>
                  <a:lnTo>
                    <a:pt x="0" y="0"/>
                  </a:lnTo>
                  <a:lnTo>
                    <a:pt x="8858250" y="0"/>
                  </a:lnTo>
                  <a:lnTo>
                    <a:pt x="8858250" y="4762"/>
                  </a:lnTo>
                  <a:lnTo>
                    <a:pt x="9525" y="4762"/>
                  </a:lnTo>
                  <a:lnTo>
                    <a:pt x="4762" y="9525"/>
                  </a:lnTo>
                  <a:lnTo>
                    <a:pt x="9525" y="9525"/>
                  </a:lnTo>
                  <a:lnTo>
                    <a:pt x="9525" y="2981325"/>
                  </a:lnTo>
                  <a:lnTo>
                    <a:pt x="4762" y="2981325"/>
                  </a:lnTo>
                  <a:lnTo>
                    <a:pt x="9525" y="2986087"/>
                  </a:lnTo>
                  <a:lnTo>
                    <a:pt x="8858250" y="2986087"/>
                  </a:lnTo>
                  <a:lnTo>
                    <a:pt x="8858250" y="2990850"/>
                  </a:lnTo>
                  <a:close/>
                </a:path>
                <a:path w="8858250" h="2990850">
                  <a:moveTo>
                    <a:pt x="9525" y="9525"/>
                  </a:moveTo>
                  <a:lnTo>
                    <a:pt x="4762" y="9525"/>
                  </a:lnTo>
                  <a:lnTo>
                    <a:pt x="9525" y="4762"/>
                  </a:lnTo>
                  <a:lnTo>
                    <a:pt x="9525" y="9525"/>
                  </a:lnTo>
                  <a:close/>
                </a:path>
                <a:path w="8858250" h="2990850">
                  <a:moveTo>
                    <a:pt x="8848725" y="9525"/>
                  </a:moveTo>
                  <a:lnTo>
                    <a:pt x="9525" y="9525"/>
                  </a:lnTo>
                  <a:lnTo>
                    <a:pt x="9525" y="4762"/>
                  </a:lnTo>
                  <a:lnTo>
                    <a:pt x="8848725" y="4762"/>
                  </a:lnTo>
                  <a:lnTo>
                    <a:pt x="8848725" y="9525"/>
                  </a:lnTo>
                  <a:close/>
                </a:path>
                <a:path w="8858250" h="2990850">
                  <a:moveTo>
                    <a:pt x="8848725" y="2986087"/>
                  </a:moveTo>
                  <a:lnTo>
                    <a:pt x="8848725" y="4762"/>
                  </a:lnTo>
                  <a:lnTo>
                    <a:pt x="8853487" y="9525"/>
                  </a:lnTo>
                  <a:lnTo>
                    <a:pt x="8858250" y="9525"/>
                  </a:lnTo>
                  <a:lnTo>
                    <a:pt x="8858250" y="2981325"/>
                  </a:lnTo>
                  <a:lnTo>
                    <a:pt x="8853487" y="2981325"/>
                  </a:lnTo>
                  <a:lnTo>
                    <a:pt x="8848725" y="2986087"/>
                  </a:lnTo>
                  <a:close/>
                </a:path>
                <a:path w="8858250" h="2990850">
                  <a:moveTo>
                    <a:pt x="8858250" y="9525"/>
                  </a:moveTo>
                  <a:lnTo>
                    <a:pt x="8853487" y="9525"/>
                  </a:lnTo>
                  <a:lnTo>
                    <a:pt x="8848725" y="4762"/>
                  </a:lnTo>
                  <a:lnTo>
                    <a:pt x="8858250" y="4762"/>
                  </a:lnTo>
                  <a:lnTo>
                    <a:pt x="8858250" y="9525"/>
                  </a:lnTo>
                  <a:close/>
                </a:path>
                <a:path w="8858250" h="2990850">
                  <a:moveTo>
                    <a:pt x="9525" y="2986087"/>
                  </a:moveTo>
                  <a:lnTo>
                    <a:pt x="4762" y="2981325"/>
                  </a:lnTo>
                  <a:lnTo>
                    <a:pt x="9525" y="2981325"/>
                  </a:lnTo>
                  <a:lnTo>
                    <a:pt x="9525" y="2986087"/>
                  </a:lnTo>
                  <a:close/>
                </a:path>
                <a:path w="8858250" h="2990850">
                  <a:moveTo>
                    <a:pt x="8848725" y="2986087"/>
                  </a:moveTo>
                  <a:lnTo>
                    <a:pt x="9525" y="2986087"/>
                  </a:lnTo>
                  <a:lnTo>
                    <a:pt x="9525" y="2981325"/>
                  </a:lnTo>
                  <a:lnTo>
                    <a:pt x="8848725" y="2981325"/>
                  </a:lnTo>
                  <a:lnTo>
                    <a:pt x="8848725" y="2986087"/>
                  </a:lnTo>
                  <a:close/>
                </a:path>
                <a:path w="8858250" h="2990850">
                  <a:moveTo>
                    <a:pt x="8858250" y="2986087"/>
                  </a:moveTo>
                  <a:lnTo>
                    <a:pt x="8848725" y="2986087"/>
                  </a:lnTo>
                  <a:lnTo>
                    <a:pt x="8853487" y="2981325"/>
                  </a:lnTo>
                  <a:lnTo>
                    <a:pt x="8858250" y="2981325"/>
                  </a:lnTo>
                  <a:lnTo>
                    <a:pt x="8858250" y="2986087"/>
                  </a:lnTo>
                  <a:close/>
                </a:path>
              </a:pathLst>
            </a:custGeom>
            <a:solidFill>
              <a:srgbClr val="FF6600"/>
            </a:solidFill>
          </p:spPr>
          <p:txBody>
            <a:bodyPr wrap="square" lIns="0" tIns="0" rIns="0" bIns="0" rtlCol="0"/>
            <a:lstStyle/>
            <a:p>
              <a:endParaRPr/>
            </a:p>
          </p:txBody>
        </p:sp>
      </p:grpSp>
      <p:sp>
        <p:nvSpPr>
          <p:cNvPr id="94" name="object 94"/>
          <p:cNvSpPr txBox="1"/>
          <p:nvPr/>
        </p:nvSpPr>
        <p:spPr>
          <a:xfrm>
            <a:off x="6621259" y="5143677"/>
            <a:ext cx="115570" cy="271780"/>
          </a:xfrm>
          <a:prstGeom prst="rect">
            <a:avLst/>
          </a:prstGeom>
        </p:spPr>
        <p:txBody>
          <a:bodyPr vert="horz" wrap="square" lIns="0" tIns="13970" rIns="0" bIns="0" rtlCol="0">
            <a:spAutoFit/>
          </a:bodyPr>
          <a:lstStyle/>
          <a:p>
            <a:pPr>
              <a:lnSpc>
                <a:spcPct val="100000"/>
              </a:lnSpc>
              <a:spcBef>
                <a:spcPts val="110"/>
              </a:spcBef>
            </a:pPr>
            <a:r>
              <a:rPr sz="1600" spc="-5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p:txBody>
      </p:sp>
      <p:sp>
        <p:nvSpPr>
          <p:cNvPr id="95" name="object 95"/>
          <p:cNvSpPr txBox="1"/>
          <p:nvPr/>
        </p:nvSpPr>
        <p:spPr>
          <a:xfrm>
            <a:off x="5455602" y="5143677"/>
            <a:ext cx="115570" cy="271780"/>
          </a:xfrm>
          <a:prstGeom prst="rect">
            <a:avLst/>
          </a:prstGeom>
        </p:spPr>
        <p:txBody>
          <a:bodyPr vert="horz" wrap="square" lIns="0" tIns="13970" rIns="0" bIns="0" rtlCol="0">
            <a:spAutoFit/>
          </a:bodyPr>
          <a:lstStyle/>
          <a:p>
            <a:pPr>
              <a:lnSpc>
                <a:spcPct val="100000"/>
              </a:lnSpc>
              <a:spcBef>
                <a:spcPts val="110"/>
              </a:spcBef>
            </a:pPr>
            <a:r>
              <a:rPr sz="1600" spc="-50" dirty="0">
                <a:latin typeface="Times New Roman" panose="02020603050405020304"/>
                <a:cs typeface="Times New Roman" panose="02020603050405020304"/>
              </a:rPr>
              <a:t>1</a:t>
            </a:r>
            <a:endParaRPr sz="1600">
              <a:latin typeface="Times New Roman" panose="02020603050405020304"/>
              <a:cs typeface="Times New Roman" panose="02020603050405020304"/>
            </a:endParaRPr>
          </a:p>
        </p:txBody>
      </p:sp>
      <p:sp>
        <p:nvSpPr>
          <p:cNvPr id="96" name="object 96"/>
          <p:cNvSpPr txBox="1"/>
          <p:nvPr/>
        </p:nvSpPr>
        <p:spPr>
          <a:xfrm>
            <a:off x="4253331" y="5143677"/>
            <a:ext cx="115570" cy="271780"/>
          </a:xfrm>
          <a:prstGeom prst="rect">
            <a:avLst/>
          </a:prstGeom>
        </p:spPr>
        <p:txBody>
          <a:bodyPr vert="horz" wrap="square" lIns="0" tIns="13970" rIns="0" bIns="0" rtlCol="0">
            <a:spAutoFit/>
          </a:bodyPr>
          <a:lstStyle/>
          <a:p>
            <a:pPr>
              <a:lnSpc>
                <a:spcPct val="100000"/>
              </a:lnSpc>
              <a:spcBef>
                <a:spcPts val="110"/>
              </a:spcBef>
            </a:pPr>
            <a:r>
              <a:rPr sz="1600" spc="-50" dirty="0">
                <a:latin typeface="Times New Roman" panose="02020603050405020304"/>
                <a:cs typeface="Times New Roman" panose="02020603050405020304"/>
              </a:rPr>
              <a:t>2</a:t>
            </a:r>
            <a:endParaRPr sz="1600">
              <a:latin typeface="Times New Roman" panose="02020603050405020304"/>
              <a:cs typeface="Times New Roman" panose="02020603050405020304"/>
            </a:endParaRPr>
          </a:p>
        </p:txBody>
      </p:sp>
      <p:sp>
        <p:nvSpPr>
          <p:cNvPr id="97" name="object 97"/>
          <p:cNvSpPr txBox="1"/>
          <p:nvPr/>
        </p:nvSpPr>
        <p:spPr>
          <a:xfrm>
            <a:off x="3572598" y="4898402"/>
            <a:ext cx="3698240" cy="271780"/>
          </a:xfrm>
          <a:prstGeom prst="rect">
            <a:avLst/>
          </a:prstGeom>
        </p:spPr>
        <p:txBody>
          <a:bodyPr vert="horz" wrap="square" lIns="0" tIns="13970" rIns="0" bIns="0" rtlCol="0">
            <a:spAutoFit/>
          </a:bodyPr>
          <a:lstStyle/>
          <a:p>
            <a:pPr>
              <a:lnSpc>
                <a:spcPct val="100000"/>
              </a:lnSpc>
              <a:spcBef>
                <a:spcPts val="110"/>
              </a:spcBef>
              <a:tabLst>
                <a:tab pos="1218565" algn="l"/>
                <a:tab pos="2381250" algn="l"/>
                <a:tab pos="3582670" algn="l"/>
              </a:tabLst>
            </a:pPr>
            <a:r>
              <a:rPr sz="1600" spc="-50" dirty="0">
                <a:latin typeface="Times New Roman" panose="02020603050405020304"/>
                <a:cs typeface="Times New Roman" panose="02020603050405020304"/>
              </a:rPr>
              <a:t>3</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2</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1</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p:txBody>
      </p:sp>
      <p:sp>
        <p:nvSpPr>
          <p:cNvPr id="98" name="object 98"/>
          <p:cNvSpPr txBox="1"/>
          <p:nvPr/>
        </p:nvSpPr>
        <p:spPr>
          <a:xfrm>
            <a:off x="3047415" y="5143677"/>
            <a:ext cx="115570" cy="271780"/>
          </a:xfrm>
          <a:prstGeom prst="rect">
            <a:avLst/>
          </a:prstGeom>
        </p:spPr>
        <p:txBody>
          <a:bodyPr vert="horz" wrap="square" lIns="0" tIns="13970" rIns="0" bIns="0" rtlCol="0">
            <a:spAutoFit/>
          </a:bodyPr>
          <a:lstStyle/>
          <a:p>
            <a:pPr>
              <a:lnSpc>
                <a:spcPct val="100000"/>
              </a:lnSpc>
              <a:spcBef>
                <a:spcPts val="110"/>
              </a:spcBef>
            </a:pPr>
            <a:r>
              <a:rPr sz="1600" spc="-50" dirty="0">
                <a:latin typeface="Times New Roman" panose="02020603050405020304"/>
                <a:cs typeface="Times New Roman" panose="02020603050405020304"/>
              </a:rPr>
              <a:t>3</a:t>
            </a:r>
            <a:endParaRPr sz="1600">
              <a:latin typeface="Times New Roman" panose="02020603050405020304"/>
              <a:cs typeface="Times New Roman" panose="02020603050405020304"/>
            </a:endParaRPr>
          </a:p>
        </p:txBody>
      </p:sp>
      <p:sp>
        <p:nvSpPr>
          <p:cNvPr id="99" name="object 99"/>
          <p:cNvSpPr txBox="1"/>
          <p:nvPr/>
        </p:nvSpPr>
        <p:spPr>
          <a:xfrm>
            <a:off x="7094296" y="4187278"/>
            <a:ext cx="115570" cy="271780"/>
          </a:xfrm>
          <a:prstGeom prst="rect">
            <a:avLst/>
          </a:prstGeom>
        </p:spPr>
        <p:txBody>
          <a:bodyPr vert="horz" wrap="square" lIns="0" tIns="13970" rIns="0" bIns="0" rtlCol="0">
            <a:spAutoFit/>
          </a:bodyPr>
          <a:lstStyle/>
          <a:p>
            <a:pPr>
              <a:lnSpc>
                <a:spcPct val="100000"/>
              </a:lnSpc>
              <a:spcBef>
                <a:spcPts val="110"/>
              </a:spcBef>
            </a:pPr>
            <a:r>
              <a:rPr sz="1600" spc="-50" dirty="0">
                <a:latin typeface="Times New Roman" panose="02020603050405020304"/>
                <a:cs typeface="Times New Roman" panose="02020603050405020304"/>
              </a:rPr>
              <a:t>3</a:t>
            </a:r>
            <a:endParaRPr sz="1600">
              <a:latin typeface="Times New Roman" panose="02020603050405020304"/>
              <a:cs typeface="Times New Roman" panose="02020603050405020304"/>
            </a:endParaRPr>
          </a:p>
        </p:txBody>
      </p:sp>
      <p:sp>
        <p:nvSpPr>
          <p:cNvPr id="100" name="object 100"/>
          <p:cNvSpPr txBox="1"/>
          <p:nvPr/>
        </p:nvSpPr>
        <p:spPr>
          <a:xfrm>
            <a:off x="5697143" y="4187278"/>
            <a:ext cx="115570" cy="271780"/>
          </a:xfrm>
          <a:prstGeom prst="rect">
            <a:avLst/>
          </a:prstGeom>
        </p:spPr>
        <p:txBody>
          <a:bodyPr vert="horz" wrap="square" lIns="0" tIns="13970" rIns="0" bIns="0" rtlCol="0">
            <a:spAutoFit/>
          </a:bodyPr>
          <a:lstStyle/>
          <a:p>
            <a:pPr>
              <a:lnSpc>
                <a:spcPct val="100000"/>
              </a:lnSpc>
              <a:spcBef>
                <a:spcPts val="110"/>
              </a:spcBef>
            </a:pPr>
            <a:r>
              <a:rPr sz="1600" spc="-50" dirty="0">
                <a:latin typeface="Times New Roman" panose="02020603050405020304"/>
                <a:cs typeface="Times New Roman" panose="02020603050405020304"/>
              </a:rPr>
              <a:t>2</a:t>
            </a:r>
            <a:endParaRPr sz="1600">
              <a:latin typeface="Times New Roman" panose="02020603050405020304"/>
              <a:cs typeface="Times New Roman" panose="02020603050405020304"/>
            </a:endParaRPr>
          </a:p>
        </p:txBody>
      </p:sp>
      <p:sp>
        <p:nvSpPr>
          <p:cNvPr id="101" name="object 101"/>
          <p:cNvSpPr txBox="1"/>
          <p:nvPr/>
        </p:nvSpPr>
        <p:spPr>
          <a:xfrm>
            <a:off x="4310062" y="4187278"/>
            <a:ext cx="115570" cy="271780"/>
          </a:xfrm>
          <a:prstGeom prst="rect">
            <a:avLst/>
          </a:prstGeom>
        </p:spPr>
        <p:txBody>
          <a:bodyPr vert="horz" wrap="square" lIns="0" tIns="13970" rIns="0" bIns="0" rtlCol="0">
            <a:spAutoFit/>
          </a:bodyPr>
          <a:lstStyle/>
          <a:p>
            <a:pPr>
              <a:lnSpc>
                <a:spcPct val="100000"/>
              </a:lnSpc>
              <a:spcBef>
                <a:spcPts val="110"/>
              </a:spcBef>
            </a:pPr>
            <a:r>
              <a:rPr sz="1600" spc="-50" dirty="0">
                <a:latin typeface="Times New Roman" panose="02020603050405020304"/>
                <a:cs typeface="Times New Roman" panose="02020603050405020304"/>
              </a:rPr>
              <a:t>1</a:t>
            </a:r>
            <a:endParaRPr sz="1600">
              <a:latin typeface="Times New Roman" panose="02020603050405020304"/>
              <a:cs typeface="Times New Roman" panose="02020603050405020304"/>
            </a:endParaRPr>
          </a:p>
        </p:txBody>
      </p:sp>
      <p:sp>
        <p:nvSpPr>
          <p:cNvPr id="102" name="object 102"/>
          <p:cNvSpPr txBox="1"/>
          <p:nvPr/>
        </p:nvSpPr>
        <p:spPr>
          <a:xfrm>
            <a:off x="2929382" y="4187278"/>
            <a:ext cx="115570" cy="271780"/>
          </a:xfrm>
          <a:prstGeom prst="rect">
            <a:avLst/>
          </a:prstGeom>
        </p:spPr>
        <p:txBody>
          <a:bodyPr vert="horz" wrap="square" lIns="0" tIns="13970" rIns="0" bIns="0" rtlCol="0">
            <a:spAutoFit/>
          </a:bodyPr>
          <a:lstStyle/>
          <a:p>
            <a:pPr>
              <a:lnSpc>
                <a:spcPct val="100000"/>
              </a:lnSpc>
              <a:spcBef>
                <a:spcPts val="110"/>
              </a:spcBef>
            </a:pPr>
            <a:r>
              <a:rPr sz="1600" spc="-5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p:txBody>
      </p:sp>
      <p:sp>
        <p:nvSpPr>
          <p:cNvPr id="103" name="object 103"/>
          <p:cNvSpPr txBox="1"/>
          <p:nvPr/>
        </p:nvSpPr>
        <p:spPr>
          <a:xfrm>
            <a:off x="1749082" y="4909502"/>
            <a:ext cx="205740" cy="447040"/>
          </a:xfrm>
          <a:prstGeom prst="rect">
            <a:avLst/>
          </a:prstGeom>
        </p:spPr>
        <p:txBody>
          <a:bodyPr vert="horz" wrap="square" lIns="0" tIns="14605" rIns="0" bIns="0" rtlCol="0">
            <a:spAutoFit/>
          </a:bodyPr>
          <a:lstStyle/>
          <a:p>
            <a:pPr>
              <a:lnSpc>
                <a:spcPct val="100000"/>
              </a:lnSpc>
              <a:spcBef>
                <a:spcPts val="115"/>
              </a:spcBef>
            </a:pPr>
            <a:r>
              <a:rPr sz="2750" spc="-50" dirty="0">
                <a:latin typeface="Symbol" panose="05050102010706020507"/>
                <a:cs typeface="Symbol" panose="05050102010706020507"/>
              </a:rPr>
              <a:t></a:t>
            </a:r>
            <a:endParaRPr sz="2750">
              <a:latin typeface="Symbol" panose="05050102010706020507"/>
              <a:cs typeface="Symbol" panose="05050102010706020507"/>
            </a:endParaRPr>
          </a:p>
        </p:txBody>
      </p:sp>
      <p:sp>
        <p:nvSpPr>
          <p:cNvPr id="104" name="object 104"/>
          <p:cNvSpPr txBox="1"/>
          <p:nvPr/>
        </p:nvSpPr>
        <p:spPr>
          <a:xfrm>
            <a:off x="1749082" y="3953116"/>
            <a:ext cx="205740" cy="447040"/>
          </a:xfrm>
          <a:prstGeom prst="rect">
            <a:avLst/>
          </a:prstGeom>
        </p:spPr>
        <p:txBody>
          <a:bodyPr vert="horz" wrap="square" lIns="0" tIns="14605" rIns="0" bIns="0" rtlCol="0">
            <a:spAutoFit/>
          </a:bodyPr>
          <a:lstStyle/>
          <a:p>
            <a:pPr>
              <a:lnSpc>
                <a:spcPct val="100000"/>
              </a:lnSpc>
              <a:spcBef>
                <a:spcPts val="115"/>
              </a:spcBef>
            </a:pPr>
            <a:r>
              <a:rPr sz="2750" spc="-50" dirty="0">
                <a:latin typeface="Symbol" panose="05050102010706020507"/>
                <a:cs typeface="Symbol" panose="05050102010706020507"/>
              </a:rPr>
              <a:t></a:t>
            </a:r>
            <a:endParaRPr sz="2750">
              <a:latin typeface="Symbol" panose="05050102010706020507"/>
              <a:cs typeface="Symbol" panose="05050102010706020507"/>
            </a:endParaRPr>
          </a:p>
        </p:txBody>
      </p:sp>
      <p:sp>
        <p:nvSpPr>
          <p:cNvPr id="105" name="object 105"/>
          <p:cNvSpPr txBox="1"/>
          <p:nvPr/>
        </p:nvSpPr>
        <p:spPr>
          <a:xfrm>
            <a:off x="2731757" y="4909502"/>
            <a:ext cx="4694555" cy="447040"/>
          </a:xfrm>
          <a:prstGeom prst="rect">
            <a:avLst/>
          </a:prstGeom>
        </p:spPr>
        <p:txBody>
          <a:bodyPr vert="horz" wrap="square" lIns="0" tIns="14605" rIns="0" bIns="0" rtlCol="0">
            <a:spAutoFit/>
          </a:bodyPr>
          <a:lstStyle/>
          <a:p>
            <a:pPr>
              <a:lnSpc>
                <a:spcPct val="100000"/>
              </a:lnSpc>
              <a:spcBef>
                <a:spcPts val="115"/>
              </a:spcBef>
              <a:tabLst>
                <a:tab pos="507365" algn="l"/>
                <a:tab pos="1049020" algn="l"/>
                <a:tab pos="1719580" algn="l"/>
                <a:tab pos="2273935" algn="l"/>
                <a:tab pos="2905760" algn="l"/>
                <a:tab pos="3420745" algn="l"/>
                <a:tab pos="4087495" algn="l"/>
                <a:tab pos="4564380" algn="l"/>
              </a:tabLst>
            </a:pPr>
            <a:r>
              <a:rPr sz="2750" spc="-25" dirty="0">
                <a:latin typeface="Times New Roman" panose="02020603050405020304"/>
                <a:cs typeface="Times New Roman" panose="02020603050405020304"/>
              </a:rPr>
              <a:t>(</a:t>
            </a:r>
            <a:r>
              <a:rPr sz="2750" i="1" spc="-25" dirty="0">
                <a:latin typeface="Times New Roman" panose="02020603050405020304"/>
                <a:cs typeface="Times New Roman" panose="02020603050405020304"/>
              </a:rPr>
              <a:t>d</a:t>
            </a:r>
            <a:r>
              <a:rPr sz="2750" i="1"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190" dirty="0">
                <a:latin typeface="Times New Roman" panose="02020603050405020304"/>
                <a:cs typeface="Times New Roman" panose="02020603050405020304"/>
              </a:rPr>
              <a:t> </a:t>
            </a:r>
            <a:r>
              <a:rPr sz="2750" spc="-50" dirty="0">
                <a:latin typeface="Times New Roman" panose="02020603050405020304"/>
                <a:cs typeface="Times New Roman" panose="02020603050405020304"/>
              </a:rPr>
              <a:t>2</a:t>
            </a:r>
            <a:r>
              <a:rPr sz="2750"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30" dirty="0">
                <a:latin typeface="Times New Roman" panose="02020603050405020304"/>
                <a:cs typeface="Times New Roman" panose="02020603050405020304"/>
              </a:rPr>
              <a:t> </a:t>
            </a:r>
            <a:r>
              <a:rPr sz="2750" i="1" spc="-50" dirty="0">
                <a:latin typeface="Times New Roman" panose="02020603050405020304"/>
                <a:cs typeface="Times New Roman" panose="02020603050405020304"/>
              </a:rPr>
              <a:t>d</a:t>
            </a:r>
            <a:r>
              <a:rPr sz="2750" i="1"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200" dirty="0">
                <a:latin typeface="Times New Roman" panose="02020603050405020304"/>
                <a:cs typeface="Times New Roman" panose="02020603050405020304"/>
              </a:rPr>
              <a:t> </a:t>
            </a:r>
            <a:r>
              <a:rPr sz="2750" spc="-50" dirty="0">
                <a:latin typeface="Times New Roman" panose="02020603050405020304"/>
                <a:cs typeface="Times New Roman" panose="02020603050405020304"/>
              </a:rPr>
              <a:t>2</a:t>
            </a:r>
            <a:r>
              <a:rPr sz="2750"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40" dirty="0">
                <a:latin typeface="Times New Roman" panose="02020603050405020304"/>
                <a:cs typeface="Times New Roman" panose="02020603050405020304"/>
              </a:rPr>
              <a:t> </a:t>
            </a:r>
            <a:r>
              <a:rPr sz="2750" i="1" spc="-50" dirty="0">
                <a:latin typeface="Times New Roman" panose="02020603050405020304"/>
                <a:cs typeface="Times New Roman" panose="02020603050405020304"/>
              </a:rPr>
              <a:t>d</a:t>
            </a:r>
            <a:r>
              <a:rPr sz="2750" i="1"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200" dirty="0">
                <a:latin typeface="Times New Roman" panose="02020603050405020304"/>
                <a:cs typeface="Times New Roman" panose="02020603050405020304"/>
              </a:rPr>
              <a:t> </a:t>
            </a:r>
            <a:r>
              <a:rPr sz="2750" spc="-50" dirty="0">
                <a:latin typeface="Times New Roman" panose="02020603050405020304"/>
                <a:cs typeface="Times New Roman" panose="02020603050405020304"/>
              </a:rPr>
              <a:t>2</a:t>
            </a:r>
            <a:r>
              <a:rPr sz="2750"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40" dirty="0">
                <a:latin typeface="Times New Roman" panose="02020603050405020304"/>
                <a:cs typeface="Times New Roman" panose="02020603050405020304"/>
              </a:rPr>
              <a:t> </a:t>
            </a:r>
            <a:r>
              <a:rPr sz="2750" i="1" spc="-50" dirty="0">
                <a:latin typeface="Times New Roman" panose="02020603050405020304"/>
                <a:cs typeface="Times New Roman" panose="02020603050405020304"/>
              </a:rPr>
              <a:t>d</a:t>
            </a:r>
            <a:r>
              <a:rPr sz="2750" i="1"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190" dirty="0">
                <a:latin typeface="Times New Roman" panose="02020603050405020304"/>
                <a:cs typeface="Times New Roman" panose="02020603050405020304"/>
              </a:rPr>
              <a:t> </a:t>
            </a:r>
            <a:r>
              <a:rPr sz="2750" spc="-50" dirty="0">
                <a:latin typeface="Times New Roman" panose="02020603050405020304"/>
                <a:cs typeface="Times New Roman" panose="02020603050405020304"/>
              </a:rPr>
              <a:t>2</a:t>
            </a:r>
            <a:r>
              <a:rPr sz="2750" dirty="0">
                <a:latin typeface="Times New Roman" panose="02020603050405020304"/>
                <a:cs typeface="Times New Roman" panose="02020603050405020304"/>
              </a:rPr>
              <a:t>	</a:t>
            </a:r>
            <a:r>
              <a:rPr sz="2750" spc="-50" dirty="0">
                <a:latin typeface="Times New Roman" panose="02020603050405020304"/>
                <a:cs typeface="Times New Roman" panose="02020603050405020304"/>
              </a:rPr>
              <a:t>)</a:t>
            </a:r>
            <a:endParaRPr sz="2750">
              <a:latin typeface="Times New Roman" panose="02020603050405020304"/>
              <a:cs typeface="Times New Roman" panose="02020603050405020304"/>
            </a:endParaRPr>
          </a:p>
        </p:txBody>
      </p:sp>
      <p:sp>
        <p:nvSpPr>
          <p:cNvPr id="106" name="object 106"/>
          <p:cNvSpPr txBox="1"/>
          <p:nvPr/>
        </p:nvSpPr>
        <p:spPr>
          <a:xfrm>
            <a:off x="2053983" y="5189563"/>
            <a:ext cx="611505" cy="447040"/>
          </a:xfrm>
          <a:prstGeom prst="rect">
            <a:avLst/>
          </a:prstGeom>
        </p:spPr>
        <p:txBody>
          <a:bodyPr vert="horz" wrap="square" lIns="0" tIns="14605" rIns="0" bIns="0" rtlCol="0">
            <a:spAutoFit/>
          </a:bodyPr>
          <a:lstStyle/>
          <a:p>
            <a:pPr marL="25400">
              <a:lnSpc>
                <a:spcPct val="100000"/>
              </a:lnSpc>
              <a:spcBef>
                <a:spcPts val="115"/>
              </a:spcBef>
            </a:pPr>
            <a:r>
              <a:rPr sz="2750" dirty="0">
                <a:latin typeface="Times New Roman" panose="02020603050405020304"/>
                <a:cs typeface="Times New Roman" panose="02020603050405020304"/>
              </a:rPr>
              <a:t>2</a:t>
            </a:r>
            <a:r>
              <a:rPr sz="2400" baseline="43000" dirty="0">
                <a:latin typeface="Times New Roman" panose="02020603050405020304"/>
                <a:cs typeface="Times New Roman" panose="02020603050405020304"/>
              </a:rPr>
              <a:t>3</a:t>
            </a:r>
            <a:r>
              <a:rPr sz="2400" spc="44" baseline="43000" dirty="0">
                <a:latin typeface="Times New Roman" panose="02020603050405020304"/>
                <a:cs typeface="Times New Roman" panose="02020603050405020304"/>
              </a:rPr>
              <a:t> </a:t>
            </a:r>
            <a:r>
              <a:rPr sz="2750" i="1" spc="-50" dirty="0">
                <a:latin typeface="Times New Roman" panose="02020603050405020304"/>
                <a:cs typeface="Times New Roman" panose="02020603050405020304"/>
              </a:rPr>
              <a:t>R</a:t>
            </a:r>
            <a:endParaRPr sz="2750">
              <a:latin typeface="Times New Roman" panose="02020603050405020304"/>
              <a:cs typeface="Times New Roman" panose="02020603050405020304"/>
            </a:endParaRPr>
          </a:p>
        </p:txBody>
      </p:sp>
      <p:sp>
        <p:nvSpPr>
          <p:cNvPr id="107" name="object 107"/>
          <p:cNvSpPr txBox="1"/>
          <p:nvPr/>
        </p:nvSpPr>
        <p:spPr>
          <a:xfrm>
            <a:off x="5501347" y="3953116"/>
            <a:ext cx="188595" cy="447040"/>
          </a:xfrm>
          <a:prstGeom prst="rect">
            <a:avLst/>
          </a:prstGeom>
        </p:spPr>
        <p:txBody>
          <a:bodyPr vert="horz" wrap="square" lIns="0" tIns="14605" rIns="0" bIns="0" rtlCol="0">
            <a:spAutoFit/>
          </a:bodyPr>
          <a:lstStyle/>
          <a:p>
            <a:pPr>
              <a:lnSpc>
                <a:spcPct val="100000"/>
              </a:lnSpc>
              <a:spcBef>
                <a:spcPts val="115"/>
              </a:spcBef>
            </a:pPr>
            <a:r>
              <a:rPr sz="2750" i="1" spc="-50" dirty="0">
                <a:latin typeface="Times New Roman" panose="02020603050405020304"/>
                <a:cs typeface="Times New Roman" panose="02020603050405020304"/>
              </a:rPr>
              <a:t>d</a:t>
            </a:r>
            <a:endParaRPr sz="2750">
              <a:latin typeface="Times New Roman" panose="02020603050405020304"/>
              <a:cs typeface="Times New Roman" panose="02020603050405020304"/>
            </a:endParaRPr>
          </a:p>
        </p:txBody>
      </p:sp>
      <p:sp>
        <p:nvSpPr>
          <p:cNvPr id="108" name="object 108"/>
          <p:cNvSpPr txBox="1"/>
          <p:nvPr/>
        </p:nvSpPr>
        <p:spPr>
          <a:xfrm>
            <a:off x="3549726" y="4233176"/>
            <a:ext cx="1783714" cy="447040"/>
          </a:xfrm>
          <a:prstGeom prst="rect">
            <a:avLst/>
          </a:prstGeom>
        </p:spPr>
        <p:txBody>
          <a:bodyPr vert="horz" wrap="square" lIns="0" tIns="14605" rIns="0" bIns="0" rtlCol="0">
            <a:spAutoFit/>
          </a:bodyPr>
          <a:lstStyle/>
          <a:p>
            <a:pPr>
              <a:lnSpc>
                <a:spcPct val="100000"/>
              </a:lnSpc>
              <a:spcBef>
                <a:spcPts val="115"/>
              </a:spcBef>
              <a:tabLst>
                <a:tab pos="1363980" algn="l"/>
              </a:tabLst>
            </a:pPr>
            <a:r>
              <a:rPr sz="2750" spc="40" dirty="0">
                <a:latin typeface="Times New Roman" panose="02020603050405020304"/>
                <a:cs typeface="Times New Roman" panose="02020603050405020304"/>
              </a:rPr>
              <a:t>4</a:t>
            </a:r>
            <a:r>
              <a:rPr sz="2750" i="1" spc="40" dirty="0">
                <a:latin typeface="Times New Roman" panose="02020603050405020304"/>
                <a:cs typeface="Times New Roman" panose="02020603050405020304"/>
              </a:rPr>
              <a:t>R</a:t>
            </a:r>
            <a:r>
              <a:rPr sz="2750" i="1" dirty="0">
                <a:latin typeface="Times New Roman" panose="02020603050405020304"/>
                <a:cs typeface="Times New Roman" panose="02020603050405020304"/>
              </a:rPr>
              <a:t>	</a:t>
            </a:r>
            <a:r>
              <a:rPr sz="2750" spc="30" dirty="0">
                <a:latin typeface="Times New Roman" panose="02020603050405020304"/>
                <a:cs typeface="Times New Roman" panose="02020603050405020304"/>
              </a:rPr>
              <a:t>2</a:t>
            </a:r>
            <a:r>
              <a:rPr sz="2750" i="1" spc="30" dirty="0">
                <a:latin typeface="Times New Roman" panose="02020603050405020304"/>
                <a:cs typeface="Times New Roman" panose="02020603050405020304"/>
              </a:rPr>
              <a:t>R</a:t>
            </a:r>
            <a:endParaRPr sz="2750">
              <a:latin typeface="Times New Roman" panose="02020603050405020304"/>
              <a:cs typeface="Times New Roman" panose="02020603050405020304"/>
            </a:endParaRPr>
          </a:p>
        </p:txBody>
      </p:sp>
      <p:sp>
        <p:nvSpPr>
          <p:cNvPr id="109" name="object 109"/>
          <p:cNvSpPr txBox="1"/>
          <p:nvPr/>
        </p:nvSpPr>
        <p:spPr>
          <a:xfrm>
            <a:off x="2737243" y="3953116"/>
            <a:ext cx="1977389" cy="447040"/>
          </a:xfrm>
          <a:prstGeom prst="rect">
            <a:avLst/>
          </a:prstGeom>
        </p:spPr>
        <p:txBody>
          <a:bodyPr vert="horz" wrap="square" lIns="0" tIns="14605" rIns="0" bIns="0" rtlCol="0">
            <a:spAutoFit/>
          </a:bodyPr>
          <a:lstStyle/>
          <a:p>
            <a:pPr>
              <a:lnSpc>
                <a:spcPct val="100000"/>
              </a:lnSpc>
              <a:spcBef>
                <a:spcPts val="115"/>
              </a:spcBef>
              <a:tabLst>
                <a:tab pos="406400" algn="l"/>
                <a:tab pos="1399540" algn="l"/>
                <a:tab pos="1770380" algn="l"/>
              </a:tabLst>
            </a:pPr>
            <a:r>
              <a:rPr sz="2750" i="1" spc="-50" dirty="0">
                <a:latin typeface="Times New Roman" panose="02020603050405020304"/>
                <a:cs typeface="Times New Roman" panose="02020603050405020304"/>
              </a:rPr>
              <a:t>d</a:t>
            </a:r>
            <a:r>
              <a:rPr sz="2750" i="1" dirty="0">
                <a:latin typeface="Times New Roman" panose="02020603050405020304"/>
                <a:cs typeface="Times New Roman" panose="02020603050405020304"/>
              </a:rPr>
              <a:t>	</a:t>
            </a:r>
            <a:r>
              <a:rPr sz="2750" spc="-50" dirty="0">
                <a:latin typeface="Symbol" panose="05050102010706020507"/>
                <a:cs typeface="Symbol" panose="05050102010706020507"/>
              </a:rPr>
              <a:t></a:t>
            </a:r>
            <a:r>
              <a:rPr sz="2750" dirty="0">
                <a:latin typeface="Times New Roman" panose="02020603050405020304"/>
                <a:cs typeface="Times New Roman" panose="02020603050405020304"/>
              </a:rPr>
              <a:t>	</a:t>
            </a:r>
            <a:r>
              <a:rPr sz="2750" i="1" spc="-50" dirty="0">
                <a:latin typeface="Times New Roman" panose="02020603050405020304"/>
                <a:cs typeface="Times New Roman" panose="02020603050405020304"/>
              </a:rPr>
              <a:t>d</a:t>
            </a:r>
            <a:r>
              <a:rPr sz="2750" i="1" dirty="0">
                <a:latin typeface="Times New Roman" panose="02020603050405020304"/>
                <a:cs typeface="Times New Roman" panose="02020603050405020304"/>
              </a:rPr>
              <a:t>	</a:t>
            </a:r>
            <a:r>
              <a:rPr sz="2750" spc="-50" dirty="0">
                <a:latin typeface="Symbol" panose="05050102010706020507"/>
                <a:cs typeface="Symbol" panose="05050102010706020507"/>
              </a:rPr>
              <a:t></a:t>
            </a:r>
            <a:endParaRPr sz="2750">
              <a:latin typeface="Symbol" panose="05050102010706020507"/>
              <a:cs typeface="Symbol" panose="05050102010706020507"/>
            </a:endParaRPr>
          </a:p>
        </p:txBody>
      </p:sp>
      <p:sp>
        <p:nvSpPr>
          <p:cNvPr id="110" name="object 110"/>
          <p:cNvSpPr txBox="1"/>
          <p:nvPr/>
        </p:nvSpPr>
        <p:spPr>
          <a:xfrm>
            <a:off x="2018080" y="4204253"/>
            <a:ext cx="539750" cy="926465"/>
          </a:xfrm>
          <a:prstGeom prst="rect">
            <a:avLst/>
          </a:prstGeom>
        </p:spPr>
        <p:txBody>
          <a:bodyPr vert="horz" wrap="square" lIns="0" tIns="12065" rIns="0" bIns="0" rtlCol="0">
            <a:spAutoFit/>
          </a:bodyPr>
          <a:lstStyle/>
          <a:p>
            <a:pPr marR="5080" indent="125730">
              <a:lnSpc>
                <a:spcPct val="107000"/>
              </a:lnSpc>
              <a:spcBef>
                <a:spcPts val="95"/>
              </a:spcBef>
            </a:pPr>
            <a:r>
              <a:rPr sz="2750" spc="-25" dirty="0">
                <a:latin typeface="Times New Roman" panose="02020603050405020304"/>
                <a:cs typeface="Times New Roman" panose="02020603050405020304"/>
              </a:rPr>
              <a:t>8</a:t>
            </a:r>
            <a:r>
              <a:rPr sz="2750" i="1" spc="-25" dirty="0">
                <a:latin typeface="Times New Roman" panose="02020603050405020304"/>
                <a:cs typeface="Times New Roman" panose="02020603050405020304"/>
              </a:rPr>
              <a:t>R </a:t>
            </a:r>
            <a:r>
              <a:rPr sz="2750" i="1" spc="-50" dirty="0">
                <a:latin typeface="Times New Roman" panose="02020603050405020304"/>
                <a:cs typeface="Times New Roman" panose="02020603050405020304"/>
              </a:rPr>
              <a:t>V</a:t>
            </a:r>
            <a:endParaRPr sz="2750">
              <a:latin typeface="Times New Roman" panose="02020603050405020304"/>
              <a:cs typeface="Times New Roman" panose="02020603050405020304"/>
            </a:endParaRPr>
          </a:p>
        </p:txBody>
      </p:sp>
      <p:sp>
        <p:nvSpPr>
          <p:cNvPr id="111" name="object 111"/>
          <p:cNvSpPr txBox="1"/>
          <p:nvPr/>
        </p:nvSpPr>
        <p:spPr>
          <a:xfrm>
            <a:off x="2018080" y="3727069"/>
            <a:ext cx="2991485" cy="447040"/>
          </a:xfrm>
          <a:prstGeom prst="rect">
            <a:avLst/>
          </a:prstGeom>
        </p:spPr>
        <p:txBody>
          <a:bodyPr vert="horz" wrap="square" lIns="0" tIns="14605" rIns="0" bIns="0" rtlCol="0">
            <a:spAutoFit/>
          </a:bodyPr>
          <a:lstStyle/>
          <a:p>
            <a:pPr>
              <a:lnSpc>
                <a:spcPct val="100000"/>
              </a:lnSpc>
              <a:spcBef>
                <a:spcPts val="115"/>
              </a:spcBef>
              <a:tabLst>
                <a:tab pos="1399540" algn="l"/>
                <a:tab pos="2763520" algn="l"/>
              </a:tabLst>
            </a:pPr>
            <a:r>
              <a:rPr sz="2750" i="1" spc="-50" dirty="0">
                <a:latin typeface="Times New Roman" panose="02020603050405020304"/>
                <a:cs typeface="Times New Roman" panose="02020603050405020304"/>
              </a:rPr>
              <a:t>V</a:t>
            </a:r>
            <a:r>
              <a:rPr sz="2750" i="1" dirty="0">
                <a:latin typeface="Times New Roman" panose="02020603050405020304"/>
                <a:cs typeface="Times New Roman" panose="02020603050405020304"/>
              </a:rPr>
              <a:t>	</a:t>
            </a:r>
            <a:r>
              <a:rPr sz="2750" i="1" spc="-50" dirty="0">
                <a:latin typeface="Times New Roman" panose="02020603050405020304"/>
                <a:cs typeface="Times New Roman" panose="02020603050405020304"/>
              </a:rPr>
              <a:t>V</a:t>
            </a:r>
            <a:r>
              <a:rPr sz="2750" i="1" dirty="0">
                <a:latin typeface="Times New Roman" panose="02020603050405020304"/>
                <a:cs typeface="Times New Roman" panose="02020603050405020304"/>
              </a:rPr>
              <a:t>	</a:t>
            </a:r>
            <a:r>
              <a:rPr sz="2750" i="1" spc="-60" dirty="0">
                <a:latin typeface="Times New Roman" panose="02020603050405020304"/>
                <a:cs typeface="Times New Roman" panose="02020603050405020304"/>
              </a:rPr>
              <a:t>V</a:t>
            </a:r>
            <a:endParaRPr sz="2750">
              <a:latin typeface="Times New Roman" panose="02020603050405020304"/>
              <a:cs typeface="Times New Roman" panose="02020603050405020304"/>
            </a:endParaRPr>
          </a:p>
        </p:txBody>
      </p:sp>
      <p:sp>
        <p:nvSpPr>
          <p:cNvPr id="112" name="object 112"/>
          <p:cNvSpPr txBox="1"/>
          <p:nvPr/>
        </p:nvSpPr>
        <p:spPr>
          <a:xfrm>
            <a:off x="1527987" y="2677713"/>
            <a:ext cx="3885565" cy="960755"/>
          </a:xfrm>
          <a:prstGeom prst="rect">
            <a:avLst/>
          </a:prstGeom>
        </p:spPr>
        <p:txBody>
          <a:bodyPr vert="horz" wrap="square" lIns="0" tIns="113030" rIns="0" bIns="0" rtlCol="0">
            <a:spAutoFit/>
          </a:bodyPr>
          <a:lstStyle/>
          <a:p>
            <a:pPr marL="91440">
              <a:lnSpc>
                <a:spcPct val="100000"/>
              </a:lnSpc>
              <a:spcBef>
                <a:spcPts val="890"/>
              </a:spcBef>
              <a:tabLst>
                <a:tab pos="1191260" algn="l"/>
                <a:tab pos="2291715" algn="l"/>
                <a:tab pos="3410585" algn="l"/>
              </a:tabLst>
            </a:pP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3</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2</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1</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a:p>
            <a:pPr marL="38100">
              <a:lnSpc>
                <a:spcPct val="100000"/>
              </a:lnSpc>
              <a:spcBef>
                <a:spcPts val="1290"/>
              </a:spcBef>
            </a:pPr>
            <a:r>
              <a:rPr sz="2750" i="1" dirty="0">
                <a:latin typeface="Times New Roman" panose="02020603050405020304"/>
                <a:cs typeface="Times New Roman" panose="02020603050405020304"/>
              </a:rPr>
              <a:t>i</a:t>
            </a:r>
            <a:r>
              <a:rPr sz="2750" i="1" spc="-20"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20" dirty="0">
                <a:latin typeface="Times New Roman" panose="02020603050405020304"/>
                <a:cs typeface="Times New Roman" panose="02020603050405020304"/>
              </a:rPr>
              <a:t> </a:t>
            </a:r>
            <a:r>
              <a:rPr sz="2750" i="1" spc="105" dirty="0">
                <a:latin typeface="Times New Roman" panose="02020603050405020304"/>
                <a:cs typeface="Times New Roman" panose="02020603050405020304"/>
              </a:rPr>
              <a:t>I</a:t>
            </a:r>
            <a:r>
              <a:rPr sz="2400" spc="157" baseline="-24000" dirty="0">
                <a:latin typeface="Times New Roman" panose="02020603050405020304"/>
                <a:cs typeface="Times New Roman" panose="02020603050405020304"/>
              </a:rPr>
              <a:t>0</a:t>
            </a:r>
            <a:r>
              <a:rPr sz="2750" i="1" spc="105" dirty="0">
                <a:latin typeface="Times New Roman" panose="02020603050405020304"/>
                <a:cs typeface="Times New Roman" panose="02020603050405020304"/>
              </a:rPr>
              <a:t>d</a:t>
            </a:r>
            <a:r>
              <a:rPr sz="2400" spc="157" baseline="-24000" dirty="0">
                <a:latin typeface="Times New Roman" panose="02020603050405020304"/>
                <a:cs typeface="Times New Roman" panose="02020603050405020304"/>
              </a:rPr>
              <a:t>0</a:t>
            </a:r>
            <a:r>
              <a:rPr sz="2400" spc="727" baseline="-24000"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60" dirty="0">
                <a:latin typeface="Times New Roman" panose="02020603050405020304"/>
                <a:cs typeface="Times New Roman" panose="02020603050405020304"/>
              </a:rPr>
              <a:t> </a:t>
            </a:r>
            <a:r>
              <a:rPr sz="2750" i="1" dirty="0">
                <a:latin typeface="Times New Roman" panose="02020603050405020304"/>
                <a:cs typeface="Times New Roman" panose="02020603050405020304"/>
              </a:rPr>
              <a:t>I</a:t>
            </a:r>
            <a:r>
              <a:rPr sz="2400" baseline="-24000" dirty="0">
                <a:latin typeface="Times New Roman" panose="02020603050405020304"/>
                <a:cs typeface="Times New Roman" panose="02020603050405020304"/>
              </a:rPr>
              <a:t>1</a:t>
            </a:r>
            <a:r>
              <a:rPr sz="2750" i="1" dirty="0">
                <a:latin typeface="Times New Roman" panose="02020603050405020304"/>
                <a:cs typeface="Times New Roman" panose="02020603050405020304"/>
              </a:rPr>
              <a:t>d</a:t>
            </a:r>
            <a:r>
              <a:rPr sz="2400" baseline="-24000" dirty="0">
                <a:latin typeface="Times New Roman" panose="02020603050405020304"/>
                <a:cs typeface="Times New Roman" panose="02020603050405020304"/>
              </a:rPr>
              <a:t>1</a:t>
            </a:r>
            <a:r>
              <a:rPr sz="2400" spc="525" baseline="-24000"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55" dirty="0">
                <a:latin typeface="Times New Roman" panose="02020603050405020304"/>
                <a:cs typeface="Times New Roman" panose="02020603050405020304"/>
              </a:rPr>
              <a:t> </a:t>
            </a:r>
            <a:r>
              <a:rPr sz="2750" i="1" spc="120" dirty="0">
                <a:latin typeface="Times New Roman" panose="02020603050405020304"/>
                <a:cs typeface="Times New Roman" panose="02020603050405020304"/>
              </a:rPr>
              <a:t>I</a:t>
            </a:r>
            <a:r>
              <a:rPr sz="2400" spc="179" baseline="-24000" dirty="0">
                <a:latin typeface="Times New Roman" panose="02020603050405020304"/>
                <a:cs typeface="Times New Roman" panose="02020603050405020304"/>
              </a:rPr>
              <a:t>2</a:t>
            </a:r>
            <a:r>
              <a:rPr sz="2750" i="1" spc="120" dirty="0">
                <a:latin typeface="Times New Roman" panose="02020603050405020304"/>
                <a:cs typeface="Times New Roman" panose="02020603050405020304"/>
              </a:rPr>
              <a:t>d</a:t>
            </a:r>
            <a:r>
              <a:rPr sz="2400" spc="179" baseline="-24000" dirty="0">
                <a:latin typeface="Times New Roman" panose="02020603050405020304"/>
                <a:cs typeface="Times New Roman" panose="02020603050405020304"/>
              </a:rPr>
              <a:t>2</a:t>
            </a:r>
            <a:r>
              <a:rPr sz="2400" spc="727" baseline="-24000" dirty="0">
                <a:latin typeface="Times New Roman" panose="02020603050405020304"/>
                <a:cs typeface="Times New Roman" panose="02020603050405020304"/>
              </a:rPr>
              <a:t> </a:t>
            </a:r>
            <a:r>
              <a:rPr sz="2750" dirty="0">
                <a:latin typeface="Symbol" panose="05050102010706020507"/>
                <a:cs typeface="Symbol" panose="05050102010706020507"/>
              </a:rPr>
              <a:t></a:t>
            </a:r>
            <a:r>
              <a:rPr sz="2750" spc="55" dirty="0">
                <a:latin typeface="Times New Roman" panose="02020603050405020304"/>
                <a:cs typeface="Times New Roman" panose="02020603050405020304"/>
              </a:rPr>
              <a:t> </a:t>
            </a:r>
            <a:r>
              <a:rPr sz="2750" i="1" spc="60" dirty="0">
                <a:latin typeface="Times New Roman" panose="02020603050405020304"/>
                <a:cs typeface="Times New Roman" panose="02020603050405020304"/>
              </a:rPr>
              <a:t>I</a:t>
            </a:r>
            <a:r>
              <a:rPr sz="2400" spc="89" baseline="-24000" dirty="0">
                <a:latin typeface="Times New Roman" panose="02020603050405020304"/>
                <a:cs typeface="Times New Roman" panose="02020603050405020304"/>
              </a:rPr>
              <a:t>3</a:t>
            </a:r>
            <a:r>
              <a:rPr sz="2750" i="1" spc="60" dirty="0">
                <a:latin typeface="Times New Roman" panose="02020603050405020304"/>
                <a:cs typeface="Times New Roman" panose="02020603050405020304"/>
              </a:rPr>
              <a:t>d</a:t>
            </a:r>
            <a:r>
              <a:rPr sz="2400" spc="89" baseline="-24000" dirty="0">
                <a:latin typeface="Times New Roman" panose="02020603050405020304"/>
                <a:cs typeface="Times New Roman" panose="02020603050405020304"/>
              </a:rPr>
              <a:t>3</a:t>
            </a:r>
            <a:endParaRPr sz="2400" baseline="-24000">
              <a:latin typeface="Times New Roman" panose="02020603050405020304"/>
              <a:cs typeface="Times New Roman" panose="02020603050405020304"/>
            </a:endParaRPr>
          </a:p>
        </p:txBody>
      </p:sp>
      <p:sp>
        <p:nvSpPr>
          <p:cNvPr id="113" name="object 113"/>
          <p:cNvSpPr txBox="1"/>
          <p:nvPr/>
        </p:nvSpPr>
        <p:spPr>
          <a:xfrm>
            <a:off x="2231263" y="4917617"/>
            <a:ext cx="388620" cy="271780"/>
          </a:xfrm>
          <a:prstGeom prst="rect">
            <a:avLst/>
          </a:prstGeom>
        </p:spPr>
        <p:txBody>
          <a:bodyPr vert="horz" wrap="square" lIns="0" tIns="13970" rIns="0" bIns="0" rtlCol="0">
            <a:spAutoFit/>
          </a:bodyPr>
          <a:lstStyle/>
          <a:p>
            <a:pPr>
              <a:lnSpc>
                <a:spcPct val="100000"/>
              </a:lnSpc>
              <a:spcBef>
                <a:spcPts val="110"/>
              </a:spcBef>
            </a:pPr>
            <a:r>
              <a:rPr sz="1600" i="1" spc="-25" dirty="0">
                <a:latin typeface="Times New Roman" panose="02020603050405020304"/>
                <a:cs typeface="Times New Roman" panose="02020603050405020304"/>
              </a:rPr>
              <a:t>REF</a:t>
            </a:r>
            <a:endParaRPr sz="1600">
              <a:latin typeface="Times New Roman" panose="02020603050405020304"/>
              <a:cs typeface="Times New Roman" panose="02020603050405020304"/>
            </a:endParaRPr>
          </a:p>
        </p:txBody>
      </p:sp>
      <p:sp>
        <p:nvSpPr>
          <p:cNvPr id="114" name="object 114"/>
          <p:cNvSpPr txBox="1"/>
          <p:nvPr/>
        </p:nvSpPr>
        <p:spPr>
          <a:xfrm>
            <a:off x="5886767" y="3814927"/>
            <a:ext cx="1231900" cy="865505"/>
          </a:xfrm>
          <a:prstGeom prst="rect">
            <a:avLst/>
          </a:prstGeom>
        </p:spPr>
        <p:txBody>
          <a:bodyPr vert="horz" wrap="square" lIns="0" tIns="14605" rIns="0" bIns="0" rtlCol="0">
            <a:spAutoFit/>
          </a:bodyPr>
          <a:lstStyle/>
          <a:p>
            <a:pPr marL="532130" marR="30480" indent="-507365">
              <a:lnSpc>
                <a:spcPct val="100000"/>
              </a:lnSpc>
              <a:spcBef>
                <a:spcPts val="115"/>
              </a:spcBef>
              <a:tabLst>
                <a:tab pos="1017905" algn="l"/>
              </a:tabLst>
            </a:pPr>
            <a:r>
              <a:rPr sz="4125" baseline="-22000" dirty="0">
                <a:latin typeface="Symbol" panose="05050102010706020507"/>
                <a:cs typeface="Symbol" panose="05050102010706020507"/>
              </a:rPr>
              <a:t></a:t>
            </a:r>
            <a:r>
              <a:rPr sz="4125" spc="-82" baseline="-22000" dirty="0">
                <a:latin typeface="Times New Roman" panose="02020603050405020304"/>
                <a:cs typeface="Times New Roman" panose="02020603050405020304"/>
              </a:rPr>
              <a:t> </a:t>
            </a:r>
            <a:r>
              <a:rPr sz="4125" i="1" spc="-30" baseline="14000" dirty="0">
                <a:latin typeface="Times New Roman" panose="02020603050405020304"/>
                <a:cs typeface="Times New Roman" panose="02020603050405020304"/>
              </a:rPr>
              <a:t>V</a:t>
            </a:r>
            <a:r>
              <a:rPr sz="1600" i="1" spc="-20" dirty="0">
                <a:latin typeface="Times New Roman" panose="02020603050405020304"/>
                <a:cs typeface="Times New Roman" panose="02020603050405020304"/>
              </a:rPr>
              <a:t>REF</a:t>
            </a:r>
            <a:r>
              <a:rPr sz="1600" i="1" dirty="0">
                <a:latin typeface="Times New Roman" panose="02020603050405020304"/>
                <a:cs typeface="Times New Roman" panose="02020603050405020304"/>
              </a:rPr>
              <a:t>	</a:t>
            </a:r>
            <a:r>
              <a:rPr sz="4125" i="1" spc="-75" baseline="-22000" dirty="0">
                <a:latin typeface="Times New Roman" panose="02020603050405020304"/>
                <a:cs typeface="Times New Roman" panose="02020603050405020304"/>
              </a:rPr>
              <a:t>d </a:t>
            </a:r>
            <a:r>
              <a:rPr sz="2750" i="1" spc="-50" dirty="0">
                <a:latin typeface="Times New Roman" panose="02020603050405020304"/>
                <a:cs typeface="Times New Roman" panose="02020603050405020304"/>
              </a:rPr>
              <a:t>R</a:t>
            </a:r>
            <a:endParaRPr sz="2750">
              <a:latin typeface="Times New Roman" panose="02020603050405020304"/>
              <a:cs typeface="Times New Roman" panose="02020603050405020304"/>
            </a:endParaRPr>
          </a:p>
        </p:txBody>
      </p:sp>
      <p:sp>
        <p:nvSpPr>
          <p:cNvPr id="115" name="object 115"/>
          <p:cNvSpPr txBox="1"/>
          <p:nvPr/>
        </p:nvSpPr>
        <p:spPr>
          <a:xfrm>
            <a:off x="3631158" y="3961231"/>
            <a:ext cx="1752600" cy="271780"/>
          </a:xfrm>
          <a:prstGeom prst="rect">
            <a:avLst/>
          </a:prstGeom>
        </p:spPr>
        <p:txBody>
          <a:bodyPr vert="horz" wrap="square" lIns="0" tIns="13970" rIns="0" bIns="0" rtlCol="0">
            <a:spAutoFit/>
          </a:bodyPr>
          <a:lstStyle/>
          <a:p>
            <a:pPr>
              <a:lnSpc>
                <a:spcPct val="100000"/>
              </a:lnSpc>
              <a:spcBef>
                <a:spcPts val="110"/>
              </a:spcBef>
              <a:tabLst>
                <a:tab pos="1363980" algn="l"/>
              </a:tabLst>
            </a:pPr>
            <a:r>
              <a:rPr sz="1600" i="1" spc="-25" dirty="0">
                <a:latin typeface="Times New Roman" panose="02020603050405020304"/>
                <a:cs typeface="Times New Roman" panose="02020603050405020304"/>
              </a:rPr>
              <a:t>REF</a:t>
            </a:r>
            <a:r>
              <a:rPr sz="1600" i="1" dirty="0">
                <a:latin typeface="Times New Roman" panose="02020603050405020304"/>
                <a:cs typeface="Times New Roman" panose="02020603050405020304"/>
              </a:rPr>
              <a:t>	</a:t>
            </a:r>
            <a:r>
              <a:rPr sz="1600" i="1" spc="-25" dirty="0">
                <a:latin typeface="Times New Roman" panose="02020603050405020304"/>
                <a:cs typeface="Times New Roman" panose="02020603050405020304"/>
              </a:rPr>
              <a:t>REF</a:t>
            </a:r>
            <a:endParaRPr sz="1600">
              <a:latin typeface="Times New Roman" panose="02020603050405020304"/>
              <a:cs typeface="Times New Roman" panose="02020603050405020304"/>
            </a:endParaRPr>
          </a:p>
        </p:txBody>
      </p:sp>
      <p:sp>
        <p:nvSpPr>
          <p:cNvPr id="116" name="object 116"/>
          <p:cNvSpPr txBox="1"/>
          <p:nvPr/>
        </p:nvSpPr>
        <p:spPr>
          <a:xfrm>
            <a:off x="2231263" y="3961231"/>
            <a:ext cx="388620" cy="271780"/>
          </a:xfrm>
          <a:prstGeom prst="rect">
            <a:avLst/>
          </a:prstGeom>
        </p:spPr>
        <p:txBody>
          <a:bodyPr vert="horz" wrap="square" lIns="0" tIns="13970" rIns="0" bIns="0" rtlCol="0">
            <a:spAutoFit/>
          </a:bodyPr>
          <a:lstStyle/>
          <a:p>
            <a:pPr>
              <a:lnSpc>
                <a:spcPct val="100000"/>
              </a:lnSpc>
              <a:spcBef>
                <a:spcPts val="110"/>
              </a:spcBef>
            </a:pPr>
            <a:r>
              <a:rPr sz="1600" i="1" spc="-25" dirty="0">
                <a:latin typeface="Times New Roman" panose="02020603050405020304"/>
                <a:cs typeface="Times New Roman" panose="02020603050405020304"/>
              </a:rPr>
              <a:t>REF</a:t>
            </a:r>
            <a:endParaRPr sz="1600">
              <a:latin typeface="Times New Roman" panose="02020603050405020304"/>
              <a:cs typeface="Times New Roman" panose="02020603050405020304"/>
            </a:endParaRPr>
          </a:p>
        </p:txBody>
      </p:sp>
      <p:grpSp>
        <p:nvGrpSpPr>
          <p:cNvPr id="117" name="object 117"/>
          <p:cNvGrpSpPr/>
          <p:nvPr/>
        </p:nvGrpSpPr>
        <p:grpSpPr>
          <a:xfrm>
            <a:off x="309372" y="5678423"/>
            <a:ext cx="8763000" cy="901065"/>
            <a:chOff x="309372" y="5678423"/>
            <a:chExt cx="8763000" cy="901065"/>
          </a:xfrm>
        </p:grpSpPr>
        <p:sp>
          <p:nvSpPr>
            <p:cNvPr id="118" name="object 118"/>
            <p:cNvSpPr/>
            <p:nvPr/>
          </p:nvSpPr>
          <p:spPr>
            <a:xfrm>
              <a:off x="309372" y="5678423"/>
              <a:ext cx="8763000" cy="901065"/>
            </a:xfrm>
            <a:custGeom>
              <a:avLst/>
              <a:gdLst/>
              <a:ahLst/>
              <a:cxnLst/>
              <a:rect l="l" t="t" r="r" b="b"/>
              <a:pathLst>
                <a:path w="8763000" h="901065">
                  <a:moveTo>
                    <a:pt x="8763000" y="900683"/>
                  </a:moveTo>
                  <a:lnTo>
                    <a:pt x="0" y="900683"/>
                  </a:lnTo>
                  <a:lnTo>
                    <a:pt x="0" y="0"/>
                  </a:lnTo>
                  <a:lnTo>
                    <a:pt x="8763000" y="0"/>
                  </a:lnTo>
                  <a:lnTo>
                    <a:pt x="8763000" y="900683"/>
                  </a:lnTo>
                  <a:close/>
                </a:path>
              </a:pathLst>
            </a:custGeom>
            <a:solidFill>
              <a:srgbClr val="FFFFCC"/>
            </a:solidFill>
          </p:spPr>
          <p:txBody>
            <a:bodyPr wrap="square" lIns="0" tIns="0" rIns="0" bIns="0" rtlCol="0"/>
            <a:lstStyle/>
            <a:p>
              <a:endParaRPr/>
            </a:p>
          </p:txBody>
        </p:sp>
        <p:sp>
          <p:nvSpPr>
            <p:cNvPr id="119" name="object 119"/>
            <p:cNvSpPr/>
            <p:nvPr/>
          </p:nvSpPr>
          <p:spPr>
            <a:xfrm>
              <a:off x="2466594" y="6143231"/>
              <a:ext cx="1828164" cy="0"/>
            </a:xfrm>
            <a:custGeom>
              <a:avLst/>
              <a:gdLst/>
              <a:ahLst/>
              <a:cxnLst/>
              <a:rect l="l" t="t" r="r" b="b"/>
              <a:pathLst>
                <a:path w="1828164">
                  <a:moveTo>
                    <a:pt x="0" y="0"/>
                  </a:moveTo>
                  <a:lnTo>
                    <a:pt x="270192" y="0"/>
                  </a:lnTo>
                </a:path>
                <a:path w="1828164">
                  <a:moveTo>
                    <a:pt x="1179068" y="0"/>
                  </a:moveTo>
                  <a:lnTo>
                    <a:pt x="1827745" y="0"/>
                  </a:lnTo>
                </a:path>
              </a:pathLst>
            </a:custGeom>
            <a:ln w="14541">
              <a:solidFill>
                <a:srgbClr val="000000"/>
              </a:solidFill>
            </a:ln>
          </p:spPr>
          <p:txBody>
            <a:bodyPr wrap="square" lIns="0" tIns="0" rIns="0" bIns="0" rtlCol="0"/>
            <a:lstStyle/>
            <a:p>
              <a:endParaRPr/>
            </a:p>
          </p:txBody>
        </p:sp>
      </p:grpSp>
      <p:sp>
        <p:nvSpPr>
          <p:cNvPr id="120" name="object 120"/>
          <p:cNvSpPr txBox="1"/>
          <p:nvPr/>
        </p:nvSpPr>
        <p:spPr>
          <a:xfrm>
            <a:off x="8214576" y="6103734"/>
            <a:ext cx="115570" cy="267970"/>
          </a:xfrm>
          <a:prstGeom prst="rect">
            <a:avLst/>
          </a:prstGeom>
        </p:spPr>
        <p:txBody>
          <a:bodyPr vert="horz" wrap="square" lIns="0" tIns="11430" rIns="0" bIns="0" rtlCol="0">
            <a:spAutoFit/>
          </a:bodyPr>
          <a:lstStyle/>
          <a:p>
            <a:pPr>
              <a:lnSpc>
                <a:spcPct val="100000"/>
              </a:lnSpc>
              <a:spcBef>
                <a:spcPts val="90"/>
              </a:spcBef>
            </a:pPr>
            <a:r>
              <a:rPr sz="1600" spc="-5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p:txBody>
      </p:sp>
      <p:sp>
        <p:nvSpPr>
          <p:cNvPr id="121" name="object 121"/>
          <p:cNvSpPr txBox="1"/>
          <p:nvPr/>
        </p:nvSpPr>
        <p:spPr>
          <a:xfrm>
            <a:off x="7055522" y="6103734"/>
            <a:ext cx="115570" cy="267970"/>
          </a:xfrm>
          <a:prstGeom prst="rect">
            <a:avLst/>
          </a:prstGeom>
        </p:spPr>
        <p:txBody>
          <a:bodyPr vert="horz" wrap="square" lIns="0" tIns="11430" rIns="0" bIns="0" rtlCol="0">
            <a:spAutoFit/>
          </a:bodyPr>
          <a:lstStyle/>
          <a:p>
            <a:pPr>
              <a:lnSpc>
                <a:spcPct val="100000"/>
              </a:lnSpc>
              <a:spcBef>
                <a:spcPts val="90"/>
              </a:spcBef>
            </a:pPr>
            <a:r>
              <a:rPr sz="1600" spc="-50" dirty="0">
                <a:latin typeface="Times New Roman" panose="02020603050405020304"/>
                <a:cs typeface="Times New Roman" panose="02020603050405020304"/>
              </a:rPr>
              <a:t>1</a:t>
            </a:r>
            <a:endParaRPr sz="1600">
              <a:latin typeface="Times New Roman" panose="02020603050405020304"/>
              <a:cs typeface="Times New Roman" panose="02020603050405020304"/>
            </a:endParaRPr>
          </a:p>
        </p:txBody>
      </p:sp>
      <p:sp>
        <p:nvSpPr>
          <p:cNvPr id="122" name="object 122"/>
          <p:cNvSpPr txBox="1"/>
          <p:nvPr/>
        </p:nvSpPr>
        <p:spPr>
          <a:xfrm>
            <a:off x="5183187" y="5860465"/>
            <a:ext cx="3677920" cy="267970"/>
          </a:xfrm>
          <a:prstGeom prst="rect">
            <a:avLst/>
          </a:prstGeom>
        </p:spPr>
        <p:txBody>
          <a:bodyPr vert="horz" wrap="square" lIns="0" tIns="11430" rIns="0" bIns="0" rtlCol="0">
            <a:spAutoFit/>
          </a:bodyPr>
          <a:lstStyle/>
          <a:p>
            <a:pPr>
              <a:lnSpc>
                <a:spcPct val="100000"/>
              </a:lnSpc>
              <a:spcBef>
                <a:spcPts val="90"/>
              </a:spcBef>
              <a:tabLst>
                <a:tab pos="1211580" algn="l"/>
                <a:tab pos="2367915" algn="l"/>
                <a:tab pos="3562350" algn="l"/>
              </a:tabLst>
            </a:pPr>
            <a:r>
              <a:rPr sz="1600" spc="-50" dirty="0">
                <a:latin typeface="Times New Roman" panose="02020603050405020304"/>
                <a:cs typeface="Times New Roman" panose="02020603050405020304"/>
              </a:rPr>
              <a:t>3</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2</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1</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p:txBody>
      </p:sp>
      <p:sp>
        <p:nvSpPr>
          <p:cNvPr id="123" name="object 123"/>
          <p:cNvSpPr txBox="1"/>
          <p:nvPr/>
        </p:nvSpPr>
        <p:spPr>
          <a:xfrm>
            <a:off x="4660976" y="6103734"/>
            <a:ext cx="1314450" cy="267970"/>
          </a:xfrm>
          <a:prstGeom prst="rect">
            <a:avLst/>
          </a:prstGeom>
        </p:spPr>
        <p:txBody>
          <a:bodyPr vert="horz" wrap="square" lIns="0" tIns="11430" rIns="0" bIns="0" rtlCol="0">
            <a:spAutoFit/>
          </a:bodyPr>
          <a:lstStyle/>
          <a:p>
            <a:pPr>
              <a:lnSpc>
                <a:spcPct val="100000"/>
              </a:lnSpc>
              <a:spcBef>
                <a:spcPts val="90"/>
              </a:spcBef>
              <a:tabLst>
                <a:tab pos="1198880" algn="l"/>
              </a:tabLst>
            </a:pPr>
            <a:r>
              <a:rPr sz="1600" spc="-50" dirty="0">
                <a:latin typeface="Times New Roman" panose="02020603050405020304"/>
                <a:cs typeface="Times New Roman" panose="02020603050405020304"/>
              </a:rPr>
              <a:t>3</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2</a:t>
            </a:r>
            <a:endParaRPr sz="1600">
              <a:latin typeface="Times New Roman" panose="02020603050405020304"/>
              <a:cs typeface="Times New Roman" panose="02020603050405020304"/>
            </a:endParaRPr>
          </a:p>
        </p:txBody>
      </p:sp>
      <p:sp>
        <p:nvSpPr>
          <p:cNvPr id="124" name="object 124"/>
          <p:cNvSpPr txBox="1"/>
          <p:nvPr/>
        </p:nvSpPr>
        <p:spPr>
          <a:xfrm>
            <a:off x="3785844" y="5993955"/>
            <a:ext cx="353695" cy="441325"/>
          </a:xfrm>
          <a:prstGeom prst="rect">
            <a:avLst/>
          </a:prstGeom>
        </p:spPr>
        <p:txBody>
          <a:bodyPr vert="horz" wrap="square" lIns="0" tIns="15875" rIns="0" bIns="0" rtlCol="0">
            <a:spAutoFit/>
          </a:bodyPr>
          <a:lstStyle/>
          <a:p>
            <a:pPr marL="25400">
              <a:lnSpc>
                <a:spcPct val="100000"/>
              </a:lnSpc>
              <a:spcBef>
                <a:spcPts val="125"/>
              </a:spcBef>
            </a:pPr>
            <a:r>
              <a:rPr sz="4050" spc="44" baseline="-26000" dirty="0">
                <a:latin typeface="Times New Roman" panose="02020603050405020304"/>
                <a:cs typeface="Times New Roman" panose="02020603050405020304"/>
              </a:rPr>
              <a:t>2</a:t>
            </a:r>
            <a:r>
              <a:rPr sz="1600" spc="30" dirty="0">
                <a:latin typeface="Times New Roman" panose="02020603050405020304"/>
                <a:cs typeface="Times New Roman" panose="02020603050405020304"/>
              </a:rPr>
              <a:t>4</a:t>
            </a:r>
            <a:endParaRPr sz="1600">
              <a:latin typeface="Times New Roman" panose="02020603050405020304"/>
              <a:cs typeface="Times New Roman" panose="02020603050405020304"/>
            </a:endParaRPr>
          </a:p>
        </p:txBody>
      </p:sp>
      <p:sp>
        <p:nvSpPr>
          <p:cNvPr id="125" name="object 125"/>
          <p:cNvSpPr txBox="1"/>
          <p:nvPr/>
        </p:nvSpPr>
        <p:spPr>
          <a:xfrm>
            <a:off x="4347108" y="5872314"/>
            <a:ext cx="4668520" cy="441325"/>
          </a:xfrm>
          <a:prstGeom prst="rect">
            <a:avLst/>
          </a:prstGeom>
        </p:spPr>
        <p:txBody>
          <a:bodyPr vert="horz" wrap="square" lIns="0" tIns="15875" rIns="0" bIns="0" rtlCol="0">
            <a:spAutoFit/>
          </a:bodyPr>
          <a:lstStyle/>
          <a:p>
            <a:pPr>
              <a:lnSpc>
                <a:spcPct val="100000"/>
              </a:lnSpc>
              <a:spcBef>
                <a:spcPts val="125"/>
              </a:spcBef>
              <a:tabLst>
                <a:tab pos="504825" algn="l"/>
                <a:tab pos="1043305" algn="l"/>
                <a:tab pos="1710055" algn="l"/>
                <a:tab pos="2261235" algn="l"/>
                <a:tab pos="2889250" algn="l"/>
                <a:tab pos="3401060" algn="l"/>
                <a:tab pos="4064635" algn="l"/>
                <a:tab pos="4538345" algn="l"/>
              </a:tabLst>
            </a:pPr>
            <a:r>
              <a:rPr sz="2700" spc="30" dirty="0">
                <a:latin typeface="Times New Roman" panose="02020603050405020304"/>
                <a:cs typeface="Times New Roman" panose="02020603050405020304"/>
              </a:rPr>
              <a:t>(</a:t>
            </a:r>
            <a:r>
              <a:rPr sz="2700" i="1" spc="3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75"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2</a:t>
            </a:r>
            <a:r>
              <a:rPr sz="27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5"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75"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2</a:t>
            </a:r>
            <a:r>
              <a:rPr sz="27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5"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75"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2</a:t>
            </a:r>
            <a:r>
              <a:rPr sz="27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5"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75"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2</a:t>
            </a:r>
            <a:r>
              <a:rPr sz="2700"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a:t>
            </a:r>
            <a:endParaRPr sz="2700">
              <a:latin typeface="Times New Roman" panose="02020603050405020304"/>
              <a:cs typeface="Times New Roman" panose="02020603050405020304"/>
            </a:endParaRPr>
          </a:p>
        </p:txBody>
      </p:sp>
      <p:sp>
        <p:nvSpPr>
          <p:cNvPr id="126" name="object 126"/>
          <p:cNvSpPr txBox="1"/>
          <p:nvPr/>
        </p:nvSpPr>
        <p:spPr>
          <a:xfrm>
            <a:off x="3637470" y="5648121"/>
            <a:ext cx="227329" cy="441325"/>
          </a:xfrm>
          <a:prstGeom prst="rect">
            <a:avLst/>
          </a:prstGeom>
        </p:spPr>
        <p:txBody>
          <a:bodyPr vert="horz" wrap="square" lIns="0" tIns="15875" rIns="0" bIns="0" rtlCol="0">
            <a:spAutoFit/>
          </a:bodyPr>
          <a:lstStyle/>
          <a:p>
            <a:pPr>
              <a:lnSpc>
                <a:spcPct val="100000"/>
              </a:lnSpc>
              <a:spcBef>
                <a:spcPts val="125"/>
              </a:spcBef>
            </a:pPr>
            <a:r>
              <a:rPr sz="2700" i="1" spc="-50" dirty="0">
                <a:latin typeface="Times New Roman" panose="02020603050405020304"/>
                <a:cs typeface="Times New Roman" panose="02020603050405020304"/>
              </a:rPr>
              <a:t>V</a:t>
            </a:r>
            <a:endParaRPr sz="2700">
              <a:latin typeface="Times New Roman" panose="02020603050405020304"/>
              <a:cs typeface="Times New Roman" panose="02020603050405020304"/>
            </a:endParaRPr>
          </a:p>
        </p:txBody>
      </p:sp>
      <p:sp>
        <p:nvSpPr>
          <p:cNvPr id="127" name="object 127"/>
          <p:cNvSpPr txBox="1"/>
          <p:nvPr/>
        </p:nvSpPr>
        <p:spPr>
          <a:xfrm>
            <a:off x="2810484" y="5872314"/>
            <a:ext cx="796925" cy="441325"/>
          </a:xfrm>
          <a:prstGeom prst="rect">
            <a:avLst/>
          </a:prstGeom>
        </p:spPr>
        <p:txBody>
          <a:bodyPr vert="horz" wrap="square" lIns="0" tIns="15875" rIns="0" bIns="0" rtlCol="0">
            <a:spAutoFit/>
          </a:bodyPr>
          <a:lstStyle/>
          <a:p>
            <a:pPr>
              <a:lnSpc>
                <a:spcPct val="100000"/>
              </a:lnSpc>
              <a:spcBef>
                <a:spcPts val="125"/>
              </a:spcBef>
            </a:pPr>
            <a:r>
              <a:rPr sz="2700" dirty="0">
                <a:latin typeface="Symbol" panose="05050102010706020507"/>
                <a:cs typeface="Symbol" panose="05050102010706020507"/>
              </a:rPr>
              <a:t></a:t>
            </a:r>
            <a:r>
              <a:rPr sz="2700" spc="-265" dirty="0">
                <a:latin typeface="Times New Roman" panose="02020603050405020304"/>
                <a:cs typeface="Times New Roman" panose="02020603050405020304"/>
              </a:rPr>
              <a:t> </a:t>
            </a:r>
            <a:r>
              <a:rPr sz="2700" i="1" dirty="0">
                <a:latin typeface="Times New Roman" panose="02020603050405020304"/>
                <a:cs typeface="Times New Roman" panose="02020603050405020304"/>
              </a:rPr>
              <a:t>i</a:t>
            </a:r>
            <a:r>
              <a:rPr sz="2700" i="1" spc="1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45" dirty="0">
                <a:latin typeface="Times New Roman" panose="02020603050405020304"/>
                <a:cs typeface="Times New Roman" panose="02020603050405020304"/>
              </a:rPr>
              <a:t> </a:t>
            </a:r>
            <a:r>
              <a:rPr sz="2700" spc="-50" dirty="0">
                <a:latin typeface="Symbol" panose="05050102010706020507"/>
                <a:cs typeface="Symbol" panose="05050102010706020507"/>
              </a:rPr>
              <a:t></a:t>
            </a:r>
            <a:endParaRPr sz="2700">
              <a:latin typeface="Symbol" panose="05050102010706020507"/>
              <a:cs typeface="Symbol" panose="05050102010706020507"/>
            </a:endParaRPr>
          </a:p>
        </p:txBody>
      </p:sp>
      <p:sp>
        <p:nvSpPr>
          <p:cNvPr id="128" name="object 128"/>
          <p:cNvSpPr txBox="1"/>
          <p:nvPr/>
        </p:nvSpPr>
        <p:spPr>
          <a:xfrm>
            <a:off x="2501163" y="5561670"/>
            <a:ext cx="227329" cy="1029335"/>
          </a:xfrm>
          <a:prstGeom prst="rect">
            <a:avLst/>
          </a:prstGeom>
        </p:spPr>
        <p:txBody>
          <a:bodyPr vert="horz" wrap="square" lIns="0" tIns="102235" rIns="0" bIns="0" rtlCol="0">
            <a:spAutoFit/>
          </a:bodyPr>
          <a:lstStyle/>
          <a:p>
            <a:pPr>
              <a:lnSpc>
                <a:spcPct val="100000"/>
              </a:lnSpc>
              <a:spcBef>
                <a:spcPts val="805"/>
              </a:spcBef>
            </a:pPr>
            <a:r>
              <a:rPr sz="2700" i="1" spc="-50" dirty="0">
                <a:latin typeface="Times New Roman" panose="02020603050405020304"/>
                <a:cs typeface="Times New Roman" panose="02020603050405020304"/>
              </a:rPr>
              <a:t>R</a:t>
            </a:r>
            <a:endParaRPr sz="2700">
              <a:latin typeface="Times New Roman" panose="02020603050405020304"/>
              <a:cs typeface="Times New Roman" panose="02020603050405020304"/>
            </a:endParaRPr>
          </a:p>
          <a:p>
            <a:pPr marL="17780">
              <a:lnSpc>
                <a:spcPct val="100000"/>
              </a:lnSpc>
              <a:spcBef>
                <a:spcPts val="715"/>
              </a:spcBef>
            </a:pPr>
            <a:r>
              <a:rPr sz="2700" spc="-50" dirty="0">
                <a:latin typeface="Times New Roman" panose="02020603050405020304"/>
                <a:cs typeface="Times New Roman" panose="02020603050405020304"/>
              </a:rPr>
              <a:t>2</a:t>
            </a:r>
            <a:endParaRPr sz="2700">
              <a:latin typeface="Times New Roman" panose="02020603050405020304"/>
              <a:cs typeface="Times New Roman" panose="02020603050405020304"/>
            </a:endParaRPr>
          </a:p>
        </p:txBody>
      </p:sp>
      <p:sp>
        <p:nvSpPr>
          <p:cNvPr id="129" name="object 129"/>
          <p:cNvSpPr txBox="1"/>
          <p:nvPr/>
        </p:nvSpPr>
        <p:spPr>
          <a:xfrm>
            <a:off x="3849458" y="5879528"/>
            <a:ext cx="388620" cy="267970"/>
          </a:xfrm>
          <a:prstGeom prst="rect">
            <a:avLst/>
          </a:prstGeom>
        </p:spPr>
        <p:txBody>
          <a:bodyPr vert="horz" wrap="square" lIns="0" tIns="11430" rIns="0" bIns="0" rtlCol="0">
            <a:spAutoFit/>
          </a:bodyPr>
          <a:lstStyle/>
          <a:p>
            <a:pPr>
              <a:lnSpc>
                <a:spcPct val="100000"/>
              </a:lnSpc>
              <a:spcBef>
                <a:spcPts val="90"/>
              </a:spcBef>
            </a:pPr>
            <a:r>
              <a:rPr sz="1600" i="1" spc="-25" dirty="0">
                <a:latin typeface="Times New Roman" panose="02020603050405020304"/>
                <a:cs typeface="Times New Roman" panose="02020603050405020304"/>
              </a:rPr>
              <a:t>REF</a:t>
            </a:r>
            <a:endParaRPr sz="1600">
              <a:latin typeface="Times New Roman" panose="02020603050405020304"/>
              <a:cs typeface="Times New Roman" panose="02020603050405020304"/>
            </a:endParaRPr>
          </a:p>
        </p:txBody>
      </p:sp>
      <p:sp>
        <p:nvSpPr>
          <p:cNvPr id="130" name="object 130"/>
          <p:cNvSpPr txBox="1"/>
          <p:nvPr/>
        </p:nvSpPr>
        <p:spPr>
          <a:xfrm>
            <a:off x="325945" y="5872314"/>
            <a:ext cx="2127885" cy="441325"/>
          </a:xfrm>
          <a:prstGeom prst="rect">
            <a:avLst/>
          </a:prstGeom>
        </p:spPr>
        <p:txBody>
          <a:bodyPr vert="horz" wrap="square" lIns="0" tIns="15875" rIns="0" bIns="0" rtlCol="0">
            <a:spAutoFit/>
          </a:bodyPr>
          <a:lstStyle/>
          <a:p>
            <a:pPr marL="25400">
              <a:lnSpc>
                <a:spcPct val="100000"/>
              </a:lnSpc>
              <a:spcBef>
                <a:spcPts val="125"/>
              </a:spcBef>
              <a:tabLst>
                <a:tab pos="1626235" algn="l"/>
              </a:tabLst>
            </a:pPr>
            <a:r>
              <a:rPr sz="2700" i="1" dirty="0">
                <a:latin typeface="Times New Roman" panose="02020603050405020304"/>
                <a:cs typeface="Times New Roman" panose="02020603050405020304"/>
              </a:rPr>
              <a:t>u</a:t>
            </a:r>
            <a:r>
              <a:rPr sz="2400" baseline="-24000" dirty="0">
                <a:latin typeface="Times New Roman" panose="02020603050405020304"/>
                <a:cs typeface="Times New Roman" panose="02020603050405020304"/>
              </a:rPr>
              <a:t>o</a:t>
            </a:r>
            <a:r>
              <a:rPr sz="2400" spc="112" baseline="-24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0" dirty="0">
                <a:latin typeface="Times New Roman" panose="02020603050405020304"/>
                <a:cs typeface="Times New Roman" panose="02020603050405020304"/>
              </a:rPr>
              <a:t> </a:t>
            </a:r>
            <a:r>
              <a:rPr sz="2700" spc="65" dirty="0">
                <a:latin typeface="Symbol" panose="05050102010706020507"/>
                <a:cs typeface="Symbol" panose="05050102010706020507"/>
              </a:rPr>
              <a:t></a:t>
            </a:r>
            <a:r>
              <a:rPr sz="2700" i="1" spc="65" dirty="0">
                <a:latin typeface="Times New Roman" panose="02020603050405020304"/>
                <a:cs typeface="Times New Roman" panose="02020603050405020304"/>
              </a:rPr>
              <a:t>R</a:t>
            </a:r>
            <a:r>
              <a:rPr sz="2400" i="1" spc="97" baseline="-24000" dirty="0">
                <a:latin typeface="Times New Roman" panose="02020603050405020304"/>
                <a:cs typeface="Times New Roman" panose="02020603050405020304"/>
              </a:rPr>
              <a:t>F</a:t>
            </a:r>
            <a:r>
              <a:rPr sz="2700" i="1" spc="65" dirty="0">
                <a:latin typeface="Times New Roman" panose="02020603050405020304"/>
                <a:cs typeface="Times New Roman" panose="02020603050405020304"/>
              </a:rPr>
              <a:t>i</a:t>
            </a:r>
            <a:r>
              <a:rPr sz="2400" i="1" spc="97" baseline="-24000" dirty="0">
                <a:latin typeface="Times New Roman" panose="02020603050405020304"/>
                <a:cs typeface="Times New Roman" panose="02020603050405020304"/>
              </a:rPr>
              <a:t>F</a:t>
            </a:r>
            <a:r>
              <a:rPr sz="2400" i="1" baseline="-24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40" dirty="0">
                <a:latin typeface="Times New Roman" panose="02020603050405020304"/>
                <a:cs typeface="Times New Roman" panose="02020603050405020304"/>
              </a:rPr>
              <a:t> </a:t>
            </a:r>
            <a:r>
              <a:rPr sz="2700" spc="-50" dirty="0">
                <a:latin typeface="Symbol" panose="05050102010706020507"/>
                <a:cs typeface="Symbol" panose="05050102010706020507"/>
              </a:rPr>
              <a:t></a:t>
            </a:r>
            <a:endParaRPr sz="2700">
              <a:latin typeface="Symbol" panose="05050102010706020507"/>
              <a:cs typeface="Symbol" panose="05050102010706020507"/>
            </a:endParaRPr>
          </a:p>
        </p:txBody>
      </p:sp>
      <p:pic>
        <p:nvPicPr>
          <p:cNvPr id="131" name="object 131"/>
          <p:cNvPicPr/>
          <p:nvPr/>
        </p:nvPicPr>
        <p:blipFill>
          <a:blip r:embed="rId6" cstate="print"/>
          <a:stretch>
            <a:fillRect/>
          </a:stretch>
        </p:blipFill>
        <p:spPr>
          <a:xfrm>
            <a:off x="7277062" y="147624"/>
            <a:ext cx="1575130" cy="953769"/>
          </a:xfrm>
          <a:prstGeom prst="rect">
            <a:avLst/>
          </a:prstGeom>
        </p:spPr>
      </p:pic>
      <p:sp>
        <p:nvSpPr>
          <p:cNvPr id="132" name="object 132"/>
          <p:cNvSpPr txBox="1"/>
          <p:nvPr/>
        </p:nvSpPr>
        <p:spPr>
          <a:xfrm>
            <a:off x="7427836" y="213093"/>
            <a:ext cx="1306830" cy="391160"/>
          </a:xfrm>
          <a:prstGeom prst="rect">
            <a:avLst/>
          </a:prstGeom>
        </p:spPr>
        <p:txBody>
          <a:bodyPr vert="horz" wrap="square" lIns="0" tIns="12700" rIns="0" bIns="0" rtlCol="0">
            <a:spAutoFit/>
          </a:bodyPr>
          <a:lstStyle/>
          <a:p>
            <a:pPr marL="38100">
              <a:lnSpc>
                <a:spcPct val="100000"/>
              </a:lnSpc>
              <a:spcBef>
                <a:spcPts val="100"/>
              </a:spcBef>
            </a:pPr>
            <a:r>
              <a:rPr sz="2400" dirty="0">
                <a:solidFill>
                  <a:srgbClr val="FFFFFF"/>
                </a:solidFill>
                <a:latin typeface="Noto Serif CJK JP"/>
                <a:cs typeface="Noto Serif CJK JP"/>
              </a:rPr>
              <a:t>设</a:t>
            </a:r>
            <a:r>
              <a:rPr sz="2400" spc="-10" dirty="0">
                <a:solidFill>
                  <a:srgbClr val="FFFFFF"/>
                </a:solidFill>
                <a:latin typeface="Times New Roman" panose="02020603050405020304"/>
                <a:cs typeface="Times New Roman" panose="02020603050405020304"/>
              </a:rPr>
              <a:t>R</a:t>
            </a:r>
            <a:r>
              <a:rPr sz="2325" spc="-15" baseline="-18000" dirty="0">
                <a:solidFill>
                  <a:srgbClr val="FFFFFF"/>
                </a:solidFill>
                <a:latin typeface="Times New Roman" panose="02020603050405020304"/>
                <a:cs typeface="Times New Roman" panose="02020603050405020304"/>
              </a:rPr>
              <a:t>F</a:t>
            </a:r>
            <a:r>
              <a:rPr sz="2400" spc="-10" dirty="0">
                <a:solidFill>
                  <a:srgbClr val="FFFFFF"/>
                </a:solidFill>
                <a:latin typeface="Times New Roman" panose="02020603050405020304"/>
                <a:cs typeface="Times New Roman" panose="02020603050405020304"/>
              </a:rPr>
              <a:t>=R/2</a:t>
            </a:r>
            <a:endParaRPr sz="2400">
              <a:latin typeface="Times New Roman" panose="02020603050405020304"/>
              <a:cs typeface="Times New Roman" panose="02020603050405020304"/>
            </a:endParaRPr>
          </a:p>
        </p:txBody>
      </p:sp>
      <p:sp>
        <p:nvSpPr>
          <p:cNvPr id="133" name="object 133"/>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4800" y="1043939"/>
            <a:ext cx="8534400" cy="3328670"/>
            <a:chOff x="304800" y="1043939"/>
            <a:chExt cx="8534400" cy="3328670"/>
          </a:xfrm>
        </p:grpSpPr>
        <p:sp>
          <p:nvSpPr>
            <p:cNvPr id="3" name="object 3"/>
            <p:cNvSpPr/>
            <p:nvPr/>
          </p:nvSpPr>
          <p:spPr>
            <a:xfrm>
              <a:off x="304800" y="1043939"/>
              <a:ext cx="8534400" cy="3328670"/>
            </a:xfrm>
            <a:custGeom>
              <a:avLst/>
              <a:gdLst/>
              <a:ahLst/>
              <a:cxnLst/>
              <a:rect l="l" t="t" r="r" b="b"/>
              <a:pathLst>
                <a:path w="8534400" h="3328670">
                  <a:moveTo>
                    <a:pt x="8534400" y="3328416"/>
                  </a:moveTo>
                  <a:lnTo>
                    <a:pt x="0" y="3328416"/>
                  </a:lnTo>
                  <a:lnTo>
                    <a:pt x="0" y="0"/>
                  </a:lnTo>
                  <a:lnTo>
                    <a:pt x="8534400" y="0"/>
                  </a:lnTo>
                  <a:lnTo>
                    <a:pt x="8534400" y="3328416"/>
                  </a:lnTo>
                  <a:close/>
                </a:path>
              </a:pathLst>
            </a:custGeom>
            <a:solidFill>
              <a:srgbClr val="F8F8F8"/>
            </a:solidFill>
          </p:spPr>
          <p:txBody>
            <a:bodyPr wrap="square" lIns="0" tIns="0" rIns="0" bIns="0" rtlCol="0"/>
            <a:lstStyle/>
            <a:p>
              <a:endParaRPr/>
            </a:p>
          </p:txBody>
        </p:sp>
        <p:sp>
          <p:nvSpPr>
            <p:cNvPr id="4" name="object 4"/>
            <p:cNvSpPr/>
            <p:nvPr/>
          </p:nvSpPr>
          <p:spPr>
            <a:xfrm>
              <a:off x="959929" y="1698840"/>
              <a:ext cx="5099685" cy="920750"/>
            </a:xfrm>
            <a:custGeom>
              <a:avLst/>
              <a:gdLst/>
              <a:ahLst/>
              <a:cxnLst/>
              <a:rect l="l" t="t" r="r" b="b"/>
              <a:pathLst>
                <a:path w="5099685" h="920750">
                  <a:moveTo>
                    <a:pt x="0" y="0"/>
                  </a:moveTo>
                  <a:lnTo>
                    <a:pt x="5099392" y="0"/>
                  </a:lnTo>
                  <a:lnTo>
                    <a:pt x="5099392" y="920699"/>
                  </a:lnTo>
                </a:path>
              </a:pathLst>
            </a:custGeom>
            <a:ln w="17703">
              <a:solidFill>
                <a:srgbClr val="000000"/>
              </a:solidFill>
            </a:ln>
          </p:spPr>
          <p:txBody>
            <a:bodyPr wrap="square" lIns="0" tIns="0" rIns="0" bIns="0" rtlCol="0"/>
            <a:lstStyle/>
            <a:p>
              <a:endParaRPr/>
            </a:p>
          </p:txBody>
        </p:sp>
        <p:sp>
          <p:nvSpPr>
            <p:cNvPr id="5" name="object 5"/>
            <p:cNvSpPr/>
            <p:nvPr/>
          </p:nvSpPr>
          <p:spPr>
            <a:xfrm>
              <a:off x="6006198" y="2035251"/>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6" name="object 6"/>
            <p:cNvSpPr/>
            <p:nvPr/>
          </p:nvSpPr>
          <p:spPr>
            <a:xfrm>
              <a:off x="6006198" y="2035251"/>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7" name="object 7"/>
            <p:cNvSpPr/>
            <p:nvPr/>
          </p:nvSpPr>
          <p:spPr>
            <a:xfrm>
              <a:off x="1809826" y="1698840"/>
              <a:ext cx="3187700" cy="920750"/>
            </a:xfrm>
            <a:custGeom>
              <a:avLst/>
              <a:gdLst/>
              <a:ahLst/>
              <a:cxnLst/>
              <a:rect l="l" t="t" r="r" b="b"/>
              <a:pathLst>
                <a:path w="3187700" h="920750">
                  <a:moveTo>
                    <a:pt x="0" y="672820"/>
                  </a:moveTo>
                  <a:lnTo>
                    <a:pt x="0" y="920699"/>
                  </a:lnTo>
                </a:path>
                <a:path w="3187700" h="920750">
                  <a:moveTo>
                    <a:pt x="0" y="0"/>
                  </a:moveTo>
                  <a:lnTo>
                    <a:pt x="0" y="336410"/>
                  </a:lnTo>
                </a:path>
                <a:path w="3187700" h="920750">
                  <a:moveTo>
                    <a:pt x="1062380" y="672820"/>
                  </a:moveTo>
                  <a:lnTo>
                    <a:pt x="1062380" y="920699"/>
                  </a:lnTo>
                </a:path>
                <a:path w="3187700" h="920750">
                  <a:moveTo>
                    <a:pt x="1062380" y="0"/>
                  </a:moveTo>
                  <a:lnTo>
                    <a:pt x="1062380" y="336410"/>
                  </a:lnTo>
                </a:path>
                <a:path w="3187700" h="920750">
                  <a:moveTo>
                    <a:pt x="2124748" y="672820"/>
                  </a:moveTo>
                  <a:lnTo>
                    <a:pt x="2124748" y="920699"/>
                  </a:lnTo>
                </a:path>
                <a:path w="3187700" h="920750">
                  <a:moveTo>
                    <a:pt x="2124748" y="0"/>
                  </a:moveTo>
                  <a:lnTo>
                    <a:pt x="2124748" y="336410"/>
                  </a:lnTo>
                </a:path>
                <a:path w="3187700" h="920750">
                  <a:moveTo>
                    <a:pt x="3187128" y="672820"/>
                  </a:moveTo>
                  <a:lnTo>
                    <a:pt x="3187128" y="920699"/>
                  </a:lnTo>
                </a:path>
                <a:path w="3187700" h="920750">
                  <a:moveTo>
                    <a:pt x="3187128" y="0"/>
                  </a:moveTo>
                  <a:lnTo>
                    <a:pt x="3187128" y="336410"/>
                  </a:lnTo>
                </a:path>
              </a:pathLst>
            </a:custGeom>
            <a:ln w="17703">
              <a:solidFill>
                <a:srgbClr val="000000"/>
              </a:solidFill>
            </a:ln>
          </p:spPr>
          <p:txBody>
            <a:bodyPr wrap="square" lIns="0" tIns="0" rIns="0" bIns="0" rtlCol="0"/>
            <a:lstStyle/>
            <a:p>
              <a:endParaRPr/>
            </a:p>
          </p:txBody>
        </p:sp>
        <p:sp>
          <p:nvSpPr>
            <p:cNvPr id="8" name="object 8"/>
            <p:cNvSpPr/>
            <p:nvPr/>
          </p:nvSpPr>
          <p:spPr>
            <a:xfrm>
              <a:off x="1756714" y="2035251"/>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9" name="object 9"/>
            <p:cNvSpPr/>
            <p:nvPr/>
          </p:nvSpPr>
          <p:spPr>
            <a:xfrm>
              <a:off x="1756714" y="2035251"/>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10" name="object 10"/>
            <p:cNvSpPr/>
            <p:nvPr/>
          </p:nvSpPr>
          <p:spPr>
            <a:xfrm>
              <a:off x="2819082" y="2035251"/>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11" name="object 11"/>
            <p:cNvSpPr/>
            <p:nvPr/>
          </p:nvSpPr>
          <p:spPr>
            <a:xfrm>
              <a:off x="2819082" y="2035251"/>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12" name="object 12"/>
            <p:cNvSpPr/>
            <p:nvPr/>
          </p:nvSpPr>
          <p:spPr>
            <a:xfrm>
              <a:off x="3881463" y="2035251"/>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13" name="object 13"/>
            <p:cNvSpPr/>
            <p:nvPr/>
          </p:nvSpPr>
          <p:spPr>
            <a:xfrm>
              <a:off x="3881463" y="2035251"/>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14" name="object 14"/>
            <p:cNvSpPr/>
            <p:nvPr/>
          </p:nvSpPr>
          <p:spPr>
            <a:xfrm>
              <a:off x="4943830" y="2035251"/>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15" name="object 15"/>
            <p:cNvSpPr/>
            <p:nvPr/>
          </p:nvSpPr>
          <p:spPr>
            <a:xfrm>
              <a:off x="4943830" y="2035251"/>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16" name="object 16"/>
            <p:cNvSpPr/>
            <p:nvPr/>
          </p:nvSpPr>
          <p:spPr>
            <a:xfrm>
              <a:off x="2199360" y="1645729"/>
              <a:ext cx="354330" cy="124460"/>
            </a:xfrm>
            <a:custGeom>
              <a:avLst/>
              <a:gdLst/>
              <a:ahLst/>
              <a:cxnLst/>
              <a:rect l="l" t="t" r="r" b="b"/>
              <a:pathLst>
                <a:path w="354330" h="124460">
                  <a:moveTo>
                    <a:pt x="354126" y="123939"/>
                  </a:moveTo>
                  <a:lnTo>
                    <a:pt x="0" y="123939"/>
                  </a:lnTo>
                  <a:lnTo>
                    <a:pt x="0" y="0"/>
                  </a:lnTo>
                  <a:lnTo>
                    <a:pt x="354126" y="0"/>
                  </a:lnTo>
                  <a:lnTo>
                    <a:pt x="354126" y="123939"/>
                  </a:lnTo>
                  <a:close/>
                </a:path>
              </a:pathLst>
            </a:custGeom>
            <a:solidFill>
              <a:srgbClr val="FFFFFF"/>
            </a:solidFill>
          </p:spPr>
          <p:txBody>
            <a:bodyPr wrap="square" lIns="0" tIns="0" rIns="0" bIns="0" rtlCol="0"/>
            <a:lstStyle/>
            <a:p>
              <a:endParaRPr/>
            </a:p>
          </p:txBody>
        </p:sp>
        <p:sp>
          <p:nvSpPr>
            <p:cNvPr id="17" name="object 17"/>
            <p:cNvSpPr/>
            <p:nvPr/>
          </p:nvSpPr>
          <p:spPr>
            <a:xfrm>
              <a:off x="2199360" y="1645729"/>
              <a:ext cx="354330" cy="124460"/>
            </a:xfrm>
            <a:custGeom>
              <a:avLst/>
              <a:gdLst/>
              <a:ahLst/>
              <a:cxnLst/>
              <a:rect l="l" t="t" r="r" b="b"/>
              <a:pathLst>
                <a:path w="354330" h="124460">
                  <a:moveTo>
                    <a:pt x="0" y="0"/>
                  </a:moveTo>
                  <a:lnTo>
                    <a:pt x="354126" y="0"/>
                  </a:lnTo>
                  <a:lnTo>
                    <a:pt x="354126" y="123939"/>
                  </a:lnTo>
                  <a:lnTo>
                    <a:pt x="0" y="123939"/>
                  </a:lnTo>
                  <a:lnTo>
                    <a:pt x="0" y="0"/>
                  </a:lnTo>
                  <a:close/>
                </a:path>
              </a:pathLst>
            </a:custGeom>
            <a:ln w="17703">
              <a:solidFill>
                <a:srgbClr val="000000"/>
              </a:solidFill>
            </a:ln>
          </p:spPr>
          <p:txBody>
            <a:bodyPr wrap="square" lIns="0" tIns="0" rIns="0" bIns="0" rtlCol="0"/>
            <a:lstStyle/>
            <a:p>
              <a:endParaRPr/>
            </a:p>
          </p:txBody>
        </p:sp>
        <p:sp>
          <p:nvSpPr>
            <p:cNvPr id="18" name="object 18"/>
            <p:cNvSpPr/>
            <p:nvPr/>
          </p:nvSpPr>
          <p:spPr>
            <a:xfrm>
              <a:off x="3226333" y="1645729"/>
              <a:ext cx="354330" cy="124460"/>
            </a:xfrm>
            <a:custGeom>
              <a:avLst/>
              <a:gdLst/>
              <a:ahLst/>
              <a:cxnLst/>
              <a:rect l="l" t="t" r="r" b="b"/>
              <a:pathLst>
                <a:path w="354329" h="124460">
                  <a:moveTo>
                    <a:pt x="354126" y="123939"/>
                  </a:moveTo>
                  <a:lnTo>
                    <a:pt x="0" y="123939"/>
                  </a:lnTo>
                  <a:lnTo>
                    <a:pt x="0" y="0"/>
                  </a:lnTo>
                  <a:lnTo>
                    <a:pt x="354126" y="0"/>
                  </a:lnTo>
                  <a:lnTo>
                    <a:pt x="354126" y="123939"/>
                  </a:lnTo>
                  <a:close/>
                </a:path>
              </a:pathLst>
            </a:custGeom>
            <a:solidFill>
              <a:srgbClr val="FFFFFF"/>
            </a:solidFill>
          </p:spPr>
          <p:txBody>
            <a:bodyPr wrap="square" lIns="0" tIns="0" rIns="0" bIns="0" rtlCol="0"/>
            <a:lstStyle/>
            <a:p>
              <a:endParaRPr/>
            </a:p>
          </p:txBody>
        </p:sp>
        <p:sp>
          <p:nvSpPr>
            <p:cNvPr id="19" name="object 19"/>
            <p:cNvSpPr/>
            <p:nvPr/>
          </p:nvSpPr>
          <p:spPr>
            <a:xfrm>
              <a:off x="3226333" y="1645729"/>
              <a:ext cx="354330" cy="124460"/>
            </a:xfrm>
            <a:custGeom>
              <a:avLst/>
              <a:gdLst/>
              <a:ahLst/>
              <a:cxnLst/>
              <a:rect l="l" t="t" r="r" b="b"/>
              <a:pathLst>
                <a:path w="354329" h="124460">
                  <a:moveTo>
                    <a:pt x="0" y="0"/>
                  </a:moveTo>
                  <a:lnTo>
                    <a:pt x="354126" y="0"/>
                  </a:lnTo>
                  <a:lnTo>
                    <a:pt x="354126" y="123939"/>
                  </a:lnTo>
                  <a:lnTo>
                    <a:pt x="0" y="123939"/>
                  </a:lnTo>
                  <a:lnTo>
                    <a:pt x="0" y="0"/>
                  </a:lnTo>
                  <a:close/>
                </a:path>
              </a:pathLst>
            </a:custGeom>
            <a:ln w="17703">
              <a:solidFill>
                <a:srgbClr val="000000"/>
              </a:solidFill>
            </a:ln>
          </p:spPr>
          <p:txBody>
            <a:bodyPr wrap="square" lIns="0" tIns="0" rIns="0" bIns="0" rtlCol="0"/>
            <a:lstStyle/>
            <a:p>
              <a:endParaRPr/>
            </a:p>
          </p:txBody>
        </p:sp>
        <p:sp>
          <p:nvSpPr>
            <p:cNvPr id="20" name="object 20"/>
            <p:cNvSpPr/>
            <p:nvPr/>
          </p:nvSpPr>
          <p:spPr>
            <a:xfrm>
              <a:off x="4288701" y="1645729"/>
              <a:ext cx="354330" cy="124460"/>
            </a:xfrm>
            <a:custGeom>
              <a:avLst/>
              <a:gdLst/>
              <a:ahLst/>
              <a:cxnLst/>
              <a:rect l="l" t="t" r="r" b="b"/>
              <a:pathLst>
                <a:path w="354329" h="124460">
                  <a:moveTo>
                    <a:pt x="354126" y="123939"/>
                  </a:moveTo>
                  <a:lnTo>
                    <a:pt x="0" y="123939"/>
                  </a:lnTo>
                  <a:lnTo>
                    <a:pt x="0" y="0"/>
                  </a:lnTo>
                  <a:lnTo>
                    <a:pt x="354126" y="0"/>
                  </a:lnTo>
                  <a:lnTo>
                    <a:pt x="354126" y="123939"/>
                  </a:lnTo>
                  <a:close/>
                </a:path>
              </a:pathLst>
            </a:custGeom>
            <a:solidFill>
              <a:srgbClr val="FFFFFF"/>
            </a:solidFill>
          </p:spPr>
          <p:txBody>
            <a:bodyPr wrap="square" lIns="0" tIns="0" rIns="0" bIns="0" rtlCol="0"/>
            <a:lstStyle/>
            <a:p>
              <a:endParaRPr/>
            </a:p>
          </p:txBody>
        </p:sp>
        <p:sp>
          <p:nvSpPr>
            <p:cNvPr id="21" name="object 21"/>
            <p:cNvSpPr/>
            <p:nvPr/>
          </p:nvSpPr>
          <p:spPr>
            <a:xfrm>
              <a:off x="1597355" y="1645729"/>
              <a:ext cx="5099685" cy="2072005"/>
            </a:xfrm>
            <a:custGeom>
              <a:avLst/>
              <a:gdLst/>
              <a:ahLst/>
              <a:cxnLst/>
              <a:rect l="l" t="t" r="r" b="b"/>
              <a:pathLst>
                <a:path w="5099684" h="2072004">
                  <a:moveTo>
                    <a:pt x="2691345" y="0"/>
                  </a:moveTo>
                  <a:lnTo>
                    <a:pt x="3045472" y="0"/>
                  </a:lnTo>
                  <a:lnTo>
                    <a:pt x="3045472" y="123939"/>
                  </a:lnTo>
                  <a:lnTo>
                    <a:pt x="2691345" y="123939"/>
                  </a:lnTo>
                  <a:lnTo>
                    <a:pt x="2691345" y="0"/>
                  </a:lnTo>
                  <a:close/>
                </a:path>
                <a:path w="5099684" h="2072004">
                  <a:moveTo>
                    <a:pt x="424954" y="1150873"/>
                  </a:moveTo>
                  <a:lnTo>
                    <a:pt x="424954" y="1522691"/>
                  </a:lnTo>
                  <a:lnTo>
                    <a:pt x="5099392" y="1522691"/>
                  </a:lnTo>
                </a:path>
                <a:path w="5099684" h="2072004">
                  <a:moveTo>
                    <a:pt x="0" y="1150873"/>
                  </a:moveTo>
                  <a:lnTo>
                    <a:pt x="0" y="2071560"/>
                  </a:lnTo>
                  <a:lnTo>
                    <a:pt x="5099392" y="2071560"/>
                  </a:lnTo>
                </a:path>
              </a:pathLst>
            </a:custGeom>
            <a:ln w="17703">
              <a:solidFill>
                <a:srgbClr val="000000"/>
              </a:solidFill>
            </a:ln>
          </p:spPr>
          <p:txBody>
            <a:bodyPr wrap="square" lIns="0" tIns="0" rIns="0" bIns="0" rtlCol="0"/>
            <a:lstStyle/>
            <a:p>
              <a:endParaRPr/>
            </a:p>
          </p:txBody>
        </p:sp>
        <p:sp>
          <p:nvSpPr>
            <p:cNvPr id="22" name="object 22"/>
            <p:cNvSpPr/>
            <p:nvPr/>
          </p:nvSpPr>
          <p:spPr>
            <a:xfrm>
              <a:off x="6661340" y="3026778"/>
              <a:ext cx="920750" cy="850265"/>
            </a:xfrm>
            <a:custGeom>
              <a:avLst/>
              <a:gdLst/>
              <a:ahLst/>
              <a:cxnLst/>
              <a:rect l="l" t="t" r="r" b="b"/>
              <a:pathLst>
                <a:path w="920750" h="850264">
                  <a:moveTo>
                    <a:pt x="0" y="849871"/>
                  </a:moveTo>
                  <a:lnTo>
                    <a:pt x="0" y="0"/>
                  </a:lnTo>
                  <a:lnTo>
                    <a:pt x="920711" y="424929"/>
                  </a:lnTo>
                  <a:lnTo>
                    <a:pt x="0" y="849871"/>
                  </a:lnTo>
                  <a:close/>
                </a:path>
              </a:pathLst>
            </a:custGeom>
            <a:solidFill>
              <a:srgbClr val="FFFFFF"/>
            </a:solidFill>
          </p:spPr>
          <p:txBody>
            <a:bodyPr wrap="square" lIns="0" tIns="0" rIns="0" bIns="0" rtlCol="0"/>
            <a:lstStyle/>
            <a:p>
              <a:endParaRPr/>
            </a:p>
          </p:txBody>
        </p:sp>
        <p:sp>
          <p:nvSpPr>
            <p:cNvPr id="23" name="object 23"/>
            <p:cNvSpPr/>
            <p:nvPr/>
          </p:nvSpPr>
          <p:spPr>
            <a:xfrm>
              <a:off x="6378028" y="2814307"/>
              <a:ext cx="1859280" cy="1062355"/>
            </a:xfrm>
            <a:custGeom>
              <a:avLst/>
              <a:gdLst/>
              <a:ahLst/>
              <a:cxnLst/>
              <a:rect l="l" t="t" r="r" b="b"/>
              <a:pathLst>
                <a:path w="1859279" h="1062354">
                  <a:moveTo>
                    <a:pt x="1204023" y="637400"/>
                  </a:moveTo>
                  <a:lnTo>
                    <a:pt x="283311" y="212471"/>
                  </a:lnTo>
                  <a:lnTo>
                    <a:pt x="283311" y="1062342"/>
                  </a:lnTo>
                  <a:lnTo>
                    <a:pt x="1204023" y="637400"/>
                  </a:lnTo>
                </a:path>
                <a:path w="1859279" h="1062354">
                  <a:moveTo>
                    <a:pt x="1221740" y="637400"/>
                  </a:moveTo>
                  <a:lnTo>
                    <a:pt x="1859165" y="637400"/>
                  </a:lnTo>
                </a:path>
                <a:path w="1859279" h="1062354">
                  <a:moveTo>
                    <a:pt x="0" y="336410"/>
                  </a:moveTo>
                  <a:lnTo>
                    <a:pt x="0" y="0"/>
                  </a:lnTo>
                  <a:lnTo>
                    <a:pt x="1487335" y="0"/>
                  </a:lnTo>
                  <a:lnTo>
                    <a:pt x="1487335" y="672807"/>
                  </a:lnTo>
                </a:path>
              </a:pathLst>
            </a:custGeom>
            <a:ln w="17703">
              <a:solidFill>
                <a:srgbClr val="000000"/>
              </a:solidFill>
            </a:ln>
          </p:spPr>
          <p:txBody>
            <a:bodyPr wrap="square" lIns="0" tIns="0" rIns="0" bIns="0" rtlCol="0"/>
            <a:lstStyle/>
            <a:p>
              <a:endParaRPr/>
            </a:p>
          </p:txBody>
        </p:sp>
        <p:sp>
          <p:nvSpPr>
            <p:cNvPr id="24" name="object 24"/>
            <p:cNvSpPr/>
            <p:nvPr/>
          </p:nvSpPr>
          <p:spPr>
            <a:xfrm>
              <a:off x="6944639" y="2761183"/>
              <a:ext cx="354330" cy="124460"/>
            </a:xfrm>
            <a:custGeom>
              <a:avLst/>
              <a:gdLst/>
              <a:ahLst/>
              <a:cxnLst/>
              <a:rect l="l" t="t" r="r" b="b"/>
              <a:pathLst>
                <a:path w="354329" h="124460">
                  <a:moveTo>
                    <a:pt x="354126" y="123939"/>
                  </a:moveTo>
                  <a:lnTo>
                    <a:pt x="0" y="123939"/>
                  </a:lnTo>
                  <a:lnTo>
                    <a:pt x="0" y="0"/>
                  </a:lnTo>
                  <a:lnTo>
                    <a:pt x="354126" y="0"/>
                  </a:lnTo>
                  <a:lnTo>
                    <a:pt x="354126" y="123939"/>
                  </a:lnTo>
                  <a:close/>
                </a:path>
              </a:pathLst>
            </a:custGeom>
            <a:solidFill>
              <a:srgbClr val="FFFFFF"/>
            </a:solidFill>
          </p:spPr>
          <p:txBody>
            <a:bodyPr wrap="square" lIns="0" tIns="0" rIns="0" bIns="0" rtlCol="0"/>
            <a:lstStyle/>
            <a:p>
              <a:endParaRPr/>
            </a:p>
          </p:txBody>
        </p:sp>
        <p:sp>
          <p:nvSpPr>
            <p:cNvPr id="25" name="object 25"/>
            <p:cNvSpPr/>
            <p:nvPr/>
          </p:nvSpPr>
          <p:spPr>
            <a:xfrm>
              <a:off x="6395745" y="2761183"/>
              <a:ext cx="903605" cy="1328420"/>
            </a:xfrm>
            <a:custGeom>
              <a:avLst/>
              <a:gdLst/>
              <a:ahLst/>
              <a:cxnLst/>
              <a:rect l="l" t="t" r="r" b="b"/>
              <a:pathLst>
                <a:path w="903604" h="1328420">
                  <a:moveTo>
                    <a:pt x="548894" y="0"/>
                  </a:moveTo>
                  <a:lnTo>
                    <a:pt x="903020" y="0"/>
                  </a:lnTo>
                  <a:lnTo>
                    <a:pt x="903020" y="123939"/>
                  </a:lnTo>
                  <a:lnTo>
                    <a:pt x="548894" y="123939"/>
                  </a:lnTo>
                  <a:lnTo>
                    <a:pt x="548894" y="0"/>
                  </a:lnTo>
                  <a:close/>
                </a:path>
                <a:path w="903604" h="1328420">
                  <a:moveTo>
                    <a:pt x="0" y="956106"/>
                  </a:moveTo>
                  <a:lnTo>
                    <a:pt x="0" y="1327924"/>
                  </a:lnTo>
                </a:path>
              </a:pathLst>
            </a:custGeom>
            <a:ln w="17703">
              <a:solidFill>
                <a:srgbClr val="000000"/>
              </a:solidFill>
            </a:ln>
          </p:spPr>
          <p:txBody>
            <a:bodyPr wrap="square" lIns="0" tIns="0" rIns="0" bIns="0" rtlCol="0"/>
            <a:lstStyle/>
            <a:p>
              <a:endParaRPr/>
            </a:p>
          </p:txBody>
        </p:sp>
        <p:sp>
          <p:nvSpPr>
            <p:cNvPr id="26" name="object 26"/>
            <p:cNvSpPr/>
            <p:nvPr/>
          </p:nvSpPr>
          <p:spPr>
            <a:xfrm>
              <a:off x="5953087" y="2601836"/>
              <a:ext cx="549275" cy="1505585"/>
            </a:xfrm>
            <a:custGeom>
              <a:avLst/>
              <a:gdLst/>
              <a:ahLst/>
              <a:cxnLst/>
              <a:rect l="l" t="t" r="r" b="b"/>
              <a:pathLst>
                <a:path w="549275" h="1505585">
                  <a:moveTo>
                    <a:pt x="212471" y="0"/>
                  </a:moveTo>
                  <a:lnTo>
                    <a:pt x="0" y="0"/>
                  </a:lnTo>
                  <a:lnTo>
                    <a:pt x="0" y="35407"/>
                  </a:lnTo>
                  <a:lnTo>
                    <a:pt x="212471" y="35407"/>
                  </a:lnTo>
                  <a:lnTo>
                    <a:pt x="212471" y="0"/>
                  </a:lnTo>
                  <a:close/>
                </a:path>
                <a:path w="549275" h="1505585">
                  <a:moveTo>
                    <a:pt x="548894" y="1469567"/>
                  </a:moveTo>
                  <a:lnTo>
                    <a:pt x="336423" y="1469567"/>
                  </a:lnTo>
                  <a:lnTo>
                    <a:pt x="336423" y="1504988"/>
                  </a:lnTo>
                  <a:lnTo>
                    <a:pt x="548894" y="1504988"/>
                  </a:lnTo>
                  <a:lnTo>
                    <a:pt x="548894" y="1469567"/>
                  </a:lnTo>
                  <a:close/>
                </a:path>
              </a:pathLst>
            </a:custGeom>
            <a:solidFill>
              <a:srgbClr val="000000"/>
            </a:solidFill>
          </p:spPr>
          <p:txBody>
            <a:bodyPr wrap="square" lIns="0" tIns="0" rIns="0" bIns="0" rtlCol="0"/>
            <a:lstStyle/>
            <a:p>
              <a:endParaRPr/>
            </a:p>
          </p:txBody>
        </p:sp>
        <p:sp>
          <p:nvSpPr>
            <p:cNvPr id="27" name="object 27"/>
            <p:cNvSpPr/>
            <p:nvPr/>
          </p:nvSpPr>
          <p:spPr>
            <a:xfrm>
              <a:off x="2659722" y="2796603"/>
              <a:ext cx="2550160" cy="920750"/>
            </a:xfrm>
            <a:custGeom>
              <a:avLst/>
              <a:gdLst/>
              <a:ahLst/>
              <a:cxnLst/>
              <a:rect l="l" t="t" r="r" b="b"/>
              <a:pathLst>
                <a:path w="2550160" h="920750">
                  <a:moveTo>
                    <a:pt x="0" y="0"/>
                  </a:moveTo>
                  <a:lnTo>
                    <a:pt x="0" y="920686"/>
                  </a:lnTo>
                </a:path>
                <a:path w="2550160" h="920750">
                  <a:moveTo>
                    <a:pt x="424954" y="0"/>
                  </a:moveTo>
                  <a:lnTo>
                    <a:pt x="424954" y="371817"/>
                  </a:lnTo>
                </a:path>
                <a:path w="2550160" h="920750">
                  <a:moveTo>
                    <a:pt x="1487322" y="0"/>
                  </a:moveTo>
                  <a:lnTo>
                    <a:pt x="1487322" y="371817"/>
                  </a:lnTo>
                </a:path>
                <a:path w="2550160" h="920750">
                  <a:moveTo>
                    <a:pt x="2549702" y="0"/>
                  </a:moveTo>
                  <a:lnTo>
                    <a:pt x="2549702" y="371817"/>
                  </a:lnTo>
                </a:path>
                <a:path w="2550160" h="920750">
                  <a:moveTo>
                    <a:pt x="2124748" y="0"/>
                  </a:moveTo>
                  <a:lnTo>
                    <a:pt x="2124748" y="920686"/>
                  </a:lnTo>
                </a:path>
                <a:path w="2550160" h="920750">
                  <a:moveTo>
                    <a:pt x="1062380" y="0"/>
                  </a:moveTo>
                  <a:lnTo>
                    <a:pt x="1062380" y="920686"/>
                  </a:lnTo>
                </a:path>
              </a:pathLst>
            </a:custGeom>
            <a:ln w="17703">
              <a:solidFill>
                <a:srgbClr val="000000"/>
              </a:solidFill>
            </a:ln>
          </p:spPr>
          <p:txBody>
            <a:bodyPr wrap="square" lIns="0" tIns="0" rIns="0" bIns="0" rtlCol="0"/>
            <a:lstStyle/>
            <a:p>
              <a:endParaRPr/>
            </a:p>
          </p:txBody>
        </p:sp>
        <p:pic>
          <p:nvPicPr>
            <p:cNvPr id="28" name="object 28"/>
            <p:cNvPicPr/>
            <p:nvPr/>
          </p:nvPicPr>
          <p:blipFill>
            <a:blip r:embed="rId2" cstate="print"/>
            <a:stretch>
              <a:fillRect/>
            </a:stretch>
          </p:blipFill>
          <p:spPr>
            <a:xfrm>
              <a:off x="951077" y="1654581"/>
              <a:ext cx="106235" cy="106235"/>
            </a:xfrm>
            <a:prstGeom prst="rect">
              <a:avLst/>
            </a:prstGeom>
          </p:spPr>
        </p:pic>
        <p:sp>
          <p:nvSpPr>
            <p:cNvPr id="29" name="object 29"/>
            <p:cNvSpPr/>
            <p:nvPr/>
          </p:nvSpPr>
          <p:spPr>
            <a:xfrm>
              <a:off x="1774418" y="2548724"/>
              <a:ext cx="88900" cy="88900"/>
            </a:xfrm>
            <a:custGeom>
              <a:avLst/>
              <a:gdLst/>
              <a:ahLst/>
              <a:cxnLst/>
              <a:rect l="l" t="t" r="r" b="b"/>
              <a:pathLst>
                <a:path w="88900" h="88900">
                  <a:moveTo>
                    <a:pt x="44259" y="88518"/>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8"/>
                  </a:lnTo>
                  <a:close/>
                </a:path>
              </a:pathLst>
            </a:custGeom>
            <a:solidFill>
              <a:srgbClr val="FFFFFF"/>
            </a:solidFill>
          </p:spPr>
          <p:txBody>
            <a:bodyPr wrap="square" lIns="0" tIns="0" rIns="0" bIns="0" rtlCol="0"/>
            <a:lstStyle/>
            <a:p>
              <a:endParaRPr/>
            </a:p>
          </p:txBody>
        </p:sp>
        <p:sp>
          <p:nvSpPr>
            <p:cNvPr id="30" name="object 30"/>
            <p:cNvSpPr/>
            <p:nvPr/>
          </p:nvSpPr>
          <p:spPr>
            <a:xfrm>
              <a:off x="1774418" y="2548724"/>
              <a:ext cx="88900" cy="88900"/>
            </a:xfrm>
            <a:custGeom>
              <a:avLst/>
              <a:gdLst/>
              <a:ahLst/>
              <a:cxnLst/>
              <a:rect l="l" t="t" r="r" b="b"/>
              <a:pathLst>
                <a:path w="88900" h="88900">
                  <a:moveTo>
                    <a:pt x="88531" y="44259"/>
                  </a:moveTo>
                  <a:lnTo>
                    <a:pt x="85052" y="61488"/>
                  </a:lnTo>
                  <a:lnTo>
                    <a:pt x="75563" y="75557"/>
                  </a:lnTo>
                  <a:lnTo>
                    <a:pt x="61490" y="85041"/>
                  </a:lnTo>
                  <a:lnTo>
                    <a:pt x="44259" y="88518"/>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sp>
          <p:nvSpPr>
            <p:cNvPr id="31" name="object 31"/>
            <p:cNvSpPr/>
            <p:nvPr/>
          </p:nvSpPr>
          <p:spPr>
            <a:xfrm>
              <a:off x="1561947" y="2796603"/>
              <a:ext cx="88900" cy="88900"/>
            </a:xfrm>
            <a:custGeom>
              <a:avLst/>
              <a:gdLst/>
              <a:ahLst/>
              <a:cxnLst/>
              <a:rect l="l" t="t" r="r" b="b"/>
              <a:pathLst>
                <a:path w="88900" h="88900">
                  <a:moveTo>
                    <a:pt x="44259" y="88518"/>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8"/>
                  </a:lnTo>
                  <a:close/>
                </a:path>
              </a:pathLst>
            </a:custGeom>
            <a:solidFill>
              <a:srgbClr val="FFFFFF"/>
            </a:solidFill>
          </p:spPr>
          <p:txBody>
            <a:bodyPr wrap="square" lIns="0" tIns="0" rIns="0" bIns="0" rtlCol="0"/>
            <a:lstStyle/>
            <a:p>
              <a:endParaRPr/>
            </a:p>
          </p:txBody>
        </p:sp>
        <p:sp>
          <p:nvSpPr>
            <p:cNvPr id="32" name="object 32"/>
            <p:cNvSpPr/>
            <p:nvPr/>
          </p:nvSpPr>
          <p:spPr>
            <a:xfrm>
              <a:off x="1561947" y="2796603"/>
              <a:ext cx="88900" cy="88900"/>
            </a:xfrm>
            <a:custGeom>
              <a:avLst/>
              <a:gdLst/>
              <a:ahLst/>
              <a:cxnLst/>
              <a:rect l="l" t="t" r="r" b="b"/>
              <a:pathLst>
                <a:path w="88900" h="88900">
                  <a:moveTo>
                    <a:pt x="88531" y="44259"/>
                  </a:moveTo>
                  <a:lnTo>
                    <a:pt x="85052" y="61488"/>
                  </a:lnTo>
                  <a:lnTo>
                    <a:pt x="75563" y="75557"/>
                  </a:lnTo>
                  <a:lnTo>
                    <a:pt x="61490" y="85041"/>
                  </a:lnTo>
                  <a:lnTo>
                    <a:pt x="44259" y="88518"/>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pic>
          <p:nvPicPr>
            <p:cNvPr id="33" name="object 33"/>
            <p:cNvPicPr/>
            <p:nvPr/>
          </p:nvPicPr>
          <p:blipFill>
            <a:blip r:embed="rId3" cstate="print"/>
            <a:stretch>
              <a:fillRect/>
            </a:stretch>
          </p:blipFill>
          <p:spPr>
            <a:xfrm>
              <a:off x="1978037" y="2787751"/>
              <a:ext cx="106235" cy="106222"/>
            </a:xfrm>
            <a:prstGeom prst="rect">
              <a:avLst/>
            </a:prstGeom>
          </p:spPr>
        </p:pic>
        <p:sp>
          <p:nvSpPr>
            <p:cNvPr id="34" name="object 34"/>
            <p:cNvSpPr/>
            <p:nvPr/>
          </p:nvSpPr>
          <p:spPr>
            <a:xfrm>
              <a:off x="2624315" y="2796603"/>
              <a:ext cx="88900" cy="88900"/>
            </a:xfrm>
            <a:custGeom>
              <a:avLst/>
              <a:gdLst/>
              <a:ahLst/>
              <a:cxnLst/>
              <a:rect l="l" t="t" r="r" b="b"/>
              <a:pathLst>
                <a:path w="88900" h="88900">
                  <a:moveTo>
                    <a:pt x="44259" y="88518"/>
                  </a:moveTo>
                  <a:lnTo>
                    <a:pt x="27035" y="85041"/>
                  </a:lnTo>
                  <a:lnTo>
                    <a:pt x="12966" y="75557"/>
                  </a:lnTo>
                  <a:lnTo>
                    <a:pt x="3479" y="61488"/>
                  </a:lnTo>
                  <a:lnTo>
                    <a:pt x="0" y="44259"/>
                  </a:lnTo>
                  <a:lnTo>
                    <a:pt x="3479" y="27030"/>
                  </a:lnTo>
                  <a:lnTo>
                    <a:pt x="12966" y="12961"/>
                  </a:lnTo>
                  <a:lnTo>
                    <a:pt x="27035" y="3477"/>
                  </a:lnTo>
                  <a:lnTo>
                    <a:pt x="44259" y="0"/>
                  </a:lnTo>
                  <a:lnTo>
                    <a:pt x="61490" y="3477"/>
                  </a:lnTo>
                  <a:lnTo>
                    <a:pt x="75563" y="12961"/>
                  </a:lnTo>
                  <a:lnTo>
                    <a:pt x="85052" y="27030"/>
                  </a:lnTo>
                  <a:lnTo>
                    <a:pt x="88531" y="44259"/>
                  </a:lnTo>
                  <a:lnTo>
                    <a:pt x="85052" y="61488"/>
                  </a:lnTo>
                  <a:lnTo>
                    <a:pt x="75563" y="75557"/>
                  </a:lnTo>
                  <a:lnTo>
                    <a:pt x="61490" y="85041"/>
                  </a:lnTo>
                  <a:lnTo>
                    <a:pt x="44259" y="88518"/>
                  </a:lnTo>
                  <a:close/>
                </a:path>
              </a:pathLst>
            </a:custGeom>
            <a:solidFill>
              <a:srgbClr val="FFFFFF"/>
            </a:solidFill>
          </p:spPr>
          <p:txBody>
            <a:bodyPr wrap="square" lIns="0" tIns="0" rIns="0" bIns="0" rtlCol="0"/>
            <a:lstStyle/>
            <a:p>
              <a:endParaRPr/>
            </a:p>
          </p:txBody>
        </p:sp>
        <p:sp>
          <p:nvSpPr>
            <p:cNvPr id="35" name="object 35"/>
            <p:cNvSpPr/>
            <p:nvPr/>
          </p:nvSpPr>
          <p:spPr>
            <a:xfrm>
              <a:off x="2624315" y="2796603"/>
              <a:ext cx="88900" cy="88900"/>
            </a:xfrm>
            <a:custGeom>
              <a:avLst/>
              <a:gdLst/>
              <a:ahLst/>
              <a:cxnLst/>
              <a:rect l="l" t="t" r="r" b="b"/>
              <a:pathLst>
                <a:path w="88900" h="88900">
                  <a:moveTo>
                    <a:pt x="88531" y="44259"/>
                  </a:moveTo>
                  <a:lnTo>
                    <a:pt x="85052" y="61488"/>
                  </a:lnTo>
                  <a:lnTo>
                    <a:pt x="75563" y="75557"/>
                  </a:lnTo>
                  <a:lnTo>
                    <a:pt x="61490" y="85041"/>
                  </a:lnTo>
                  <a:lnTo>
                    <a:pt x="44259" y="88518"/>
                  </a:lnTo>
                  <a:lnTo>
                    <a:pt x="27035" y="85041"/>
                  </a:lnTo>
                  <a:lnTo>
                    <a:pt x="12966" y="75557"/>
                  </a:lnTo>
                  <a:lnTo>
                    <a:pt x="3479" y="61488"/>
                  </a:lnTo>
                  <a:lnTo>
                    <a:pt x="0" y="44259"/>
                  </a:lnTo>
                  <a:lnTo>
                    <a:pt x="3479" y="27030"/>
                  </a:lnTo>
                  <a:lnTo>
                    <a:pt x="12966" y="12961"/>
                  </a:lnTo>
                  <a:lnTo>
                    <a:pt x="27035"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pic>
          <p:nvPicPr>
            <p:cNvPr id="36" name="object 36"/>
            <p:cNvPicPr/>
            <p:nvPr/>
          </p:nvPicPr>
          <p:blipFill>
            <a:blip r:embed="rId4" cstate="print"/>
            <a:stretch>
              <a:fillRect/>
            </a:stretch>
          </p:blipFill>
          <p:spPr>
            <a:xfrm>
              <a:off x="3040418" y="2787751"/>
              <a:ext cx="106235" cy="106222"/>
            </a:xfrm>
            <a:prstGeom prst="rect">
              <a:avLst/>
            </a:prstGeom>
          </p:spPr>
        </p:pic>
        <p:sp>
          <p:nvSpPr>
            <p:cNvPr id="37" name="object 37"/>
            <p:cNvSpPr/>
            <p:nvPr/>
          </p:nvSpPr>
          <p:spPr>
            <a:xfrm>
              <a:off x="2836786" y="2548724"/>
              <a:ext cx="88900" cy="88900"/>
            </a:xfrm>
            <a:custGeom>
              <a:avLst/>
              <a:gdLst/>
              <a:ahLst/>
              <a:cxnLst/>
              <a:rect l="l" t="t" r="r" b="b"/>
              <a:pathLst>
                <a:path w="88900" h="88900">
                  <a:moveTo>
                    <a:pt x="44272" y="88518"/>
                  </a:move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lnTo>
                    <a:pt x="85054" y="61488"/>
                  </a:lnTo>
                  <a:lnTo>
                    <a:pt x="75569" y="75557"/>
                  </a:lnTo>
                  <a:lnTo>
                    <a:pt x="61501" y="85041"/>
                  </a:lnTo>
                  <a:lnTo>
                    <a:pt x="44272" y="88518"/>
                  </a:lnTo>
                  <a:close/>
                </a:path>
              </a:pathLst>
            </a:custGeom>
            <a:solidFill>
              <a:srgbClr val="FFFFFF"/>
            </a:solidFill>
          </p:spPr>
          <p:txBody>
            <a:bodyPr wrap="square" lIns="0" tIns="0" rIns="0" bIns="0" rtlCol="0"/>
            <a:lstStyle/>
            <a:p>
              <a:endParaRPr/>
            </a:p>
          </p:txBody>
        </p:sp>
        <p:sp>
          <p:nvSpPr>
            <p:cNvPr id="38" name="object 38"/>
            <p:cNvSpPr/>
            <p:nvPr/>
          </p:nvSpPr>
          <p:spPr>
            <a:xfrm>
              <a:off x="2836786" y="2548724"/>
              <a:ext cx="88900" cy="88900"/>
            </a:xfrm>
            <a:custGeom>
              <a:avLst/>
              <a:gdLst/>
              <a:ahLst/>
              <a:cxnLst/>
              <a:rect l="l" t="t" r="r" b="b"/>
              <a:pathLst>
                <a:path w="88900" h="88900">
                  <a:moveTo>
                    <a:pt x="88531" y="44259"/>
                  </a:moveTo>
                  <a:lnTo>
                    <a:pt x="85054" y="61488"/>
                  </a:lnTo>
                  <a:lnTo>
                    <a:pt x="75569" y="75557"/>
                  </a:lnTo>
                  <a:lnTo>
                    <a:pt x="61501" y="85041"/>
                  </a:lnTo>
                  <a:lnTo>
                    <a:pt x="44272" y="88518"/>
                  </a:ln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path>
              </a:pathLst>
            </a:custGeom>
            <a:ln w="17703">
              <a:solidFill>
                <a:srgbClr val="000000"/>
              </a:solidFill>
            </a:ln>
          </p:spPr>
          <p:txBody>
            <a:bodyPr wrap="square" lIns="0" tIns="0" rIns="0" bIns="0" rtlCol="0"/>
            <a:lstStyle/>
            <a:p>
              <a:endParaRPr/>
            </a:p>
          </p:txBody>
        </p:sp>
        <p:sp>
          <p:nvSpPr>
            <p:cNvPr id="39" name="object 39"/>
            <p:cNvSpPr/>
            <p:nvPr/>
          </p:nvSpPr>
          <p:spPr>
            <a:xfrm>
              <a:off x="3686683" y="2796603"/>
              <a:ext cx="88900" cy="88900"/>
            </a:xfrm>
            <a:custGeom>
              <a:avLst/>
              <a:gdLst/>
              <a:ahLst/>
              <a:cxnLst/>
              <a:rect l="l" t="t" r="r" b="b"/>
              <a:pathLst>
                <a:path w="88900" h="88900">
                  <a:moveTo>
                    <a:pt x="44272" y="88518"/>
                  </a:move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lnTo>
                    <a:pt x="85054" y="61488"/>
                  </a:lnTo>
                  <a:lnTo>
                    <a:pt x="75569" y="75557"/>
                  </a:lnTo>
                  <a:lnTo>
                    <a:pt x="61501" y="85041"/>
                  </a:lnTo>
                  <a:lnTo>
                    <a:pt x="44272" y="88518"/>
                  </a:lnTo>
                  <a:close/>
                </a:path>
              </a:pathLst>
            </a:custGeom>
            <a:solidFill>
              <a:srgbClr val="FFFFFF"/>
            </a:solidFill>
          </p:spPr>
          <p:txBody>
            <a:bodyPr wrap="square" lIns="0" tIns="0" rIns="0" bIns="0" rtlCol="0"/>
            <a:lstStyle/>
            <a:p>
              <a:endParaRPr/>
            </a:p>
          </p:txBody>
        </p:sp>
        <p:sp>
          <p:nvSpPr>
            <p:cNvPr id="40" name="object 40"/>
            <p:cNvSpPr/>
            <p:nvPr/>
          </p:nvSpPr>
          <p:spPr>
            <a:xfrm>
              <a:off x="3686683" y="2796603"/>
              <a:ext cx="88900" cy="88900"/>
            </a:xfrm>
            <a:custGeom>
              <a:avLst/>
              <a:gdLst/>
              <a:ahLst/>
              <a:cxnLst/>
              <a:rect l="l" t="t" r="r" b="b"/>
              <a:pathLst>
                <a:path w="88900" h="88900">
                  <a:moveTo>
                    <a:pt x="88531" y="44259"/>
                  </a:moveTo>
                  <a:lnTo>
                    <a:pt x="85054" y="61488"/>
                  </a:lnTo>
                  <a:lnTo>
                    <a:pt x="75569" y="75557"/>
                  </a:lnTo>
                  <a:lnTo>
                    <a:pt x="61501" y="85041"/>
                  </a:lnTo>
                  <a:lnTo>
                    <a:pt x="44272" y="88518"/>
                  </a:ln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path>
              </a:pathLst>
            </a:custGeom>
            <a:ln w="17703">
              <a:solidFill>
                <a:srgbClr val="000000"/>
              </a:solidFill>
            </a:ln>
          </p:spPr>
          <p:txBody>
            <a:bodyPr wrap="square" lIns="0" tIns="0" rIns="0" bIns="0" rtlCol="0"/>
            <a:lstStyle/>
            <a:p>
              <a:endParaRPr/>
            </a:p>
          </p:txBody>
        </p:sp>
        <p:pic>
          <p:nvPicPr>
            <p:cNvPr id="41" name="object 41"/>
            <p:cNvPicPr/>
            <p:nvPr/>
          </p:nvPicPr>
          <p:blipFill>
            <a:blip r:embed="rId5" cstate="print"/>
            <a:stretch>
              <a:fillRect/>
            </a:stretch>
          </p:blipFill>
          <p:spPr>
            <a:xfrm>
              <a:off x="4102785" y="2787751"/>
              <a:ext cx="106235" cy="106222"/>
            </a:xfrm>
            <a:prstGeom prst="rect">
              <a:avLst/>
            </a:prstGeom>
          </p:spPr>
        </p:pic>
        <p:sp>
          <p:nvSpPr>
            <p:cNvPr id="42" name="object 42"/>
            <p:cNvSpPr/>
            <p:nvPr/>
          </p:nvSpPr>
          <p:spPr>
            <a:xfrm>
              <a:off x="3899166" y="2548724"/>
              <a:ext cx="88900" cy="88900"/>
            </a:xfrm>
            <a:custGeom>
              <a:avLst/>
              <a:gdLst/>
              <a:ahLst/>
              <a:cxnLst/>
              <a:rect l="l" t="t" r="r" b="b"/>
              <a:pathLst>
                <a:path w="88900" h="88900">
                  <a:moveTo>
                    <a:pt x="44259" y="88518"/>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8"/>
                  </a:lnTo>
                  <a:close/>
                </a:path>
              </a:pathLst>
            </a:custGeom>
            <a:solidFill>
              <a:srgbClr val="FFFFFF"/>
            </a:solidFill>
          </p:spPr>
          <p:txBody>
            <a:bodyPr wrap="square" lIns="0" tIns="0" rIns="0" bIns="0" rtlCol="0"/>
            <a:lstStyle/>
            <a:p>
              <a:endParaRPr/>
            </a:p>
          </p:txBody>
        </p:sp>
        <p:sp>
          <p:nvSpPr>
            <p:cNvPr id="43" name="object 43"/>
            <p:cNvSpPr/>
            <p:nvPr/>
          </p:nvSpPr>
          <p:spPr>
            <a:xfrm>
              <a:off x="3899166" y="2548724"/>
              <a:ext cx="88900" cy="88900"/>
            </a:xfrm>
            <a:custGeom>
              <a:avLst/>
              <a:gdLst/>
              <a:ahLst/>
              <a:cxnLst/>
              <a:rect l="l" t="t" r="r" b="b"/>
              <a:pathLst>
                <a:path w="88900" h="88900">
                  <a:moveTo>
                    <a:pt x="88531" y="44259"/>
                  </a:moveTo>
                  <a:lnTo>
                    <a:pt x="85052" y="61488"/>
                  </a:lnTo>
                  <a:lnTo>
                    <a:pt x="75563" y="75557"/>
                  </a:lnTo>
                  <a:lnTo>
                    <a:pt x="61490" y="85041"/>
                  </a:lnTo>
                  <a:lnTo>
                    <a:pt x="44259" y="88518"/>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sp>
          <p:nvSpPr>
            <p:cNvPr id="44" name="object 44"/>
            <p:cNvSpPr/>
            <p:nvPr/>
          </p:nvSpPr>
          <p:spPr>
            <a:xfrm>
              <a:off x="4749063" y="2796603"/>
              <a:ext cx="88900" cy="88900"/>
            </a:xfrm>
            <a:custGeom>
              <a:avLst/>
              <a:gdLst/>
              <a:ahLst/>
              <a:cxnLst/>
              <a:rect l="l" t="t" r="r" b="b"/>
              <a:pathLst>
                <a:path w="88900" h="88900">
                  <a:moveTo>
                    <a:pt x="44259" y="88518"/>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8"/>
                  </a:lnTo>
                  <a:close/>
                </a:path>
              </a:pathLst>
            </a:custGeom>
            <a:solidFill>
              <a:srgbClr val="FFFFFF"/>
            </a:solidFill>
          </p:spPr>
          <p:txBody>
            <a:bodyPr wrap="square" lIns="0" tIns="0" rIns="0" bIns="0" rtlCol="0"/>
            <a:lstStyle/>
            <a:p>
              <a:endParaRPr/>
            </a:p>
          </p:txBody>
        </p:sp>
        <p:sp>
          <p:nvSpPr>
            <p:cNvPr id="45" name="object 45"/>
            <p:cNvSpPr/>
            <p:nvPr/>
          </p:nvSpPr>
          <p:spPr>
            <a:xfrm>
              <a:off x="4749063" y="2796603"/>
              <a:ext cx="88900" cy="88900"/>
            </a:xfrm>
            <a:custGeom>
              <a:avLst/>
              <a:gdLst/>
              <a:ahLst/>
              <a:cxnLst/>
              <a:rect l="l" t="t" r="r" b="b"/>
              <a:pathLst>
                <a:path w="88900" h="88900">
                  <a:moveTo>
                    <a:pt x="88531" y="44259"/>
                  </a:moveTo>
                  <a:lnTo>
                    <a:pt x="85052" y="61488"/>
                  </a:lnTo>
                  <a:lnTo>
                    <a:pt x="75563" y="75557"/>
                  </a:lnTo>
                  <a:lnTo>
                    <a:pt x="61490" y="85041"/>
                  </a:lnTo>
                  <a:lnTo>
                    <a:pt x="44259" y="88518"/>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pic>
          <p:nvPicPr>
            <p:cNvPr id="46" name="object 46"/>
            <p:cNvPicPr/>
            <p:nvPr/>
          </p:nvPicPr>
          <p:blipFill>
            <a:blip r:embed="rId6" cstate="print"/>
            <a:stretch>
              <a:fillRect/>
            </a:stretch>
          </p:blipFill>
          <p:spPr>
            <a:xfrm>
              <a:off x="5165153" y="2787751"/>
              <a:ext cx="106235" cy="106222"/>
            </a:xfrm>
            <a:prstGeom prst="rect">
              <a:avLst/>
            </a:prstGeom>
          </p:spPr>
        </p:pic>
        <p:sp>
          <p:nvSpPr>
            <p:cNvPr id="47" name="object 47"/>
            <p:cNvSpPr/>
            <p:nvPr/>
          </p:nvSpPr>
          <p:spPr>
            <a:xfrm>
              <a:off x="4961534" y="2548724"/>
              <a:ext cx="88900" cy="88900"/>
            </a:xfrm>
            <a:custGeom>
              <a:avLst/>
              <a:gdLst/>
              <a:ahLst/>
              <a:cxnLst/>
              <a:rect l="l" t="t" r="r" b="b"/>
              <a:pathLst>
                <a:path w="88900" h="88900">
                  <a:moveTo>
                    <a:pt x="44272" y="88518"/>
                  </a:move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lnTo>
                    <a:pt x="85054" y="61488"/>
                  </a:lnTo>
                  <a:lnTo>
                    <a:pt x="75569" y="75557"/>
                  </a:lnTo>
                  <a:lnTo>
                    <a:pt x="61501" y="85041"/>
                  </a:lnTo>
                  <a:lnTo>
                    <a:pt x="44272" y="88518"/>
                  </a:lnTo>
                  <a:close/>
                </a:path>
              </a:pathLst>
            </a:custGeom>
            <a:solidFill>
              <a:srgbClr val="FFFFFF"/>
            </a:solidFill>
          </p:spPr>
          <p:txBody>
            <a:bodyPr wrap="square" lIns="0" tIns="0" rIns="0" bIns="0" rtlCol="0"/>
            <a:lstStyle/>
            <a:p>
              <a:endParaRPr/>
            </a:p>
          </p:txBody>
        </p:sp>
        <p:sp>
          <p:nvSpPr>
            <p:cNvPr id="48" name="object 48"/>
            <p:cNvSpPr/>
            <p:nvPr/>
          </p:nvSpPr>
          <p:spPr>
            <a:xfrm>
              <a:off x="4961534" y="2548724"/>
              <a:ext cx="88900" cy="88900"/>
            </a:xfrm>
            <a:custGeom>
              <a:avLst/>
              <a:gdLst/>
              <a:ahLst/>
              <a:cxnLst/>
              <a:rect l="l" t="t" r="r" b="b"/>
              <a:pathLst>
                <a:path w="88900" h="88900">
                  <a:moveTo>
                    <a:pt x="88531" y="44259"/>
                  </a:moveTo>
                  <a:lnTo>
                    <a:pt x="85054" y="61488"/>
                  </a:lnTo>
                  <a:lnTo>
                    <a:pt x="75569" y="75557"/>
                  </a:lnTo>
                  <a:lnTo>
                    <a:pt x="61501" y="85041"/>
                  </a:lnTo>
                  <a:lnTo>
                    <a:pt x="44272" y="88518"/>
                  </a:ln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path>
              </a:pathLst>
            </a:custGeom>
            <a:ln w="17703">
              <a:solidFill>
                <a:srgbClr val="000000"/>
              </a:solidFill>
            </a:ln>
          </p:spPr>
          <p:txBody>
            <a:bodyPr wrap="square" lIns="0" tIns="0" rIns="0" bIns="0" rtlCol="0"/>
            <a:lstStyle/>
            <a:p>
              <a:endParaRPr/>
            </a:p>
          </p:txBody>
        </p:sp>
        <p:pic>
          <p:nvPicPr>
            <p:cNvPr id="49" name="object 49"/>
            <p:cNvPicPr/>
            <p:nvPr/>
          </p:nvPicPr>
          <p:blipFill>
            <a:blip r:embed="rId7" cstate="print"/>
            <a:stretch>
              <a:fillRect/>
            </a:stretch>
          </p:blipFill>
          <p:spPr>
            <a:xfrm>
              <a:off x="8175218" y="3407448"/>
              <a:ext cx="106235" cy="106235"/>
            </a:xfrm>
            <a:prstGeom prst="rect">
              <a:avLst/>
            </a:prstGeom>
          </p:spPr>
        </p:pic>
        <p:pic>
          <p:nvPicPr>
            <p:cNvPr id="50" name="object 50"/>
            <p:cNvPicPr/>
            <p:nvPr/>
          </p:nvPicPr>
          <p:blipFill>
            <a:blip r:embed="rId8" cstate="print"/>
            <a:stretch>
              <a:fillRect/>
            </a:stretch>
          </p:blipFill>
          <p:spPr>
            <a:xfrm>
              <a:off x="1765566" y="1654581"/>
              <a:ext cx="106235" cy="106235"/>
            </a:xfrm>
            <a:prstGeom prst="rect">
              <a:avLst/>
            </a:prstGeom>
          </p:spPr>
        </p:pic>
        <p:pic>
          <p:nvPicPr>
            <p:cNvPr id="51" name="object 51"/>
            <p:cNvPicPr/>
            <p:nvPr/>
          </p:nvPicPr>
          <p:blipFill>
            <a:blip r:embed="rId9" cstate="print"/>
            <a:stretch>
              <a:fillRect/>
            </a:stretch>
          </p:blipFill>
          <p:spPr>
            <a:xfrm>
              <a:off x="2827934" y="1654581"/>
              <a:ext cx="106235" cy="106235"/>
            </a:xfrm>
            <a:prstGeom prst="rect">
              <a:avLst/>
            </a:prstGeom>
          </p:spPr>
        </p:pic>
        <p:pic>
          <p:nvPicPr>
            <p:cNvPr id="52" name="object 52"/>
            <p:cNvPicPr/>
            <p:nvPr/>
          </p:nvPicPr>
          <p:blipFill>
            <a:blip r:embed="rId8" cstate="print"/>
            <a:stretch>
              <a:fillRect/>
            </a:stretch>
          </p:blipFill>
          <p:spPr>
            <a:xfrm>
              <a:off x="3890314" y="1654581"/>
              <a:ext cx="106235" cy="106235"/>
            </a:xfrm>
            <a:prstGeom prst="rect">
              <a:avLst/>
            </a:prstGeom>
          </p:spPr>
        </p:pic>
        <p:pic>
          <p:nvPicPr>
            <p:cNvPr id="53" name="object 53"/>
            <p:cNvPicPr/>
            <p:nvPr/>
          </p:nvPicPr>
          <p:blipFill>
            <a:blip r:embed="rId9" cstate="print"/>
            <a:stretch>
              <a:fillRect/>
            </a:stretch>
          </p:blipFill>
          <p:spPr>
            <a:xfrm>
              <a:off x="4952682" y="1654581"/>
              <a:ext cx="106235" cy="106235"/>
            </a:xfrm>
            <a:prstGeom prst="rect">
              <a:avLst/>
            </a:prstGeom>
          </p:spPr>
        </p:pic>
        <p:pic>
          <p:nvPicPr>
            <p:cNvPr id="54" name="object 54"/>
            <p:cNvPicPr/>
            <p:nvPr/>
          </p:nvPicPr>
          <p:blipFill>
            <a:blip r:embed="rId10" cstate="print"/>
            <a:stretch>
              <a:fillRect/>
            </a:stretch>
          </p:blipFill>
          <p:spPr>
            <a:xfrm>
              <a:off x="3040418" y="3124149"/>
              <a:ext cx="106235" cy="106235"/>
            </a:xfrm>
            <a:prstGeom prst="rect">
              <a:avLst/>
            </a:prstGeom>
          </p:spPr>
        </p:pic>
        <p:pic>
          <p:nvPicPr>
            <p:cNvPr id="55" name="object 55"/>
            <p:cNvPicPr/>
            <p:nvPr/>
          </p:nvPicPr>
          <p:blipFill>
            <a:blip r:embed="rId8" cstate="print"/>
            <a:stretch>
              <a:fillRect/>
            </a:stretch>
          </p:blipFill>
          <p:spPr>
            <a:xfrm>
              <a:off x="2615463" y="3673030"/>
              <a:ext cx="106235" cy="106235"/>
            </a:xfrm>
            <a:prstGeom prst="rect">
              <a:avLst/>
            </a:prstGeom>
          </p:spPr>
        </p:pic>
        <p:pic>
          <p:nvPicPr>
            <p:cNvPr id="56" name="object 56"/>
            <p:cNvPicPr/>
            <p:nvPr/>
          </p:nvPicPr>
          <p:blipFill>
            <a:blip r:embed="rId11" cstate="print"/>
            <a:stretch>
              <a:fillRect/>
            </a:stretch>
          </p:blipFill>
          <p:spPr>
            <a:xfrm>
              <a:off x="3677830" y="3673030"/>
              <a:ext cx="106235" cy="106235"/>
            </a:xfrm>
            <a:prstGeom prst="rect">
              <a:avLst/>
            </a:prstGeom>
          </p:spPr>
        </p:pic>
        <p:pic>
          <p:nvPicPr>
            <p:cNvPr id="57" name="object 57"/>
            <p:cNvPicPr/>
            <p:nvPr/>
          </p:nvPicPr>
          <p:blipFill>
            <a:blip r:embed="rId12" cstate="print"/>
            <a:stretch>
              <a:fillRect/>
            </a:stretch>
          </p:blipFill>
          <p:spPr>
            <a:xfrm>
              <a:off x="4102785" y="3124149"/>
              <a:ext cx="106235" cy="106235"/>
            </a:xfrm>
            <a:prstGeom prst="rect">
              <a:avLst/>
            </a:prstGeom>
          </p:spPr>
        </p:pic>
        <p:pic>
          <p:nvPicPr>
            <p:cNvPr id="58" name="object 58"/>
            <p:cNvPicPr/>
            <p:nvPr/>
          </p:nvPicPr>
          <p:blipFill>
            <a:blip r:embed="rId13" cstate="print"/>
            <a:stretch>
              <a:fillRect/>
            </a:stretch>
          </p:blipFill>
          <p:spPr>
            <a:xfrm>
              <a:off x="4740211" y="3673030"/>
              <a:ext cx="106235" cy="106235"/>
            </a:xfrm>
            <a:prstGeom prst="rect">
              <a:avLst/>
            </a:prstGeom>
          </p:spPr>
        </p:pic>
        <p:pic>
          <p:nvPicPr>
            <p:cNvPr id="59" name="object 59"/>
            <p:cNvPicPr/>
            <p:nvPr/>
          </p:nvPicPr>
          <p:blipFill>
            <a:blip r:embed="rId14" cstate="print"/>
            <a:stretch>
              <a:fillRect/>
            </a:stretch>
          </p:blipFill>
          <p:spPr>
            <a:xfrm>
              <a:off x="5165153" y="3124149"/>
              <a:ext cx="106235" cy="106235"/>
            </a:xfrm>
            <a:prstGeom prst="rect">
              <a:avLst/>
            </a:prstGeom>
          </p:spPr>
        </p:pic>
        <p:pic>
          <p:nvPicPr>
            <p:cNvPr id="60" name="object 60"/>
            <p:cNvPicPr/>
            <p:nvPr/>
          </p:nvPicPr>
          <p:blipFill>
            <a:blip r:embed="rId14" cstate="print"/>
            <a:stretch>
              <a:fillRect/>
            </a:stretch>
          </p:blipFill>
          <p:spPr>
            <a:xfrm>
              <a:off x="6333769" y="3124149"/>
              <a:ext cx="106235" cy="106235"/>
            </a:xfrm>
            <a:prstGeom prst="rect">
              <a:avLst/>
            </a:prstGeom>
          </p:spPr>
        </p:pic>
        <p:pic>
          <p:nvPicPr>
            <p:cNvPr id="61" name="object 61"/>
            <p:cNvPicPr/>
            <p:nvPr/>
          </p:nvPicPr>
          <p:blipFill>
            <a:blip r:embed="rId9" cstate="print"/>
            <a:stretch>
              <a:fillRect/>
            </a:stretch>
          </p:blipFill>
          <p:spPr>
            <a:xfrm>
              <a:off x="6351473" y="3673030"/>
              <a:ext cx="106235" cy="106235"/>
            </a:xfrm>
            <a:prstGeom prst="rect">
              <a:avLst/>
            </a:prstGeom>
          </p:spPr>
        </p:pic>
        <p:pic>
          <p:nvPicPr>
            <p:cNvPr id="62" name="object 62"/>
            <p:cNvPicPr/>
            <p:nvPr/>
          </p:nvPicPr>
          <p:blipFill>
            <a:blip r:embed="rId15" cstate="print"/>
            <a:stretch>
              <a:fillRect/>
            </a:stretch>
          </p:blipFill>
          <p:spPr>
            <a:xfrm>
              <a:off x="7821091" y="3407448"/>
              <a:ext cx="106235" cy="106235"/>
            </a:xfrm>
            <a:prstGeom prst="rect">
              <a:avLst/>
            </a:prstGeom>
          </p:spPr>
        </p:pic>
        <p:sp>
          <p:nvSpPr>
            <p:cNvPr id="63" name="object 63"/>
            <p:cNvSpPr/>
            <p:nvPr/>
          </p:nvSpPr>
          <p:spPr>
            <a:xfrm>
              <a:off x="1597355" y="2619540"/>
              <a:ext cx="3399790" cy="177165"/>
            </a:xfrm>
            <a:custGeom>
              <a:avLst/>
              <a:gdLst/>
              <a:ahLst/>
              <a:cxnLst/>
              <a:rect l="l" t="t" r="r" b="b"/>
              <a:pathLst>
                <a:path w="3399790" h="177164">
                  <a:moveTo>
                    <a:pt x="3399599" y="0"/>
                  </a:moveTo>
                  <a:lnTo>
                    <a:pt x="3187115" y="177063"/>
                  </a:lnTo>
                </a:path>
                <a:path w="3399790" h="177164">
                  <a:moveTo>
                    <a:pt x="2337219" y="0"/>
                  </a:moveTo>
                  <a:lnTo>
                    <a:pt x="2124748" y="177063"/>
                  </a:lnTo>
                </a:path>
                <a:path w="3399790" h="177164">
                  <a:moveTo>
                    <a:pt x="1274851" y="0"/>
                  </a:moveTo>
                  <a:lnTo>
                    <a:pt x="1062367" y="177063"/>
                  </a:lnTo>
                </a:path>
                <a:path w="3399790" h="177164">
                  <a:moveTo>
                    <a:pt x="212471" y="0"/>
                  </a:moveTo>
                  <a:lnTo>
                    <a:pt x="0" y="177063"/>
                  </a:lnTo>
                </a:path>
              </a:pathLst>
            </a:custGeom>
            <a:ln w="17703">
              <a:solidFill>
                <a:srgbClr val="000000"/>
              </a:solidFill>
            </a:ln>
          </p:spPr>
          <p:txBody>
            <a:bodyPr wrap="square" lIns="0" tIns="0" rIns="0" bIns="0" rtlCol="0"/>
            <a:lstStyle/>
            <a:p>
              <a:endParaRPr/>
            </a:p>
          </p:txBody>
        </p:sp>
        <p:sp>
          <p:nvSpPr>
            <p:cNvPr id="64" name="object 64"/>
            <p:cNvSpPr/>
            <p:nvPr/>
          </p:nvSpPr>
          <p:spPr>
            <a:xfrm>
              <a:off x="1615059" y="1309318"/>
              <a:ext cx="3204845" cy="584835"/>
            </a:xfrm>
            <a:custGeom>
              <a:avLst/>
              <a:gdLst/>
              <a:ahLst/>
              <a:cxnLst/>
              <a:rect l="l" t="t" r="r" b="b"/>
              <a:pathLst>
                <a:path w="3204845" h="584835">
                  <a:moveTo>
                    <a:pt x="17703" y="513461"/>
                  </a:moveTo>
                  <a:lnTo>
                    <a:pt x="0" y="495757"/>
                  </a:lnTo>
                  <a:lnTo>
                    <a:pt x="0" y="584288"/>
                  </a:lnTo>
                  <a:lnTo>
                    <a:pt x="17703" y="584288"/>
                  </a:lnTo>
                  <a:lnTo>
                    <a:pt x="17703" y="513461"/>
                  </a:lnTo>
                  <a:close/>
                </a:path>
                <a:path w="3204845" h="584835">
                  <a:moveTo>
                    <a:pt x="17703" y="389521"/>
                  </a:moveTo>
                  <a:lnTo>
                    <a:pt x="0" y="371817"/>
                  </a:lnTo>
                  <a:lnTo>
                    <a:pt x="0" y="460349"/>
                  </a:lnTo>
                  <a:lnTo>
                    <a:pt x="17703" y="460349"/>
                  </a:lnTo>
                  <a:lnTo>
                    <a:pt x="17703" y="389521"/>
                  </a:lnTo>
                  <a:close/>
                </a:path>
                <a:path w="3204845" h="584835">
                  <a:moveTo>
                    <a:pt x="17703" y="265582"/>
                  </a:moveTo>
                  <a:lnTo>
                    <a:pt x="0" y="247878"/>
                  </a:lnTo>
                  <a:lnTo>
                    <a:pt x="0" y="336410"/>
                  </a:lnTo>
                  <a:lnTo>
                    <a:pt x="17703" y="336410"/>
                  </a:lnTo>
                  <a:lnTo>
                    <a:pt x="17703" y="265582"/>
                  </a:lnTo>
                  <a:close/>
                </a:path>
                <a:path w="3204845" h="584835">
                  <a:moveTo>
                    <a:pt x="17703" y="141643"/>
                  </a:moveTo>
                  <a:lnTo>
                    <a:pt x="0" y="123939"/>
                  </a:lnTo>
                  <a:lnTo>
                    <a:pt x="0" y="212471"/>
                  </a:lnTo>
                  <a:lnTo>
                    <a:pt x="17703" y="212471"/>
                  </a:lnTo>
                  <a:lnTo>
                    <a:pt x="17703" y="141643"/>
                  </a:lnTo>
                  <a:close/>
                </a:path>
                <a:path w="3204845" h="584835">
                  <a:moveTo>
                    <a:pt x="17703" y="17703"/>
                  </a:moveTo>
                  <a:lnTo>
                    <a:pt x="0" y="17703"/>
                  </a:lnTo>
                  <a:lnTo>
                    <a:pt x="0" y="88531"/>
                  </a:lnTo>
                  <a:lnTo>
                    <a:pt x="17703" y="88531"/>
                  </a:lnTo>
                  <a:lnTo>
                    <a:pt x="17703" y="17703"/>
                  </a:lnTo>
                  <a:close/>
                </a:path>
                <a:path w="3204845" h="584835">
                  <a:moveTo>
                    <a:pt x="1097788" y="513461"/>
                  </a:moveTo>
                  <a:lnTo>
                    <a:pt x="1080084" y="495757"/>
                  </a:lnTo>
                  <a:lnTo>
                    <a:pt x="1080084" y="584288"/>
                  </a:lnTo>
                  <a:lnTo>
                    <a:pt x="1097788" y="584288"/>
                  </a:lnTo>
                  <a:lnTo>
                    <a:pt x="1097788" y="513461"/>
                  </a:lnTo>
                  <a:close/>
                </a:path>
                <a:path w="3204845" h="584835">
                  <a:moveTo>
                    <a:pt x="1097788" y="389521"/>
                  </a:moveTo>
                  <a:lnTo>
                    <a:pt x="1080084" y="371817"/>
                  </a:lnTo>
                  <a:lnTo>
                    <a:pt x="1080084" y="460349"/>
                  </a:lnTo>
                  <a:lnTo>
                    <a:pt x="1097788" y="460349"/>
                  </a:lnTo>
                  <a:lnTo>
                    <a:pt x="1097788" y="389521"/>
                  </a:lnTo>
                  <a:close/>
                </a:path>
                <a:path w="3204845" h="584835">
                  <a:moveTo>
                    <a:pt x="1097788" y="265582"/>
                  </a:moveTo>
                  <a:lnTo>
                    <a:pt x="1080084" y="247878"/>
                  </a:lnTo>
                  <a:lnTo>
                    <a:pt x="1080084" y="336410"/>
                  </a:lnTo>
                  <a:lnTo>
                    <a:pt x="1097788" y="336410"/>
                  </a:lnTo>
                  <a:lnTo>
                    <a:pt x="1097788" y="265582"/>
                  </a:lnTo>
                  <a:close/>
                </a:path>
                <a:path w="3204845" h="584835">
                  <a:moveTo>
                    <a:pt x="1097788" y="141643"/>
                  </a:moveTo>
                  <a:lnTo>
                    <a:pt x="1080084" y="123939"/>
                  </a:lnTo>
                  <a:lnTo>
                    <a:pt x="1080084" y="212471"/>
                  </a:lnTo>
                  <a:lnTo>
                    <a:pt x="1097788" y="212471"/>
                  </a:lnTo>
                  <a:lnTo>
                    <a:pt x="1097788" y="141643"/>
                  </a:lnTo>
                  <a:close/>
                </a:path>
                <a:path w="3204845" h="584835">
                  <a:moveTo>
                    <a:pt x="1097788" y="17703"/>
                  </a:moveTo>
                  <a:lnTo>
                    <a:pt x="1080084" y="17703"/>
                  </a:lnTo>
                  <a:lnTo>
                    <a:pt x="1080084" y="88531"/>
                  </a:lnTo>
                  <a:lnTo>
                    <a:pt x="1097788" y="88531"/>
                  </a:lnTo>
                  <a:lnTo>
                    <a:pt x="1097788" y="17703"/>
                  </a:lnTo>
                  <a:close/>
                </a:path>
                <a:path w="3204845" h="584835">
                  <a:moveTo>
                    <a:pt x="2160155" y="513461"/>
                  </a:moveTo>
                  <a:lnTo>
                    <a:pt x="2142452" y="495757"/>
                  </a:lnTo>
                  <a:lnTo>
                    <a:pt x="2142452" y="584288"/>
                  </a:lnTo>
                  <a:lnTo>
                    <a:pt x="2160155" y="584288"/>
                  </a:lnTo>
                  <a:lnTo>
                    <a:pt x="2160155" y="513461"/>
                  </a:lnTo>
                  <a:close/>
                </a:path>
                <a:path w="3204845" h="584835">
                  <a:moveTo>
                    <a:pt x="2160155" y="389521"/>
                  </a:moveTo>
                  <a:lnTo>
                    <a:pt x="2142452" y="371817"/>
                  </a:lnTo>
                  <a:lnTo>
                    <a:pt x="2142452" y="460349"/>
                  </a:lnTo>
                  <a:lnTo>
                    <a:pt x="2160155" y="460349"/>
                  </a:lnTo>
                  <a:lnTo>
                    <a:pt x="2160155" y="389521"/>
                  </a:lnTo>
                  <a:close/>
                </a:path>
                <a:path w="3204845" h="584835">
                  <a:moveTo>
                    <a:pt x="2160155" y="265582"/>
                  </a:moveTo>
                  <a:lnTo>
                    <a:pt x="2142452" y="247878"/>
                  </a:lnTo>
                  <a:lnTo>
                    <a:pt x="2142452" y="336410"/>
                  </a:lnTo>
                  <a:lnTo>
                    <a:pt x="2160155" y="336410"/>
                  </a:lnTo>
                  <a:lnTo>
                    <a:pt x="2160155" y="265582"/>
                  </a:lnTo>
                  <a:close/>
                </a:path>
                <a:path w="3204845" h="584835">
                  <a:moveTo>
                    <a:pt x="2160155" y="141643"/>
                  </a:moveTo>
                  <a:lnTo>
                    <a:pt x="2142452" y="123939"/>
                  </a:lnTo>
                  <a:lnTo>
                    <a:pt x="2142452" y="212471"/>
                  </a:lnTo>
                  <a:lnTo>
                    <a:pt x="2160155" y="212471"/>
                  </a:lnTo>
                  <a:lnTo>
                    <a:pt x="2160155" y="141643"/>
                  </a:lnTo>
                  <a:close/>
                </a:path>
                <a:path w="3204845" h="584835">
                  <a:moveTo>
                    <a:pt x="2160155" y="17703"/>
                  </a:moveTo>
                  <a:lnTo>
                    <a:pt x="2142452" y="17703"/>
                  </a:lnTo>
                  <a:lnTo>
                    <a:pt x="2142452" y="88531"/>
                  </a:lnTo>
                  <a:lnTo>
                    <a:pt x="2160155" y="88531"/>
                  </a:lnTo>
                  <a:lnTo>
                    <a:pt x="2160155" y="17703"/>
                  </a:lnTo>
                  <a:close/>
                </a:path>
                <a:path w="3204845" h="584835">
                  <a:moveTo>
                    <a:pt x="3204832" y="495757"/>
                  </a:moveTo>
                  <a:lnTo>
                    <a:pt x="3187115" y="478053"/>
                  </a:lnTo>
                  <a:lnTo>
                    <a:pt x="3187115" y="566585"/>
                  </a:lnTo>
                  <a:lnTo>
                    <a:pt x="3204832" y="566585"/>
                  </a:lnTo>
                  <a:lnTo>
                    <a:pt x="3204832" y="495757"/>
                  </a:lnTo>
                  <a:close/>
                </a:path>
                <a:path w="3204845" h="584835">
                  <a:moveTo>
                    <a:pt x="3204832" y="371817"/>
                  </a:moveTo>
                  <a:lnTo>
                    <a:pt x="3187115" y="354114"/>
                  </a:lnTo>
                  <a:lnTo>
                    <a:pt x="3187115" y="442645"/>
                  </a:lnTo>
                  <a:lnTo>
                    <a:pt x="3204832" y="442645"/>
                  </a:lnTo>
                  <a:lnTo>
                    <a:pt x="3204832" y="371817"/>
                  </a:lnTo>
                  <a:close/>
                </a:path>
                <a:path w="3204845" h="584835">
                  <a:moveTo>
                    <a:pt x="3204832" y="247878"/>
                  </a:moveTo>
                  <a:lnTo>
                    <a:pt x="3187115" y="230174"/>
                  </a:lnTo>
                  <a:lnTo>
                    <a:pt x="3187115" y="318706"/>
                  </a:lnTo>
                  <a:lnTo>
                    <a:pt x="3204832" y="318706"/>
                  </a:lnTo>
                  <a:lnTo>
                    <a:pt x="3204832" y="247878"/>
                  </a:lnTo>
                  <a:close/>
                </a:path>
                <a:path w="3204845" h="584835">
                  <a:moveTo>
                    <a:pt x="3204832" y="123939"/>
                  </a:moveTo>
                  <a:lnTo>
                    <a:pt x="3187115" y="106235"/>
                  </a:lnTo>
                  <a:lnTo>
                    <a:pt x="3187115" y="194767"/>
                  </a:lnTo>
                  <a:lnTo>
                    <a:pt x="3204832" y="194767"/>
                  </a:lnTo>
                  <a:lnTo>
                    <a:pt x="3204832" y="123939"/>
                  </a:lnTo>
                  <a:close/>
                </a:path>
                <a:path w="3204845" h="584835">
                  <a:moveTo>
                    <a:pt x="3204832" y="0"/>
                  </a:moveTo>
                  <a:lnTo>
                    <a:pt x="3187115" y="0"/>
                  </a:lnTo>
                  <a:lnTo>
                    <a:pt x="3187115" y="70827"/>
                  </a:lnTo>
                  <a:lnTo>
                    <a:pt x="3204832" y="70827"/>
                  </a:lnTo>
                  <a:lnTo>
                    <a:pt x="3204832" y="0"/>
                  </a:lnTo>
                  <a:close/>
                </a:path>
              </a:pathLst>
            </a:custGeom>
            <a:solidFill>
              <a:srgbClr val="000000"/>
            </a:solidFill>
          </p:spPr>
          <p:txBody>
            <a:bodyPr wrap="square" lIns="0" tIns="0" rIns="0" bIns="0" rtlCol="0"/>
            <a:lstStyle/>
            <a:p>
              <a:endParaRPr/>
            </a:p>
          </p:txBody>
        </p:sp>
        <p:sp>
          <p:nvSpPr>
            <p:cNvPr id="65" name="object 65"/>
            <p:cNvSpPr/>
            <p:nvPr/>
          </p:nvSpPr>
          <p:spPr>
            <a:xfrm>
              <a:off x="2022309" y="1875904"/>
              <a:ext cx="0" cy="283845"/>
            </a:xfrm>
            <a:custGeom>
              <a:avLst/>
              <a:gdLst/>
              <a:ahLst/>
              <a:cxnLst/>
              <a:rect l="l" t="t" r="r" b="b"/>
              <a:pathLst>
                <a:path h="283844">
                  <a:moveTo>
                    <a:pt x="0" y="0"/>
                  </a:moveTo>
                  <a:lnTo>
                    <a:pt x="0" y="283286"/>
                  </a:lnTo>
                </a:path>
              </a:pathLst>
            </a:custGeom>
            <a:ln w="17703">
              <a:solidFill>
                <a:srgbClr val="000000"/>
              </a:solidFill>
            </a:ln>
          </p:spPr>
          <p:txBody>
            <a:bodyPr wrap="square" lIns="0" tIns="0" rIns="0" bIns="0" rtlCol="0"/>
            <a:lstStyle/>
            <a:p>
              <a:endParaRPr/>
            </a:p>
          </p:txBody>
        </p:sp>
        <p:sp>
          <p:nvSpPr>
            <p:cNvPr id="66" name="object 66"/>
            <p:cNvSpPr/>
            <p:nvPr/>
          </p:nvSpPr>
          <p:spPr>
            <a:xfrm>
              <a:off x="1951482" y="2070658"/>
              <a:ext cx="124460" cy="177165"/>
            </a:xfrm>
            <a:custGeom>
              <a:avLst/>
              <a:gdLst/>
              <a:ahLst/>
              <a:cxnLst/>
              <a:rect l="l" t="t" r="r" b="b"/>
              <a:pathLst>
                <a:path w="124460" h="177164">
                  <a:moveTo>
                    <a:pt x="70827" y="177063"/>
                  </a:moveTo>
                  <a:lnTo>
                    <a:pt x="0" y="0"/>
                  </a:lnTo>
                  <a:lnTo>
                    <a:pt x="70827" y="53124"/>
                  </a:lnTo>
                  <a:lnTo>
                    <a:pt x="123939" y="0"/>
                  </a:lnTo>
                  <a:lnTo>
                    <a:pt x="70827" y="177063"/>
                  </a:lnTo>
                  <a:close/>
                </a:path>
              </a:pathLst>
            </a:custGeom>
            <a:solidFill>
              <a:srgbClr val="000000"/>
            </a:solidFill>
          </p:spPr>
          <p:txBody>
            <a:bodyPr wrap="square" lIns="0" tIns="0" rIns="0" bIns="0" rtlCol="0"/>
            <a:lstStyle/>
            <a:p>
              <a:endParaRPr/>
            </a:p>
          </p:txBody>
        </p:sp>
        <p:sp>
          <p:nvSpPr>
            <p:cNvPr id="67" name="object 67"/>
            <p:cNvSpPr/>
            <p:nvPr/>
          </p:nvSpPr>
          <p:spPr>
            <a:xfrm>
              <a:off x="3084677" y="1875904"/>
              <a:ext cx="0" cy="283845"/>
            </a:xfrm>
            <a:custGeom>
              <a:avLst/>
              <a:gdLst/>
              <a:ahLst/>
              <a:cxnLst/>
              <a:rect l="l" t="t" r="r" b="b"/>
              <a:pathLst>
                <a:path h="283844">
                  <a:moveTo>
                    <a:pt x="0" y="0"/>
                  </a:moveTo>
                  <a:lnTo>
                    <a:pt x="0" y="283286"/>
                  </a:lnTo>
                </a:path>
              </a:pathLst>
            </a:custGeom>
            <a:ln w="17703">
              <a:solidFill>
                <a:srgbClr val="000000"/>
              </a:solidFill>
            </a:ln>
          </p:spPr>
          <p:txBody>
            <a:bodyPr wrap="square" lIns="0" tIns="0" rIns="0" bIns="0" rtlCol="0"/>
            <a:lstStyle/>
            <a:p>
              <a:endParaRPr/>
            </a:p>
          </p:txBody>
        </p:sp>
        <p:sp>
          <p:nvSpPr>
            <p:cNvPr id="68" name="object 68"/>
            <p:cNvSpPr/>
            <p:nvPr/>
          </p:nvSpPr>
          <p:spPr>
            <a:xfrm>
              <a:off x="3013849" y="2070658"/>
              <a:ext cx="124460" cy="177165"/>
            </a:xfrm>
            <a:custGeom>
              <a:avLst/>
              <a:gdLst/>
              <a:ahLst/>
              <a:cxnLst/>
              <a:rect l="l" t="t" r="r" b="b"/>
              <a:pathLst>
                <a:path w="124460" h="177164">
                  <a:moveTo>
                    <a:pt x="70827" y="177063"/>
                  </a:moveTo>
                  <a:lnTo>
                    <a:pt x="0" y="0"/>
                  </a:lnTo>
                  <a:lnTo>
                    <a:pt x="70827" y="53124"/>
                  </a:lnTo>
                  <a:lnTo>
                    <a:pt x="123951" y="0"/>
                  </a:lnTo>
                  <a:lnTo>
                    <a:pt x="70827" y="177063"/>
                  </a:lnTo>
                  <a:close/>
                </a:path>
              </a:pathLst>
            </a:custGeom>
            <a:solidFill>
              <a:srgbClr val="000000"/>
            </a:solidFill>
          </p:spPr>
          <p:txBody>
            <a:bodyPr wrap="square" lIns="0" tIns="0" rIns="0" bIns="0" rtlCol="0"/>
            <a:lstStyle/>
            <a:p>
              <a:endParaRPr/>
            </a:p>
          </p:txBody>
        </p:sp>
        <p:sp>
          <p:nvSpPr>
            <p:cNvPr id="69" name="object 69"/>
            <p:cNvSpPr/>
            <p:nvPr/>
          </p:nvSpPr>
          <p:spPr>
            <a:xfrm>
              <a:off x="4147045" y="1875904"/>
              <a:ext cx="0" cy="283845"/>
            </a:xfrm>
            <a:custGeom>
              <a:avLst/>
              <a:gdLst/>
              <a:ahLst/>
              <a:cxnLst/>
              <a:rect l="l" t="t" r="r" b="b"/>
              <a:pathLst>
                <a:path h="283844">
                  <a:moveTo>
                    <a:pt x="0" y="0"/>
                  </a:moveTo>
                  <a:lnTo>
                    <a:pt x="0" y="283286"/>
                  </a:lnTo>
                </a:path>
              </a:pathLst>
            </a:custGeom>
            <a:ln w="17703">
              <a:solidFill>
                <a:srgbClr val="000000"/>
              </a:solidFill>
            </a:ln>
          </p:spPr>
          <p:txBody>
            <a:bodyPr wrap="square" lIns="0" tIns="0" rIns="0" bIns="0" rtlCol="0"/>
            <a:lstStyle/>
            <a:p>
              <a:endParaRPr/>
            </a:p>
          </p:txBody>
        </p:sp>
        <p:sp>
          <p:nvSpPr>
            <p:cNvPr id="70" name="object 70"/>
            <p:cNvSpPr/>
            <p:nvPr/>
          </p:nvSpPr>
          <p:spPr>
            <a:xfrm>
              <a:off x="4076230" y="2070658"/>
              <a:ext cx="124460" cy="177165"/>
            </a:xfrm>
            <a:custGeom>
              <a:avLst/>
              <a:gdLst/>
              <a:ahLst/>
              <a:cxnLst/>
              <a:rect l="l" t="t" r="r" b="b"/>
              <a:pathLst>
                <a:path w="124460" h="177164">
                  <a:moveTo>
                    <a:pt x="70815" y="177063"/>
                  </a:moveTo>
                  <a:lnTo>
                    <a:pt x="0" y="0"/>
                  </a:lnTo>
                  <a:lnTo>
                    <a:pt x="70815" y="53124"/>
                  </a:lnTo>
                  <a:lnTo>
                    <a:pt x="123939" y="0"/>
                  </a:lnTo>
                  <a:lnTo>
                    <a:pt x="70815" y="177063"/>
                  </a:lnTo>
                  <a:close/>
                </a:path>
              </a:pathLst>
            </a:custGeom>
            <a:solidFill>
              <a:srgbClr val="000000"/>
            </a:solidFill>
          </p:spPr>
          <p:txBody>
            <a:bodyPr wrap="square" lIns="0" tIns="0" rIns="0" bIns="0" rtlCol="0"/>
            <a:lstStyle/>
            <a:p>
              <a:endParaRPr/>
            </a:p>
          </p:txBody>
        </p:sp>
        <p:sp>
          <p:nvSpPr>
            <p:cNvPr id="71" name="object 71"/>
            <p:cNvSpPr/>
            <p:nvPr/>
          </p:nvSpPr>
          <p:spPr>
            <a:xfrm>
              <a:off x="5209425" y="1875904"/>
              <a:ext cx="0" cy="283845"/>
            </a:xfrm>
            <a:custGeom>
              <a:avLst/>
              <a:gdLst/>
              <a:ahLst/>
              <a:cxnLst/>
              <a:rect l="l" t="t" r="r" b="b"/>
              <a:pathLst>
                <a:path h="283844">
                  <a:moveTo>
                    <a:pt x="0" y="0"/>
                  </a:moveTo>
                  <a:lnTo>
                    <a:pt x="0" y="283286"/>
                  </a:lnTo>
                </a:path>
              </a:pathLst>
            </a:custGeom>
            <a:ln w="17703">
              <a:solidFill>
                <a:srgbClr val="000000"/>
              </a:solidFill>
            </a:ln>
          </p:spPr>
          <p:txBody>
            <a:bodyPr wrap="square" lIns="0" tIns="0" rIns="0" bIns="0" rtlCol="0"/>
            <a:lstStyle/>
            <a:p>
              <a:endParaRPr/>
            </a:p>
          </p:txBody>
        </p:sp>
        <p:sp>
          <p:nvSpPr>
            <p:cNvPr id="72" name="object 72"/>
            <p:cNvSpPr/>
            <p:nvPr/>
          </p:nvSpPr>
          <p:spPr>
            <a:xfrm>
              <a:off x="5138597" y="2070658"/>
              <a:ext cx="124460" cy="177165"/>
            </a:xfrm>
            <a:custGeom>
              <a:avLst/>
              <a:gdLst/>
              <a:ahLst/>
              <a:cxnLst/>
              <a:rect l="l" t="t" r="r" b="b"/>
              <a:pathLst>
                <a:path w="124460" h="177164">
                  <a:moveTo>
                    <a:pt x="70827" y="177063"/>
                  </a:moveTo>
                  <a:lnTo>
                    <a:pt x="0" y="0"/>
                  </a:lnTo>
                  <a:lnTo>
                    <a:pt x="70827" y="53124"/>
                  </a:lnTo>
                  <a:lnTo>
                    <a:pt x="123939" y="0"/>
                  </a:lnTo>
                  <a:lnTo>
                    <a:pt x="70827" y="177063"/>
                  </a:lnTo>
                  <a:close/>
                </a:path>
              </a:pathLst>
            </a:custGeom>
            <a:solidFill>
              <a:srgbClr val="000000"/>
            </a:solidFill>
          </p:spPr>
          <p:txBody>
            <a:bodyPr wrap="square" lIns="0" tIns="0" rIns="0" bIns="0" rtlCol="0"/>
            <a:lstStyle/>
            <a:p>
              <a:endParaRPr/>
            </a:p>
          </p:txBody>
        </p:sp>
        <p:sp>
          <p:nvSpPr>
            <p:cNvPr id="73" name="object 73"/>
            <p:cNvSpPr/>
            <p:nvPr/>
          </p:nvSpPr>
          <p:spPr>
            <a:xfrm>
              <a:off x="1916061" y="1610321"/>
              <a:ext cx="283845" cy="0"/>
            </a:xfrm>
            <a:custGeom>
              <a:avLst/>
              <a:gdLst/>
              <a:ahLst/>
              <a:cxnLst/>
              <a:rect l="l" t="t" r="r" b="b"/>
              <a:pathLst>
                <a:path w="283844">
                  <a:moveTo>
                    <a:pt x="0" y="0"/>
                  </a:moveTo>
                  <a:lnTo>
                    <a:pt x="283298" y="0"/>
                  </a:lnTo>
                </a:path>
              </a:pathLst>
            </a:custGeom>
            <a:ln w="17703">
              <a:solidFill>
                <a:srgbClr val="000000"/>
              </a:solidFill>
            </a:ln>
          </p:spPr>
          <p:txBody>
            <a:bodyPr wrap="square" lIns="0" tIns="0" rIns="0" bIns="0" rtlCol="0"/>
            <a:lstStyle/>
            <a:p>
              <a:endParaRPr/>
            </a:p>
          </p:txBody>
        </p:sp>
        <p:sp>
          <p:nvSpPr>
            <p:cNvPr id="74" name="object 74"/>
            <p:cNvSpPr/>
            <p:nvPr/>
          </p:nvSpPr>
          <p:spPr>
            <a:xfrm>
              <a:off x="2110828" y="1557197"/>
              <a:ext cx="177165" cy="124460"/>
            </a:xfrm>
            <a:custGeom>
              <a:avLst/>
              <a:gdLst/>
              <a:ahLst/>
              <a:cxnLst/>
              <a:rect l="l" t="t" r="r" b="b"/>
              <a:pathLst>
                <a:path w="177164" h="124460">
                  <a:moveTo>
                    <a:pt x="0" y="123939"/>
                  </a:moveTo>
                  <a:lnTo>
                    <a:pt x="53124" y="53124"/>
                  </a:lnTo>
                  <a:lnTo>
                    <a:pt x="0" y="0"/>
                  </a:lnTo>
                  <a:lnTo>
                    <a:pt x="177063" y="53124"/>
                  </a:lnTo>
                  <a:lnTo>
                    <a:pt x="0" y="123939"/>
                  </a:lnTo>
                  <a:close/>
                </a:path>
              </a:pathLst>
            </a:custGeom>
            <a:solidFill>
              <a:srgbClr val="000000"/>
            </a:solidFill>
          </p:spPr>
          <p:txBody>
            <a:bodyPr wrap="square" lIns="0" tIns="0" rIns="0" bIns="0" rtlCol="0"/>
            <a:lstStyle/>
            <a:p>
              <a:endParaRPr/>
            </a:p>
          </p:txBody>
        </p:sp>
        <p:sp>
          <p:nvSpPr>
            <p:cNvPr id="75" name="object 75"/>
            <p:cNvSpPr/>
            <p:nvPr/>
          </p:nvSpPr>
          <p:spPr>
            <a:xfrm>
              <a:off x="2978442" y="1592605"/>
              <a:ext cx="266065" cy="0"/>
            </a:xfrm>
            <a:custGeom>
              <a:avLst/>
              <a:gdLst/>
              <a:ahLst/>
              <a:cxnLst/>
              <a:rect l="l" t="t" r="r" b="b"/>
              <a:pathLst>
                <a:path w="266064">
                  <a:moveTo>
                    <a:pt x="0" y="0"/>
                  </a:moveTo>
                  <a:lnTo>
                    <a:pt x="265595" y="0"/>
                  </a:lnTo>
                </a:path>
              </a:pathLst>
            </a:custGeom>
            <a:ln w="17703">
              <a:solidFill>
                <a:srgbClr val="000000"/>
              </a:solidFill>
            </a:ln>
          </p:spPr>
          <p:txBody>
            <a:bodyPr wrap="square" lIns="0" tIns="0" rIns="0" bIns="0" rtlCol="0"/>
            <a:lstStyle/>
            <a:p>
              <a:endParaRPr/>
            </a:p>
          </p:txBody>
        </p:sp>
        <p:sp>
          <p:nvSpPr>
            <p:cNvPr id="76" name="object 76"/>
            <p:cNvSpPr/>
            <p:nvPr/>
          </p:nvSpPr>
          <p:spPr>
            <a:xfrm>
              <a:off x="3155505" y="1539493"/>
              <a:ext cx="177165" cy="124460"/>
            </a:xfrm>
            <a:custGeom>
              <a:avLst/>
              <a:gdLst/>
              <a:ahLst/>
              <a:cxnLst/>
              <a:rect l="l" t="t" r="r" b="b"/>
              <a:pathLst>
                <a:path w="177164" h="124460">
                  <a:moveTo>
                    <a:pt x="0" y="123939"/>
                  </a:moveTo>
                  <a:lnTo>
                    <a:pt x="53111" y="53111"/>
                  </a:lnTo>
                  <a:lnTo>
                    <a:pt x="0" y="0"/>
                  </a:lnTo>
                  <a:lnTo>
                    <a:pt x="177063" y="53111"/>
                  </a:lnTo>
                  <a:lnTo>
                    <a:pt x="0" y="123939"/>
                  </a:lnTo>
                  <a:close/>
                </a:path>
              </a:pathLst>
            </a:custGeom>
            <a:solidFill>
              <a:srgbClr val="000000"/>
            </a:solidFill>
          </p:spPr>
          <p:txBody>
            <a:bodyPr wrap="square" lIns="0" tIns="0" rIns="0" bIns="0" rtlCol="0"/>
            <a:lstStyle/>
            <a:p>
              <a:endParaRPr/>
            </a:p>
          </p:txBody>
        </p:sp>
        <p:sp>
          <p:nvSpPr>
            <p:cNvPr id="77" name="object 77"/>
            <p:cNvSpPr/>
            <p:nvPr/>
          </p:nvSpPr>
          <p:spPr>
            <a:xfrm>
              <a:off x="3987698" y="1592605"/>
              <a:ext cx="266065" cy="0"/>
            </a:xfrm>
            <a:custGeom>
              <a:avLst/>
              <a:gdLst/>
              <a:ahLst/>
              <a:cxnLst/>
              <a:rect l="l" t="t" r="r" b="b"/>
              <a:pathLst>
                <a:path w="266064">
                  <a:moveTo>
                    <a:pt x="0" y="0"/>
                  </a:moveTo>
                  <a:lnTo>
                    <a:pt x="265595" y="0"/>
                  </a:lnTo>
                </a:path>
              </a:pathLst>
            </a:custGeom>
            <a:ln w="17703">
              <a:solidFill>
                <a:srgbClr val="000000"/>
              </a:solidFill>
            </a:ln>
          </p:spPr>
          <p:txBody>
            <a:bodyPr wrap="square" lIns="0" tIns="0" rIns="0" bIns="0" rtlCol="0"/>
            <a:lstStyle/>
            <a:p>
              <a:endParaRPr/>
            </a:p>
          </p:txBody>
        </p:sp>
        <p:sp>
          <p:nvSpPr>
            <p:cNvPr id="78" name="object 78"/>
            <p:cNvSpPr/>
            <p:nvPr/>
          </p:nvSpPr>
          <p:spPr>
            <a:xfrm>
              <a:off x="4164761" y="1539493"/>
              <a:ext cx="177165" cy="124460"/>
            </a:xfrm>
            <a:custGeom>
              <a:avLst/>
              <a:gdLst/>
              <a:ahLst/>
              <a:cxnLst/>
              <a:rect l="l" t="t" r="r" b="b"/>
              <a:pathLst>
                <a:path w="177164" h="124460">
                  <a:moveTo>
                    <a:pt x="0" y="123939"/>
                  </a:moveTo>
                  <a:lnTo>
                    <a:pt x="53111" y="53111"/>
                  </a:lnTo>
                  <a:lnTo>
                    <a:pt x="0" y="0"/>
                  </a:lnTo>
                  <a:lnTo>
                    <a:pt x="177063" y="53111"/>
                  </a:lnTo>
                  <a:lnTo>
                    <a:pt x="0" y="123939"/>
                  </a:lnTo>
                  <a:close/>
                </a:path>
              </a:pathLst>
            </a:custGeom>
            <a:solidFill>
              <a:srgbClr val="000000"/>
            </a:solidFill>
          </p:spPr>
          <p:txBody>
            <a:bodyPr wrap="square" lIns="0" tIns="0" rIns="0" bIns="0" rtlCol="0"/>
            <a:lstStyle/>
            <a:p>
              <a:endParaRPr/>
            </a:p>
          </p:txBody>
        </p:sp>
        <p:sp>
          <p:nvSpPr>
            <p:cNvPr id="79" name="object 79"/>
            <p:cNvSpPr/>
            <p:nvPr/>
          </p:nvSpPr>
          <p:spPr>
            <a:xfrm>
              <a:off x="6555092" y="2672664"/>
              <a:ext cx="266065" cy="0"/>
            </a:xfrm>
            <a:custGeom>
              <a:avLst/>
              <a:gdLst/>
              <a:ahLst/>
              <a:cxnLst/>
              <a:rect l="l" t="t" r="r" b="b"/>
              <a:pathLst>
                <a:path w="266065">
                  <a:moveTo>
                    <a:pt x="0" y="0"/>
                  </a:moveTo>
                  <a:lnTo>
                    <a:pt x="265595" y="0"/>
                  </a:lnTo>
                </a:path>
              </a:pathLst>
            </a:custGeom>
            <a:ln w="17703">
              <a:solidFill>
                <a:srgbClr val="000000"/>
              </a:solidFill>
            </a:ln>
          </p:spPr>
          <p:txBody>
            <a:bodyPr wrap="square" lIns="0" tIns="0" rIns="0" bIns="0" rtlCol="0"/>
            <a:lstStyle/>
            <a:p>
              <a:endParaRPr/>
            </a:p>
          </p:txBody>
        </p:sp>
        <p:sp>
          <p:nvSpPr>
            <p:cNvPr id="80" name="object 80"/>
            <p:cNvSpPr/>
            <p:nvPr/>
          </p:nvSpPr>
          <p:spPr>
            <a:xfrm>
              <a:off x="6732155" y="2619540"/>
              <a:ext cx="177165" cy="124460"/>
            </a:xfrm>
            <a:custGeom>
              <a:avLst/>
              <a:gdLst/>
              <a:ahLst/>
              <a:cxnLst/>
              <a:rect l="l" t="t" r="r" b="b"/>
              <a:pathLst>
                <a:path w="177165" h="124460">
                  <a:moveTo>
                    <a:pt x="0" y="123939"/>
                  </a:moveTo>
                  <a:lnTo>
                    <a:pt x="53124" y="53124"/>
                  </a:lnTo>
                  <a:lnTo>
                    <a:pt x="0" y="0"/>
                  </a:lnTo>
                  <a:lnTo>
                    <a:pt x="177063" y="53124"/>
                  </a:lnTo>
                  <a:lnTo>
                    <a:pt x="0" y="123939"/>
                  </a:lnTo>
                  <a:close/>
                </a:path>
              </a:pathLst>
            </a:custGeom>
            <a:solidFill>
              <a:srgbClr val="000000"/>
            </a:solidFill>
          </p:spPr>
          <p:txBody>
            <a:bodyPr wrap="square" lIns="0" tIns="0" rIns="0" bIns="0" rtlCol="0"/>
            <a:lstStyle/>
            <a:p>
              <a:endParaRPr/>
            </a:p>
          </p:txBody>
        </p:sp>
        <p:sp>
          <p:nvSpPr>
            <p:cNvPr id="81" name="object 81"/>
            <p:cNvSpPr/>
            <p:nvPr/>
          </p:nvSpPr>
          <p:spPr>
            <a:xfrm>
              <a:off x="5846851" y="3256940"/>
              <a:ext cx="283845" cy="0"/>
            </a:xfrm>
            <a:custGeom>
              <a:avLst/>
              <a:gdLst/>
              <a:ahLst/>
              <a:cxnLst/>
              <a:rect l="l" t="t" r="r" b="b"/>
              <a:pathLst>
                <a:path w="283845">
                  <a:moveTo>
                    <a:pt x="0" y="0"/>
                  </a:moveTo>
                  <a:lnTo>
                    <a:pt x="283298" y="0"/>
                  </a:lnTo>
                </a:path>
              </a:pathLst>
            </a:custGeom>
            <a:ln w="17703">
              <a:solidFill>
                <a:srgbClr val="000000"/>
              </a:solidFill>
            </a:ln>
          </p:spPr>
          <p:txBody>
            <a:bodyPr wrap="square" lIns="0" tIns="0" rIns="0" bIns="0" rtlCol="0"/>
            <a:lstStyle/>
            <a:p>
              <a:endParaRPr/>
            </a:p>
          </p:txBody>
        </p:sp>
        <p:sp>
          <p:nvSpPr>
            <p:cNvPr id="82" name="object 82"/>
            <p:cNvSpPr/>
            <p:nvPr/>
          </p:nvSpPr>
          <p:spPr>
            <a:xfrm>
              <a:off x="6041618" y="3203829"/>
              <a:ext cx="177165" cy="124460"/>
            </a:xfrm>
            <a:custGeom>
              <a:avLst/>
              <a:gdLst/>
              <a:ahLst/>
              <a:cxnLst/>
              <a:rect l="l" t="t" r="r" b="b"/>
              <a:pathLst>
                <a:path w="177164" h="124460">
                  <a:moveTo>
                    <a:pt x="0" y="123939"/>
                  </a:moveTo>
                  <a:lnTo>
                    <a:pt x="53111" y="53111"/>
                  </a:lnTo>
                  <a:lnTo>
                    <a:pt x="0" y="0"/>
                  </a:lnTo>
                  <a:lnTo>
                    <a:pt x="177063" y="53111"/>
                  </a:lnTo>
                  <a:lnTo>
                    <a:pt x="0" y="123939"/>
                  </a:lnTo>
                  <a:close/>
                </a:path>
              </a:pathLst>
            </a:custGeom>
            <a:solidFill>
              <a:srgbClr val="000000"/>
            </a:solidFill>
          </p:spPr>
          <p:txBody>
            <a:bodyPr wrap="square" lIns="0" tIns="0" rIns="0" bIns="0" rtlCol="0"/>
            <a:lstStyle/>
            <a:p>
              <a:endParaRPr/>
            </a:p>
          </p:txBody>
        </p:sp>
      </p:grpSp>
      <p:sp>
        <p:nvSpPr>
          <p:cNvPr id="83" name="object 83"/>
          <p:cNvSpPr txBox="1"/>
          <p:nvPr/>
        </p:nvSpPr>
        <p:spPr>
          <a:xfrm>
            <a:off x="2346020" y="1385176"/>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84" name="object 84"/>
          <p:cNvSpPr txBox="1"/>
          <p:nvPr/>
        </p:nvSpPr>
        <p:spPr>
          <a:xfrm>
            <a:off x="3372980" y="1385176"/>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85" name="object 85"/>
          <p:cNvSpPr txBox="1"/>
          <p:nvPr/>
        </p:nvSpPr>
        <p:spPr>
          <a:xfrm>
            <a:off x="4435360" y="1385176"/>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86" name="object 86"/>
          <p:cNvSpPr txBox="1"/>
          <p:nvPr/>
        </p:nvSpPr>
        <p:spPr>
          <a:xfrm>
            <a:off x="5674791" y="2093404"/>
            <a:ext cx="261620" cy="280670"/>
          </a:xfrm>
          <a:prstGeom prst="rect">
            <a:avLst/>
          </a:prstGeom>
        </p:spPr>
        <p:txBody>
          <a:bodyPr vert="horz" wrap="square" lIns="0" tIns="15240" rIns="0" bIns="0" rtlCol="0">
            <a:spAutoFit/>
          </a:bodyPr>
          <a:lstStyle/>
          <a:p>
            <a:pPr marL="12700">
              <a:lnSpc>
                <a:spcPct val="100000"/>
              </a:lnSpc>
              <a:spcBef>
                <a:spcPts val="120"/>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87" name="object 87"/>
          <p:cNvSpPr txBox="1"/>
          <p:nvPr/>
        </p:nvSpPr>
        <p:spPr>
          <a:xfrm>
            <a:off x="7091286" y="2465222"/>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88" name="object 88"/>
          <p:cNvSpPr txBox="1"/>
          <p:nvPr/>
        </p:nvSpPr>
        <p:spPr>
          <a:xfrm>
            <a:off x="7215238" y="2571445"/>
            <a:ext cx="114300" cy="217170"/>
          </a:xfrm>
          <a:prstGeom prst="rect">
            <a:avLst/>
          </a:prstGeom>
        </p:spPr>
        <p:txBody>
          <a:bodyPr vert="horz" wrap="square" lIns="0" tIns="13335" rIns="0" bIns="0" rtlCol="0">
            <a:spAutoFit/>
          </a:bodyPr>
          <a:lstStyle/>
          <a:p>
            <a:pPr marL="12700">
              <a:lnSpc>
                <a:spcPct val="100000"/>
              </a:lnSpc>
              <a:spcBef>
                <a:spcPts val="105"/>
              </a:spcBef>
            </a:pPr>
            <a:r>
              <a:rPr sz="1250" spc="-50" dirty="0">
                <a:latin typeface="Times New Roman" panose="02020603050405020304"/>
                <a:cs typeface="Times New Roman" panose="02020603050405020304"/>
              </a:rPr>
              <a:t>F</a:t>
            </a:r>
            <a:endParaRPr sz="1250">
              <a:latin typeface="Times New Roman" panose="02020603050405020304"/>
              <a:cs typeface="Times New Roman" panose="02020603050405020304"/>
            </a:endParaRPr>
          </a:p>
        </p:txBody>
      </p:sp>
      <p:sp>
        <p:nvSpPr>
          <p:cNvPr id="89" name="object 89"/>
          <p:cNvSpPr txBox="1"/>
          <p:nvPr/>
        </p:nvSpPr>
        <p:spPr>
          <a:xfrm>
            <a:off x="4197477" y="1898637"/>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90" name="object 90"/>
          <p:cNvSpPr txBox="1"/>
          <p:nvPr/>
        </p:nvSpPr>
        <p:spPr>
          <a:xfrm>
            <a:off x="3931894" y="1296644"/>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91" name="object 91"/>
          <p:cNvSpPr txBox="1"/>
          <p:nvPr/>
        </p:nvSpPr>
        <p:spPr>
          <a:xfrm>
            <a:off x="2922638" y="1296644"/>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92" name="object 92"/>
          <p:cNvSpPr txBox="1"/>
          <p:nvPr/>
        </p:nvSpPr>
        <p:spPr>
          <a:xfrm>
            <a:off x="1860257" y="1314348"/>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93" name="object 93"/>
          <p:cNvSpPr txBox="1"/>
          <p:nvPr/>
        </p:nvSpPr>
        <p:spPr>
          <a:xfrm>
            <a:off x="5135905" y="1314348"/>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94" name="object 94"/>
          <p:cNvSpPr txBox="1"/>
          <p:nvPr/>
        </p:nvSpPr>
        <p:spPr>
          <a:xfrm>
            <a:off x="5259857" y="1880933"/>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95" name="object 95"/>
          <p:cNvSpPr txBox="1"/>
          <p:nvPr/>
        </p:nvSpPr>
        <p:spPr>
          <a:xfrm>
            <a:off x="3135109" y="1898637"/>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96" name="object 96"/>
          <p:cNvSpPr txBox="1"/>
          <p:nvPr/>
        </p:nvSpPr>
        <p:spPr>
          <a:xfrm>
            <a:off x="2072728" y="1898637"/>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97" name="object 97"/>
          <p:cNvSpPr txBox="1"/>
          <p:nvPr/>
        </p:nvSpPr>
        <p:spPr>
          <a:xfrm>
            <a:off x="957237" y="1349755"/>
            <a:ext cx="448309" cy="280670"/>
          </a:xfrm>
          <a:prstGeom prst="rect">
            <a:avLst/>
          </a:prstGeom>
        </p:spPr>
        <p:txBody>
          <a:bodyPr vert="horz" wrap="square" lIns="0" tIns="15240" rIns="0" bIns="0" rtlCol="0">
            <a:spAutoFit/>
          </a:bodyPr>
          <a:lstStyle/>
          <a:p>
            <a:pPr marL="38100">
              <a:lnSpc>
                <a:spcPct val="100000"/>
              </a:lnSpc>
              <a:spcBef>
                <a:spcPts val="120"/>
              </a:spcBef>
            </a:pPr>
            <a:r>
              <a:rPr sz="2475" i="1" spc="-30" baseline="13000" dirty="0">
                <a:latin typeface="Times New Roman" panose="02020603050405020304"/>
                <a:cs typeface="Times New Roman" panose="02020603050405020304"/>
              </a:rPr>
              <a:t>I</a:t>
            </a:r>
            <a:r>
              <a:rPr sz="1250" spc="-20" dirty="0">
                <a:latin typeface="Times New Roman" panose="02020603050405020304"/>
                <a:cs typeface="Times New Roman" panose="02020603050405020304"/>
              </a:rPr>
              <a:t>REF</a:t>
            </a:r>
            <a:endParaRPr sz="1250">
              <a:latin typeface="Times New Roman" panose="02020603050405020304"/>
              <a:cs typeface="Times New Roman" panose="02020603050405020304"/>
            </a:endParaRPr>
          </a:p>
        </p:txBody>
      </p:sp>
      <p:sp>
        <p:nvSpPr>
          <p:cNvPr id="98" name="object 98"/>
          <p:cNvSpPr txBox="1"/>
          <p:nvPr/>
        </p:nvSpPr>
        <p:spPr>
          <a:xfrm>
            <a:off x="6640944" y="2323579"/>
            <a:ext cx="218440"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F</a:t>
            </a:r>
            <a:endParaRPr sz="1875" baseline="-18000">
              <a:latin typeface="Times New Roman" panose="02020603050405020304"/>
              <a:cs typeface="Times New Roman" panose="02020603050405020304"/>
            </a:endParaRPr>
          </a:p>
        </p:txBody>
      </p:sp>
      <p:sp>
        <p:nvSpPr>
          <p:cNvPr id="99" name="object 99"/>
          <p:cNvSpPr txBox="1"/>
          <p:nvPr/>
        </p:nvSpPr>
        <p:spPr>
          <a:xfrm>
            <a:off x="5904979" y="3315093"/>
            <a:ext cx="8445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i</a:t>
            </a:r>
            <a:endParaRPr sz="1650">
              <a:latin typeface="Times New Roman" panose="02020603050405020304"/>
              <a:cs typeface="Times New Roman" panose="02020603050405020304"/>
            </a:endParaRPr>
          </a:p>
        </p:txBody>
      </p:sp>
      <p:sp>
        <p:nvSpPr>
          <p:cNvPr id="100" name="object 100"/>
          <p:cNvSpPr txBox="1"/>
          <p:nvPr/>
        </p:nvSpPr>
        <p:spPr>
          <a:xfrm>
            <a:off x="1399895" y="1994224"/>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101" name="object 101"/>
          <p:cNvSpPr txBox="1"/>
          <p:nvPr/>
        </p:nvSpPr>
        <p:spPr>
          <a:xfrm>
            <a:off x="4569307" y="1994224"/>
            <a:ext cx="368935" cy="734060"/>
          </a:xfrm>
          <a:prstGeom prst="rect">
            <a:avLst/>
          </a:prstGeom>
        </p:spPr>
        <p:txBody>
          <a:bodyPr vert="horz" wrap="square" lIns="0" tIns="114300" rIns="0" bIns="0" rtlCol="0">
            <a:spAutoFit/>
          </a:bodyPr>
          <a:lstStyle/>
          <a:p>
            <a:pPr marL="38100">
              <a:lnSpc>
                <a:spcPct val="100000"/>
              </a:lnSpc>
              <a:spcBef>
                <a:spcPts val="900"/>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a:p>
            <a:pPr marL="144145">
              <a:lnSpc>
                <a:spcPct val="100000"/>
              </a:lnSpc>
              <a:spcBef>
                <a:spcPts val="810"/>
              </a:spcBef>
            </a:pPr>
            <a:r>
              <a:rPr sz="1650" i="1" spc="-25" dirty="0">
                <a:latin typeface="Times New Roman" panose="02020603050405020304"/>
                <a:cs typeface="Times New Roman" panose="02020603050405020304"/>
              </a:rPr>
              <a:t>S</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102" name="object 102"/>
          <p:cNvSpPr txBox="1"/>
          <p:nvPr/>
        </p:nvSpPr>
        <p:spPr>
          <a:xfrm>
            <a:off x="3524643" y="1994224"/>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103" name="object 103"/>
          <p:cNvSpPr txBox="1"/>
          <p:nvPr/>
        </p:nvSpPr>
        <p:spPr>
          <a:xfrm>
            <a:off x="2462276" y="1994224"/>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104" name="object 104"/>
          <p:cNvSpPr txBox="1"/>
          <p:nvPr/>
        </p:nvSpPr>
        <p:spPr>
          <a:xfrm>
            <a:off x="266700" y="1597634"/>
            <a:ext cx="625475" cy="280670"/>
          </a:xfrm>
          <a:prstGeom prst="rect">
            <a:avLst/>
          </a:prstGeom>
        </p:spPr>
        <p:txBody>
          <a:bodyPr vert="horz" wrap="square" lIns="0" tIns="15240" rIns="0" bIns="0" rtlCol="0">
            <a:spAutoFit/>
          </a:bodyPr>
          <a:lstStyle/>
          <a:p>
            <a:pPr marL="38100">
              <a:lnSpc>
                <a:spcPct val="100000"/>
              </a:lnSpc>
              <a:spcBef>
                <a:spcPts val="120"/>
              </a:spcBef>
            </a:pPr>
            <a:r>
              <a:rPr sz="2475" spc="-15" baseline="13000" dirty="0">
                <a:latin typeface="Times New Roman" panose="02020603050405020304"/>
                <a:cs typeface="Times New Roman" panose="02020603050405020304"/>
              </a:rPr>
              <a:t>+</a:t>
            </a:r>
            <a:r>
              <a:rPr sz="2475" i="1" spc="-15" baseline="13000" dirty="0">
                <a:latin typeface="Times New Roman" panose="02020603050405020304"/>
                <a:cs typeface="Times New Roman" panose="02020603050405020304"/>
              </a:rPr>
              <a:t>V</a:t>
            </a:r>
            <a:r>
              <a:rPr sz="1250" spc="-10" dirty="0">
                <a:latin typeface="Times New Roman" panose="02020603050405020304"/>
                <a:cs typeface="Times New Roman" panose="02020603050405020304"/>
              </a:rPr>
              <a:t>REF</a:t>
            </a:r>
            <a:endParaRPr sz="1250">
              <a:latin typeface="Times New Roman" panose="02020603050405020304"/>
              <a:cs typeface="Times New Roman" panose="02020603050405020304"/>
            </a:endParaRPr>
          </a:p>
        </p:txBody>
      </p:sp>
      <p:sp>
        <p:nvSpPr>
          <p:cNvPr id="105" name="object 105"/>
          <p:cNvSpPr txBox="1"/>
          <p:nvPr/>
        </p:nvSpPr>
        <p:spPr>
          <a:xfrm>
            <a:off x="8358441" y="3315093"/>
            <a:ext cx="26225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u</a:t>
            </a:r>
            <a:r>
              <a:rPr sz="1875" spc="-37" baseline="-18000" dirty="0">
                <a:latin typeface="Times New Roman" panose="02020603050405020304"/>
                <a:cs typeface="Times New Roman" panose="02020603050405020304"/>
              </a:rPr>
              <a:t>o</a:t>
            </a:r>
            <a:endParaRPr sz="1875" baseline="-18000">
              <a:latin typeface="Times New Roman" panose="02020603050405020304"/>
              <a:cs typeface="Times New Roman" panose="02020603050405020304"/>
            </a:endParaRPr>
          </a:p>
        </p:txBody>
      </p:sp>
      <p:sp>
        <p:nvSpPr>
          <p:cNvPr id="106" name="object 106"/>
          <p:cNvSpPr txBox="1"/>
          <p:nvPr/>
        </p:nvSpPr>
        <p:spPr>
          <a:xfrm>
            <a:off x="6701752" y="3084919"/>
            <a:ext cx="238125" cy="280670"/>
          </a:xfrm>
          <a:prstGeom prst="rect">
            <a:avLst/>
          </a:prstGeom>
        </p:spPr>
        <p:txBody>
          <a:bodyPr vert="horz" wrap="square" lIns="0" tIns="15240" rIns="0" bIns="0" rtlCol="0">
            <a:spAutoFit/>
          </a:bodyPr>
          <a:lstStyle/>
          <a:p>
            <a:pPr marL="12700">
              <a:lnSpc>
                <a:spcPct val="100000"/>
              </a:lnSpc>
              <a:spcBef>
                <a:spcPts val="120"/>
              </a:spcBef>
            </a:pPr>
            <a:r>
              <a:rPr sz="1650" spc="165" dirty="0">
                <a:latin typeface="Noto Serif CJK JP"/>
                <a:cs typeface="Noto Serif CJK JP"/>
              </a:rPr>
              <a:t>—</a:t>
            </a:r>
            <a:endParaRPr sz="1650">
              <a:latin typeface="Noto Serif CJK JP"/>
              <a:cs typeface="Noto Serif CJK JP"/>
            </a:endParaRPr>
          </a:p>
        </p:txBody>
      </p:sp>
      <p:grpSp>
        <p:nvGrpSpPr>
          <p:cNvPr id="107" name="object 107"/>
          <p:cNvGrpSpPr/>
          <p:nvPr/>
        </p:nvGrpSpPr>
        <p:grpSpPr>
          <a:xfrm>
            <a:off x="1092695" y="1539494"/>
            <a:ext cx="4471035" cy="159385"/>
            <a:chOff x="1092695" y="1539494"/>
            <a:chExt cx="4471035" cy="159385"/>
          </a:xfrm>
        </p:grpSpPr>
        <p:sp>
          <p:nvSpPr>
            <p:cNvPr id="108" name="object 108"/>
            <p:cNvSpPr/>
            <p:nvPr/>
          </p:nvSpPr>
          <p:spPr>
            <a:xfrm>
              <a:off x="5209425" y="1592605"/>
              <a:ext cx="266065" cy="0"/>
            </a:xfrm>
            <a:custGeom>
              <a:avLst/>
              <a:gdLst/>
              <a:ahLst/>
              <a:cxnLst/>
              <a:rect l="l" t="t" r="r" b="b"/>
              <a:pathLst>
                <a:path w="266064">
                  <a:moveTo>
                    <a:pt x="0" y="0"/>
                  </a:moveTo>
                  <a:lnTo>
                    <a:pt x="265595" y="0"/>
                  </a:lnTo>
                </a:path>
              </a:pathLst>
            </a:custGeom>
            <a:ln w="17703">
              <a:solidFill>
                <a:srgbClr val="000000"/>
              </a:solidFill>
            </a:ln>
          </p:spPr>
          <p:txBody>
            <a:bodyPr wrap="square" lIns="0" tIns="0" rIns="0" bIns="0" rtlCol="0"/>
            <a:lstStyle/>
            <a:p>
              <a:endParaRPr/>
            </a:p>
          </p:txBody>
        </p:sp>
        <p:sp>
          <p:nvSpPr>
            <p:cNvPr id="109" name="object 109"/>
            <p:cNvSpPr/>
            <p:nvPr/>
          </p:nvSpPr>
          <p:spPr>
            <a:xfrm>
              <a:off x="5386489" y="1539494"/>
              <a:ext cx="177165" cy="124460"/>
            </a:xfrm>
            <a:custGeom>
              <a:avLst/>
              <a:gdLst/>
              <a:ahLst/>
              <a:cxnLst/>
              <a:rect l="l" t="t" r="r" b="b"/>
              <a:pathLst>
                <a:path w="177164" h="124460">
                  <a:moveTo>
                    <a:pt x="0" y="123939"/>
                  </a:moveTo>
                  <a:lnTo>
                    <a:pt x="53111" y="53111"/>
                  </a:lnTo>
                  <a:lnTo>
                    <a:pt x="0" y="0"/>
                  </a:lnTo>
                  <a:lnTo>
                    <a:pt x="177063" y="53111"/>
                  </a:lnTo>
                  <a:lnTo>
                    <a:pt x="0" y="123939"/>
                  </a:lnTo>
                  <a:close/>
                </a:path>
              </a:pathLst>
            </a:custGeom>
            <a:solidFill>
              <a:srgbClr val="000000"/>
            </a:solidFill>
          </p:spPr>
          <p:txBody>
            <a:bodyPr wrap="square" lIns="0" tIns="0" rIns="0" bIns="0" rtlCol="0"/>
            <a:lstStyle/>
            <a:p>
              <a:endParaRPr/>
            </a:p>
          </p:txBody>
        </p:sp>
        <p:sp>
          <p:nvSpPr>
            <p:cNvPr id="110" name="object 110"/>
            <p:cNvSpPr/>
            <p:nvPr/>
          </p:nvSpPr>
          <p:spPr>
            <a:xfrm>
              <a:off x="1101585" y="1628025"/>
              <a:ext cx="283845" cy="0"/>
            </a:xfrm>
            <a:custGeom>
              <a:avLst/>
              <a:gdLst/>
              <a:ahLst/>
              <a:cxnLst/>
              <a:rect l="l" t="t" r="r" b="b"/>
              <a:pathLst>
                <a:path w="283844">
                  <a:moveTo>
                    <a:pt x="0" y="0"/>
                  </a:moveTo>
                  <a:lnTo>
                    <a:pt x="283298" y="0"/>
                  </a:lnTo>
                </a:path>
              </a:pathLst>
            </a:custGeom>
            <a:ln w="17703">
              <a:solidFill>
                <a:srgbClr val="000000"/>
              </a:solidFill>
            </a:ln>
          </p:spPr>
          <p:txBody>
            <a:bodyPr wrap="square" lIns="0" tIns="0" rIns="0" bIns="0" rtlCol="0"/>
            <a:lstStyle/>
            <a:p>
              <a:endParaRPr/>
            </a:p>
          </p:txBody>
        </p:sp>
        <p:sp>
          <p:nvSpPr>
            <p:cNvPr id="111" name="object 111"/>
            <p:cNvSpPr/>
            <p:nvPr/>
          </p:nvSpPr>
          <p:spPr>
            <a:xfrm>
              <a:off x="1296352" y="1574901"/>
              <a:ext cx="177165" cy="124460"/>
            </a:xfrm>
            <a:custGeom>
              <a:avLst/>
              <a:gdLst/>
              <a:ahLst/>
              <a:cxnLst/>
              <a:rect l="l" t="t" r="r" b="b"/>
              <a:pathLst>
                <a:path w="177165" h="124460">
                  <a:moveTo>
                    <a:pt x="0" y="123939"/>
                  </a:moveTo>
                  <a:lnTo>
                    <a:pt x="53111" y="53124"/>
                  </a:lnTo>
                  <a:lnTo>
                    <a:pt x="0" y="0"/>
                  </a:lnTo>
                  <a:lnTo>
                    <a:pt x="177063" y="53124"/>
                  </a:lnTo>
                  <a:lnTo>
                    <a:pt x="0" y="123939"/>
                  </a:lnTo>
                  <a:close/>
                </a:path>
              </a:pathLst>
            </a:custGeom>
            <a:solidFill>
              <a:srgbClr val="000000"/>
            </a:solidFill>
          </p:spPr>
          <p:txBody>
            <a:bodyPr wrap="square" lIns="0" tIns="0" rIns="0" bIns="0" rtlCol="0"/>
            <a:lstStyle/>
            <a:p>
              <a:endParaRPr/>
            </a:p>
          </p:txBody>
        </p:sp>
      </p:grpSp>
      <p:sp>
        <p:nvSpPr>
          <p:cNvPr id="112" name="object 112"/>
          <p:cNvSpPr txBox="1"/>
          <p:nvPr/>
        </p:nvSpPr>
        <p:spPr>
          <a:xfrm>
            <a:off x="2629319" y="1101877"/>
            <a:ext cx="16764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B</a:t>
            </a:r>
            <a:endParaRPr sz="1650">
              <a:latin typeface="Times New Roman" panose="02020603050405020304"/>
              <a:cs typeface="Times New Roman" panose="02020603050405020304"/>
            </a:endParaRPr>
          </a:p>
        </p:txBody>
      </p:sp>
      <p:sp>
        <p:nvSpPr>
          <p:cNvPr id="113" name="object 113"/>
          <p:cNvSpPr txBox="1"/>
          <p:nvPr/>
        </p:nvSpPr>
        <p:spPr>
          <a:xfrm>
            <a:off x="3691699" y="1084173"/>
            <a:ext cx="16764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C</a:t>
            </a:r>
            <a:endParaRPr sz="1650">
              <a:latin typeface="Times New Roman" panose="02020603050405020304"/>
              <a:cs typeface="Times New Roman" panose="02020603050405020304"/>
            </a:endParaRPr>
          </a:p>
        </p:txBody>
      </p:sp>
      <p:sp>
        <p:nvSpPr>
          <p:cNvPr id="114" name="object 114"/>
          <p:cNvSpPr txBox="1"/>
          <p:nvPr/>
        </p:nvSpPr>
        <p:spPr>
          <a:xfrm>
            <a:off x="4736363" y="1066469"/>
            <a:ext cx="17907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D</a:t>
            </a:r>
            <a:endParaRPr sz="1650">
              <a:latin typeface="Times New Roman" panose="02020603050405020304"/>
              <a:cs typeface="Times New Roman" panose="02020603050405020304"/>
            </a:endParaRPr>
          </a:p>
        </p:txBody>
      </p:sp>
      <p:sp>
        <p:nvSpPr>
          <p:cNvPr id="115" name="object 115"/>
          <p:cNvSpPr txBox="1"/>
          <p:nvPr/>
        </p:nvSpPr>
        <p:spPr>
          <a:xfrm>
            <a:off x="1549247" y="1084173"/>
            <a:ext cx="17907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A</a:t>
            </a:r>
            <a:endParaRPr sz="1650">
              <a:latin typeface="Times New Roman" panose="02020603050405020304"/>
              <a:cs typeface="Times New Roman" panose="02020603050405020304"/>
            </a:endParaRPr>
          </a:p>
        </p:txBody>
      </p:sp>
      <p:grpSp>
        <p:nvGrpSpPr>
          <p:cNvPr id="116" name="object 116"/>
          <p:cNvGrpSpPr/>
          <p:nvPr/>
        </p:nvGrpSpPr>
        <p:grpSpPr>
          <a:xfrm>
            <a:off x="292100" y="1031239"/>
            <a:ext cx="8559800" cy="3354070"/>
            <a:chOff x="292100" y="1031239"/>
            <a:chExt cx="8559800" cy="3354070"/>
          </a:xfrm>
        </p:grpSpPr>
        <p:sp>
          <p:nvSpPr>
            <p:cNvPr id="117" name="object 117"/>
            <p:cNvSpPr/>
            <p:nvPr/>
          </p:nvSpPr>
          <p:spPr>
            <a:xfrm>
              <a:off x="1792122" y="2619539"/>
              <a:ext cx="3204845" cy="1434465"/>
            </a:xfrm>
            <a:custGeom>
              <a:avLst/>
              <a:gdLst/>
              <a:ahLst/>
              <a:cxnLst/>
              <a:rect l="l" t="t" r="r" b="b"/>
              <a:pathLst>
                <a:path w="3204845" h="1434464">
                  <a:moveTo>
                    <a:pt x="17703" y="1363345"/>
                  </a:moveTo>
                  <a:lnTo>
                    <a:pt x="0" y="1345628"/>
                  </a:lnTo>
                  <a:lnTo>
                    <a:pt x="0" y="1434160"/>
                  </a:lnTo>
                  <a:lnTo>
                    <a:pt x="17703" y="1434160"/>
                  </a:lnTo>
                  <a:lnTo>
                    <a:pt x="17703" y="1363345"/>
                  </a:lnTo>
                  <a:close/>
                </a:path>
                <a:path w="3204845" h="1434464">
                  <a:moveTo>
                    <a:pt x="17703" y="1239405"/>
                  </a:moveTo>
                  <a:lnTo>
                    <a:pt x="0" y="1221689"/>
                  </a:lnTo>
                  <a:lnTo>
                    <a:pt x="0" y="1310220"/>
                  </a:lnTo>
                  <a:lnTo>
                    <a:pt x="17703" y="1310220"/>
                  </a:lnTo>
                  <a:lnTo>
                    <a:pt x="17703" y="1239405"/>
                  </a:lnTo>
                  <a:close/>
                </a:path>
                <a:path w="3204845" h="1434464">
                  <a:moveTo>
                    <a:pt x="17703" y="1115453"/>
                  </a:moveTo>
                  <a:lnTo>
                    <a:pt x="0" y="1097749"/>
                  </a:lnTo>
                  <a:lnTo>
                    <a:pt x="0" y="1186281"/>
                  </a:lnTo>
                  <a:lnTo>
                    <a:pt x="17703" y="1186281"/>
                  </a:lnTo>
                  <a:lnTo>
                    <a:pt x="17703" y="1115453"/>
                  </a:lnTo>
                  <a:close/>
                </a:path>
                <a:path w="3204845" h="1434464">
                  <a:moveTo>
                    <a:pt x="17703" y="991514"/>
                  </a:moveTo>
                  <a:lnTo>
                    <a:pt x="0" y="973810"/>
                  </a:lnTo>
                  <a:lnTo>
                    <a:pt x="0" y="1062342"/>
                  </a:lnTo>
                  <a:lnTo>
                    <a:pt x="17703" y="1062342"/>
                  </a:lnTo>
                  <a:lnTo>
                    <a:pt x="17703" y="991514"/>
                  </a:lnTo>
                  <a:close/>
                </a:path>
                <a:path w="3204845" h="1434464">
                  <a:moveTo>
                    <a:pt x="17703" y="867575"/>
                  </a:moveTo>
                  <a:lnTo>
                    <a:pt x="0" y="849871"/>
                  </a:lnTo>
                  <a:lnTo>
                    <a:pt x="0" y="938403"/>
                  </a:lnTo>
                  <a:lnTo>
                    <a:pt x="17703" y="938403"/>
                  </a:lnTo>
                  <a:lnTo>
                    <a:pt x="17703" y="867575"/>
                  </a:lnTo>
                  <a:close/>
                </a:path>
                <a:path w="3204845" h="1434464">
                  <a:moveTo>
                    <a:pt x="17703" y="743635"/>
                  </a:moveTo>
                  <a:lnTo>
                    <a:pt x="0" y="725932"/>
                  </a:lnTo>
                  <a:lnTo>
                    <a:pt x="0" y="814463"/>
                  </a:lnTo>
                  <a:lnTo>
                    <a:pt x="17703" y="814463"/>
                  </a:lnTo>
                  <a:lnTo>
                    <a:pt x="17703" y="743635"/>
                  </a:lnTo>
                  <a:close/>
                </a:path>
                <a:path w="3204845" h="1434464">
                  <a:moveTo>
                    <a:pt x="17703" y="619696"/>
                  </a:moveTo>
                  <a:lnTo>
                    <a:pt x="0" y="601992"/>
                  </a:lnTo>
                  <a:lnTo>
                    <a:pt x="0" y="690524"/>
                  </a:lnTo>
                  <a:lnTo>
                    <a:pt x="17703" y="690524"/>
                  </a:lnTo>
                  <a:lnTo>
                    <a:pt x="17703" y="619696"/>
                  </a:lnTo>
                  <a:close/>
                </a:path>
                <a:path w="3204845" h="1434464">
                  <a:moveTo>
                    <a:pt x="17703" y="495757"/>
                  </a:moveTo>
                  <a:lnTo>
                    <a:pt x="0" y="478053"/>
                  </a:lnTo>
                  <a:lnTo>
                    <a:pt x="0" y="566585"/>
                  </a:lnTo>
                  <a:lnTo>
                    <a:pt x="17703" y="566585"/>
                  </a:lnTo>
                  <a:lnTo>
                    <a:pt x="17703" y="495757"/>
                  </a:lnTo>
                  <a:close/>
                </a:path>
                <a:path w="3204845" h="1434464">
                  <a:moveTo>
                    <a:pt x="17703" y="371817"/>
                  </a:moveTo>
                  <a:lnTo>
                    <a:pt x="0" y="354114"/>
                  </a:lnTo>
                  <a:lnTo>
                    <a:pt x="0" y="442645"/>
                  </a:lnTo>
                  <a:lnTo>
                    <a:pt x="17703" y="442645"/>
                  </a:lnTo>
                  <a:lnTo>
                    <a:pt x="17703" y="371817"/>
                  </a:lnTo>
                  <a:close/>
                </a:path>
                <a:path w="3204845" h="1434464">
                  <a:moveTo>
                    <a:pt x="17703" y="247878"/>
                  </a:moveTo>
                  <a:lnTo>
                    <a:pt x="0" y="230174"/>
                  </a:lnTo>
                  <a:lnTo>
                    <a:pt x="0" y="318706"/>
                  </a:lnTo>
                  <a:lnTo>
                    <a:pt x="17703" y="318706"/>
                  </a:lnTo>
                  <a:lnTo>
                    <a:pt x="17703" y="247878"/>
                  </a:lnTo>
                  <a:close/>
                </a:path>
                <a:path w="3204845" h="1434464">
                  <a:moveTo>
                    <a:pt x="17703" y="123939"/>
                  </a:moveTo>
                  <a:lnTo>
                    <a:pt x="0" y="106235"/>
                  </a:lnTo>
                  <a:lnTo>
                    <a:pt x="0" y="194767"/>
                  </a:lnTo>
                  <a:lnTo>
                    <a:pt x="17703" y="194767"/>
                  </a:lnTo>
                  <a:lnTo>
                    <a:pt x="17703" y="123939"/>
                  </a:lnTo>
                  <a:close/>
                </a:path>
                <a:path w="3204845" h="1434464">
                  <a:moveTo>
                    <a:pt x="17703" y="0"/>
                  </a:moveTo>
                  <a:lnTo>
                    <a:pt x="0" y="0"/>
                  </a:lnTo>
                  <a:lnTo>
                    <a:pt x="0" y="70827"/>
                  </a:lnTo>
                  <a:lnTo>
                    <a:pt x="17703" y="70827"/>
                  </a:lnTo>
                  <a:lnTo>
                    <a:pt x="17703" y="0"/>
                  </a:lnTo>
                  <a:close/>
                </a:path>
                <a:path w="3204845" h="1434464">
                  <a:moveTo>
                    <a:pt x="1080084" y="1363345"/>
                  </a:moveTo>
                  <a:lnTo>
                    <a:pt x="1062367" y="1345628"/>
                  </a:lnTo>
                  <a:lnTo>
                    <a:pt x="1062367" y="1434160"/>
                  </a:lnTo>
                  <a:lnTo>
                    <a:pt x="1080084" y="1434160"/>
                  </a:lnTo>
                  <a:lnTo>
                    <a:pt x="1080084" y="1363345"/>
                  </a:lnTo>
                  <a:close/>
                </a:path>
                <a:path w="3204845" h="1434464">
                  <a:moveTo>
                    <a:pt x="1080084" y="1239405"/>
                  </a:moveTo>
                  <a:lnTo>
                    <a:pt x="1062367" y="1221689"/>
                  </a:lnTo>
                  <a:lnTo>
                    <a:pt x="1062367" y="1310220"/>
                  </a:lnTo>
                  <a:lnTo>
                    <a:pt x="1080084" y="1310220"/>
                  </a:lnTo>
                  <a:lnTo>
                    <a:pt x="1080084" y="1239405"/>
                  </a:lnTo>
                  <a:close/>
                </a:path>
                <a:path w="3204845" h="1434464">
                  <a:moveTo>
                    <a:pt x="1080084" y="1115453"/>
                  </a:moveTo>
                  <a:lnTo>
                    <a:pt x="1062367" y="1097749"/>
                  </a:lnTo>
                  <a:lnTo>
                    <a:pt x="1062367" y="1186281"/>
                  </a:lnTo>
                  <a:lnTo>
                    <a:pt x="1080084" y="1186281"/>
                  </a:lnTo>
                  <a:lnTo>
                    <a:pt x="1080084" y="1115453"/>
                  </a:lnTo>
                  <a:close/>
                </a:path>
                <a:path w="3204845" h="1434464">
                  <a:moveTo>
                    <a:pt x="1080084" y="991514"/>
                  </a:moveTo>
                  <a:lnTo>
                    <a:pt x="1062367" y="973810"/>
                  </a:lnTo>
                  <a:lnTo>
                    <a:pt x="1062367" y="1062342"/>
                  </a:lnTo>
                  <a:lnTo>
                    <a:pt x="1080084" y="1062342"/>
                  </a:lnTo>
                  <a:lnTo>
                    <a:pt x="1080084" y="991514"/>
                  </a:lnTo>
                  <a:close/>
                </a:path>
                <a:path w="3204845" h="1434464">
                  <a:moveTo>
                    <a:pt x="1080084" y="867575"/>
                  </a:moveTo>
                  <a:lnTo>
                    <a:pt x="1062367" y="849871"/>
                  </a:lnTo>
                  <a:lnTo>
                    <a:pt x="1062367" y="938403"/>
                  </a:lnTo>
                  <a:lnTo>
                    <a:pt x="1080084" y="938403"/>
                  </a:lnTo>
                  <a:lnTo>
                    <a:pt x="1080084" y="867575"/>
                  </a:lnTo>
                  <a:close/>
                </a:path>
                <a:path w="3204845" h="1434464">
                  <a:moveTo>
                    <a:pt x="1080084" y="743635"/>
                  </a:moveTo>
                  <a:lnTo>
                    <a:pt x="1062367" y="725932"/>
                  </a:lnTo>
                  <a:lnTo>
                    <a:pt x="1062367" y="814463"/>
                  </a:lnTo>
                  <a:lnTo>
                    <a:pt x="1080084" y="814463"/>
                  </a:lnTo>
                  <a:lnTo>
                    <a:pt x="1080084" y="743635"/>
                  </a:lnTo>
                  <a:close/>
                </a:path>
                <a:path w="3204845" h="1434464">
                  <a:moveTo>
                    <a:pt x="1080084" y="619696"/>
                  </a:moveTo>
                  <a:lnTo>
                    <a:pt x="1062367" y="601992"/>
                  </a:lnTo>
                  <a:lnTo>
                    <a:pt x="1062367" y="690524"/>
                  </a:lnTo>
                  <a:lnTo>
                    <a:pt x="1080084" y="690524"/>
                  </a:lnTo>
                  <a:lnTo>
                    <a:pt x="1080084" y="619696"/>
                  </a:lnTo>
                  <a:close/>
                </a:path>
                <a:path w="3204845" h="1434464">
                  <a:moveTo>
                    <a:pt x="1080084" y="495757"/>
                  </a:moveTo>
                  <a:lnTo>
                    <a:pt x="1062367" y="478053"/>
                  </a:lnTo>
                  <a:lnTo>
                    <a:pt x="1062367" y="566585"/>
                  </a:lnTo>
                  <a:lnTo>
                    <a:pt x="1080084" y="566585"/>
                  </a:lnTo>
                  <a:lnTo>
                    <a:pt x="1080084" y="495757"/>
                  </a:lnTo>
                  <a:close/>
                </a:path>
                <a:path w="3204845" h="1434464">
                  <a:moveTo>
                    <a:pt x="1080084" y="371817"/>
                  </a:moveTo>
                  <a:lnTo>
                    <a:pt x="1062367" y="354114"/>
                  </a:lnTo>
                  <a:lnTo>
                    <a:pt x="1062367" y="442645"/>
                  </a:lnTo>
                  <a:lnTo>
                    <a:pt x="1080084" y="442645"/>
                  </a:lnTo>
                  <a:lnTo>
                    <a:pt x="1080084" y="371817"/>
                  </a:lnTo>
                  <a:close/>
                </a:path>
                <a:path w="3204845" h="1434464">
                  <a:moveTo>
                    <a:pt x="1080084" y="247878"/>
                  </a:moveTo>
                  <a:lnTo>
                    <a:pt x="1062367" y="230174"/>
                  </a:lnTo>
                  <a:lnTo>
                    <a:pt x="1062367" y="318706"/>
                  </a:lnTo>
                  <a:lnTo>
                    <a:pt x="1080084" y="318706"/>
                  </a:lnTo>
                  <a:lnTo>
                    <a:pt x="1080084" y="247878"/>
                  </a:lnTo>
                  <a:close/>
                </a:path>
                <a:path w="3204845" h="1434464">
                  <a:moveTo>
                    <a:pt x="1080084" y="123939"/>
                  </a:moveTo>
                  <a:lnTo>
                    <a:pt x="1062367" y="106235"/>
                  </a:lnTo>
                  <a:lnTo>
                    <a:pt x="1062367" y="194767"/>
                  </a:lnTo>
                  <a:lnTo>
                    <a:pt x="1080084" y="194767"/>
                  </a:lnTo>
                  <a:lnTo>
                    <a:pt x="1080084" y="123939"/>
                  </a:lnTo>
                  <a:close/>
                </a:path>
                <a:path w="3204845" h="1434464">
                  <a:moveTo>
                    <a:pt x="1080084" y="0"/>
                  </a:moveTo>
                  <a:lnTo>
                    <a:pt x="1062367" y="0"/>
                  </a:lnTo>
                  <a:lnTo>
                    <a:pt x="1062367" y="70827"/>
                  </a:lnTo>
                  <a:lnTo>
                    <a:pt x="1080084" y="70827"/>
                  </a:lnTo>
                  <a:lnTo>
                    <a:pt x="1080084" y="0"/>
                  </a:lnTo>
                  <a:close/>
                </a:path>
                <a:path w="3204845" h="1434464">
                  <a:moveTo>
                    <a:pt x="2142452" y="1363345"/>
                  </a:moveTo>
                  <a:lnTo>
                    <a:pt x="2124748" y="1345628"/>
                  </a:lnTo>
                  <a:lnTo>
                    <a:pt x="2124748" y="1434160"/>
                  </a:lnTo>
                  <a:lnTo>
                    <a:pt x="2142452" y="1434160"/>
                  </a:lnTo>
                  <a:lnTo>
                    <a:pt x="2142452" y="1363345"/>
                  </a:lnTo>
                  <a:close/>
                </a:path>
                <a:path w="3204845" h="1434464">
                  <a:moveTo>
                    <a:pt x="2142452" y="1239405"/>
                  </a:moveTo>
                  <a:lnTo>
                    <a:pt x="2124748" y="1221689"/>
                  </a:lnTo>
                  <a:lnTo>
                    <a:pt x="2124748" y="1310220"/>
                  </a:lnTo>
                  <a:lnTo>
                    <a:pt x="2142452" y="1310220"/>
                  </a:lnTo>
                  <a:lnTo>
                    <a:pt x="2142452" y="1239405"/>
                  </a:lnTo>
                  <a:close/>
                </a:path>
                <a:path w="3204845" h="1434464">
                  <a:moveTo>
                    <a:pt x="2142452" y="1115453"/>
                  </a:moveTo>
                  <a:lnTo>
                    <a:pt x="2124748" y="1097749"/>
                  </a:lnTo>
                  <a:lnTo>
                    <a:pt x="2124748" y="1186281"/>
                  </a:lnTo>
                  <a:lnTo>
                    <a:pt x="2142452" y="1186281"/>
                  </a:lnTo>
                  <a:lnTo>
                    <a:pt x="2142452" y="1115453"/>
                  </a:lnTo>
                  <a:close/>
                </a:path>
                <a:path w="3204845" h="1434464">
                  <a:moveTo>
                    <a:pt x="2142452" y="991514"/>
                  </a:moveTo>
                  <a:lnTo>
                    <a:pt x="2124748" y="973810"/>
                  </a:lnTo>
                  <a:lnTo>
                    <a:pt x="2124748" y="1062342"/>
                  </a:lnTo>
                  <a:lnTo>
                    <a:pt x="2142452" y="1062342"/>
                  </a:lnTo>
                  <a:lnTo>
                    <a:pt x="2142452" y="991514"/>
                  </a:lnTo>
                  <a:close/>
                </a:path>
                <a:path w="3204845" h="1434464">
                  <a:moveTo>
                    <a:pt x="2142452" y="867575"/>
                  </a:moveTo>
                  <a:lnTo>
                    <a:pt x="2124748" y="849871"/>
                  </a:lnTo>
                  <a:lnTo>
                    <a:pt x="2124748" y="938403"/>
                  </a:lnTo>
                  <a:lnTo>
                    <a:pt x="2142452" y="938403"/>
                  </a:lnTo>
                  <a:lnTo>
                    <a:pt x="2142452" y="867575"/>
                  </a:lnTo>
                  <a:close/>
                </a:path>
                <a:path w="3204845" h="1434464">
                  <a:moveTo>
                    <a:pt x="2142452" y="743635"/>
                  </a:moveTo>
                  <a:lnTo>
                    <a:pt x="2124748" y="725932"/>
                  </a:lnTo>
                  <a:lnTo>
                    <a:pt x="2124748" y="814463"/>
                  </a:lnTo>
                  <a:lnTo>
                    <a:pt x="2142452" y="814463"/>
                  </a:lnTo>
                  <a:lnTo>
                    <a:pt x="2142452" y="743635"/>
                  </a:lnTo>
                  <a:close/>
                </a:path>
                <a:path w="3204845" h="1434464">
                  <a:moveTo>
                    <a:pt x="2142452" y="619696"/>
                  </a:moveTo>
                  <a:lnTo>
                    <a:pt x="2124748" y="601992"/>
                  </a:lnTo>
                  <a:lnTo>
                    <a:pt x="2124748" y="690524"/>
                  </a:lnTo>
                  <a:lnTo>
                    <a:pt x="2142452" y="690524"/>
                  </a:lnTo>
                  <a:lnTo>
                    <a:pt x="2142452" y="619696"/>
                  </a:lnTo>
                  <a:close/>
                </a:path>
                <a:path w="3204845" h="1434464">
                  <a:moveTo>
                    <a:pt x="2142452" y="495757"/>
                  </a:moveTo>
                  <a:lnTo>
                    <a:pt x="2124748" y="478053"/>
                  </a:lnTo>
                  <a:lnTo>
                    <a:pt x="2124748" y="566585"/>
                  </a:lnTo>
                  <a:lnTo>
                    <a:pt x="2142452" y="566585"/>
                  </a:lnTo>
                  <a:lnTo>
                    <a:pt x="2142452" y="495757"/>
                  </a:lnTo>
                  <a:close/>
                </a:path>
                <a:path w="3204845" h="1434464">
                  <a:moveTo>
                    <a:pt x="2142452" y="371817"/>
                  </a:moveTo>
                  <a:lnTo>
                    <a:pt x="2124748" y="354114"/>
                  </a:lnTo>
                  <a:lnTo>
                    <a:pt x="2124748" y="442645"/>
                  </a:lnTo>
                  <a:lnTo>
                    <a:pt x="2142452" y="442645"/>
                  </a:lnTo>
                  <a:lnTo>
                    <a:pt x="2142452" y="371817"/>
                  </a:lnTo>
                  <a:close/>
                </a:path>
                <a:path w="3204845" h="1434464">
                  <a:moveTo>
                    <a:pt x="2142452" y="247878"/>
                  </a:moveTo>
                  <a:lnTo>
                    <a:pt x="2124748" y="230174"/>
                  </a:lnTo>
                  <a:lnTo>
                    <a:pt x="2124748" y="318706"/>
                  </a:lnTo>
                  <a:lnTo>
                    <a:pt x="2142452" y="318706"/>
                  </a:lnTo>
                  <a:lnTo>
                    <a:pt x="2142452" y="247878"/>
                  </a:lnTo>
                  <a:close/>
                </a:path>
                <a:path w="3204845" h="1434464">
                  <a:moveTo>
                    <a:pt x="2142452" y="123939"/>
                  </a:moveTo>
                  <a:lnTo>
                    <a:pt x="2124748" y="106235"/>
                  </a:lnTo>
                  <a:lnTo>
                    <a:pt x="2124748" y="194767"/>
                  </a:lnTo>
                  <a:lnTo>
                    <a:pt x="2142452" y="194767"/>
                  </a:lnTo>
                  <a:lnTo>
                    <a:pt x="2142452" y="123939"/>
                  </a:lnTo>
                  <a:close/>
                </a:path>
                <a:path w="3204845" h="1434464">
                  <a:moveTo>
                    <a:pt x="2142452" y="0"/>
                  </a:moveTo>
                  <a:lnTo>
                    <a:pt x="2124748" y="0"/>
                  </a:lnTo>
                  <a:lnTo>
                    <a:pt x="2124748" y="70827"/>
                  </a:lnTo>
                  <a:lnTo>
                    <a:pt x="2142452" y="70827"/>
                  </a:lnTo>
                  <a:lnTo>
                    <a:pt x="2142452" y="0"/>
                  </a:lnTo>
                  <a:close/>
                </a:path>
                <a:path w="3204845" h="1434464">
                  <a:moveTo>
                    <a:pt x="3204832" y="1363345"/>
                  </a:moveTo>
                  <a:lnTo>
                    <a:pt x="3187115" y="1345628"/>
                  </a:lnTo>
                  <a:lnTo>
                    <a:pt x="3187115" y="1434160"/>
                  </a:lnTo>
                  <a:lnTo>
                    <a:pt x="3204832" y="1434160"/>
                  </a:lnTo>
                  <a:lnTo>
                    <a:pt x="3204832" y="1363345"/>
                  </a:lnTo>
                  <a:close/>
                </a:path>
                <a:path w="3204845" h="1434464">
                  <a:moveTo>
                    <a:pt x="3204832" y="1239405"/>
                  </a:moveTo>
                  <a:lnTo>
                    <a:pt x="3187115" y="1221689"/>
                  </a:lnTo>
                  <a:lnTo>
                    <a:pt x="3187115" y="1310220"/>
                  </a:lnTo>
                  <a:lnTo>
                    <a:pt x="3204832" y="1310220"/>
                  </a:lnTo>
                  <a:lnTo>
                    <a:pt x="3204832" y="1239405"/>
                  </a:lnTo>
                  <a:close/>
                </a:path>
                <a:path w="3204845" h="1434464">
                  <a:moveTo>
                    <a:pt x="3204832" y="1115453"/>
                  </a:moveTo>
                  <a:lnTo>
                    <a:pt x="3187115" y="1097749"/>
                  </a:lnTo>
                  <a:lnTo>
                    <a:pt x="3187115" y="1186281"/>
                  </a:lnTo>
                  <a:lnTo>
                    <a:pt x="3204832" y="1186281"/>
                  </a:lnTo>
                  <a:lnTo>
                    <a:pt x="3204832" y="1115453"/>
                  </a:lnTo>
                  <a:close/>
                </a:path>
                <a:path w="3204845" h="1434464">
                  <a:moveTo>
                    <a:pt x="3204832" y="991514"/>
                  </a:moveTo>
                  <a:lnTo>
                    <a:pt x="3187115" y="973810"/>
                  </a:lnTo>
                  <a:lnTo>
                    <a:pt x="3187115" y="1062342"/>
                  </a:lnTo>
                  <a:lnTo>
                    <a:pt x="3204832" y="1062342"/>
                  </a:lnTo>
                  <a:lnTo>
                    <a:pt x="3204832" y="991514"/>
                  </a:lnTo>
                  <a:close/>
                </a:path>
                <a:path w="3204845" h="1434464">
                  <a:moveTo>
                    <a:pt x="3204832" y="867575"/>
                  </a:moveTo>
                  <a:lnTo>
                    <a:pt x="3187115" y="849871"/>
                  </a:lnTo>
                  <a:lnTo>
                    <a:pt x="3187115" y="938403"/>
                  </a:lnTo>
                  <a:lnTo>
                    <a:pt x="3204832" y="938403"/>
                  </a:lnTo>
                  <a:lnTo>
                    <a:pt x="3204832" y="867575"/>
                  </a:lnTo>
                  <a:close/>
                </a:path>
                <a:path w="3204845" h="1434464">
                  <a:moveTo>
                    <a:pt x="3204832" y="743635"/>
                  </a:moveTo>
                  <a:lnTo>
                    <a:pt x="3187115" y="725932"/>
                  </a:lnTo>
                  <a:lnTo>
                    <a:pt x="3187115" y="814463"/>
                  </a:lnTo>
                  <a:lnTo>
                    <a:pt x="3204832" y="814463"/>
                  </a:lnTo>
                  <a:lnTo>
                    <a:pt x="3204832" y="743635"/>
                  </a:lnTo>
                  <a:close/>
                </a:path>
                <a:path w="3204845" h="1434464">
                  <a:moveTo>
                    <a:pt x="3204832" y="619696"/>
                  </a:moveTo>
                  <a:lnTo>
                    <a:pt x="3187115" y="601992"/>
                  </a:lnTo>
                  <a:lnTo>
                    <a:pt x="3187115" y="690524"/>
                  </a:lnTo>
                  <a:lnTo>
                    <a:pt x="3204832" y="690524"/>
                  </a:lnTo>
                  <a:lnTo>
                    <a:pt x="3204832" y="619696"/>
                  </a:lnTo>
                  <a:close/>
                </a:path>
                <a:path w="3204845" h="1434464">
                  <a:moveTo>
                    <a:pt x="3204832" y="495757"/>
                  </a:moveTo>
                  <a:lnTo>
                    <a:pt x="3187115" y="478053"/>
                  </a:lnTo>
                  <a:lnTo>
                    <a:pt x="3187115" y="566585"/>
                  </a:lnTo>
                  <a:lnTo>
                    <a:pt x="3204832" y="566585"/>
                  </a:lnTo>
                  <a:lnTo>
                    <a:pt x="3204832" y="495757"/>
                  </a:lnTo>
                  <a:close/>
                </a:path>
                <a:path w="3204845" h="1434464">
                  <a:moveTo>
                    <a:pt x="3204832" y="371817"/>
                  </a:moveTo>
                  <a:lnTo>
                    <a:pt x="3187115" y="354114"/>
                  </a:lnTo>
                  <a:lnTo>
                    <a:pt x="3187115" y="442645"/>
                  </a:lnTo>
                  <a:lnTo>
                    <a:pt x="3204832" y="442645"/>
                  </a:lnTo>
                  <a:lnTo>
                    <a:pt x="3204832" y="371817"/>
                  </a:lnTo>
                  <a:close/>
                </a:path>
                <a:path w="3204845" h="1434464">
                  <a:moveTo>
                    <a:pt x="3204832" y="247878"/>
                  </a:moveTo>
                  <a:lnTo>
                    <a:pt x="3187115" y="230174"/>
                  </a:lnTo>
                  <a:lnTo>
                    <a:pt x="3187115" y="318706"/>
                  </a:lnTo>
                  <a:lnTo>
                    <a:pt x="3204832" y="318706"/>
                  </a:lnTo>
                  <a:lnTo>
                    <a:pt x="3204832" y="247878"/>
                  </a:lnTo>
                  <a:close/>
                </a:path>
                <a:path w="3204845" h="1434464">
                  <a:moveTo>
                    <a:pt x="3204832" y="123939"/>
                  </a:moveTo>
                  <a:lnTo>
                    <a:pt x="3187115" y="106235"/>
                  </a:lnTo>
                  <a:lnTo>
                    <a:pt x="3187115" y="194767"/>
                  </a:lnTo>
                  <a:lnTo>
                    <a:pt x="3204832" y="194767"/>
                  </a:lnTo>
                  <a:lnTo>
                    <a:pt x="3204832" y="123939"/>
                  </a:lnTo>
                  <a:close/>
                </a:path>
                <a:path w="3204845" h="1434464">
                  <a:moveTo>
                    <a:pt x="3204832" y="0"/>
                  </a:moveTo>
                  <a:lnTo>
                    <a:pt x="3187115" y="0"/>
                  </a:lnTo>
                  <a:lnTo>
                    <a:pt x="3187115" y="70827"/>
                  </a:lnTo>
                  <a:lnTo>
                    <a:pt x="3204832" y="70827"/>
                  </a:lnTo>
                  <a:lnTo>
                    <a:pt x="3204832" y="0"/>
                  </a:lnTo>
                  <a:close/>
                </a:path>
              </a:pathLst>
            </a:custGeom>
            <a:solidFill>
              <a:srgbClr val="000000"/>
            </a:solidFill>
          </p:spPr>
          <p:txBody>
            <a:bodyPr wrap="square" lIns="0" tIns="0" rIns="0" bIns="0" rtlCol="0"/>
            <a:lstStyle/>
            <a:p>
              <a:endParaRPr/>
            </a:p>
          </p:txBody>
        </p:sp>
        <p:sp>
          <p:nvSpPr>
            <p:cNvPr id="118" name="object 118"/>
            <p:cNvSpPr/>
            <p:nvPr/>
          </p:nvSpPr>
          <p:spPr>
            <a:xfrm>
              <a:off x="292100" y="1031239"/>
              <a:ext cx="8559800" cy="3354070"/>
            </a:xfrm>
            <a:custGeom>
              <a:avLst/>
              <a:gdLst/>
              <a:ahLst/>
              <a:cxnLst/>
              <a:rect l="l" t="t" r="r" b="b"/>
              <a:pathLst>
                <a:path w="8559800" h="3354070">
                  <a:moveTo>
                    <a:pt x="8559800" y="3353816"/>
                  </a:moveTo>
                  <a:lnTo>
                    <a:pt x="0" y="3353816"/>
                  </a:lnTo>
                  <a:lnTo>
                    <a:pt x="0" y="0"/>
                  </a:lnTo>
                  <a:lnTo>
                    <a:pt x="8559800" y="0"/>
                  </a:lnTo>
                  <a:lnTo>
                    <a:pt x="8559800" y="6350"/>
                  </a:lnTo>
                  <a:lnTo>
                    <a:pt x="12700" y="6350"/>
                  </a:lnTo>
                  <a:lnTo>
                    <a:pt x="6350" y="12700"/>
                  </a:lnTo>
                  <a:lnTo>
                    <a:pt x="12700" y="12700"/>
                  </a:lnTo>
                  <a:lnTo>
                    <a:pt x="12700" y="3341116"/>
                  </a:lnTo>
                  <a:lnTo>
                    <a:pt x="6350" y="3341116"/>
                  </a:lnTo>
                  <a:lnTo>
                    <a:pt x="12700" y="3347466"/>
                  </a:lnTo>
                  <a:lnTo>
                    <a:pt x="8559800" y="3347466"/>
                  </a:lnTo>
                  <a:lnTo>
                    <a:pt x="8559800" y="3353816"/>
                  </a:lnTo>
                  <a:close/>
                </a:path>
                <a:path w="8559800" h="3354070">
                  <a:moveTo>
                    <a:pt x="12700" y="12700"/>
                  </a:moveTo>
                  <a:lnTo>
                    <a:pt x="6350" y="12700"/>
                  </a:lnTo>
                  <a:lnTo>
                    <a:pt x="12700" y="6350"/>
                  </a:lnTo>
                  <a:lnTo>
                    <a:pt x="12700" y="12700"/>
                  </a:lnTo>
                  <a:close/>
                </a:path>
                <a:path w="8559800" h="3354070">
                  <a:moveTo>
                    <a:pt x="8547100" y="12700"/>
                  </a:moveTo>
                  <a:lnTo>
                    <a:pt x="12700" y="12700"/>
                  </a:lnTo>
                  <a:lnTo>
                    <a:pt x="12700" y="6350"/>
                  </a:lnTo>
                  <a:lnTo>
                    <a:pt x="8547100" y="6350"/>
                  </a:lnTo>
                  <a:lnTo>
                    <a:pt x="8547100" y="12700"/>
                  </a:lnTo>
                  <a:close/>
                </a:path>
                <a:path w="8559800" h="3354070">
                  <a:moveTo>
                    <a:pt x="8547100" y="3347466"/>
                  </a:moveTo>
                  <a:lnTo>
                    <a:pt x="8547100" y="6350"/>
                  </a:lnTo>
                  <a:lnTo>
                    <a:pt x="8553450" y="12700"/>
                  </a:lnTo>
                  <a:lnTo>
                    <a:pt x="8559800" y="12700"/>
                  </a:lnTo>
                  <a:lnTo>
                    <a:pt x="8559800" y="3341115"/>
                  </a:lnTo>
                  <a:lnTo>
                    <a:pt x="8553450" y="3341116"/>
                  </a:lnTo>
                  <a:lnTo>
                    <a:pt x="8547100" y="3347466"/>
                  </a:lnTo>
                  <a:close/>
                </a:path>
                <a:path w="8559800" h="3354070">
                  <a:moveTo>
                    <a:pt x="8559800" y="12700"/>
                  </a:moveTo>
                  <a:lnTo>
                    <a:pt x="8553450" y="12700"/>
                  </a:lnTo>
                  <a:lnTo>
                    <a:pt x="8547100" y="6350"/>
                  </a:lnTo>
                  <a:lnTo>
                    <a:pt x="8559800" y="6350"/>
                  </a:lnTo>
                  <a:lnTo>
                    <a:pt x="8559800" y="12700"/>
                  </a:lnTo>
                  <a:close/>
                </a:path>
                <a:path w="8559800" h="3354070">
                  <a:moveTo>
                    <a:pt x="12700" y="3347466"/>
                  </a:moveTo>
                  <a:lnTo>
                    <a:pt x="6350" y="3341116"/>
                  </a:lnTo>
                  <a:lnTo>
                    <a:pt x="12700" y="3341116"/>
                  </a:lnTo>
                  <a:lnTo>
                    <a:pt x="12700" y="3347466"/>
                  </a:lnTo>
                  <a:close/>
                </a:path>
                <a:path w="8559800" h="3354070">
                  <a:moveTo>
                    <a:pt x="8547100" y="3347466"/>
                  </a:moveTo>
                  <a:lnTo>
                    <a:pt x="12700" y="3347466"/>
                  </a:lnTo>
                  <a:lnTo>
                    <a:pt x="12700" y="3341116"/>
                  </a:lnTo>
                  <a:lnTo>
                    <a:pt x="8547100" y="3341116"/>
                  </a:lnTo>
                  <a:lnTo>
                    <a:pt x="8547100" y="3347466"/>
                  </a:lnTo>
                  <a:close/>
                </a:path>
                <a:path w="8559800" h="3354070">
                  <a:moveTo>
                    <a:pt x="8559800" y="3347466"/>
                  </a:moveTo>
                  <a:lnTo>
                    <a:pt x="8547100" y="3347466"/>
                  </a:lnTo>
                  <a:lnTo>
                    <a:pt x="8553450" y="3341116"/>
                  </a:lnTo>
                  <a:lnTo>
                    <a:pt x="8559800" y="3341115"/>
                  </a:lnTo>
                  <a:lnTo>
                    <a:pt x="8559800" y="3347466"/>
                  </a:lnTo>
                  <a:close/>
                </a:path>
              </a:pathLst>
            </a:custGeom>
            <a:solidFill>
              <a:srgbClr val="0000CC"/>
            </a:solidFill>
          </p:spPr>
          <p:txBody>
            <a:bodyPr wrap="square" lIns="0" tIns="0" rIns="0" bIns="0" rtlCol="0"/>
            <a:lstStyle/>
            <a:p>
              <a:endParaRPr/>
            </a:p>
          </p:txBody>
        </p:sp>
      </p:grpSp>
      <p:sp>
        <p:nvSpPr>
          <p:cNvPr id="119" name="object 119"/>
          <p:cNvSpPr txBox="1"/>
          <p:nvPr/>
        </p:nvSpPr>
        <p:spPr>
          <a:xfrm>
            <a:off x="337159" y="3562972"/>
            <a:ext cx="8789035" cy="2456180"/>
          </a:xfrm>
          <a:prstGeom prst="rect">
            <a:avLst/>
          </a:prstGeom>
        </p:spPr>
        <p:txBody>
          <a:bodyPr vert="horz" wrap="square" lIns="0" tIns="15240" rIns="0" bIns="0" rtlCol="0">
            <a:spAutoFit/>
          </a:bodyPr>
          <a:lstStyle/>
          <a:p>
            <a:pPr marR="2266315" algn="r">
              <a:lnSpc>
                <a:spcPct val="100000"/>
              </a:lnSpc>
              <a:spcBef>
                <a:spcPts val="120"/>
              </a:spcBef>
            </a:pPr>
            <a:r>
              <a:rPr sz="1650" spc="-50" dirty="0">
                <a:latin typeface="Times New Roman" panose="02020603050405020304"/>
                <a:cs typeface="Times New Roman" panose="02020603050405020304"/>
              </a:rPr>
              <a:t>+</a:t>
            </a:r>
            <a:endParaRPr sz="1650">
              <a:latin typeface="Times New Roman" panose="02020603050405020304"/>
              <a:cs typeface="Times New Roman" panose="02020603050405020304"/>
            </a:endParaRPr>
          </a:p>
          <a:p>
            <a:pPr marL="1383665">
              <a:lnSpc>
                <a:spcPct val="100000"/>
              </a:lnSpc>
              <a:spcBef>
                <a:spcPts val="1645"/>
              </a:spcBef>
              <a:tabLst>
                <a:tab pos="2446020" algn="l"/>
                <a:tab pos="3508375" algn="l"/>
                <a:tab pos="4588510" algn="l"/>
              </a:tabLst>
            </a:pP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3</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2</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1</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a:p>
            <a:pPr>
              <a:lnSpc>
                <a:spcPct val="100000"/>
              </a:lnSpc>
              <a:spcBef>
                <a:spcPts val="570"/>
              </a:spcBef>
            </a:pPr>
            <a:endParaRPr sz="1250">
              <a:latin typeface="Times New Roman" panose="02020603050405020304"/>
              <a:cs typeface="Times New Roman" panose="02020603050405020304"/>
            </a:endParaRPr>
          </a:p>
          <a:p>
            <a:pPr marL="50800">
              <a:lnSpc>
                <a:spcPts val="2875"/>
              </a:lnSpc>
            </a:pPr>
            <a:r>
              <a:rPr sz="2400" dirty="0">
                <a:solidFill>
                  <a:srgbClr val="0000CC"/>
                </a:solidFill>
                <a:latin typeface="Noto Sans Mono CJK HK"/>
                <a:cs typeface="Noto Sans Mono CJK HK"/>
              </a:rPr>
              <a:t>①分别从虚线</a:t>
            </a:r>
            <a:r>
              <a:rPr sz="2400" spc="-10" dirty="0">
                <a:solidFill>
                  <a:srgbClr val="0000CC"/>
                </a:solidFill>
                <a:latin typeface="Arial" panose="020B0604020202020204"/>
                <a:cs typeface="Arial" panose="020B0604020202020204"/>
              </a:rPr>
              <a:t>A</a:t>
            </a:r>
            <a:r>
              <a:rPr sz="240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B</a:t>
            </a:r>
            <a:r>
              <a:rPr sz="2400" dirty="0">
                <a:solidFill>
                  <a:srgbClr val="0000CC"/>
                </a:solidFill>
                <a:latin typeface="Noto Sans Mono CJK HK"/>
                <a:cs typeface="Noto Sans Mono CJK HK"/>
              </a:rPr>
              <a:t>、</a:t>
            </a:r>
            <a:r>
              <a:rPr sz="2400" spc="-25" dirty="0">
                <a:solidFill>
                  <a:srgbClr val="0000CC"/>
                </a:solidFill>
                <a:latin typeface="Arial" panose="020B0604020202020204"/>
                <a:cs typeface="Arial" panose="020B0604020202020204"/>
              </a:rPr>
              <a:t>C</a:t>
            </a:r>
            <a:r>
              <a:rPr sz="2400" dirty="0">
                <a:solidFill>
                  <a:srgbClr val="0000CC"/>
                </a:solidFill>
                <a:latin typeface="Noto Sans Mono CJK HK"/>
                <a:cs typeface="Noto Sans Mono CJK HK"/>
              </a:rPr>
              <a:t>、</a:t>
            </a:r>
            <a:r>
              <a:rPr sz="2400" spc="-25" dirty="0">
                <a:solidFill>
                  <a:srgbClr val="0000CC"/>
                </a:solidFill>
                <a:latin typeface="Arial" panose="020B0604020202020204"/>
                <a:cs typeface="Arial" panose="020B0604020202020204"/>
              </a:rPr>
              <a:t>D</a:t>
            </a:r>
            <a:r>
              <a:rPr sz="2400" dirty="0">
                <a:solidFill>
                  <a:srgbClr val="0000CC"/>
                </a:solidFill>
                <a:latin typeface="Noto Sans Mono CJK HK"/>
                <a:cs typeface="Noto Sans Mono CJK HK"/>
              </a:rPr>
              <a:t>处向右看的二端网络等效电阻都是</a:t>
            </a:r>
            <a:r>
              <a:rPr sz="2400" i="1" spc="-25" dirty="0">
                <a:solidFill>
                  <a:srgbClr val="0000CC"/>
                </a:solidFill>
                <a:latin typeface="Arial" panose="020B0604020202020204"/>
                <a:cs typeface="Arial" panose="020B0604020202020204"/>
              </a:rPr>
              <a:t>R</a:t>
            </a:r>
            <a:r>
              <a:rPr sz="2400" spc="-50" dirty="0">
                <a:solidFill>
                  <a:srgbClr val="0000CC"/>
                </a:solidFill>
                <a:latin typeface="Noto Sans Mono CJK HK"/>
                <a:cs typeface="Noto Sans Mono CJK HK"/>
              </a:rPr>
              <a:t>。</a:t>
            </a:r>
            <a:endParaRPr sz="2400">
              <a:latin typeface="Noto Sans Mono CJK HK"/>
              <a:cs typeface="Noto Sans Mono CJK HK"/>
            </a:endParaRPr>
          </a:p>
          <a:p>
            <a:pPr marL="317500" indent="-266700">
              <a:lnSpc>
                <a:spcPts val="2875"/>
              </a:lnSpc>
            </a:pPr>
            <a:r>
              <a:rPr sz="2400" spc="65" dirty="0">
                <a:solidFill>
                  <a:srgbClr val="0000CC"/>
                </a:solidFill>
                <a:latin typeface="Noto Sans Mono CJK HK"/>
                <a:cs typeface="Noto Sans Mono CJK HK"/>
              </a:rPr>
              <a:t>②不论模拟开关接到运算放大器的反相输入端</a:t>
            </a:r>
            <a:r>
              <a:rPr sz="2400" spc="70" dirty="0">
                <a:solidFill>
                  <a:srgbClr val="0000CC"/>
                </a:solidFill>
                <a:latin typeface="Noto Sans Mono CJK HK"/>
                <a:cs typeface="Noto Sans Mono CJK HK"/>
              </a:rPr>
              <a:t>（虚地）</a:t>
            </a:r>
            <a:r>
              <a:rPr sz="2400" spc="30" dirty="0">
                <a:solidFill>
                  <a:srgbClr val="0000CC"/>
                </a:solidFill>
                <a:latin typeface="Noto Sans Mono CJK HK"/>
                <a:cs typeface="Noto Sans Mono CJK HK"/>
              </a:rPr>
              <a:t>还是接</a:t>
            </a:r>
            <a:endParaRPr sz="2400">
              <a:latin typeface="Noto Sans Mono CJK HK"/>
              <a:cs typeface="Noto Sans Mono CJK HK"/>
            </a:endParaRPr>
          </a:p>
          <a:p>
            <a:pPr marL="317500" marR="273685">
              <a:lnSpc>
                <a:spcPts val="2870"/>
              </a:lnSpc>
              <a:spcBef>
                <a:spcPts val="120"/>
              </a:spcBef>
            </a:pPr>
            <a:r>
              <a:rPr sz="2400" spc="70" dirty="0">
                <a:solidFill>
                  <a:srgbClr val="0000CC"/>
                </a:solidFill>
                <a:latin typeface="Noto Sans Mono CJK HK"/>
                <a:cs typeface="Noto Sans Mono CJK HK"/>
              </a:rPr>
              <a:t>到地，也就是不论输入数字信号是</a:t>
            </a:r>
            <a:r>
              <a:rPr sz="2400" spc="55" dirty="0">
                <a:solidFill>
                  <a:srgbClr val="0000CC"/>
                </a:solidFill>
                <a:latin typeface="Arial" panose="020B0604020202020204"/>
                <a:cs typeface="Arial" panose="020B0604020202020204"/>
              </a:rPr>
              <a:t>1</a:t>
            </a:r>
            <a:r>
              <a:rPr sz="2400" spc="70" dirty="0">
                <a:solidFill>
                  <a:srgbClr val="0000CC"/>
                </a:solidFill>
                <a:latin typeface="Noto Sans Mono CJK HK"/>
                <a:cs typeface="Noto Sans Mono CJK HK"/>
              </a:rPr>
              <a:t>还是</a:t>
            </a:r>
            <a:r>
              <a:rPr sz="2400" spc="60" dirty="0">
                <a:solidFill>
                  <a:srgbClr val="0000CC"/>
                </a:solidFill>
                <a:latin typeface="Arial" panose="020B0604020202020204"/>
                <a:cs typeface="Arial" panose="020B0604020202020204"/>
              </a:rPr>
              <a:t>0</a:t>
            </a:r>
            <a:r>
              <a:rPr sz="2400" spc="45" dirty="0">
                <a:solidFill>
                  <a:srgbClr val="0000CC"/>
                </a:solidFill>
                <a:latin typeface="Noto Sans Mono CJK HK"/>
                <a:cs typeface="Noto Sans Mono CJK HK"/>
              </a:rPr>
              <a:t>，各支路的电流不</a:t>
            </a:r>
            <a:r>
              <a:rPr sz="2400" spc="-25" dirty="0">
                <a:solidFill>
                  <a:srgbClr val="0000CC"/>
                </a:solidFill>
                <a:latin typeface="Noto Sans Mono CJK HK"/>
                <a:cs typeface="Noto Sans Mono CJK HK"/>
              </a:rPr>
              <a:t>变。</a:t>
            </a:r>
            <a:endParaRPr sz="2400">
              <a:latin typeface="Noto Sans Mono CJK HK"/>
              <a:cs typeface="Noto Sans Mono CJK HK"/>
            </a:endParaRPr>
          </a:p>
        </p:txBody>
      </p:sp>
      <p:sp>
        <p:nvSpPr>
          <p:cNvPr id="121" name="object 121"/>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17</a:t>
            </a:fld>
            <a:endParaRPr spc="-25" dirty="0"/>
          </a:p>
        </p:txBody>
      </p:sp>
      <p:sp>
        <p:nvSpPr>
          <p:cNvPr id="120" name="object 120"/>
          <p:cNvSpPr txBox="1">
            <a:spLocks noGrp="1"/>
          </p:cNvSpPr>
          <p:nvPr>
            <p:ph type="title"/>
          </p:nvPr>
        </p:nvSpPr>
        <p:spPr>
          <a:xfrm>
            <a:off x="464184" y="202564"/>
            <a:ext cx="549783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2</a:t>
            </a:r>
            <a:r>
              <a:rPr spc="40" dirty="0">
                <a:latin typeface="Arial" panose="020B0604020202020204"/>
                <a:cs typeface="Arial" panose="020B0604020202020204"/>
              </a:rPr>
              <a:t>. </a:t>
            </a:r>
            <a:r>
              <a:rPr spc="-30" dirty="0"/>
              <a:t>倒</a:t>
            </a:r>
            <a:r>
              <a:rPr spc="-25" dirty="0">
                <a:latin typeface="Arial" panose="020B0604020202020204"/>
                <a:cs typeface="Arial" panose="020B0604020202020204"/>
              </a:rPr>
              <a:t>T</a:t>
            </a:r>
            <a:r>
              <a:rPr spc="-30" dirty="0"/>
              <a:t>型电阻网络</a:t>
            </a:r>
            <a:r>
              <a:rPr spc="-10" dirty="0">
                <a:latin typeface="Arial" panose="020B0604020202020204"/>
                <a:cs typeface="Arial" panose="020B0604020202020204"/>
              </a:rPr>
              <a:t>D/A</a:t>
            </a:r>
            <a:r>
              <a:rPr spc="-35" dirty="0"/>
              <a:t>转换器的原理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95400" y="4779264"/>
            <a:ext cx="7775575" cy="1823085"/>
            <a:chOff x="1295400" y="4779264"/>
            <a:chExt cx="7775575" cy="1823085"/>
          </a:xfrm>
        </p:grpSpPr>
        <p:sp>
          <p:nvSpPr>
            <p:cNvPr id="3" name="object 3"/>
            <p:cNvSpPr/>
            <p:nvPr/>
          </p:nvSpPr>
          <p:spPr>
            <a:xfrm>
              <a:off x="1295400" y="4779264"/>
              <a:ext cx="7010400" cy="1823085"/>
            </a:xfrm>
            <a:custGeom>
              <a:avLst/>
              <a:gdLst/>
              <a:ahLst/>
              <a:cxnLst/>
              <a:rect l="l" t="t" r="r" b="b"/>
              <a:pathLst>
                <a:path w="7010400" h="1823084">
                  <a:moveTo>
                    <a:pt x="7010400" y="1822704"/>
                  </a:moveTo>
                  <a:lnTo>
                    <a:pt x="0" y="1822704"/>
                  </a:lnTo>
                  <a:lnTo>
                    <a:pt x="0" y="0"/>
                  </a:lnTo>
                  <a:lnTo>
                    <a:pt x="7010400" y="0"/>
                  </a:lnTo>
                  <a:lnTo>
                    <a:pt x="7010400" y="1822704"/>
                  </a:lnTo>
                  <a:close/>
                </a:path>
              </a:pathLst>
            </a:custGeom>
            <a:solidFill>
              <a:srgbClr val="66FFFF"/>
            </a:solidFill>
          </p:spPr>
          <p:txBody>
            <a:bodyPr wrap="square" lIns="0" tIns="0" rIns="0" bIns="0" rtlCol="0"/>
            <a:lstStyle/>
            <a:p>
              <a:endParaRPr/>
            </a:p>
          </p:txBody>
        </p:sp>
        <p:sp>
          <p:nvSpPr>
            <p:cNvPr id="4" name="object 4"/>
            <p:cNvSpPr/>
            <p:nvPr/>
          </p:nvSpPr>
          <p:spPr>
            <a:xfrm>
              <a:off x="1984552" y="5250053"/>
              <a:ext cx="6249035" cy="924560"/>
            </a:xfrm>
            <a:custGeom>
              <a:avLst/>
              <a:gdLst/>
              <a:ahLst/>
              <a:cxnLst/>
              <a:rect l="l" t="t" r="r" b="b"/>
              <a:pathLst>
                <a:path w="6249034" h="924560">
                  <a:moveTo>
                    <a:pt x="24841" y="0"/>
                  </a:moveTo>
                  <a:lnTo>
                    <a:pt x="230606" y="0"/>
                  </a:lnTo>
                </a:path>
                <a:path w="6249034" h="924560">
                  <a:moveTo>
                    <a:pt x="1254137" y="0"/>
                  </a:moveTo>
                  <a:lnTo>
                    <a:pt x="1908708" y="0"/>
                  </a:lnTo>
                </a:path>
                <a:path w="6249034" h="924560">
                  <a:moveTo>
                    <a:pt x="4281271" y="0"/>
                  </a:moveTo>
                  <a:lnTo>
                    <a:pt x="4487049" y="0"/>
                  </a:lnTo>
                </a:path>
                <a:path w="6249034" h="924560">
                  <a:moveTo>
                    <a:pt x="5510580" y="0"/>
                  </a:moveTo>
                  <a:lnTo>
                    <a:pt x="6165138" y="0"/>
                  </a:lnTo>
                </a:path>
                <a:path w="6249034" h="924560">
                  <a:moveTo>
                    <a:pt x="0" y="924001"/>
                  </a:moveTo>
                  <a:lnTo>
                    <a:pt x="184480" y="924001"/>
                  </a:lnTo>
                </a:path>
                <a:path w="6249034" h="924560">
                  <a:moveTo>
                    <a:pt x="1208023" y="924001"/>
                  </a:moveTo>
                  <a:lnTo>
                    <a:pt x="1862581" y="924001"/>
                  </a:lnTo>
                </a:path>
                <a:path w="6249034" h="924560">
                  <a:moveTo>
                    <a:pt x="4231614" y="924001"/>
                  </a:moveTo>
                  <a:lnTo>
                    <a:pt x="4570425" y="924001"/>
                  </a:lnTo>
                </a:path>
                <a:path w="6249034" h="924560">
                  <a:moveTo>
                    <a:pt x="5593956" y="924001"/>
                  </a:moveTo>
                  <a:lnTo>
                    <a:pt x="6248514" y="924001"/>
                  </a:lnTo>
                </a:path>
              </a:pathLst>
            </a:custGeom>
            <a:ln w="14211">
              <a:solidFill>
                <a:srgbClr val="000000"/>
              </a:solidFill>
            </a:ln>
          </p:spPr>
          <p:txBody>
            <a:bodyPr wrap="square" lIns="0" tIns="0" rIns="0" bIns="0" rtlCol="0"/>
            <a:lstStyle/>
            <a:p>
              <a:endParaRPr/>
            </a:p>
          </p:txBody>
        </p:sp>
      </p:grpSp>
      <p:sp>
        <p:nvSpPr>
          <p:cNvPr id="5" name="object 5"/>
          <p:cNvSpPr txBox="1"/>
          <p:nvPr/>
        </p:nvSpPr>
        <p:spPr>
          <a:xfrm>
            <a:off x="6765785" y="6134023"/>
            <a:ext cx="391160" cy="264795"/>
          </a:xfrm>
          <a:prstGeom prst="rect">
            <a:avLst/>
          </a:prstGeom>
        </p:spPr>
        <p:txBody>
          <a:bodyPr vert="horz" wrap="square" lIns="0" tIns="14604" rIns="0" bIns="0" rtlCol="0">
            <a:spAutoFit/>
          </a:bodyPr>
          <a:lstStyle/>
          <a:p>
            <a:pPr marL="12700">
              <a:lnSpc>
                <a:spcPct val="100000"/>
              </a:lnSpc>
              <a:spcBef>
                <a:spcPts val="115"/>
              </a:spcBef>
            </a:pPr>
            <a:r>
              <a:rPr sz="1550" i="1" spc="-25"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6" name="object 6"/>
          <p:cNvSpPr txBox="1"/>
          <p:nvPr/>
        </p:nvSpPr>
        <p:spPr>
          <a:xfrm>
            <a:off x="2379852" y="6134023"/>
            <a:ext cx="391160" cy="264795"/>
          </a:xfrm>
          <a:prstGeom prst="rect">
            <a:avLst/>
          </a:prstGeom>
        </p:spPr>
        <p:txBody>
          <a:bodyPr vert="horz" wrap="square" lIns="0" tIns="14604" rIns="0" bIns="0" rtlCol="0">
            <a:spAutoFit/>
          </a:bodyPr>
          <a:lstStyle/>
          <a:p>
            <a:pPr marL="12700">
              <a:lnSpc>
                <a:spcPct val="100000"/>
              </a:lnSpc>
              <a:spcBef>
                <a:spcPts val="115"/>
              </a:spcBef>
            </a:pPr>
            <a:r>
              <a:rPr sz="1550" i="1" spc="-25"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7" name="object 7"/>
          <p:cNvSpPr txBox="1"/>
          <p:nvPr/>
        </p:nvSpPr>
        <p:spPr>
          <a:xfrm>
            <a:off x="6682409" y="5210022"/>
            <a:ext cx="391160" cy="264795"/>
          </a:xfrm>
          <a:prstGeom prst="rect">
            <a:avLst/>
          </a:prstGeom>
        </p:spPr>
        <p:txBody>
          <a:bodyPr vert="horz" wrap="square" lIns="0" tIns="14604" rIns="0" bIns="0" rtlCol="0">
            <a:spAutoFit/>
          </a:bodyPr>
          <a:lstStyle/>
          <a:p>
            <a:pPr marL="12700">
              <a:lnSpc>
                <a:spcPct val="100000"/>
              </a:lnSpc>
              <a:spcBef>
                <a:spcPts val="115"/>
              </a:spcBef>
            </a:pPr>
            <a:r>
              <a:rPr sz="1550" i="1" spc="-25"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8" name="object 8"/>
          <p:cNvSpPr txBox="1"/>
          <p:nvPr/>
        </p:nvSpPr>
        <p:spPr>
          <a:xfrm>
            <a:off x="2425966" y="5210022"/>
            <a:ext cx="391160" cy="264795"/>
          </a:xfrm>
          <a:prstGeom prst="rect">
            <a:avLst/>
          </a:prstGeom>
        </p:spPr>
        <p:txBody>
          <a:bodyPr vert="horz" wrap="square" lIns="0" tIns="14604" rIns="0" bIns="0" rtlCol="0">
            <a:spAutoFit/>
          </a:bodyPr>
          <a:lstStyle/>
          <a:p>
            <a:pPr marL="12700">
              <a:lnSpc>
                <a:spcPct val="100000"/>
              </a:lnSpc>
              <a:spcBef>
                <a:spcPts val="115"/>
              </a:spcBef>
            </a:pPr>
            <a:r>
              <a:rPr sz="1550" i="1" spc="-25"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9" name="object 9"/>
          <p:cNvSpPr txBox="1"/>
          <p:nvPr/>
        </p:nvSpPr>
        <p:spPr>
          <a:xfrm>
            <a:off x="7593304" y="6173380"/>
            <a:ext cx="590550" cy="435609"/>
          </a:xfrm>
          <a:prstGeom prst="rect">
            <a:avLst/>
          </a:prstGeom>
        </p:spPr>
        <p:txBody>
          <a:bodyPr vert="horz" wrap="square" lIns="0" tIns="17145" rIns="0" bIns="0" rtlCol="0">
            <a:spAutoFit/>
          </a:bodyPr>
          <a:lstStyle/>
          <a:p>
            <a:pPr marL="12700">
              <a:lnSpc>
                <a:spcPct val="100000"/>
              </a:lnSpc>
              <a:spcBef>
                <a:spcPts val="135"/>
              </a:spcBef>
            </a:pPr>
            <a:r>
              <a:rPr sz="2650" spc="25" dirty="0">
                <a:latin typeface="Times New Roman" panose="02020603050405020304"/>
                <a:cs typeface="Times New Roman" panose="02020603050405020304"/>
              </a:rPr>
              <a:t>16</a:t>
            </a:r>
            <a:r>
              <a:rPr sz="2650" i="1" spc="25" dirty="0">
                <a:latin typeface="Times New Roman" panose="02020603050405020304"/>
                <a:cs typeface="Times New Roman" panose="02020603050405020304"/>
              </a:rPr>
              <a:t>R</a:t>
            </a:r>
            <a:endParaRPr sz="2650">
              <a:latin typeface="Times New Roman" panose="02020603050405020304"/>
              <a:cs typeface="Times New Roman" panose="02020603050405020304"/>
            </a:endParaRPr>
          </a:p>
        </p:txBody>
      </p:sp>
      <p:sp>
        <p:nvSpPr>
          <p:cNvPr id="10" name="object 10"/>
          <p:cNvSpPr txBox="1"/>
          <p:nvPr/>
        </p:nvSpPr>
        <p:spPr>
          <a:xfrm>
            <a:off x="6189268" y="6173380"/>
            <a:ext cx="367030" cy="435609"/>
          </a:xfrm>
          <a:prstGeom prst="rect">
            <a:avLst/>
          </a:prstGeom>
        </p:spPr>
        <p:txBody>
          <a:bodyPr vert="horz" wrap="square" lIns="0" tIns="17145" rIns="0" bIns="0" rtlCol="0">
            <a:spAutoFit/>
          </a:bodyPr>
          <a:lstStyle/>
          <a:p>
            <a:pPr marL="12700">
              <a:lnSpc>
                <a:spcPct val="100000"/>
              </a:lnSpc>
              <a:spcBef>
                <a:spcPts val="135"/>
              </a:spcBef>
            </a:pPr>
            <a:r>
              <a:rPr sz="2650" spc="-25" dirty="0">
                <a:latin typeface="Times New Roman" panose="02020603050405020304"/>
                <a:cs typeface="Times New Roman" panose="02020603050405020304"/>
              </a:rPr>
              <a:t>16</a:t>
            </a:r>
            <a:endParaRPr sz="2650">
              <a:latin typeface="Times New Roman" panose="02020603050405020304"/>
              <a:cs typeface="Times New Roman" panose="02020603050405020304"/>
            </a:endParaRPr>
          </a:p>
        </p:txBody>
      </p:sp>
      <p:sp>
        <p:nvSpPr>
          <p:cNvPr id="11" name="object 11"/>
          <p:cNvSpPr txBox="1"/>
          <p:nvPr/>
        </p:nvSpPr>
        <p:spPr>
          <a:xfrm>
            <a:off x="3305822" y="6173380"/>
            <a:ext cx="415290" cy="435609"/>
          </a:xfrm>
          <a:prstGeom prst="rect">
            <a:avLst/>
          </a:prstGeom>
        </p:spPr>
        <p:txBody>
          <a:bodyPr vert="horz" wrap="square" lIns="0" tIns="17145" rIns="0" bIns="0" rtlCol="0">
            <a:spAutoFit/>
          </a:bodyPr>
          <a:lstStyle/>
          <a:p>
            <a:pPr marL="12700">
              <a:lnSpc>
                <a:spcPct val="100000"/>
              </a:lnSpc>
              <a:spcBef>
                <a:spcPts val="135"/>
              </a:spcBef>
            </a:pPr>
            <a:r>
              <a:rPr sz="2650" spc="25" dirty="0">
                <a:latin typeface="Times New Roman" panose="02020603050405020304"/>
                <a:cs typeface="Times New Roman" panose="02020603050405020304"/>
              </a:rPr>
              <a:t>8</a:t>
            </a:r>
            <a:r>
              <a:rPr sz="2650" i="1" spc="25" dirty="0">
                <a:latin typeface="Times New Roman" panose="02020603050405020304"/>
                <a:cs typeface="Times New Roman" panose="02020603050405020304"/>
              </a:rPr>
              <a:t>R</a:t>
            </a:r>
            <a:endParaRPr sz="2650">
              <a:latin typeface="Times New Roman" panose="02020603050405020304"/>
              <a:cs typeface="Times New Roman" panose="02020603050405020304"/>
            </a:endParaRPr>
          </a:p>
        </p:txBody>
      </p:sp>
      <p:sp>
        <p:nvSpPr>
          <p:cNvPr id="12" name="object 12"/>
          <p:cNvSpPr txBox="1"/>
          <p:nvPr/>
        </p:nvSpPr>
        <p:spPr>
          <a:xfrm>
            <a:off x="1978952" y="6173380"/>
            <a:ext cx="196215" cy="435609"/>
          </a:xfrm>
          <a:prstGeom prst="rect">
            <a:avLst/>
          </a:prstGeom>
        </p:spPr>
        <p:txBody>
          <a:bodyPr vert="horz" wrap="square" lIns="0" tIns="17145" rIns="0" bIns="0" rtlCol="0">
            <a:spAutoFit/>
          </a:bodyPr>
          <a:lstStyle/>
          <a:p>
            <a:pPr marL="12700">
              <a:lnSpc>
                <a:spcPct val="100000"/>
              </a:lnSpc>
              <a:spcBef>
                <a:spcPts val="135"/>
              </a:spcBef>
            </a:pPr>
            <a:r>
              <a:rPr sz="2650" spc="-50" dirty="0">
                <a:latin typeface="Times New Roman" panose="02020603050405020304"/>
                <a:cs typeface="Times New Roman" panose="02020603050405020304"/>
              </a:rPr>
              <a:t>8</a:t>
            </a:r>
            <a:endParaRPr sz="2650">
              <a:latin typeface="Times New Roman" panose="02020603050405020304"/>
              <a:cs typeface="Times New Roman" panose="02020603050405020304"/>
            </a:endParaRPr>
          </a:p>
        </p:txBody>
      </p:sp>
      <p:sp>
        <p:nvSpPr>
          <p:cNvPr id="13" name="object 13"/>
          <p:cNvSpPr txBox="1"/>
          <p:nvPr/>
        </p:nvSpPr>
        <p:spPr>
          <a:xfrm>
            <a:off x="6276187" y="5249379"/>
            <a:ext cx="196215" cy="435609"/>
          </a:xfrm>
          <a:prstGeom prst="rect">
            <a:avLst/>
          </a:prstGeom>
        </p:spPr>
        <p:txBody>
          <a:bodyPr vert="horz" wrap="square" lIns="0" tIns="17145" rIns="0" bIns="0" rtlCol="0">
            <a:spAutoFit/>
          </a:bodyPr>
          <a:lstStyle/>
          <a:p>
            <a:pPr marL="12700">
              <a:lnSpc>
                <a:spcPct val="100000"/>
              </a:lnSpc>
              <a:spcBef>
                <a:spcPts val="135"/>
              </a:spcBef>
            </a:pPr>
            <a:r>
              <a:rPr sz="2650" spc="-50" dirty="0">
                <a:latin typeface="Times New Roman" panose="02020603050405020304"/>
                <a:cs typeface="Times New Roman" panose="02020603050405020304"/>
              </a:rPr>
              <a:t>4</a:t>
            </a:r>
            <a:endParaRPr sz="2650">
              <a:latin typeface="Times New Roman" panose="02020603050405020304"/>
              <a:cs typeface="Times New Roman" panose="02020603050405020304"/>
            </a:endParaRPr>
          </a:p>
        </p:txBody>
      </p:sp>
      <p:sp>
        <p:nvSpPr>
          <p:cNvPr id="14" name="object 14"/>
          <p:cNvSpPr txBox="1"/>
          <p:nvPr/>
        </p:nvSpPr>
        <p:spPr>
          <a:xfrm>
            <a:off x="2019744" y="5249379"/>
            <a:ext cx="196215" cy="435609"/>
          </a:xfrm>
          <a:prstGeom prst="rect">
            <a:avLst/>
          </a:prstGeom>
        </p:spPr>
        <p:txBody>
          <a:bodyPr vert="horz" wrap="square" lIns="0" tIns="17145" rIns="0" bIns="0" rtlCol="0">
            <a:spAutoFit/>
          </a:bodyPr>
          <a:lstStyle/>
          <a:p>
            <a:pPr marL="12700">
              <a:lnSpc>
                <a:spcPct val="100000"/>
              </a:lnSpc>
              <a:spcBef>
                <a:spcPts val="135"/>
              </a:spcBef>
            </a:pPr>
            <a:r>
              <a:rPr sz="2650" spc="-50" dirty="0">
                <a:latin typeface="Times New Roman" panose="02020603050405020304"/>
                <a:cs typeface="Times New Roman" panose="02020603050405020304"/>
              </a:rPr>
              <a:t>2</a:t>
            </a:r>
            <a:endParaRPr sz="2650">
              <a:latin typeface="Times New Roman" panose="02020603050405020304"/>
              <a:cs typeface="Times New Roman" panose="02020603050405020304"/>
            </a:endParaRPr>
          </a:p>
        </p:txBody>
      </p:sp>
      <p:sp>
        <p:nvSpPr>
          <p:cNvPr id="15" name="object 15"/>
          <p:cNvSpPr txBox="1"/>
          <p:nvPr/>
        </p:nvSpPr>
        <p:spPr>
          <a:xfrm>
            <a:off x="5688152" y="6134023"/>
            <a:ext cx="125095" cy="264795"/>
          </a:xfrm>
          <a:prstGeom prst="rect">
            <a:avLst/>
          </a:prstGeom>
        </p:spPr>
        <p:txBody>
          <a:bodyPr vert="horz" wrap="square" lIns="0" tIns="14604" rIns="0" bIns="0" rtlCol="0">
            <a:spAutoFit/>
          </a:bodyPr>
          <a:lstStyle/>
          <a:p>
            <a:pPr marL="12700">
              <a:lnSpc>
                <a:spcPct val="100000"/>
              </a:lnSpc>
              <a:spcBef>
                <a:spcPts val="115"/>
              </a:spcBef>
            </a:pPr>
            <a:r>
              <a:rPr sz="1550" spc="-50" dirty="0">
                <a:latin typeface="Times New Roman" panose="02020603050405020304"/>
                <a:cs typeface="Times New Roman" panose="02020603050405020304"/>
              </a:rPr>
              <a:t>0</a:t>
            </a:r>
            <a:endParaRPr sz="1550">
              <a:latin typeface="Times New Roman" panose="02020603050405020304"/>
              <a:cs typeface="Times New Roman" panose="02020603050405020304"/>
            </a:endParaRPr>
          </a:p>
        </p:txBody>
      </p:sp>
      <p:sp>
        <p:nvSpPr>
          <p:cNvPr id="16" name="object 16"/>
          <p:cNvSpPr txBox="1"/>
          <p:nvPr/>
        </p:nvSpPr>
        <p:spPr>
          <a:xfrm>
            <a:off x="1471625" y="6134023"/>
            <a:ext cx="125095" cy="264795"/>
          </a:xfrm>
          <a:prstGeom prst="rect">
            <a:avLst/>
          </a:prstGeom>
        </p:spPr>
        <p:txBody>
          <a:bodyPr vert="horz" wrap="square" lIns="0" tIns="14604" rIns="0" bIns="0" rtlCol="0">
            <a:spAutoFit/>
          </a:bodyPr>
          <a:lstStyle/>
          <a:p>
            <a:pPr marL="12700">
              <a:lnSpc>
                <a:spcPct val="100000"/>
              </a:lnSpc>
              <a:spcBef>
                <a:spcPts val="115"/>
              </a:spcBef>
            </a:pPr>
            <a:r>
              <a:rPr sz="1550" spc="-50" dirty="0">
                <a:latin typeface="Times New Roman" panose="02020603050405020304"/>
                <a:cs typeface="Times New Roman" panose="02020603050405020304"/>
              </a:rPr>
              <a:t>1</a:t>
            </a:r>
            <a:endParaRPr sz="1550">
              <a:latin typeface="Times New Roman" panose="02020603050405020304"/>
              <a:cs typeface="Times New Roman" panose="02020603050405020304"/>
            </a:endParaRPr>
          </a:p>
        </p:txBody>
      </p:sp>
      <p:sp>
        <p:nvSpPr>
          <p:cNvPr id="17" name="object 17"/>
          <p:cNvSpPr txBox="1"/>
          <p:nvPr/>
        </p:nvSpPr>
        <p:spPr>
          <a:xfrm>
            <a:off x="5737821" y="5210022"/>
            <a:ext cx="125095" cy="264795"/>
          </a:xfrm>
          <a:prstGeom prst="rect">
            <a:avLst/>
          </a:prstGeom>
        </p:spPr>
        <p:txBody>
          <a:bodyPr vert="horz" wrap="square" lIns="0" tIns="14604" rIns="0" bIns="0" rtlCol="0">
            <a:spAutoFit/>
          </a:bodyPr>
          <a:lstStyle/>
          <a:p>
            <a:pPr marL="12700">
              <a:lnSpc>
                <a:spcPct val="100000"/>
              </a:lnSpc>
              <a:spcBef>
                <a:spcPts val="115"/>
              </a:spcBef>
            </a:pPr>
            <a:r>
              <a:rPr sz="1550" spc="-50" dirty="0">
                <a:latin typeface="Times New Roman" panose="02020603050405020304"/>
                <a:cs typeface="Times New Roman" panose="02020603050405020304"/>
              </a:rPr>
              <a:t>2</a:t>
            </a:r>
            <a:endParaRPr sz="1550">
              <a:latin typeface="Times New Roman" panose="02020603050405020304"/>
              <a:cs typeface="Times New Roman" panose="02020603050405020304"/>
            </a:endParaRPr>
          </a:p>
        </p:txBody>
      </p:sp>
      <p:sp>
        <p:nvSpPr>
          <p:cNvPr id="18" name="object 18"/>
          <p:cNvSpPr txBox="1"/>
          <p:nvPr/>
        </p:nvSpPr>
        <p:spPr>
          <a:xfrm>
            <a:off x="1487589" y="5210022"/>
            <a:ext cx="125095" cy="264795"/>
          </a:xfrm>
          <a:prstGeom prst="rect">
            <a:avLst/>
          </a:prstGeom>
        </p:spPr>
        <p:txBody>
          <a:bodyPr vert="horz" wrap="square" lIns="0" tIns="14604" rIns="0" bIns="0" rtlCol="0">
            <a:spAutoFit/>
          </a:bodyPr>
          <a:lstStyle/>
          <a:p>
            <a:pPr marL="12700">
              <a:lnSpc>
                <a:spcPct val="100000"/>
              </a:lnSpc>
              <a:spcBef>
                <a:spcPts val="115"/>
              </a:spcBef>
            </a:pPr>
            <a:r>
              <a:rPr sz="1550" spc="-50" dirty="0">
                <a:latin typeface="Times New Roman" panose="02020603050405020304"/>
                <a:cs typeface="Times New Roman" panose="02020603050405020304"/>
              </a:rPr>
              <a:t>3</a:t>
            </a:r>
            <a:endParaRPr sz="1550">
              <a:latin typeface="Times New Roman" panose="02020603050405020304"/>
              <a:cs typeface="Times New Roman" panose="02020603050405020304"/>
            </a:endParaRPr>
          </a:p>
        </p:txBody>
      </p:sp>
      <p:sp>
        <p:nvSpPr>
          <p:cNvPr id="19" name="object 19"/>
          <p:cNvSpPr txBox="1"/>
          <p:nvPr/>
        </p:nvSpPr>
        <p:spPr>
          <a:xfrm>
            <a:off x="7258354" y="5140947"/>
            <a:ext cx="932815" cy="1061720"/>
          </a:xfrm>
          <a:prstGeom prst="rect">
            <a:avLst/>
          </a:prstGeom>
        </p:spPr>
        <p:txBody>
          <a:bodyPr vert="horz" wrap="square" lIns="0" tIns="125730" rIns="0" bIns="0" rtlCol="0">
            <a:spAutoFit/>
          </a:bodyPr>
          <a:lstStyle/>
          <a:p>
            <a:pPr marL="367665">
              <a:lnSpc>
                <a:spcPct val="100000"/>
              </a:lnSpc>
              <a:spcBef>
                <a:spcPts val="990"/>
              </a:spcBef>
            </a:pPr>
            <a:r>
              <a:rPr sz="2650" spc="45" dirty="0">
                <a:latin typeface="Times New Roman" panose="02020603050405020304"/>
                <a:cs typeface="Times New Roman" panose="02020603050405020304"/>
              </a:rPr>
              <a:t>4</a:t>
            </a:r>
            <a:r>
              <a:rPr sz="2650" i="1" spc="45" dirty="0">
                <a:latin typeface="Times New Roman" panose="02020603050405020304"/>
                <a:cs typeface="Times New Roman" panose="02020603050405020304"/>
              </a:rPr>
              <a:t>R</a:t>
            </a:r>
            <a:endParaRPr sz="2650">
              <a:latin typeface="Times New Roman" panose="02020603050405020304"/>
              <a:cs typeface="Times New Roman" panose="02020603050405020304"/>
            </a:endParaRPr>
          </a:p>
          <a:p>
            <a:pPr marL="38100">
              <a:lnSpc>
                <a:spcPct val="100000"/>
              </a:lnSpc>
              <a:spcBef>
                <a:spcPts val="900"/>
              </a:spcBef>
            </a:pPr>
            <a:r>
              <a:rPr sz="3975" baseline="-23000" dirty="0">
                <a:latin typeface="Symbol" panose="05050102010706020507"/>
                <a:cs typeface="Symbol" panose="05050102010706020507"/>
              </a:rPr>
              <a:t></a:t>
            </a:r>
            <a:r>
              <a:rPr sz="3975" spc="22" baseline="-23000" dirty="0">
                <a:latin typeface="Times New Roman" panose="02020603050405020304"/>
                <a:cs typeface="Times New Roman" panose="02020603050405020304"/>
              </a:rPr>
              <a:t> </a:t>
            </a:r>
            <a:r>
              <a:rPr sz="3975" i="1" spc="-30" baseline="14000" dirty="0">
                <a:latin typeface="Times New Roman" panose="02020603050405020304"/>
                <a:cs typeface="Times New Roman" panose="02020603050405020304"/>
              </a:rPr>
              <a:t>V</a:t>
            </a:r>
            <a:r>
              <a:rPr sz="1550" i="1" spc="-20"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20" name="object 20"/>
          <p:cNvSpPr txBox="1"/>
          <p:nvPr/>
        </p:nvSpPr>
        <p:spPr>
          <a:xfrm>
            <a:off x="5517286" y="5906325"/>
            <a:ext cx="1259205" cy="435609"/>
          </a:xfrm>
          <a:prstGeom prst="rect">
            <a:avLst/>
          </a:prstGeom>
        </p:spPr>
        <p:txBody>
          <a:bodyPr vert="horz" wrap="square" lIns="0" tIns="17145" rIns="0" bIns="0" rtlCol="0">
            <a:spAutoFit/>
          </a:bodyPr>
          <a:lstStyle/>
          <a:p>
            <a:pPr marL="38100">
              <a:lnSpc>
                <a:spcPct val="100000"/>
              </a:lnSpc>
              <a:spcBef>
                <a:spcPts val="135"/>
              </a:spcBef>
              <a:tabLst>
                <a:tab pos="415925" algn="l"/>
                <a:tab pos="782955" algn="l"/>
                <a:tab pos="1106805" algn="l"/>
              </a:tabLst>
            </a:pPr>
            <a:r>
              <a:rPr sz="2650" i="1" spc="-50" dirty="0">
                <a:latin typeface="Times New Roman" panose="02020603050405020304"/>
                <a:cs typeface="Times New Roman" panose="02020603050405020304"/>
              </a:rPr>
              <a:t>I</a:t>
            </a:r>
            <a:r>
              <a:rPr sz="2650" i="1" dirty="0">
                <a:latin typeface="Times New Roman" panose="02020603050405020304"/>
                <a:cs typeface="Times New Roman" panose="02020603050405020304"/>
              </a:rPr>
              <a:t>	</a:t>
            </a:r>
            <a:r>
              <a:rPr sz="2650" spc="-50" dirty="0">
                <a:latin typeface="Symbol" panose="05050102010706020507"/>
                <a:cs typeface="Symbol" panose="05050102010706020507"/>
              </a:rPr>
              <a:t></a:t>
            </a:r>
            <a:r>
              <a:rPr sz="2650" dirty="0">
                <a:latin typeface="Times New Roman" panose="02020603050405020304"/>
                <a:cs typeface="Times New Roman" panose="02020603050405020304"/>
              </a:rPr>
              <a:t>	</a:t>
            </a:r>
            <a:r>
              <a:rPr sz="3975" spc="-75" baseline="36000" dirty="0">
                <a:latin typeface="Times New Roman" panose="02020603050405020304"/>
                <a:cs typeface="Times New Roman" panose="02020603050405020304"/>
              </a:rPr>
              <a:t>1</a:t>
            </a:r>
            <a:r>
              <a:rPr sz="3975" baseline="36000" dirty="0">
                <a:latin typeface="Times New Roman" panose="02020603050405020304"/>
                <a:cs typeface="Times New Roman" panose="02020603050405020304"/>
              </a:rPr>
              <a:t>	</a:t>
            </a:r>
            <a:r>
              <a:rPr sz="2650" i="1" spc="-50" dirty="0">
                <a:latin typeface="Times New Roman" panose="02020603050405020304"/>
                <a:cs typeface="Times New Roman" panose="02020603050405020304"/>
              </a:rPr>
              <a:t>I</a:t>
            </a:r>
            <a:endParaRPr sz="2650">
              <a:latin typeface="Times New Roman" panose="02020603050405020304"/>
              <a:cs typeface="Times New Roman" panose="02020603050405020304"/>
            </a:endParaRPr>
          </a:p>
        </p:txBody>
      </p:sp>
      <p:sp>
        <p:nvSpPr>
          <p:cNvPr id="21" name="object 21"/>
          <p:cNvSpPr txBox="1"/>
          <p:nvPr/>
        </p:nvSpPr>
        <p:spPr>
          <a:xfrm>
            <a:off x="2872422" y="5140947"/>
            <a:ext cx="932815" cy="1061720"/>
          </a:xfrm>
          <a:prstGeom prst="rect">
            <a:avLst/>
          </a:prstGeom>
        </p:spPr>
        <p:txBody>
          <a:bodyPr vert="horz" wrap="square" lIns="0" tIns="125730" rIns="0" bIns="0" rtlCol="0">
            <a:spAutoFit/>
          </a:bodyPr>
          <a:lstStyle/>
          <a:p>
            <a:pPr marL="497205">
              <a:lnSpc>
                <a:spcPct val="100000"/>
              </a:lnSpc>
              <a:spcBef>
                <a:spcPts val="990"/>
              </a:spcBef>
            </a:pPr>
            <a:r>
              <a:rPr sz="2650" spc="45" dirty="0">
                <a:latin typeface="Times New Roman" panose="02020603050405020304"/>
                <a:cs typeface="Times New Roman" panose="02020603050405020304"/>
              </a:rPr>
              <a:t>2</a:t>
            </a:r>
            <a:r>
              <a:rPr sz="2650" i="1" spc="45" dirty="0">
                <a:latin typeface="Times New Roman" panose="02020603050405020304"/>
                <a:cs typeface="Times New Roman" panose="02020603050405020304"/>
              </a:rPr>
              <a:t>R</a:t>
            </a:r>
            <a:endParaRPr sz="2650">
              <a:latin typeface="Times New Roman" panose="02020603050405020304"/>
              <a:cs typeface="Times New Roman" panose="02020603050405020304"/>
            </a:endParaRPr>
          </a:p>
          <a:p>
            <a:pPr marL="38100">
              <a:lnSpc>
                <a:spcPct val="100000"/>
              </a:lnSpc>
              <a:spcBef>
                <a:spcPts val="900"/>
              </a:spcBef>
            </a:pPr>
            <a:r>
              <a:rPr sz="3975" baseline="-23000" dirty="0">
                <a:latin typeface="Symbol" panose="05050102010706020507"/>
                <a:cs typeface="Symbol" panose="05050102010706020507"/>
              </a:rPr>
              <a:t></a:t>
            </a:r>
            <a:r>
              <a:rPr sz="3975" spc="22" baseline="-23000" dirty="0">
                <a:latin typeface="Times New Roman" panose="02020603050405020304"/>
                <a:cs typeface="Times New Roman" panose="02020603050405020304"/>
              </a:rPr>
              <a:t> </a:t>
            </a:r>
            <a:r>
              <a:rPr sz="3975" i="1" spc="-30" baseline="14000" dirty="0">
                <a:latin typeface="Times New Roman" panose="02020603050405020304"/>
                <a:cs typeface="Times New Roman" panose="02020603050405020304"/>
              </a:rPr>
              <a:t>V</a:t>
            </a:r>
            <a:r>
              <a:rPr sz="1550" i="1" spc="-20"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22" name="object 22"/>
          <p:cNvSpPr txBox="1"/>
          <p:nvPr/>
        </p:nvSpPr>
        <p:spPr>
          <a:xfrm>
            <a:off x="1319390" y="5906325"/>
            <a:ext cx="1070610" cy="435609"/>
          </a:xfrm>
          <a:prstGeom prst="rect">
            <a:avLst/>
          </a:prstGeom>
        </p:spPr>
        <p:txBody>
          <a:bodyPr vert="horz" wrap="square" lIns="0" tIns="17145" rIns="0" bIns="0" rtlCol="0">
            <a:spAutoFit/>
          </a:bodyPr>
          <a:lstStyle/>
          <a:p>
            <a:pPr marL="38100">
              <a:lnSpc>
                <a:spcPct val="100000"/>
              </a:lnSpc>
              <a:spcBef>
                <a:spcPts val="135"/>
              </a:spcBef>
              <a:tabLst>
                <a:tab pos="382905" algn="l"/>
              </a:tabLst>
            </a:pPr>
            <a:r>
              <a:rPr sz="2650" i="1" spc="-50" dirty="0">
                <a:latin typeface="Times New Roman" panose="02020603050405020304"/>
                <a:cs typeface="Times New Roman" panose="02020603050405020304"/>
              </a:rPr>
              <a:t>I</a:t>
            </a:r>
            <a:r>
              <a:rPr sz="2650" i="1" dirty="0">
                <a:latin typeface="Times New Roman" panose="02020603050405020304"/>
                <a:cs typeface="Times New Roman" panose="02020603050405020304"/>
              </a:rPr>
              <a:t>	</a:t>
            </a:r>
            <a:r>
              <a:rPr sz="2650" dirty="0">
                <a:latin typeface="Symbol" panose="05050102010706020507"/>
                <a:cs typeface="Symbol" panose="05050102010706020507"/>
              </a:rPr>
              <a:t></a:t>
            </a:r>
            <a:r>
              <a:rPr sz="2650" spc="150" dirty="0">
                <a:latin typeface="Times New Roman" panose="02020603050405020304"/>
                <a:cs typeface="Times New Roman" panose="02020603050405020304"/>
              </a:rPr>
              <a:t> </a:t>
            </a:r>
            <a:r>
              <a:rPr sz="3975" baseline="36000" dirty="0">
                <a:latin typeface="Times New Roman" panose="02020603050405020304"/>
                <a:cs typeface="Times New Roman" panose="02020603050405020304"/>
              </a:rPr>
              <a:t>1</a:t>
            </a:r>
            <a:r>
              <a:rPr sz="3975" spc="-82" baseline="36000" dirty="0">
                <a:latin typeface="Times New Roman" panose="02020603050405020304"/>
                <a:cs typeface="Times New Roman" panose="02020603050405020304"/>
              </a:rPr>
              <a:t> </a:t>
            </a:r>
            <a:r>
              <a:rPr sz="2650" i="1" spc="-50" dirty="0">
                <a:latin typeface="Times New Roman" panose="02020603050405020304"/>
                <a:cs typeface="Times New Roman" panose="02020603050405020304"/>
              </a:rPr>
              <a:t>I</a:t>
            </a:r>
            <a:endParaRPr sz="2650">
              <a:latin typeface="Times New Roman" panose="02020603050405020304"/>
              <a:cs typeface="Times New Roman" panose="02020603050405020304"/>
            </a:endParaRPr>
          </a:p>
        </p:txBody>
      </p:sp>
      <p:sp>
        <p:nvSpPr>
          <p:cNvPr id="23" name="object 23"/>
          <p:cNvSpPr txBox="1"/>
          <p:nvPr/>
        </p:nvSpPr>
        <p:spPr>
          <a:xfrm>
            <a:off x="7174979" y="4843462"/>
            <a:ext cx="932815" cy="435609"/>
          </a:xfrm>
          <a:prstGeom prst="rect">
            <a:avLst/>
          </a:prstGeom>
        </p:spPr>
        <p:txBody>
          <a:bodyPr vert="horz" wrap="square" lIns="0" tIns="17145" rIns="0" bIns="0" rtlCol="0">
            <a:spAutoFit/>
          </a:bodyPr>
          <a:lstStyle/>
          <a:p>
            <a:pPr marL="38100">
              <a:lnSpc>
                <a:spcPct val="100000"/>
              </a:lnSpc>
              <a:spcBef>
                <a:spcPts val="135"/>
              </a:spcBef>
            </a:pPr>
            <a:r>
              <a:rPr sz="3975" baseline="-23000" dirty="0">
                <a:latin typeface="Symbol" panose="05050102010706020507"/>
                <a:cs typeface="Symbol" panose="05050102010706020507"/>
              </a:rPr>
              <a:t></a:t>
            </a:r>
            <a:r>
              <a:rPr sz="3975" spc="22" baseline="-23000" dirty="0">
                <a:latin typeface="Times New Roman" panose="02020603050405020304"/>
                <a:cs typeface="Times New Roman" panose="02020603050405020304"/>
              </a:rPr>
              <a:t> </a:t>
            </a:r>
            <a:r>
              <a:rPr sz="3975" i="1" spc="-30" baseline="14000" dirty="0">
                <a:latin typeface="Times New Roman" panose="02020603050405020304"/>
                <a:cs typeface="Times New Roman" panose="02020603050405020304"/>
              </a:rPr>
              <a:t>V</a:t>
            </a:r>
            <a:r>
              <a:rPr sz="1550" i="1" spc="-20"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24" name="object 24"/>
          <p:cNvSpPr txBox="1"/>
          <p:nvPr/>
        </p:nvSpPr>
        <p:spPr>
          <a:xfrm>
            <a:off x="5563412" y="4982324"/>
            <a:ext cx="1129665" cy="435609"/>
          </a:xfrm>
          <a:prstGeom prst="rect">
            <a:avLst/>
          </a:prstGeom>
        </p:spPr>
        <p:txBody>
          <a:bodyPr vert="horz" wrap="square" lIns="0" tIns="17145" rIns="0" bIns="0" rtlCol="0">
            <a:spAutoFit/>
          </a:bodyPr>
          <a:lstStyle/>
          <a:p>
            <a:pPr marL="38100">
              <a:lnSpc>
                <a:spcPct val="100000"/>
              </a:lnSpc>
              <a:spcBef>
                <a:spcPts val="135"/>
              </a:spcBef>
              <a:tabLst>
                <a:tab pos="419100" algn="l"/>
              </a:tabLst>
            </a:pPr>
            <a:r>
              <a:rPr sz="2650" i="1" spc="-50" dirty="0">
                <a:latin typeface="Times New Roman" panose="02020603050405020304"/>
                <a:cs typeface="Times New Roman" panose="02020603050405020304"/>
              </a:rPr>
              <a:t>I</a:t>
            </a:r>
            <a:r>
              <a:rPr sz="2650" i="1" dirty="0">
                <a:latin typeface="Times New Roman" panose="02020603050405020304"/>
                <a:cs typeface="Times New Roman" panose="02020603050405020304"/>
              </a:rPr>
              <a:t>	</a:t>
            </a:r>
            <a:r>
              <a:rPr sz="2650" dirty="0">
                <a:latin typeface="Symbol" panose="05050102010706020507"/>
                <a:cs typeface="Symbol" panose="05050102010706020507"/>
              </a:rPr>
              <a:t></a:t>
            </a:r>
            <a:r>
              <a:rPr sz="2650" spc="225" dirty="0">
                <a:latin typeface="Times New Roman" panose="02020603050405020304"/>
                <a:cs typeface="Times New Roman" panose="02020603050405020304"/>
              </a:rPr>
              <a:t> </a:t>
            </a:r>
            <a:r>
              <a:rPr sz="3975" baseline="36000" dirty="0">
                <a:latin typeface="Times New Roman" panose="02020603050405020304"/>
                <a:cs typeface="Times New Roman" panose="02020603050405020304"/>
              </a:rPr>
              <a:t>1</a:t>
            </a:r>
            <a:r>
              <a:rPr sz="3975" spc="44" baseline="36000" dirty="0">
                <a:latin typeface="Times New Roman" panose="02020603050405020304"/>
                <a:cs typeface="Times New Roman" panose="02020603050405020304"/>
              </a:rPr>
              <a:t> </a:t>
            </a:r>
            <a:r>
              <a:rPr sz="2650" i="1" spc="-50" dirty="0">
                <a:latin typeface="Times New Roman" panose="02020603050405020304"/>
                <a:cs typeface="Times New Roman" panose="02020603050405020304"/>
              </a:rPr>
              <a:t>I</a:t>
            </a:r>
            <a:endParaRPr sz="2650">
              <a:latin typeface="Times New Roman" panose="02020603050405020304"/>
              <a:cs typeface="Times New Roman" panose="02020603050405020304"/>
            </a:endParaRPr>
          </a:p>
        </p:txBody>
      </p:sp>
      <p:sp>
        <p:nvSpPr>
          <p:cNvPr id="25" name="object 25"/>
          <p:cNvSpPr txBox="1"/>
          <p:nvPr/>
        </p:nvSpPr>
        <p:spPr>
          <a:xfrm>
            <a:off x="2918548" y="4843462"/>
            <a:ext cx="932815" cy="435609"/>
          </a:xfrm>
          <a:prstGeom prst="rect">
            <a:avLst/>
          </a:prstGeom>
        </p:spPr>
        <p:txBody>
          <a:bodyPr vert="horz" wrap="square" lIns="0" tIns="17145" rIns="0" bIns="0" rtlCol="0">
            <a:spAutoFit/>
          </a:bodyPr>
          <a:lstStyle/>
          <a:p>
            <a:pPr marL="38100">
              <a:lnSpc>
                <a:spcPct val="100000"/>
              </a:lnSpc>
              <a:spcBef>
                <a:spcPts val="135"/>
              </a:spcBef>
            </a:pPr>
            <a:r>
              <a:rPr sz="3975" baseline="-23000" dirty="0">
                <a:latin typeface="Symbol" panose="05050102010706020507"/>
                <a:cs typeface="Symbol" panose="05050102010706020507"/>
              </a:rPr>
              <a:t></a:t>
            </a:r>
            <a:r>
              <a:rPr sz="3975" spc="22" baseline="-23000" dirty="0">
                <a:latin typeface="Times New Roman" panose="02020603050405020304"/>
                <a:cs typeface="Times New Roman" panose="02020603050405020304"/>
              </a:rPr>
              <a:t> </a:t>
            </a:r>
            <a:r>
              <a:rPr sz="3975" i="1" spc="-30" baseline="14000" dirty="0">
                <a:latin typeface="Times New Roman" panose="02020603050405020304"/>
                <a:cs typeface="Times New Roman" panose="02020603050405020304"/>
              </a:rPr>
              <a:t>V</a:t>
            </a:r>
            <a:r>
              <a:rPr sz="1550" i="1" spc="-20"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26" name="object 26"/>
          <p:cNvSpPr txBox="1"/>
          <p:nvPr/>
        </p:nvSpPr>
        <p:spPr>
          <a:xfrm>
            <a:off x="1319390" y="4982324"/>
            <a:ext cx="1116965" cy="435609"/>
          </a:xfrm>
          <a:prstGeom prst="rect">
            <a:avLst/>
          </a:prstGeom>
        </p:spPr>
        <p:txBody>
          <a:bodyPr vert="horz" wrap="square" lIns="0" tIns="17145" rIns="0" bIns="0" rtlCol="0">
            <a:spAutoFit/>
          </a:bodyPr>
          <a:lstStyle/>
          <a:p>
            <a:pPr marL="38100">
              <a:lnSpc>
                <a:spcPct val="100000"/>
              </a:lnSpc>
              <a:spcBef>
                <a:spcPts val="135"/>
              </a:spcBef>
              <a:tabLst>
                <a:tab pos="407670" algn="l"/>
              </a:tabLst>
            </a:pPr>
            <a:r>
              <a:rPr sz="2650" i="1" spc="-50" dirty="0">
                <a:latin typeface="Times New Roman" panose="02020603050405020304"/>
                <a:cs typeface="Times New Roman" panose="02020603050405020304"/>
              </a:rPr>
              <a:t>I</a:t>
            </a:r>
            <a:r>
              <a:rPr sz="2650" i="1" dirty="0">
                <a:latin typeface="Times New Roman" panose="02020603050405020304"/>
                <a:cs typeface="Times New Roman" panose="02020603050405020304"/>
              </a:rPr>
              <a:t>	</a:t>
            </a:r>
            <a:r>
              <a:rPr sz="2650" dirty="0">
                <a:latin typeface="Symbol" panose="05050102010706020507"/>
                <a:cs typeface="Symbol" panose="05050102010706020507"/>
              </a:rPr>
              <a:t></a:t>
            </a:r>
            <a:r>
              <a:rPr sz="2650" spc="225" dirty="0">
                <a:latin typeface="Times New Roman" panose="02020603050405020304"/>
                <a:cs typeface="Times New Roman" panose="02020603050405020304"/>
              </a:rPr>
              <a:t> </a:t>
            </a:r>
            <a:r>
              <a:rPr sz="3975" baseline="36000" dirty="0">
                <a:latin typeface="Times New Roman" panose="02020603050405020304"/>
                <a:cs typeface="Times New Roman" panose="02020603050405020304"/>
              </a:rPr>
              <a:t>1</a:t>
            </a:r>
            <a:r>
              <a:rPr sz="3975" spc="44" baseline="36000" dirty="0">
                <a:latin typeface="Times New Roman" panose="02020603050405020304"/>
                <a:cs typeface="Times New Roman" panose="02020603050405020304"/>
              </a:rPr>
              <a:t> </a:t>
            </a:r>
            <a:r>
              <a:rPr sz="2650" i="1" spc="-50" dirty="0">
                <a:latin typeface="Times New Roman" panose="02020603050405020304"/>
                <a:cs typeface="Times New Roman" panose="02020603050405020304"/>
              </a:rPr>
              <a:t>I</a:t>
            </a:r>
            <a:endParaRPr sz="2650">
              <a:latin typeface="Times New Roman" panose="02020603050405020304"/>
              <a:cs typeface="Times New Roman" panose="02020603050405020304"/>
            </a:endParaRPr>
          </a:p>
        </p:txBody>
      </p:sp>
      <p:sp>
        <p:nvSpPr>
          <p:cNvPr id="27" name="object 27"/>
          <p:cNvSpPr/>
          <p:nvPr/>
        </p:nvSpPr>
        <p:spPr>
          <a:xfrm>
            <a:off x="1285875" y="4769739"/>
            <a:ext cx="7029450" cy="1842135"/>
          </a:xfrm>
          <a:custGeom>
            <a:avLst/>
            <a:gdLst/>
            <a:ahLst/>
            <a:cxnLst/>
            <a:rect l="l" t="t" r="r" b="b"/>
            <a:pathLst>
              <a:path w="7029450" h="1842134">
                <a:moveTo>
                  <a:pt x="7029450" y="1841754"/>
                </a:moveTo>
                <a:lnTo>
                  <a:pt x="0" y="1841754"/>
                </a:lnTo>
                <a:lnTo>
                  <a:pt x="0" y="0"/>
                </a:lnTo>
                <a:lnTo>
                  <a:pt x="7029450" y="0"/>
                </a:lnTo>
                <a:lnTo>
                  <a:pt x="7029450" y="4762"/>
                </a:lnTo>
                <a:lnTo>
                  <a:pt x="9525" y="4762"/>
                </a:lnTo>
                <a:lnTo>
                  <a:pt x="4762" y="9525"/>
                </a:lnTo>
                <a:lnTo>
                  <a:pt x="9525" y="9525"/>
                </a:lnTo>
                <a:lnTo>
                  <a:pt x="9525" y="1832229"/>
                </a:lnTo>
                <a:lnTo>
                  <a:pt x="4762" y="1832229"/>
                </a:lnTo>
                <a:lnTo>
                  <a:pt x="9525" y="1836991"/>
                </a:lnTo>
                <a:lnTo>
                  <a:pt x="7029450" y="1836991"/>
                </a:lnTo>
                <a:lnTo>
                  <a:pt x="7029450" y="1841754"/>
                </a:lnTo>
                <a:close/>
              </a:path>
              <a:path w="7029450" h="1842134">
                <a:moveTo>
                  <a:pt x="9525" y="9525"/>
                </a:moveTo>
                <a:lnTo>
                  <a:pt x="4762" y="9525"/>
                </a:lnTo>
                <a:lnTo>
                  <a:pt x="9525" y="4762"/>
                </a:lnTo>
                <a:lnTo>
                  <a:pt x="9525" y="9525"/>
                </a:lnTo>
                <a:close/>
              </a:path>
              <a:path w="7029450" h="1842134">
                <a:moveTo>
                  <a:pt x="7019925" y="9525"/>
                </a:moveTo>
                <a:lnTo>
                  <a:pt x="9525" y="9525"/>
                </a:lnTo>
                <a:lnTo>
                  <a:pt x="9525" y="4762"/>
                </a:lnTo>
                <a:lnTo>
                  <a:pt x="7019925" y="4762"/>
                </a:lnTo>
                <a:lnTo>
                  <a:pt x="7019925" y="9525"/>
                </a:lnTo>
                <a:close/>
              </a:path>
              <a:path w="7029450" h="1842134">
                <a:moveTo>
                  <a:pt x="7019925" y="1836991"/>
                </a:moveTo>
                <a:lnTo>
                  <a:pt x="7019925" y="4762"/>
                </a:lnTo>
                <a:lnTo>
                  <a:pt x="7024687" y="9525"/>
                </a:lnTo>
                <a:lnTo>
                  <a:pt x="7029450" y="9525"/>
                </a:lnTo>
                <a:lnTo>
                  <a:pt x="7029450" y="1832229"/>
                </a:lnTo>
                <a:lnTo>
                  <a:pt x="7024687" y="1832229"/>
                </a:lnTo>
                <a:lnTo>
                  <a:pt x="7019925" y="1836991"/>
                </a:lnTo>
                <a:close/>
              </a:path>
              <a:path w="7029450" h="1842134">
                <a:moveTo>
                  <a:pt x="7029450" y="9525"/>
                </a:moveTo>
                <a:lnTo>
                  <a:pt x="7024687" y="9525"/>
                </a:lnTo>
                <a:lnTo>
                  <a:pt x="7019925" y="4762"/>
                </a:lnTo>
                <a:lnTo>
                  <a:pt x="7029450" y="4762"/>
                </a:lnTo>
                <a:lnTo>
                  <a:pt x="7029450" y="9525"/>
                </a:lnTo>
                <a:close/>
              </a:path>
              <a:path w="7029450" h="1842134">
                <a:moveTo>
                  <a:pt x="9525" y="1836991"/>
                </a:moveTo>
                <a:lnTo>
                  <a:pt x="4762" y="1832229"/>
                </a:lnTo>
                <a:lnTo>
                  <a:pt x="9525" y="1832229"/>
                </a:lnTo>
                <a:lnTo>
                  <a:pt x="9525" y="1836991"/>
                </a:lnTo>
                <a:close/>
              </a:path>
              <a:path w="7029450" h="1842134">
                <a:moveTo>
                  <a:pt x="7019925" y="1836991"/>
                </a:moveTo>
                <a:lnTo>
                  <a:pt x="9525" y="1836991"/>
                </a:lnTo>
                <a:lnTo>
                  <a:pt x="9525" y="1832229"/>
                </a:lnTo>
                <a:lnTo>
                  <a:pt x="7019925" y="1832229"/>
                </a:lnTo>
                <a:lnTo>
                  <a:pt x="7019925" y="1836991"/>
                </a:lnTo>
                <a:close/>
              </a:path>
              <a:path w="7029450" h="1842134">
                <a:moveTo>
                  <a:pt x="7029450" y="1836991"/>
                </a:moveTo>
                <a:lnTo>
                  <a:pt x="7019925" y="1836991"/>
                </a:lnTo>
                <a:lnTo>
                  <a:pt x="7024687" y="1832229"/>
                </a:lnTo>
                <a:lnTo>
                  <a:pt x="7029450" y="1832229"/>
                </a:lnTo>
                <a:lnTo>
                  <a:pt x="7029450" y="1836991"/>
                </a:lnTo>
                <a:close/>
              </a:path>
            </a:pathLst>
          </a:custGeom>
          <a:solidFill>
            <a:srgbClr val="FF6600"/>
          </a:solidFill>
        </p:spPr>
        <p:txBody>
          <a:bodyPr wrap="square" lIns="0" tIns="0" rIns="0" bIns="0" rtlCol="0"/>
          <a:lstStyle/>
          <a:p>
            <a:endParaRPr/>
          </a:p>
        </p:txBody>
      </p:sp>
      <p:grpSp>
        <p:nvGrpSpPr>
          <p:cNvPr id="28" name="object 28"/>
          <p:cNvGrpSpPr/>
          <p:nvPr/>
        </p:nvGrpSpPr>
        <p:grpSpPr>
          <a:xfrm>
            <a:off x="304800" y="228600"/>
            <a:ext cx="8534400" cy="3328670"/>
            <a:chOff x="304800" y="228600"/>
            <a:chExt cx="8534400" cy="3328670"/>
          </a:xfrm>
        </p:grpSpPr>
        <p:sp>
          <p:nvSpPr>
            <p:cNvPr id="29" name="object 29"/>
            <p:cNvSpPr/>
            <p:nvPr/>
          </p:nvSpPr>
          <p:spPr>
            <a:xfrm>
              <a:off x="304800" y="228600"/>
              <a:ext cx="8534400" cy="3328670"/>
            </a:xfrm>
            <a:custGeom>
              <a:avLst/>
              <a:gdLst/>
              <a:ahLst/>
              <a:cxnLst/>
              <a:rect l="l" t="t" r="r" b="b"/>
              <a:pathLst>
                <a:path w="8534400" h="3328670">
                  <a:moveTo>
                    <a:pt x="8534400" y="3328416"/>
                  </a:moveTo>
                  <a:lnTo>
                    <a:pt x="0" y="3328416"/>
                  </a:lnTo>
                  <a:lnTo>
                    <a:pt x="0" y="0"/>
                  </a:lnTo>
                  <a:lnTo>
                    <a:pt x="8534400" y="0"/>
                  </a:lnTo>
                  <a:lnTo>
                    <a:pt x="8534400" y="3328416"/>
                  </a:lnTo>
                  <a:close/>
                </a:path>
              </a:pathLst>
            </a:custGeom>
            <a:solidFill>
              <a:srgbClr val="F8F8F8"/>
            </a:solidFill>
          </p:spPr>
          <p:txBody>
            <a:bodyPr wrap="square" lIns="0" tIns="0" rIns="0" bIns="0" rtlCol="0"/>
            <a:lstStyle/>
            <a:p>
              <a:endParaRPr/>
            </a:p>
          </p:txBody>
        </p:sp>
        <p:sp>
          <p:nvSpPr>
            <p:cNvPr id="30" name="object 30"/>
            <p:cNvSpPr/>
            <p:nvPr/>
          </p:nvSpPr>
          <p:spPr>
            <a:xfrm>
              <a:off x="959929" y="883716"/>
              <a:ext cx="5099685" cy="920750"/>
            </a:xfrm>
            <a:custGeom>
              <a:avLst/>
              <a:gdLst/>
              <a:ahLst/>
              <a:cxnLst/>
              <a:rect l="l" t="t" r="r" b="b"/>
              <a:pathLst>
                <a:path w="5099685" h="920750">
                  <a:moveTo>
                    <a:pt x="0" y="0"/>
                  </a:moveTo>
                  <a:lnTo>
                    <a:pt x="5099392" y="0"/>
                  </a:lnTo>
                  <a:lnTo>
                    <a:pt x="5099392" y="920686"/>
                  </a:lnTo>
                </a:path>
              </a:pathLst>
            </a:custGeom>
            <a:ln w="17703">
              <a:solidFill>
                <a:srgbClr val="000000"/>
              </a:solidFill>
            </a:ln>
          </p:spPr>
          <p:txBody>
            <a:bodyPr wrap="square" lIns="0" tIns="0" rIns="0" bIns="0" rtlCol="0"/>
            <a:lstStyle/>
            <a:p>
              <a:endParaRPr/>
            </a:p>
          </p:txBody>
        </p:sp>
        <p:sp>
          <p:nvSpPr>
            <p:cNvPr id="31" name="object 31"/>
            <p:cNvSpPr/>
            <p:nvPr/>
          </p:nvSpPr>
          <p:spPr>
            <a:xfrm>
              <a:off x="6006198" y="1220114"/>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32" name="object 32"/>
            <p:cNvSpPr/>
            <p:nvPr/>
          </p:nvSpPr>
          <p:spPr>
            <a:xfrm>
              <a:off x="6006198" y="1220114"/>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33" name="object 33"/>
            <p:cNvSpPr/>
            <p:nvPr/>
          </p:nvSpPr>
          <p:spPr>
            <a:xfrm>
              <a:off x="1809826" y="883716"/>
              <a:ext cx="3187700" cy="920750"/>
            </a:xfrm>
            <a:custGeom>
              <a:avLst/>
              <a:gdLst/>
              <a:ahLst/>
              <a:cxnLst/>
              <a:rect l="l" t="t" r="r" b="b"/>
              <a:pathLst>
                <a:path w="3187700" h="920750">
                  <a:moveTo>
                    <a:pt x="0" y="672807"/>
                  </a:moveTo>
                  <a:lnTo>
                    <a:pt x="0" y="920686"/>
                  </a:lnTo>
                </a:path>
                <a:path w="3187700" h="920750">
                  <a:moveTo>
                    <a:pt x="0" y="0"/>
                  </a:moveTo>
                  <a:lnTo>
                    <a:pt x="0" y="336397"/>
                  </a:lnTo>
                </a:path>
                <a:path w="3187700" h="920750">
                  <a:moveTo>
                    <a:pt x="1062380" y="672807"/>
                  </a:moveTo>
                  <a:lnTo>
                    <a:pt x="1062380" y="920686"/>
                  </a:lnTo>
                </a:path>
                <a:path w="3187700" h="920750">
                  <a:moveTo>
                    <a:pt x="1062380" y="0"/>
                  </a:moveTo>
                  <a:lnTo>
                    <a:pt x="1062380" y="336397"/>
                  </a:lnTo>
                </a:path>
                <a:path w="3187700" h="920750">
                  <a:moveTo>
                    <a:pt x="2124748" y="672807"/>
                  </a:moveTo>
                  <a:lnTo>
                    <a:pt x="2124748" y="920686"/>
                  </a:lnTo>
                </a:path>
                <a:path w="3187700" h="920750">
                  <a:moveTo>
                    <a:pt x="2124748" y="0"/>
                  </a:moveTo>
                  <a:lnTo>
                    <a:pt x="2124748" y="336397"/>
                  </a:lnTo>
                </a:path>
                <a:path w="3187700" h="920750">
                  <a:moveTo>
                    <a:pt x="3187128" y="672807"/>
                  </a:moveTo>
                  <a:lnTo>
                    <a:pt x="3187128" y="920686"/>
                  </a:lnTo>
                </a:path>
                <a:path w="3187700" h="920750">
                  <a:moveTo>
                    <a:pt x="3187128" y="0"/>
                  </a:moveTo>
                  <a:lnTo>
                    <a:pt x="3187128" y="336397"/>
                  </a:lnTo>
                </a:path>
              </a:pathLst>
            </a:custGeom>
            <a:ln w="17703">
              <a:solidFill>
                <a:srgbClr val="000000"/>
              </a:solidFill>
            </a:ln>
          </p:spPr>
          <p:txBody>
            <a:bodyPr wrap="square" lIns="0" tIns="0" rIns="0" bIns="0" rtlCol="0"/>
            <a:lstStyle/>
            <a:p>
              <a:endParaRPr/>
            </a:p>
          </p:txBody>
        </p:sp>
        <p:sp>
          <p:nvSpPr>
            <p:cNvPr id="34" name="object 34"/>
            <p:cNvSpPr/>
            <p:nvPr/>
          </p:nvSpPr>
          <p:spPr>
            <a:xfrm>
              <a:off x="1756714" y="1220114"/>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35" name="object 35"/>
            <p:cNvSpPr/>
            <p:nvPr/>
          </p:nvSpPr>
          <p:spPr>
            <a:xfrm>
              <a:off x="1756714" y="1220114"/>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36" name="object 36"/>
            <p:cNvSpPr/>
            <p:nvPr/>
          </p:nvSpPr>
          <p:spPr>
            <a:xfrm>
              <a:off x="2819082" y="1220114"/>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37" name="object 37"/>
            <p:cNvSpPr/>
            <p:nvPr/>
          </p:nvSpPr>
          <p:spPr>
            <a:xfrm>
              <a:off x="2819082" y="1220114"/>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38" name="object 38"/>
            <p:cNvSpPr/>
            <p:nvPr/>
          </p:nvSpPr>
          <p:spPr>
            <a:xfrm>
              <a:off x="3881463" y="1220114"/>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39" name="object 39"/>
            <p:cNvSpPr/>
            <p:nvPr/>
          </p:nvSpPr>
          <p:spPr>
            <a:xfrm>
              <a:off x="3881463" y="1220114"/>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40" name="object 40"/>
            <p:cNvSpPr/>
            <p:nvPr/>
          </p:nvSpPr>
          <p:spPr>
            <a:xfrm>
              <a:off x="4943830" y="1220114"/>
              <a:ext cx="124460" cy="336550"/>
            </a:xfrm>
            <a:custGeom>
              <a:avLst/>
              <a:gdLst/>
              <a:ahLst/>
              <a:cxnLst/>
              <a:rect l="l" t="t" r="r" b="b"/>
              <a:pathLst>
                <a:path w="124460" h="336550">
                  <a:moveTo>
                    <a:pt x="123939" y="336410"/>
                  </a:moveTo>
                  <a:lnTo>
                    <a:pt x="0" y="336410"/>
                  </a:lnTo>
                  <a:lnTo>
                    <a:pt x="0" y="0"/>
                  </a:lnTo>
                  <a:lnTo>
                    <a:pt x="123939" y="0"/>
                  </a:lnTo>
                  <a:lnTo>
                    <a:pt x="123939" y="336410"/>
                  </a:lnTo>
                  <a:close/>
                </a:path>
              </a:pathLst>
            </a:custGeom>
            <a:solidFill>
              <a:srgbClr val="FFFFFF"/>
            </a:solidFill>
          </p:spPr>
          <p:txBody>
            <a:bodyPr wrap="square" lIns="0" tIns="0" rIns="0" bIns="0" rtlCol="0"/>
            <a:lstStyle/>
            <a:p>
              <a:endParaRPr/>
            </a:p>
          </p:txBody>
        </p:sp>
        <p:sp>
          <p:nvSpPr>
            <p:cNvPr id="41" name="object 41"/>
            <p:cNvSpPr/>
            <p:nvPr/>
          </p:nvSpPr>
          <p:spPr>
            <a:xfrm>
              <a:off x="4943830" y="1220114"/>
              <a:ext cx="124460" cy="336550"/>
            </a:xfrm>
            <a:custGeom>
              <a:avLst/>
              <a:gdLst/>
              <a:ahLst/>
              <a:cxnLst/>
              <a:rect l="l" t="t" r="r" b="b"/>
              <a:pathLst>
                <a:path w="124460" h="336550">
                  <a:moveTo>
                    <a:pt x="0" y="0"/>
                  </a:moveTo>
                  <a:lnTo>
                    <a:pt x="123939" y="0"/>
                  </a:lnTo>
                  <a:lnTo>
                    <a:pt x="123939" y="336410"/>
                  </a:lnTo>
                  <a:lnTo>
                    <a:pt x="0" y="336410"/>
                  </a:lnTo>
                  <a:lnTo>
                    <a:pt x="0" y="0"/>
                  </a:lnTo>
                  <a:close/>
                </a:path>
              </a:pathLst>
            </a:custGeom>
            <a:ln w="17703">
              <a:solidFill>
                <a:srgbClr val="000000"/>
              </a:solidFill>
            </a:ln>
          </p:spPr>
          <p:txBody>
            <a:bodyPr wrap="square" lIns="0" tIns="0" rIns="0" bIns="0" rtlCol="0"/>
            <a:lstStyle/>
            <a:p>
              <a:endParaRPr/>
            </a:p>
          </p:txBody>
        </p:sp>
        <p:sp>
          <p:nvSpPr>
            <p:cNvPr id="42" name="object 42"/>
            <p:cNvSpPr/>
            <p:nvPr/>
          </p:nvSpPr>
          <p:spPr>
            <a:xfrm>
              <a:off x="2199360" y="830592"/>
              <a:ext cx="354330" cy="124460"/>
            </a:xfrm>
            <a:custGeom>
              <a:avLst/>
              <a:gdLst/>
              <a:ahLst/>
              <a:cxnLst/>
              <a:rect l="l" t="t" r="r" b="b"/>
              <a:pathLst>
                <a:path w="354330" h="124459">
                  <a:moveTo>
                    <a:pt x="354126" y="123939"/>
                  </a:moveTo>
                  <a:lnTo>
                    <a:pt x="0" y="123939"/>
                  </a:lnTo>
                  <a:lnTo>
                    <a:pt x="0" y="0"/>
                  </a:lnTo>
                  <a:lnTo>
                    <a:pt x="354126" y="0"/>
                  </a:lnTo>
                  <a:lnTo>
                    <a:pt x="354126" y="123939"/>
                  </a:lnTo>
                  <a:close/>
                </a:path>
              </a:pathLst>
            </a:custGeom>
            <a:solidFill>
              <a:srgbClr val="FFFFFF"/>
            </a:solidFill>
          </p:spPr>
          <p:txBody>
            <a:bodyPr wrap="square" lIns="0" tIns="0" rIns="0" bIns="0" rtlCol="0"/>
            <a:lstStyle/>
            <a:p>
              <a:endParaRPr/>
            </a:p>
          </p:txBody>
        </p:sp>
        <p:sp>
          <p:nvSpPr>
            <p:cNvPr id="43" name="object 43"/>
            <p:cNvSpPr/>
            <p:nvPr/>
          </p:nvSpPr>
          <p:spPr>
            <a:xfrm>
              <a:off x="2199360" y="830592"/>
              <a:ext cx="354330" cy="124460"/>
            </a:xfrm>
            <a:custGeom>
              <a:avLst/>
              <a:gdLst/>
              <a:ahLst/>
              <a:cxnLst/>
              <a:rect l="l" t="t" r="r" b="b"/>
              <a:pathLst>
                <a:path w="354330" h="124459">
                  <a:moveTo>
                    <a:pt x="0" y="0"/>
                  </a:moveTo>
                  <a:lnTo>
                    <a:pt x="354126" y="0"/>
                  </a:lnTo>
                  <a:lnTo>
                    <a:pt x="354126" y="123939"/>
                  </a:lnTo>
                  <a:lnTo>
                    <a:pt x="0" y="123939"/>
                  </a:lnTo>
                  <a:lnTo>
                    <a:pt x="0" y="0"/>
                  </a:lnTo>
                  <a:close/>
                </a:path>
              </a:pathLst>
            </a:custGeom>
            <a:ln w="17703">
              <a:solidFill>
                <a:srgbClr val="000000"/>
              </a:solidFill>
            </a:ln>
          </p:spPr>
          <p:txBody>
            <a:bodyPr wrap="square" lIns="0" tIns="0" rIns="0" bIns="0" rtlCol="0"/>
            <a:lstStyle/>
            <a:p>
              <a:endParaRPr/>
            </a:p>
          </p:txBody>
        </p:sp>
        <p:sp>
          <p:nvSpPr>
            <p:cNvPr id="44" name="object 44"/>
            <p:cNvSpPr/>
            <p:nvPr/>
          </p:nvSpPr>
          <p:spPr>
            <a:xfrm>
              <a:off x="3226333" y="830592"/>
              <a:ext cx="354330" cy="124460"/>
            </a:xfrm>
            <a:custGeom>
              <a:avLst/>
              <a:gdLst/>
              <a:ahLst/>
              <a:cxnLst/>
              <a:rect l="l" t="t" r="r" b="b"/>
              <a:pathLst>
                <a:path w="354329" h="124459">
                  <a:moveTo>
                    <a:pt x="354126" y="123939"/>
                  </a:moveTo>
                  <a:lnTo>
                    <a:pt x="0" y="123939"/>
                  </a:lnTo>
                  <a:lnTo>
                    <a:pt x="0" y="0"/>
                  </a:lnTo>
                  <a:lnTo>
                    <a:pt x="354126" y="0"/>
                  </a:lnTo>
                  <a:lnTo>
                    <a:pt x="354126" y="123939"/>
                  </a:lnTo>
                  <a:close/>
                </a:path>
              </a:pathLst>
            </a:custGeom>
            <a:solidFill>
              <a:srgbClr val="FFFFFF"/>
            </a:solidFill>
          </p:spPr>
          <p:txBody>
            <a:bodyPr wrap="square" lIns="0" tIns="0" rIns="0" bIns="0" rtlCol="0"/>
            <a:lstStyle/>
            <a:p>
              <a:endParaRPr/>
            </a:p>
          </p:txBody>
        </p:sp>
        <p:sp>
          <p:nvSpPr>
            <p:cNvPr id="45" name="object 45"/>
            <p:cNvSpPr/>
            <p:nvPr/>
          </p:nvSpPr>
          <p:spPr>
            <a:xfrm>
              <a:off x="3226333" y="830592"/>
              <a:ext cx="354330" cy="124460"/>
            </a:xfrm>
            <a:custGeom>
              <a:avLst/>
              <a:gdLst/>
              <a:ahLst/>
              <a:cxnLst/>
              <a:rect l="l" t="t" r="r" b="b"/>
              <a:pathLst>
                <a:path w="354329" h="124459">
                  <a:moveTo>
                    <a:pt x="0" y="0"/>
                  </a:moveTo>
                  <a:lnTo>
                    <a:pt x="354126" y="0"/>
                  </a:lnTo>
                  <a:lnTo>
                    <a:pt x="354126" y="123939"/>
                  </a:lnTo>
                  <a:lnTo>
                    <a:pt x="0" y="123939"/>
                  </a:lnTo>
                  <a:lnTo>
                    <a:pt x="0" y="0"/>
                  </a:lnTo>
                  <a:close/>
                </a:path>
              </a:pathLst>
            </a:custGeom>
            <a:ln w="17703">
              <a:solidFill>
                <a:srgbClr val="000000"/>
              </a:solidFill>
            </a:ln>
          </p:spPr>
          <p:txBody>
            <a:bodyPr wrap="square" lIns="0" tIns="0" rIns="0" bIns="0" rtlCol="0"/>
            <a:lstStyle/>
            <a:p>
              <a:endParaRPr/>
            </a:p>
          </p:txBody>
        </p:sp>
        <p:sp>
          <p:nvSpPr>
            <p:cNvPr id="46" name="object 46"/>
            <p:cNvSpPr/>
            <p:nvPr/>
          </p:nvSpPr>
          <p:spPr>
            <a:xfrm>
              <a:off x="4288701" y="830592"/>
              <a:ext cx="354330" cy="124460"/>
            </a:xfrm>
            <a:custGeom>
              <a:avLst/>
              <a:gdLst/>
              <a:ahLst/>
              <a:cxnLst/>
              <a:rect l="l" t="t" r="r" b="b"/>
              <a:pathLst>
                <a:path w="354329" h="124459">
                  <a:moveTo>
                    <a:pt x="354126" y="123939"/>
                  </a:moveTo>
                  <a:lnTo>
                    <a:pt x="0" y="123939"/>
                  </a:lnTo>
                  <a:lnTo>
                    <a:pt x="0" y="0"/>
                  </a:lnTo>
                  <a:lnTo>
                    <a:pt x="354126" y="0"/>
                  </a:lnTo>
                  <a:lnTo>
                    <a:pt x="354126" y="123939"/>
                  </a:lnTo>
                  <a:close/>
                </a:path>
              </a:pathLst>
            </a:custGeom>
            <a:solidFill>
              <a:srgbClr val="FFFFFF"/>
            </a:solidFill>
          </p:spPr>
          <p:txBody>
            <a:bodyPr wrap="square" lIns="0" tIns="0" rIns="0" bIns="0" rtlCol="0"/>
            <a:lstStyle/>
            <a:p>
              <a:endParaRPr/>
            </a:p>
          </p:txBody>
        </p:sp>
        <p:sp>
          <p:nvSpPr>
            <p:cNvPr id="47" name="object 47"/>
            <p:cNvSpPr/>
            <p:nvPr/>
          </p:nvSpPr>
          <p:spPr>
            <a:xfrm>
              <a:off x="1597355" y="830592"/>
              <a:ext cx="5099685" cy="2072005"/>
            </a:xfrm>
            <a:custGeom>
              <a:avLst/>
              <a:gdLst/>
              <a:ahLst/>
              <a:cxnLst/>
              <a:rect l="l" t="t" r="r" b="b"/>
              <a:pathLst>
                <a:path w="5099684" h="2072005">
                  <a:moveTo>
                    <a:pt x="2691345" y="0"/>
                  </a:moveTo>
                  <a:lnTo>
                    <a:pt x="3045472" y="0"/>
                  </a:lnTo>
                  <a:lnTo>
                    <a:pt x="3045472" y="123939"/>
                  </a:lnTo>
                  <a:lnTo>
                    <a:pt x="2691345" y="123939"/>
                  </a:lnTo>
                  <a:lnTo>
                    <a:pt x="2691345" y="0"/>
                  </a:lnTo>
                  <a:close/>
                </a:path>
                <a:path w="5099684" h="2072005">
                  <a:moveTo>
                    <a:pt x="424954" y="1150873"/>
                  </a:moveTo>
                  <a:lnTo>
                    <a:pt x="424954" y="1522691"/>
                  </a:lnTo>
                  <a:lnTo>
                    <a:pt x="5099392" y="1522691"/>
                  </a:lnTo>
                </a:path>
                <a:path w="5099684" h="2072005">
                  <a:moveTo>
                    <a:pt x="0" y="1150873"/>
                  </a:moveTo>
                  <a:lnTo>
                    <a:pt x="0" y="2071560"/>
                  </a:lnTo>
                  <a:lnTo>
                    <a:pt x="5099392" y="2071560"/>
                  </a:lnTo>
                </a:path>
              </a:pathLst>
            </a:custGeom>
            <a:ln w="17703">
              <a:solidFill>
                <a:srgbClr val="000000"/>
              </a:solidFill>
            </a:ln>
          </p:spPr>
          <p:txBody>
            <a:bodyPr wrap="square" lIns="0" tIns="0" rIns="0" bIns="0" rtlCol="0"/>
            <a:lstStyle/>
            <a:p>
              <a:endParaRPr/>
            </a:p>
          </p:txBody>
        </p:sp>
        <p:sp>
          <p:nvSpPr>
            <p:cNvPr id="48" name="object 48"/>
            <p:cNvSpPr/>
            <p:nvPr/>
          </p:nvSpPr>
          <p:spPr>
            <a:xfrm>
              <a:off x="6661340" y="2211641"/>
              <a:ext cx="920750" cy="850265"/>
            </a:xfrm>
            <a:custGeom>
              <a:avLst/>
              <a:gdLst/>
              <a:ahLst/>
              <a:cxnLst/>
              <a:rect l="l" t="t" r="r" b="b"/>
              <a:pathLst>
                <a:path w="920750" h="850264">
                  <a:moveTo>
                    <a:pt x="0" y="849871"/>
                  </a:moveTo>
                  <a:lnTo>
                    <a:pt x="0" y="0"/>
                  </a:lnTo>
                  <a:lnTo>
                    <a:pt x="920711" y="424929"/>
                  </a:lnTo>
                  <a:lnTo>
                    <a:pt x="0" y="849871"/>
                  </a:lnTo>
                  <a:close/>
                </a:path>
              </a:pathLst>
            </a:custGeom>
            <a:solidFill>
              <a:srgbClr val="FFFFFF"/>
            </a:solidFill>
          </p:spPr>
          <p:txBody>
            <a:bodyPr wrap="square" lIns="0" tIns="0" rIns="0" bIns="0" rtlCol="0"/>
            <a:lstStyle/>
            <a:p>
              <a:endParaRPr/>
            </a:p>
          </p:txBody>
        </p:sp>
        <p:sp>
          <p:nvSpPr>
            <p:cNvPr id="49" name="object 49"/>
            <p:cNvSpPr/>
            <p:nvPr/>
          </p:nvSpPr>
          <p:spPr>
            <a:xfrm>
              <a:off x="6378028" y="1999170"/>
              <a:ext cx="1859280" cy="1062355"/>
            </a:xfrm>
            <a:custGeom>
              <a:avLst/>
              <a:gdLst/>
              <a:ahLst/>
              <a:cxnLst/>
              <a:rect l="l" t="t" r="r" b="b"/>
              <a:pathLst>
                <a:path w="1859279" h="1062355">
                  <a:moveTo>
                    <a:pt x="1204023" y="637400"/>
                  </a:moveTo>
                  <a:lnTo>
                    <a:pt x="283311" y="212471"/>
                  </a:lnTo>
                  <a:lnTo>
                    <a:pt x="283311" y="1062342"/>
                  </a:lnTo>
                  <a:lnTo>
                    <a:pt x="1204023" y="637400"/>
                  </a:lnTo>
                </a:path>
                <a:path w="1859279" h="1062355">
                  <a:moveTo>
                    <a:pt x="1221740" y="637400"/>
                  </a:moveTo>
                  <a:lnTo>
                    <a:pt x="1859165" y="637400"/>
                  </a:lnTo>
                </a:path>
                <a:path w="1859279" h="1062355">
                  <a:moveTo>
                    <a:pt x="0" y="336410"/>
                  </a:moveTo>
                  <a:lnTo>
                    <a:pt x="0" y="0"/>
                  </a:lnTo>
                  <a:lnTo>
                    <a:pt x="1487335" y="0"/>
                  </a:lnTo>
                  <a:lnTo>
                    <a:pt x="1487335" y="672820"/>
                  </a:lnTo>
                </a:path>
              </a:pathLst>
            </a:custGeom>
            <a:ln w="17703">
              <a:solidFill>
                <a:srgbClr val="000000"/>
              </a:solidFill>
            </a:ln>
          </p:spPr>
          <p:txBody>
            <a:bodyPr wrap="square" lIns="0" tIns="0" rIns="0" bIns="0" rtlCol="0"/>
            <a:lstStyle/>
            <a:p>
              <a:endParaRPr/>
            </a:p>
          </p:txBody>
        </p:sp>
        <p:sp>
          <p:nvSpPr>
            <p:cNvPr id="50" name="object 50"/>
            <p:cNvSpPr/>
            <p:nvPr/>
          </p:nvSpPr>
          <p:spPr>
            <a:xfrm>
              <a:off x="6944639" y="1946046"/>
              <a:ext cx="354330" cy="124460"/>
            </a:xfrm>
            <a:custGeom>
              <a:avLst/>
              <a:gdLst/>
              <a:ahLst/>
              <a:cxnLst/>
              <a:rect l="l" t="t" r="r" b="b"/>
              <a:pathLst>
                <a:path w="354329" h="124460">
                  <a:moveTo>
                    <a:pt x="354126" y="123939"/>
                  </a:moveTo>
                  <a:lnTo>
                    <a:pt x="0" y="123939"/>
                  </a:lnTo>
                  <a:lnTo>
                    <a:pt x="0" y="0"/>
                  </a:lnTo>
                  <a:lnTo>
                    <a:pt x="354126" y="0"/>
                  </a:lnTo>
                  <a:lnTo>
                    <a:pt x="354126" y="123939"/>
                  </a:lnTo>
                  <a:close/>
                </a:path>
              </a:pathLst>
            </a:custGeom>
            <a:solidFill>
              <a:srgbClr val="FFFFFF"/>
            </a:solidFill>
          </p:spPr>
          <p:txBody>
            <a:bodyPr wrap="square" lIns="0" tIns="0" rIns="0" bIns="0" rtlCol="0"/>
            <a:lstStyle/>
            <a:p>
              <a:endParaRPr/>
            </a:p>
          </p:txBody>
        </p:sp>
        <p:sp>
          <p:nvSpPr>
            <p:cNvPr id="51" name="object 51"/>
            <p:cNvSpPr/>
            <p:nvPr/>
          </p:nvSpPr>
          <p:spPr>
            <a:xfrm>
              <a:off x="6395745" y="1946046"/>
              <a:ext cx="903605" cy="1328420"/>
            </a:xfrm>
            <a:custGeom>
              <a:avLst/>
              <a:gdLst/>
              <a:ahLst/>
              <a:cxnLst/>
              <a:rect l="l" t="t" r="r" b="b"/>
              <a:pathLst>
                <a:path w="903604" h="1328420">
                  <a:moveTo>
                    <a:pt x="548894" y="0"/>
                  </a:moveTo>
                  <a:lnTo>
                    <a:pt x="903020" y="0"/>
                  </a:lnTo>
                  <a:lnTo>
                    <a:pt x="903020" y="123939"/>
                  </a:lnTo>
                  <a:lnTo>
                    <a:pt x="548894" y="123939"/>
                  </a:lnTo>
                  <a:lnTo>
                    <a:pt x="548894" y="0"/>
                  </a:lnTo>
                  <a:close/>
                </a:path>
                <a:path w="903604" h="1328420">
                  <a:moveTo>
                    <a:pt x="0" y="956106"/>
                  </a:moveTo>
                  <a:lnTo>
                    <a:pt x="0" y="1327937"/>
                  </a:lnTo>
                </a:path>
              </a:pathLst>
            </a:custGeom>
            <a:ln w="17703">
              <a:solidFill>
                <a:srgbClr val="000000"/>
              </a:solidFill>
            </a:ln>
          </p:spPr>
          <p:txBody>
            <a:bodyPr wrap="square" lIns="0" tIns="0" rIns="0" bIns="0" rtlCol="0"/>
            <a:lstStyle/>
            <a:p>
              <a:endParaRPr/>
            </a:p>
          </p:txBody>
        </p:sp>
        <p:sp>
          <p:nvSpPr>
            <p:cNvPr id="52" name="object 52"/>
            <p:cNvSpPr/>
            <p:nvPr/>
          </p:nvSpPr>
          <p:spPr>
            <a:xfrm>
              <a:off x="5953087" y="1786699"/>
              <a:ext cx="549275" cy="1505585"/>
            </a:xfrm>
            <a:custGeom>
              <a:avLst/>
              <a:gdLst/>
              <a:ahLst/>
              <a:cxnLst/>
              <a:rect l="l" t="t" r="r" b="b"/>
              <a:pathLst>
                <a:path w="549275" h="1505585">
                  <a:moveTo>
                    <a:pt x="212471" y="0"/>
                  </a:moveTo>
                  <a:lnTo>
                    <a:pt x="0" y="0"/>
                  </a:lnTo>
                  <a:lnTo>
                    <a:pt x="0" y="35407"/>
                  </a:lnTo>
                  <a:lnTo>
                    <a:pt x="212471" y="35407"/>
                  </a:lnTo>
                  <a:lnTo>
                    <a:pt x="212471" y="0"/>
                  </a:lnTo>
                  <a:close/>
                </a:path>
                <a:path w="549275" h="1505585">
                  <a:moveTo>
                    <a:pt x="548894" y="1469567"/>
                  </a:moveTo>
                  <a:lnTo>
                    <a:pt x="336423" y="1469567"/>
                  </a:lnTo>
                  <a:lnTo>
                    <a:pt x="336423" y="1504975"/>
                  </a:lnTo>
                  <a:lnTo>
                    <a:pt x="548894" y="1504975"/>
                  </a:lnTo>
                  <a:lnTo>
                    <a:pt x="548894" y="1469567"/>
                  </a:lnTo>
                  <a:close/>
                </a:path>
              </a:pathLst>
            </a:custGeom>
            <a:solidFill>
              <a:srgbClr val="000000"/>
            </a:solidFill>
          </p:spPr>
          <p:txBody>
            <a:bodyPr wrap="square" lIns="0" tIns="0" rIns="0" bIns="0" rtlCol="0"/>
            <a:lstStyle/>
            <a:p>
              <a:endParaRPr/>
            </a:p>
          </p:txBody>
        </p:sp>
        <p:sp>
          <p:nvSpPr>
            <p:cNvPr id="53" name="object 53"/>
            <p:cNvSpPr/>
            <p:nvPr/>
          </p:nvSpPr>
          <p:spPr>
            <a:xfrm>
              <a:off x="2659722" y="1981466"/>
              <a:ext cx="2550160" cy="920750"/>
            </a:xfrm>
            <a:custGeom>
              <a:avLst/>
              <a:gdLst/>
              <a:ahLst/>
              <a:cxnLst/>
              <a:rect l="l" t="t" r="r" b="b"/>
              <a:pathLst>
                <a:path w="2550160" h="920750">
                  <a:moveTo>
                    <a:pt x="0" y="0"/>
                  </a:moveTo>
                  <a:lnTo>
                    <a:pt x="0" y="920686"/>
                  </a:lnTo>
                </a:path>
                <a:path w="2550160" h="920750">
                  <a:moveTo>
                    <a:pt x="424954" y="0"/>
                  </a:moveTo>
                  <a:lnTo>
                    <a:pt x="424954" y="371817"/>
                  </a:lnTo>
                </a:path>
                <a:path w="2550160" h="920750">
                  <a:moveTo>
                    <a:pt x="1487322" y="0"/>
                  </a:moveTo>
                  <a:lnTo>
                    <a:pt x="1487322" y="371817"/>
                  </a:lnTo>
                </a:path>
                <a:path w="2550160" h="920750">
                  <a:moveTo>
                    <a:pt x="2549702" y="0"/>
                  </a:moveTo>
                  <a:lnTo>
                    <a:pt x="2549702" y="371817"/>
                  </a:lnTo>
                </a:path>
                <a:path w="2550160" h="920750">
                  <a:moveTo>
                    <a:pt x="2124748" y="0"/>
                  </a:moveTo>
                  <a:lnTo>
                    <a:pt x="2124748" y="920686"/>
                  </a:lnTo>
                </a:path>
                <a:path w="2550160" h="920750">
                  <a:moveTo>
                    <a:pt x="1062380" y="0"/>
                  </a:moveTo>
                  <a:lnTo>
                    <a:pt x="1062380" y="920686"/>
                  </a:lnTo>
                </a:path>
              </a:pathLst>
            </a:custGeom>
            <a:ln w="17703">
              <a:solidFill>
                <a:srgbClr val="000000"/>
              </a:solidFill>
            </a:ln>
          </p:spPr>
          <p:txBody>
            <a:bodyPr wrap="square" lIns="0" tIns="0" rIns="0" bIns="0" rtlCol="0"/>
            <a:lstStyle/>
            <a:p>
              <a:endParaRPr/>
            </a:p>
          </p:txBody>
        </p:sp>
        <p:pic>
          <p:nvPicPr>
            <p:cNvPr id="54" name="object 54"/>
            <p:cNvPicPr/>
            <p:nvPr/>
          </p:nvPicPr>
          <p:blipFill>
            <a:blip r:embed="rId2" cstate="print"/>
            <a:stretch>
              <a:fillRect/>
            </a:stretch>
          </p:blipFill>
          <p:spPr>
            <a:xfrm>
              <a:off x="951077" y="839444"/>
              <a:ext cx="106235" cy="106235"/>
            </a:xfrm>
            <a:prstGeom prst="rect">
              <a:avLst/>
            </a:prstGeom>
          </p:spPr>
        </p:pic>
        <p:sp>
          <p:nvSpPr>
            <p:cNvPr id="55" name="object 55"/>
            <p:cNvSpPr/>
            <p:nvPr/>
          </p:nvSpPr>
          <p:spPr>
            <a:xfrm>
              <a:off x="1774418" y="1733588"/>
              <a:ext cx="88900" cy="88900"/>
            </a:xfrm>
            <a:custGeom>
              <a:avLst/>
              <a:gdLst/>
              <a:ahLst/>
              <a:cxnLst/>
              <a:rect l="l" t="t" r="r" b="b"/>
              <a:pathLst>
                <a:path w="88900" h="88900">
                  <a:moveTo>
                    <a:pt x="44259" y="88519"/>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9"/>
                  </a:lnTo>
                  <a:close/>
                </a:path>
              </a:pathLst>
            </a:custGeom>
            <a:solidFill>
              <a:srgbClr val="FFFFFF"/>
            </a:solidFill>
          </p:spPr>
          <p:txBody>
            <a:bodyPr wrap="square" lIns="0" tIns="0" rIns="0" bIns="0" rtlCol="0"/>
            <a:lstStyle/>
            <a:p>
              <a:endParaRPr/>
            </a:p>
          </p:txBody>
        </p:sp>
        <p:sp>
          <p:nvSpPr>
            <p:cNvPr id="56" name="object 56"/>
            <p:cNvSpPr/>
            <p:nvPr/>
          </p:nvSpPr>
          <p:spPr>
            <a:xfrm>
              <a:off x="1774418" y="1733588"/>
              <a:ext cx="88900" cy="88900"/>
            </a:xfrm>
            <a:custGeom>
              <a:avLst/>
              <a:gdLst/>
              <a:ahLst/>
              <a:cxnLst/>
              <a:rect l="l" t="t" r="r" b="b"/>
              <a:pathLst>
                <a:path w="88900" h="88900">
                  <a:moveTo>
                    <a:pt x="88531" y="44259"/>
                  </a:moveTo>
                  <a:lnTo>
                    <a:pt x="85052" y="61488"/>
                  </a:lnTo>
                  <a:lnTo>
                    <a:pt x="75563" y="75557"/>
                  </a:lnTo>
                  <a:lnTo>
                    <a:pt x="61490" y="85041"/>
                  </a:lnTo>
                  <a:lnTo>
                    <a:pt x="44259" y="88519"/>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sp>
          <p:nvSpPr>
            <p:cNvPr id="57" name="object 57"/>
            <p:cNvSpPr/>
            <p:nvPr/>
          </p:nvSpPr>
          <p:spPr>
            <a:xfrm>
              <a:off x="1561947" y="1981466"/>
              <a:ext cx="88900" cy="88900"/>
            </a:xfrm>
            <a:custGeom>
              <a:avLst/>
              <a:gdLst/>
              <a:ahLst/>
              <a:cxnLst/>
              <a:rect l="l" t="t" r="r" b="b"/>
              <a:pathLst>
                <a:path w="88900" h="88900">
                  <a:moveTo>
                    <a:pt x="44259" y="88519"/>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9"/>
                  </a:lnTo>
                  <a:close/>
                </a:path>
              </a:pathLst>
            </a:custGeom>
            <a:solidFill>
              <a:srgbClr val="FFFFFF"/>
            </a:solidFill>
          </p:spPr>
          <p:txBody>
            <a:bodyPr wrap="square" lIns="0" tIns="0" rIns="0" bIns="0" rtlCol="0"/>
            <a:lstStyle/>
            <a:p>
              <a:endParaRPr/>
            </a:p>
          </p:txBody>
        </p:sp>
        <p:sp>
          <p:nvSpPr>
            <p:cNvPr id="58" name="object 58"/>
            <p:cNvSpPr/>
            <p:nvPr/>
          </p:nvSpPr>
          <p:spPr>
            <a:xfrm>
              <a:off x="1561947" y="1981466"/>
              <a:ext cx="88900" cy="88900"/>
            </a:xfrm>
            <a:custGeom>
              <a:avLst/>
              <a:gdLst/>
              <a:ahLst/>
              <a:cxnLst/>
              <a:rect l="l" t="t" r="r" b="b"/>
              <a:pathLst>
                <a:path w="88900" h="88900">
                  <a:moveTo>
                    <a:pt x="88531" y="44259"/>
                  </a:moveTo>
                  <a:lnTo>
                    <a:pt x="85052" y="61488"/>
                  </a:lnTo>
                  <a:lnTo>
                    <a:pt x="75563" y="75557"/>
                  </a:lnTo>
                  <a:lnTo>
                    <a:pt x="61490" y="85041"/>
                  </a:lnTo>
                  <a:lnTo>
                    <a:pt x="44259" y="88519"/>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pic>
          <p:nvPicPr>
            <p:cNvPr id="59" name="object 59"/>
            <p:cNvPicPr/>
            <p:nvPr/>
          </p:nvPicPr>
          <p:blipFill>
            <a:blip r:embed="rId3" cstate="print"/>
            <a:stretch>
              <a:fillRect/>
            </a:stretch>
          </p:blipFill>
          <p:spPr>
            <a:xfrm>
              <a:off x="1978037" y="1972614"/>
              <a:ext cx="106235" cy="106222"/>
            </a:xfrm>
            <a:prstGeom prst="rect">
              <a:avLst/>
            </a:prstGeom>
          </p:spPr>
        </p:pic>
        <p:sp>
          <p:nvSpPr>
            <p:cNvPr id="60" name="object 60"/>
            <p:cNvSpPr/>
            <p:nvPr/>
          </p:nvSpPr>
          <p:spPr>
            <a:xfrm>
              <a:off x="2624315" y="1981466"/>
              <a:ext cx="88900" cy="88900"/>
            </a:xfrm>
            <a:custGeom>
              <a:avLst/>
              <a:gdLst/>
              <a:ahLst/>
              <a:cxnLst/>
              <a:rect l="l" t="t" r="r" b="b"/>
              <a:pathLst>
                <a:path w="88900" h="88900">
                  <a:moveTo>
                    <a:pt x="44259" y="88519"/>
                  </a:moveTo>
                  <a:lnTo>
                    <a:pt x="27035" y="85041"/>
                  </a:lnTo>
                  <a:lnTo>
                    <a:pt x="12966" y="75557"/>
                  </a:lnTo>
                  <a:lnTo>
                    <a:pt x="3479" y="61488"/>
                  </a:lnTo>
                  <a:lnTo>
                    <a:pt x="0" y="44259"/>
                  </a:lnTo>
                  <a:lnTo>
                    <a:pt x="3479" y="27030"/>
                  </a:lnTo>
                  <a:lnTo>
                    <a:pt x="12966" y="12961"/>
                  </a:lnTo>
                  <a:lnTo>
                    <a:pt x="27035" y="3477"/>
                  </a:lnTo>
                  <a:lnTo>
                    <a:pt x="44259" y="0"/>
                  </a:lnTo>
                  <a:lnTo>
                    <a:pt x="61490" y="3477"/>
                  </a:lnTo>
                  <a:lnTo>
                    <a:pt x="75563" y="12961"/>
                  </a:lnTo>
                  <a:lnTo>
                    <a:pt x="85052" y="27030"/>
                  </a:lnTo>
                  <a:lnTo>
                    <a:pt x="88531" y="44259"/>
                  </a:lnTo>
                  <a:lnTo>
                    <a:pt x="85052" y="61488"/>
                  </a:lnTo>
                  <a:lnTo>
                    <a:pt x="75563" y="75557"/>
                  </a:lnTo>
                  <a:lnTo>
                    <a:pt x="61490" y="85041"/>
                  </a:lnTo>
                  <a:lnTo>
                    <a:pt x="44259" y="88519"/>
                  </a:lnTo>
                  <a:close/>
                </a:path>
              </a:pathLst>
            </a:custGeom>
            <a:solidFill>
              <a:srgbClr val="FFFFFF"/>
            </a:solidFill>
          </p:spPr>
          <p:txBody>
            <a:bodyPr wrap="square" lIns="0" tIns="0" rIns="0" bIns="0" rtlCol="0"/>
            <a:lstStyle/>
            <a:p>
              <a:endParaRPr/>
            </a:p>
          </p:txBody>
        </p:sp>
        <p:sp>
          <p:nvSpPr>
            <p:cNvPr id="61" name="object 61"/>
            <p:cNvSpPr/>
            <p:nvPr/>
          </p:nvSpPr>
          <p:spPr>
            <a:xfrm>
              <a:off x="2624315" y="1981466"/>
              <a:ext cx="88900" cy="88900"/>
            </a:xfrm>
            <a:custGeom>
              <a:avLst/>
              <a:gdLst/>
              <a:ahLst/>
              <a:cxnLst/>
              <a:rect l="l" t="t" r="r" b="b"/>
              <a:pathLst>
                <a:path w="88900" h="88900">
                  <a:moveTo>
                    <a:pt x="88531" y="44259"/>
                  </a:moveTo>
                  <a:lnTo>
                    <a:pt x="85052" y="61488"/>
                  </a:lnTo>
                  <a:lnTo>
                    <a:pt x="75563" y="75557"/>
                  </a:lnTo>
                  <a:lnTo>
                    <a:pt x="61490" y="85041"/>
                  </a:lnTo>
                  <a:lnTo>
                    <a:pt x="44259" y="88519"/>
                  </a:lnTo>
                  <a:lnTo>
                    <a:pt x="27035" y="85041"/>
                  </a:lnTo>
                  <a:lnTo>
                    <a:pt x="12966" y="75557"/>
                  </a:lnTo>
                  <a:lnTo>
                    <a:pt x="3479" y="61488"/>
                  </a:lnTo>
                  <a:lnTo>
                    <a:pt x="0" y="44259"/>
                  </a:lnTo>
                  <a:lnTo>
                    <a:pt x="3479" y="27030"/>
                  </a:lnTo>
                  <a:lnTo>
                    <a:pt x="12966" y="12961"/>
                  </a:lnTo>
                  <a:lnTo>
                    <a:pt x="27035"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pic>
          <p:nvPicPr>
            <p:cNvPr id="62" name="object 62"/>
            <p:cNvPicPr/>
            <p:nvPr/>
          </p:nvPicPr>
          <p:blipFill>
            <a:blip r:embed="rId4" cstate="print"/>
            <a:stretch>
              <a:fillRect/>
            </a:stretch>
          </p:blipFill>
          <p:spPr>
            <a:xfrm>
              <a:off x="3040418" y="1972614"/>
              <a:ext cx="106235" cy="106222"/>
            </a:xfrm>
            <a:prstGeom prst="rect">
              <a:avLst/>
            </a:prstGeom>
          </p:spPr>
        </p:pic>
        <p:sp>
          <p:nvSpPr>
            <p:cNvPr id="63" name="object 63"/>
            <p:cNvSpPr/>
            <p:nvPr/>
          </p:nvSpPr>
          <p:spPr>
            <a:xfrm>
              <a:off x="2836786" y="1733588"/>
              <a:ext cx="88900" cy="88900"/>
            </a:xfrm>
            <a:custGeom>
              <a:avLst/>
              <a:gdLst/>
              <a:ahLst/>
              <a:cxnLst/>
              <a:rect l="l" t="t" r="r" b="b"/>
              <a:pathLst>
                <a:path w="88900" h="88900">
                  <a:moveTo>
                    <a:pt x="44272" y="88519"/>
                  </a:move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lnTo>
                    <a:pt x="85054" y="61488"/>
                  </a:lnTo>
                  <a:lnTo>
                    <a:pt x="75569" y="75557"/>
                  </a:lnTo>
                  <a:lnTo>
                    <a:pt x="61501" y="85041"/>
                  </a:lnTo>
                  <a:lnTo>
                    <a:pt x="44272" y="88519"/>
                  </a:lnTo>
                  <a:close/>
                </a:path>
              </a:pathLst>
            </a:custGeom>
            <a:solidFill>
              <a:srgbClr val="FFFFFF"/>
            </a:solidFill>
          </p:spPr>
          <p:txBody>
            <a:bodyPr wrap="square" lIns="0" tIns="0" rIns="0" bIns="0" rtlCol="0"/>
            <a:lstStyle/>
            <a:p>
              <a:endParaRPr/>
            </a:p>
          </p:txBody>
        </p:sp>
        <p:sp>
          <p:nvSpPr>
            <p:cNvPr id="64" name="object 64"/>
            <p:cNvSpPr/>
            <p:nvPr/>
          </p:nvSpPr>
          <p:spPr>
            <a:xfrm>
              <a:off x="2836786" y="1733588"/>
              <a:ext cx="88900" cy="88900"/>
            </a:xfrm>
            <a:custGeom>
              <a:avLst/>
              <a:gdLst/>
              <a:ahLst/>
              <a:cxnLst/>
              <a:rect l="l" t="t" r="r" b="b"/>
              <a:pathLst>
                <a:path w="88900" h="88900">
                  <a:moveTo>
                    <a:pt x="88531" y="44259"/>
                  </a:moveTo>
                  <a:lnTo>
                    <a:pt x="85054" y="61488"/>
                  </a:lnTo>
                  <a:lnTo>
                    <a:pt x="75569" y="75557"/>
                  </a:lnTo>
                  <a:lnTo>
                    <a:pt x="61501" y="85041"/>
                  </a:lnTo>
                  <a:lnTo>
                    <a:pt x="44272" y="88519"/>
                  </a:ln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path>
              </a:pathLst>
            </a:custGeom>
            <a:ln w="17703">
              <a:solidFill>
                <a:srgbClr val="000000"/>
              </a:solidFill>
            </a:ln>
          </p:spPr>
          <p:txBody>
            <a:bodyPr wrap="square" lIns="0" tIns="0" rIns="0" bIns="0" rtlCol="0"/>
            <a:lstStyle/>
            <a:p>
              <a:endParaRPr/>
            </a:p>
          </p:txBody>
        </p:sp>
        <p:sp>
          <p:nvSpPr>
            <p:cNvPr id="65" name="object 65"/>
            <p:cNvSpPr/>
            <p:nvPr/>
          </p:nvSpPr>
          <p:spPr>
            <a:xfrm>
              <a:off x="3686683" y="1981466"/>
              <a:ext cx="88900" cy="88900"/>
            </a:xfrm>
            <a:custGeom>
              <a:avLst/>
              <a:gdLst/>
              <a:ahLst/>
              <a:cxnLst/>
              <a:rect l="l" t="t" r="r" b="b"/>
              <a:pathLst>
                <a:path w="88900" h="88900">
                  <a:moveTo>
                    <a:pt x="44272" y="88519"/>
                  </a:move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lnTo>
                    <a:pt x="85054" y="61488"/>
                  </a:lnTo>
                  <a:lnTo>
                    <a:pt x="75569" y="75557"/>
                  </a:lnTo>
                  <a:lnTo>
                    <a:pt x="61501" y="85041"/>
                  </a:lnTo>
                  <a:lnTo>
                    <a:pt x="44272" y="88519"/>
                  </a:lnTo>
                  <a:close/>
                </a:path>
              </a:pathLst>
            </a:custGeom>
            <a:solidFill>
              <a:srgbClr val="FFFFFF"/>
            </a:solidFill>
          </p:spPr>
          <p:txBody>
            <a:bodyPr wrap="square" lIns="0" tIns="0" rIns="0" bIns="0" rtlCol="0"/>
            <a:lstStyle/>
            <a:p>
              <a:endParaRPr/>
            </a:p>
          </p:txBody>
        </p:sp>
        <p:sp>
          <p:nvSpPr>
            <p:cNvPr id="66" name="object 66"/>
            <p:cNvSpPr/>
            <p:nvPr/>
          </p:nvSpPr>
          <p:spPr>
            <a:xfrm>
              <a:off x="3686683" y="1981466"/>
              <a:ext cx="88900" cy="88900"/>
            </a:xfrm>
            <a:custGeom>
              <a:avLst/>
              <a:gdLst/>
              <a:ahLst/>
              <a:cxnLst/>
              <a:rect l="l" t="t" r="r" b="b"/>
              <a:pathLst>
                <a:path w="88900" h="88900">
                  <a:moveTo>
                    <a:pt x="88531" y="44259"/>
                  </a:moveTo>
                  <a:lnTo>
                    <a:pt x="85054" y="61488"/>
                  </a:lnTo>
                  <a:lnTo>
                    <a:pt x="75569" y="75557"/>
                  </a:lnTo>
                  <a:lnTo>
                    <a:pt x="61501" y="85041"/>
                  </a:lnTo>
                  <a:lnTo>
                    <a:pt x="44272" y="88519"/>
                  </a:ln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path>
              </a:pathLst>
            </a:custGeom>
            <a:ln w="17703">
              <a:solidFill>
                <a:srgbClr val="000000"/>
              </a:solidFill>
            </a:ln>
          </p:spPr>
          <p:txBody>
            <a:bodyPr wrap="square" lIns="0" tIns="0" rIns="0" bIns="0" rtlCol="0"/>
            <a:lstStyle/>
            <a:p>
              <a:endParaRPr/>
            </a:p>
          </p:txBody>
        </p:sp>
        <p:pic>
          <p:nvPicPr>
            <p:cNvPr id="67" name="object 67"/>
            <p:cNvPicPr/>
            <p:nvPr/>
          </p:nvPicPr>
          <p:blipFill>
            <a:blip r:embed="rId5" cstate="print"/>
            <a:stretch>
              <a:fillRect/>
            </a:stretch>
          </p:blipFill>
          <p:spPr>
            <a:xfrm>
              <a:off x="4102785" y="1972614"/>
              <a:ext cx="106235" cy="106222"/>
            </a:xfrm>
            <a:prstGeom prst="rect">
              <a:avLst/>
            </a:prstGeom>
          </p:spPr>
        </p:pic>
        <p:sp>
          <p:nvSpPr>
            <p:cNvPr id="68" name="object 68"/>
            <p:cNvSpPr/>
            <p:nvPr/>
          </p:nvSpPr>
          <p:spPr>
            <a:xfrm>
              <a:off x="3899166" y="1733588"/>
              <a:ext cx="88900" cy="88900"/>
            </a:xfrm>
            <a:custGeom>
              <a:avLst/>
              <a:gdLst/>
              <a:ahLst/>
              <a:cxnLst/>
              <a:rect l="l" t="t" r="r" b="b"/>
              <a:pathLst>
                <a:path w="88900" h="88900">
                  <a:moveTo>
                    <a:pt x="44259" y="88519"/>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9"/>
                  </a:lnTo>
                  <a:close/>
                </a:path>
              </a:pathLst>
            </a:custGeom>
            <a:solidFill>
              <a:srgbClr val="FFFFFF"/>
            </a:solidFill>
          </p:spPr>
          <p:txBody>
            <a:bodyPr wrap="square" lIns="0" tIns="0" rIns="0" bIns="0" rtlCol="0"/>
            <a:lstStyle/>
            <a:p>
              <a:endParaRPr/>
            </a:p>
          </p:txBody>
        </p:sp>
        <p:sp>
          <p:nvSpPr>
            <p:cNvPr id="69" name="object 69"/>
            <p:cNvSpPr/>
            <p:nvPr/>
          </p:nvSpPr>
          <p:spPr>
            <a:xfrm>
              <a:off x="3899166" y="1733588"/>
              <a:ext cx="88900" cy="88900"/>
            </a:xfrm>
            <a:custGeom>
              <a:avLst/>
              <a:gdLst/>
              <a:ahLst/>
              <a:cxnLst/>
              <a:rect l="l" t="t" r="r" b="b"/>
              <a:pathLst>
                <a:path w="88900" h="88900">
                  <a:moveTo>
                    <a:pt x="88531" y="44259"/>
                  </a:moveTo>
                  <a:lnTo>
                    <a:pt x="85052" y="61488"/>
                  </a:lnTo>
                  <a:lnTo>
                    <a:pt x="75563" y="75557"/>
                  </a:lnTo>
                  <a:lnTo>
                    <a:pt x="61490" y="85041"/>
                  </a:lnTo>
                  <a:lnTo>
                    <a:pt x="44259" y="88519"/>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sp>
          <p:nvSpPr>
            <p:cNvPr id="70" name="object 70"/>
            <p:cNvSpPr/>
            <p:nvPr/>
          </p:nvSpPr>
          <p:spPr>
            <a:xfrm>
              <a:off x="4749063" y="1981466"/>
              <a:ext cx="88900" cy="88900"/>
            </a:xfrm>
            <a:custGeom>
              <a:avLst/>
              <a:gdLst/>
              <a:ahLst/>
              <a:cxnLst/>
              <a:rect l="l" t="t" r="r" b="b"/>
              <a:pathLst>
                <a:path w="88900" h="88900">
                  <a:moveTo>
                    <a:pt x="44259" y="88519"/>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9"/>
                  </a:lnTo>
                  <a:close/>
                </a:path>
              </a:pathLst>
            </a:custGeom>
            <a:solidFill>
              <a:srgbClr val="FFFFFF"/>
            </a:solidFill>
          </p:spPr>
          <p:txBody>
            <a:bodyPr wrap="square" lIns="0" tIns="0" rIns="0" bIns="0" rtlCol="0"/>
            <a:lstStyle/>
            <a:p>
              <a:endParaRPr/>
            </a:p>
          </p:txBody>
        </p:sp>
        <p:sp>
          <p:nvSpPr>
            <p:cNvPr id="71" name="object 71"/>
            <p:cNvSpPr/>
            <p:nvPr/>
          </p:nvSpPr>
          <p:spPr>
            <a:xfrm>
              <a:off x="4749063" y="1981466"/>
              <a:ext cx="88900" cy="88900"/>
            </a:xfrm>
            <a:custGeom>
              <a:avLst/>
              <a:gdLst/>
              <a:ahLst/>
              <a:cxnLst/>
              <a:rect l="l" t="t" r="r" b="b"/>
              <a:pathLst>
                <a:path w="88900" h="88900">
                  <a:moveTo>
                    <a:pt x="88531" y="44259"/>
                  </a:moveTo>
                  <a:lnTo>
                    <a:pt x="85052" y="61488"/>
                  </a:lnTo>
                  <a:lnTo>
                    <a:pt x="75563" y="75557"/>
                  </a:lnTo>
                  <a:lnTo>
                    <a:pt x="61490" y="85041"/>
                  </a:lnTo>
                  <a:lnTo>
                    <a:pt x="44259" y="88519"/>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pic>
          <p:nvPicPr>
            <p:cNvPr id="72" name="object 72"/>
            <p:cNvPicPr/>
            <p:nvPr/>
          </p:nvPicPr>
          <p:blipFill>
            <a:blip r:embed="rId6" cstate="print"/>
            <a:stretch>
              <a:fillRect/>
            </a:stretch>
          </p:blipFill>
          <p:spPr>
            <a:xfrm>
              <a:off x="5165153" y="1972614"/>
              <a:ext cx="106235" cy="106222"/>
            </a:xfrm>
            <a:prstGeom prst="rect">
              <a:avLst/>
            </a:prstGeom>
          </p:spPr>
        </p:pic>
        <p:sp>
          <p:nvSpPr>
            <p:cNvPr id="73" name="object 73"/>
            <p:cNvSpPr/>
            <p:nvPr/>
          </p:nvSpPr>
          <p:spPr>
            <a:xfrm>
              <a:off x="4961534" y="1733588"/>
              <a:ext cx="88900" cy="88900"/>
            </a:xfrm>
            <a:custGeom>
              <a:avLst/>
              <a:gdLst/>
              <a:ahLst/>
              <a:cxnLst/>
              <a:rect l="l" t="t" r="r" b="b"/>
              <a:pathLst>
                <a:path w="88900" h="88900">
                  <a:moveTo>
                    <a:pt x="44272" y="88519"/>
                  </a:move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lnTo>
                    <a:pt x="85054" y="61488"/>
                  </a:lnTo>
                  <a:lnTo>
                    <a:pt x="75569" y="75557"/>
                  </a:lnTo>
                  <a:lnTo>
                    <a:pt x="61501" y="85041"/>
                  </a:lnTo>
                  <a:lnTo>
                    <a:pt x="44272" y="88519"/>
                  </a:lnTo>
                  <a:close/>
                </a:path>
              </a:pathLst>
            </a:custGeom>
            <a:solidFill>
              <a:srgbClr val="FFFFFF"/>
            </a:solidFill>
          </p:spPr>
          <p:txBody>
            <a:bodyPr wrap="square" lIns="0" tIns="0" rIns="0" bIns="0" rtlCol="0"/>
            <a:lstStyle/>
            <a:p>
              <a:endParaRPr/>
            </a:p>
          </p:txBody>
        </p:sp>
        <p:sp>
          <p:nvSpPr>
            <p:cNvPr id="74" name="object 74"/>
            <p:cNvSpPr/>
            <p:nvPr/>
          </p:nvSpPr>
          <p:spPr>
            <a:xfrm>
              <a:off x="4961534" y="1733588"/>
              <a:ext cx="88900" cy="88900"/>
            </a:xfrm>
            <a:custGeom>
              <a:avLst/>
              <a:gdLst/>
              <a:ahLst/>
              <a:cxnLst/>
              <a:rect l="l" t="t" r="r" b="b"/>
              <a:pathLst>
                <a:path w="88900" h="88900">
                  <a:moveTo>
                    <a:pt x="88531" y="44259"/>
                  </a:moveTo>
                  <a:lnTo>
                    <a:pt x="85054" y="61488"/>
                  </a:lnTo>
                  <a:lnTo>
                    <a:pt x="75569" y="75557"/>
                  </a:lnTo>
                  <a:lnTo>
                    <a:pt x="61501" y="85041"/>
                  </a:lnTo>
                  <a:lnTo>
                    <a:pt x="44272" y="88519"/>
                  </a:ln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path>
              </a:pathLst>
            </a:custGeom>
            <a:ln w="17703">
              <a:solidFill>
                <a:srgbClr val="000000"/>
              </a:solidFill>
            </a:ln>
          </p:spPr>
          <p:txBody>
            <a:bodyPr wrap="square" lIns="0" tIns="0" rIns="0" bIns="0" rtlCol="0"/>
            <a:lstStyle/>
            <a:p>
              <a:endParaRPr/>
            </a:p>
          </p:txBody>
        </p:sp>
        <p:pic>
          <p:nvPicPr>
            <p:cNvPr id="75" name="object 75"/>
            <p:cNvPicPr/>
            <p:nvPr/>
          </p:nvPicPr>
          <p:blipFill>
            <a:blip r:embed="rId7" cstate="print"/>
            <a:stretch>
              <a:fillRect/>
            </a:stretch>
          </p:blipFill>
          <p:spPr>
            <a:xfrm>
              <a:off x="8175218" y="2592311"/>
              <a:ext cx="106235" cy="106235"/>
            </a:xfrm>
            <a:prstGeom prst="rect">
              <a:avLst/>
            </a:prstGeom>
          </p:spPr>
        </p:pic>
        <p:pic>
          <p:nvPicPr>
            <p:cNvPr id="76" name="object 76"/>
            <p:cNvPicPr/>
            <p:nvPr/>
          </p:nvPicPr>
          <p:blipFill>
            <a:blip r:embed="rId8" cstate="print"/>
            <a:stretch>
              <a:fillRect/>
            </a:stretch>
          </p:blipFill>
          <p:spPr>
            <a:xfrm>
              <a:off x="1765566" y="839444"/>
              <a:ext cx="106235" cy="106235"/>
            </a:xfrm>
            <a:prstGeom prst="rect">
              <a:avLst/>
            </a:prstGeom>
          </p:spPr>
        </p:pic>
        <p:pic>
          <p:nvPicPr>
            <p:cNvPr id="77" name="object 77"/>
            <p:cNvPicPr/>
            <p:nvPr/>
          </p:nvPicPr>
          <p:blipFill>
            <a:blip r:embed="rId9" cstate="print"/>
            <a:stretch>
              <a:fillRect/>
            </a:stretch>
          </p:blipFill>
          <p:spPr>
            <a:xfrm>
              <a:off x="2827934" y="839444"/>
              <a:ext cx="106235" cy="106235"/>
            </a:xfrm>
            <a:prstGeom prst="rect">
              <a:avLst/>
            </a:prstGeom>
          </p:spPr>
        </p:pic>
        <p:pic>
          <p:nvPicPr>
            <p:cNvPr id="78" name="object 78"/>
            <p:cNvPicPr/>
            <p:nvPr/>
          </p:nvPicPr>
          <p:blipFill>
            <a:blip r:embed="rId8" cstate="print"/>
            <a:stretch>
              <a:fillRect/>
            </a:stretch>
          </p:blipFill>
          <p:spPr>
            <a:xfrm>
              <a:off x="3890314" y="839444"/>
              <a:ext cx="106235" cy="106235"/>
            </a:xfrm>
            <a:prstGeom prst="rect">
              <a:avLst/>
            </a:prstGeom>
          </p:spPr>
        </p:pic>
        <p:pic>
          <p:nvPicPr>
            <p:cNvPr id="79" name="object 79"/>
            <p:cNvPicPr/>
            <p:nvPr/>
          </p:nvPicPr>
          <p:blipFill>
            <a:blip r:embed="rId9" cstate="print"/>
            <a:stretch>
              <a:fillRect/>
            </a:stretch>
          </p:blipFill>
          <p:spPr>
            <a:xfrm>
              <a:off x="4952682" y="839444"/>
              <a:ext cx="106235" cy="106235"/>
            </a:xfrm>
            <a:prstGeom prst="rect">
              <a:avLst/>
            </a:prstGeom>
          </p:spPr>
        </p:pic>
        <p:pic>
          <p:nvPicPr>
            <p:cNvPr id="80" name="object 80"/>
            <p:cNvPicPr/>
            <p:nvPr/>
          </p:nvPicPr>
          <p:blipFill>
            <a:blip r:embed="rId10" cstate="print"/>
            <a:stretch>
              <a:fillRect/>
            </a:stretch>
          </p:blipFill>
          <p:spPr>
            <a:xfrm>
              <a:off x="3040418" y="2309025"/>
              <a:ext cx="106235" cy="106222"/>
            </a:xfrm>
            <a:prstGeom prst="rect">
              <a:avLst/>
            </a:prstGeom>
          </p:spPr>
        </p:pic>
        <p:pic>
          <p:nvPicPr>
            <p:cNvPr id="81" name="object 81"/>
            <p:cNvPicPr/>
            <p:nvPr/>
          </p:nvPicPr>
          <p:blipFill>
            <a:blip r:embed="rId11" cstate="print"/>
            <a:stretch>
              <a:fillRect/>
            </a:stretch>
          </p:blipFill>
          <p:spPr>
            <a:xfrm>
              <a:off x="2615463" y="2857893"/>
              <a:ext cx="106235" cy="106235"/>
            </a:xfrm>
            <a:prstGeom prst="rect">
              <a:avLst/>
            </a:prstGeom>
          </p:spPr>
        </p:pic>
        <p:pic>
          <p:nvPicPr>
            <p:cNvPr id="82" name="object 82"/>
            <p:cNvPicPr/>
            <p:nvPr/>
          </p:nvPicPr>
          <p:blipFill>
            <a:blip r:embed="rId12" cstate="print"/>
            <a:stretch>
              <a:fillRect/>
            </a:stretch>
          </p:blipFill>
          <p:spPr>
            <a:xfrm>
              <a:off x="3677830" y="2857893"/>
              <a:ext cx="106235" cy="106235"/>
            </a:xfrm>
            <a:prstGeom prst="rect">
              <a:avLst/>
            </a:prstGeom>
          </p:spPr>
        </p:pic>
        <p:pic>
          <p:nvPicPr>
            <p:cNvPr id="83" name="object 83"/>
            <p:cNvPicPr/>
            <p:nvPr/>
          </p:nvPicPr>
          <p:blipFill>
            <a:blip r:embed="rId10" cstate="print"/>
            <a:stretch>
              <a:fillRect/>
            </a:stretch>
          </p:blipFill>
          <p:spPr>
            <a:xfrm>
              <a:off x="4102785" y="2309025"/>
              <a:ext cx="106235" cy="106222"/>
            </a:xfrm>
            <a:prstGeom prst="rect">
              <a:avLst/>
            </a:prstGeom>
          </p:spPr>
        </p:pic>
        <p:pic>
          <p:nvPicPr>
            <p:cNvPr id="84" name="object 84"/>
            <p:cNvPicPr/>
            <p:nvPr/>
          </p:nvPicPr>
          <p:blipFill>
            <a:blip r:embed="rId13" cstate="print"/>
            <a:stretch>
              <a:fillRect/>
            </a:stretch>
          </p:blipFill>
          <p:spPr>
            <a:xfrm>
              <a:off x="4740211" y="2857893"/>
              <a:ext cx="106235" cy="106235"/>
            </a:xfrm>
            <a:prstGeom prst="rect">
              <a:avLst/>
            </a:prstGeom>
          </p:spPr>
        </p:pic>
        <p:pic>
          <p:nvPicPr>
            <p:cNvPr id="85" name="object 85"/>
            <p:cNvPicPr/>
            <p:nvPr/>
          </p:nvPicPr>
          <p:blipFill>
            <a:blip r:embed="rId14" cstate="print"/>
            <a:stretch>
              <a:fillRect/>
            </a:stretch>
          </p:blipFill>
          <p:spPr>
            <a:xfrm>
              <a:off x="5165153" y="2309025"/>
              <a:ext cx="106235" cy="106222"/>
            </a:xfrm>
            <a:prstGeom prst="rect">
              <a:avLst/>
            </a:prstGeom>
          </p:spPr>
        </p:pic>
        <p:pic>
          <p:nvPicPr>
            <p:cNvPr id="86" name="object 86"/>
            <p:cNvPicPr/>
            <p:nvPr/>
          </p:nvPicPr>
          <p:blipFill>
            <a:blip r:embed="rId14" cstate="print"/>
            <a:stretch>
              <a:fillRect/>
            </a:stretch>
          </p:blipFill>
          <p:spPr>
            <a:xfrm>
              <a:off x="6333769" y="2309025"/>
              <a:ext cx="106235" cy="106222"/>
            </a:xfrm>
            <a:prstGeom prst="rect">
              <a:avLst/>
            </a:prstGeom>
          </p:spPr>
        </p:pic>
        <p:pic>
          <p:nvPicPr>
            <p:cNvPr id="87" name="object 87"/>
            <p:cNvPicPr/>
            <p:nvPr/>
          </p:nvPicPr>
          <p:blipFill>
            <a:blip r:embed="rId15" cstate="print"/>
            <a:stretch>
              <a:fillRect/>
            </a:stretch>
          </p:blipFill>
          <p:spPr>
            <a:xfrm>
              <a:off x="6351473" y="2857893"/>
              <a:ext cx="106235" cy="106235"/>
            </a:xfrm>
            <a:prstGeom prst="rect">
              <a:avLst/>
            </a:prstGeom>
          </p:spPr>
        </p:pic>
        <p:pic>
          <p:nvPicPr>
            <p:cNvPr id="88" name="object 88"/>
            <p:cNvPicPr/>
            <p:nvPr/>
          </p:nvPicPr>
          <p:blipFill>
            <a:blip r:embed="rId16" cstate="print"/>
            <a:stretch>
              <a:fillRect/>
            </a:stretch>
          </p:blipFill>
          <p:spPr>
            <a:xfrm>
              <a:off x="7821091" y="2592311"/>
              <a:ext cx="106235" cy="106235"/>
            </a:xfrm>
            <a:prstGeom prst="rect">
              <a:avLst/>
            </a:prstGeom>
          </p:spPr>
        </p:pic>
        <p:sp>
          <p:nvSpPr>
            <p:cNvPr id="89" name="object 89"/>
            <p:cNvSpPr/>
            <p:nvPr/>
          </p:nvSpPr>
          <p:spPr>
            <a:xfrm>
              <a:off x="1597355" y="1804403"/>
              <a:ext cx="3399790" cy="177165"/>
            </a:xfrm>
            <a:custGeom>
              <a:avLst/>
              <a:gdLst/>
              <a:ahLst/>
              <a:cxnLst/>
              <a:rect l="l" t="t" r="r" b="b"/>
              <a:pathLst>
                <a:path w="3399790" h="177164">
                  <a:moveTo>
                    <a:pt x="3399599" y="0"/>
                  </a:moveTo>
                  <a:lnTo>
                    <a:pt x="3187115" y="177063"/>
                  </a:lnTo>
                </a:path>
                <a:path w="3399790" h="177164">
                  <a:moveTo>
                    <a:pt x="2337219" y="0"/>
                  </a:moveTo>
                  <a:lnTo>
                    <a:pt x="2124748" y="177063"/>
                  </a:lnTo>
                </a:path>
                <a:path w="3399790" h="177164">
                  <a:moveTo>
                    <a:pt x="1274851" y="0"/>
                  </a:moveTo>
                  <a:lnTo>
                    <a:pt x="1062367" y="177063"/>
                  </a:lnTo>
                </a:path>
                <a:path w="3399790" h="177164">
                  <a:moveTo>
                    <a:pt x="212471" y="0"/>
                  </a:moveTo>
                  <a:lnTo>
                    <a:pt x="0" y="177063"/>
                  </a:lnTo>
                </a:path>
              </a:pathLst>
            </a:custGeom>
            <a:ln w="17703">
              <a:solidFill>
                <a:srgbClr val="000000"/>
              </a:solidFill>
            </a:ln>
          </p:spPr>
          <p:txBody>
            <a:bodyPr wrap="square" lIns="0" tIns="0" rIns="0" bIns="0" rtlCol="0"/>
            <a:lstStyle/>
            <a:p>
              <a:endParaRPr/>
            </a:p>
          </p:txBody>
        </p:sp>
        <p:sp>
          <p:nvSpPr>
            <p:cNvPr id="90" name="object 90"/>
            <p:cNvSpPr/>
            <p:nvPr/>
          </p:nvSpPr>
          <p:spPr>
            <a:xfrm>
              <a:off x="1615059" y="494182"/>
              <a:ext cx="3204845" cy="584835"/>
            </a:xfrm>
            <a:custGeom>
              <a:avLst/>
              <a:gdLst/>
              <a:ahLst/>
              <a:cxnLst/>
              <a:rect l="l" t="t" r="r" b="b"/>
              <a:pathLst>
                <a:path w="3204845" h="584835">
                  <a:moveTo>
                    <a:pt x="17703" y="513473"/>
                  </a:moveTo>
                  <a:lnTo>
                    <a:pt x="0" y="495757"/>
                  </a:lnTo>
                  <a:lnTo>
                    <a:pt x="0" y="584288"/>
                  </a:lnTo>
                  <a:lnTo>
                    <a:pt x="17703" y="584288"/>
                  </a:lnTo>
                  <a:lnTo>
                    <a:pt x="17703" y="513473"/>
                  </a:lnTo>
                  <a:close/>
                </a:path>
                <a:path w="3204845" h="584835">
                  <a:moveTo>
                    <a:pt x="17703" y="389534"/>
                  </a:moveTo>
                  <a:lnTo>
                    <a:pt x="0" y="371817"/>
                  </a:lnTo>
                  <a:lnTo>
                    <a:pt x="0" y="460349"/>
                  </a:lnTo>
                  <a:lnTo>
                    <a:pt x="17703" y="460349"/>
                  </a:lnTo>
                  <a:lnTo>
                    <a:pt x="17703" y="389534"/>
                  </a:lnTo>
                  <a:close/>
                </a:path>
                <a:path w="3204845" h="584835">
                  <a:moveTo>
                    <a:pt x="17703" y="265582"/>
                  </a:moveTo>
                  <a:lnTo>
                    <a:pt x="0" y="247878"/>
                  </a:lnTo>
                  <a:lnTo>
                    <a:pt x="0" y="336410"/>
                  </a:lnTo>
                  <a:lnTo>
                    <a:pt x="17703" y="336410"/>
                  </a:lnTo>
                  <a:lnTo>
                    <a:pt x="17703" y="265582"/>
                  </a:lnTo>
                  <a:close/>
                </a:path>
                <a:path w="3204845" h="584835">
                  <a:moveTo>
                    <a:pt x="17703" y="141643"/>
                  </a:moveTo>
                  <a:lnTo>
                    <a:pt x="0" y="123939"/>
                  </a:lnTo>
                  <a:lnTo>
                    <a:pt x="0" y="212471"/>
                  </a:lnTo>
                  <a:lnTo>
                    <a:pt x="17703" y="212471"/>
                  </a:lnTo>
                  <a:lnTo>
                    <a:pt x="17703" y="141643"/>
                  </a:lnTo>
                  <a:close/>
                </a:path>
                <a:path w="3204845" h="584835">
                  <a:moveTo>
                    <a:pt x="17703" y="17703"/>
                  </a:moveTo>
                  <a:lnTo>
                    <a:pt x="0" y="17703"/>
                  </a:lnTo>
                  <a:lnTo>
                    <a:pt x="0" y="88531"/>
                  </a:lnTo>
                  <a:lnTo>
                    <a:pt x="17703" y="88531"/>
                  </a:lnTo>
                  <a:lnTo>
                    <a:pt x="17703" y="17703"/>
                  </a:lnTo>
                  <a:close/>
                </a:path>
                <a:path w="3204845" h="584835">
                  <a:moveTo>
                    <a:pt x="1097788" y="513473"/>
                  </a:moveTo>
                  <a:lnTo>
                    <a:pt x="1080084" y="495757"/>
                  </a:lnTo>
                  <a:lnTo>
                    <a:pt x="1080084" y="584288"/>
                  </a:lnTo>
                  <a:lnTo>
                    <a:pt x="1097788" y="584288"/>
                  </a:lnTo>
                  <a:lnTo>
                    <a:pt x="1097788" y="513473"/>
                  </a:lnTo>
                  <a:close/>
                </a:path>
                <a:path w="3204845" h="584835">
                  <a:moveTo>
                    <a:pt x="1097788" y="389534"/>
                  </a:moveTo>
                  <a:lnTo>
                    <a:pt x="1080084" y="371817"/>
                  </a:lnTo>
                  <a:lnTo>
                    <a:pt x="1080084" y="460349"/>
                  </a:lnTo>
                  <a:lnTo>
                    <a:pt x="1097788" y="460349"/>
                  </a:lnTo>
                  <a:lnTo>
                    <a:pt x="1097788" y="389534"/>
                  </a:lnTo>
                  <a:close/>
                </a:path>
                <a:path w="3204845" h="584835">
                  <a:moveTo>
                    <a:pt x="1097788" y="265582"/>
                  </a:moveTo>
                  <a:lnTo>
                    <a:pt x="1080084" y="247878"/>
                  </a:lnTo>
                  <a:lnTo>
                    <a:pt x="1080084" y="336410"/>
                  </a:lnTo>
                  <a:lnTo>
                    <a:pt x="1097788" y="336410"/>
                  </a:lnTo>
                  <a:lnTo>
                    <a:pt x="1097788" y="265582"/>
                  </a:lnTo>
                  <a:close/>
                </a:path>
                <a:path w="3204845" h="584835">
                  <a:moveTo>
                    <a:pt x="1097788" y="141643"/>
                  </a:moveTo>
                  <a:lnTo>
                    <a:pt x="1080084" y="123939"/>
                  </a:lnTo>
                  <a:lnTo>
                    <a:pt x="1080084" y="212471"/>
                  </a:lnTo>
                  <a:lnTo>
                    <a:pt x="1097788" y="212471"/>
                  </a:lnTo>
                  <a:lnTo>
                    <a:pt x="1097788" y="141643"/>
                  </a:lnTo>
                  <a:close/>
                </a:path>
                <a:path w="3204845" h="584835">
                  <a:moveTo>
                    <a:pt x="1097788" y="17703"/>
                  </a:moveTo>
                  <a:lnTo>
                    <a:pt x="1080084" y="17703"/>
                  </a:lnTo>
                  <a:lnTo>
                    <a:pt x="1080084" y="88531"/>
                  </a:lnTo>
                  <a:lnTo>
                    <a:pt x="1097788" y="88531"/>
                  </a:lnTo>
                  <a:lnTo>
                    <a:pt x="1097788" y="17703"/>
                  </a:lnTo>
                  <a:close/>
                </a:path>
                <a:path w="3204845" h="584835">
                  <a:moveTo>
                    <a:pt x="2160155" y="513473"/>
                  </a:moveTo>
                  <a:lnTo>
                    <a:pt x="2142452" y="495757"/>
                  </a:lnTo>
                  <a:lnTo>
                    <a:pt x="2142452" y="584288"/>
                  </a:lnTo>
                  <a:lnTo>
                    <a:pt x="2160155" y="584288"/>
                  </a:lnTo>
                  <a:lnTo>
                    <a:pt x="2160155" y="513473"/>
                  </a:lnTo>
                  <a:close/>
                </a:path>
                <a:path w="3204845" h="584835">
                  <a:moveTo>
                    <a:pt x="2160155" y="389534"/>
                  </a:moveTo>
                  <a:lnTo>
                    <a:pt x="2142452" y="371817"/>
                  </a:lnTo>
                  <a:lnTo>
                    <a:pt x="2142452" y="460349"/>
                  </a:lnTo>
                  <a:lnTo>
                    <a:pt x="2160155" y="460349"/>
                  </a:lnTo>
                  <a:lnTo>
                    <a:pt x="2160155" y="389534"/>
                  </a:lnTo>
                  <a:close/>
                </a:path>
                <a:path w="3204845" h="584835">
                  <a:moveTo>
                    <a:pt x="2160155" y="265582"/>
                  </a:moveTo>
                  <a:lnTo>
                    <a:pt x="2142452" y="247878"/>
                  </a:lnTo>
                  <a:lnTo>
                    <a:pt x="2142452" y="336410"/>
                  </a:lnTo>
                  <a:lnTo>
                    <a:pt x="2160155" y="336410"/>
                  </a:lnTo>
                  <a:lnTo>
                    <a:pt x="2160155" y="265582"/>
                  </a:lnTo>
                  <a:close/>
                </a:path>
                <a:path w="3204845" h="584835">
                  <a:moveTo>
                    <a:pt x="2160155" y="141643"/>
                  </a:moveTo>
                  <a:lnTo>
                    <a:pt x="2142452" y="123939"/>
                  </a:lnTo>
                  <a:lnTo>
                    <a:pt x="2142452" y="212471"/>
                  </a:lnTo>
                  <a:lnTo>
                    <a:pt x="2160155" y="212471"/>
                  </a:lnTo>
                  <a:lnTo>
                    <a:pt x="2160155" y="141643"/>
                  </a:lnTo>
                  <a:close/>
                </a:path>
                <a:path w="3204845" h="584835">
                  <a:moveTo>
                    <a:pt x="2160155" y="17703"/>
                  </a:moveTo>
                  <a:lnTo>
                    <a:pt x="2142452" y="17703"/>
                  </a:lnTo>
                  <a:lnTo>
                    <a:pt x="2142452" y="88531"/>
                  </a:lnTo>
                  <a:lnTo>
                    <a:pt x="2160155" y="88531"/>
                  </a:lnTo>
                  <a:lnTo>
                    <a:pt x="2160155" y="17703"/>
                  </a:lnTo>
                  <a:close/>
                </a:path>
                <a:path w="3204845" h="584835">
                  <a:moveTo>
                    <a:pt x="3204832" y="495757"/>
                  </a:moveTo>
                  <a:lnTo>
                    <a:pt x="3187115" y="478053"/>
                  </a:lnTo>
                  <a:lnTo>
                    <a:pt x="3187115" y="566585"/>
                  </a:lnTo>
                  <a:lnTo>
                    <a:pt x="3204832" y="566585"/>
                  </a:lnTo>
                  <a:lnTo>
                    <a:pt x="3204832" y="495757"/>
                  </a:lnTo>
                  <a:close/>
                </a:path>
                <a:path w="3204845" h="584835">
                  <a:moveTo>
                    <a:pt x="3204832" y="371817"/>
                  </a:moveTo>
                  <a:lnTo>
                    <a:pt x="3187115" y="354114"/>
                  </a:lnTo>
                  <a:lnTo>
                    <a:pt x="3187115" y="442645"/>
                  </a:lnTo>
                  <a:lnTo>
                    <a:pt x="3204832" y="442645"/>
                  </a:lnTo>
                  <a:lnTo>
                    <a:pt x="3204832" y="371817"/>
                  </a:lnTo>
                  <a:close/>
                </a:path>
                <a:path w="3204845" h="584835">
                  <a:moveTo>
                    <a:pt x="3204832" y="247878"/>
                  </a:moveTo>
                  <a:lnTo>
                    <a:pt x="3187115" y="230174"/>
                  </a:lnTo>
                  <a:lnTo>
                    <a:pt x="3187115" y="318706"/>
                  </a:lnTo>
                  <a:lnTo>
                    <a:pt x="3204832" y="318706"/>
                  </a:lnTo>
                  <a:lnTo>
                    <a:pt x="3204832" y="247878"/>
                  </a:lnTo>
                  <a:close/>
                </a:path>
                <a:path w="3204845" h="584835">
                  <a:moveTo>
                    <a:pt x="3204832" y="123939"/>
                  </a:moveTo>
                  <a:lnTo>
                    <a:pt x="3187115" y="106235"/>
                  </a:lnTo>
                  <a:lnTo>
                    <a:pt x="3187115" y="194767"/>
                  </a:lnTo>
                  <a:lnTo>
                    <a:pt x="3204832" y="194767"/>
                  </a:lnTo>
                  <a:lnTo>
                    <a:pt x="3204832" y="123939"/>
                  </a:lnTo>
                  <a:close/>
                </a:path>
                <a:path w="3204845" h="584835">
                  <a:moveTo>
                    <a:pt x="3204832" y="0"/>
                  </a:moveTo>
                  <a:lnTo>
                    <a:pt x="3187115" y="0"/>
                  </a:lnTo>
                  <a:lnTo>
                    <a:pt x="3187115" y="70827"/>
                  </a:lnTo>
                  <a:lnTo>
                    <a:pt x="3204832" y="70827"/>
                  </a:lnTo>
                  <a:lnTo>
                    <a:pt x="3204832" y="0"/>
                  </a:lnTo>
                  <a:close/>
                </a:path>
              </a:pathLst>
            </a:custGeom>
            <a:solidFill>
              <a:srgbClr val="000000"/>
            </a:solidFill>
          </p:spPr>
          <p:txBody>
            <a:bodyPr wrap="square" lIns="0" tIns="0" rIns="0" bIns="0" rtlCol="0"/>
            <a:lstStyle/>
            <a:p>
              <a:endParaRPr/>
            </a:p>
          </p:txBody>
        </p:sp>
        <p:sp>
          <p:nvSpPr>
            <p:cNvPr id="91" name="object 91"/>
            <p:cNvSpPr/>
            <p:nvPr/>
          </p:nvSpPr>
          <p:spPr>
            <a:xfrm>
              <a:off x="2022309" y="1060767"/>
              <a:ext cx="0" cy="283845"/>
            </a:xfrm>
            <a:custGeom>
              <a:avLst/>
              <a:gdLst/>
              <a:ahLst/>
              <a:cxnLst/>
              <a:rect l="l" t="t" r="r" b="b"/>
              <a:pathLst>
                <a:path h="283844">
                  <a:moveTo>
                    <a:pt x="0" y="0"/>
                  </a:moveTo>
                  <a:lnTo>
                    <a:pt x="0" y="283286"/>
                  </a:lnTo>
                </a:path>
              </a:pathLst>
            </a:custGeom>
            <a:ln w="17703">
              <a:solidFill>
                <a:srgbClr val="000000"/>
              </a:solidFill>
            </a:ln>
          </p:spPr>
          <p:txBody>
            <a:bodyPr wrap="square" lIns="0" tIns="0" rIns="0" bIns="0" rtlCol="0"/>
            <a:lstStyle/>
            <a:p>
              <a:endParaRPr/>
            </a:p>
          </p:txBody>
        </p:sp>
        <p:sp>
          <p:nvSpPr>
            <p:cNvPr id="92" name="object 92"/>
            <p:cNvSpPr/>
            <p:nvPr/>
          </p:nvSpPr>
          <p:spPr>
            <a:xfrm>
              <a:off x="1951482" y="1255534"/>
              <a:ext cx="124460" cy="177165"/>
            </a:xfrm>
            <a:custGeom>
              <a:avLst/>
              <a:gdLst/>
              <a:ahLst/>
              <a:cxnLst/>
              <a:rect l="l" t="t" r="r" b="b"/>
              <a:pathLst>
                <a:path w="124460" h="177165">
                  <a:moveTo>
                    <a:pt x="70827" y="177050"/>
                  </a:moveTo>
                  <a:lnTo>
                    <a:pt x="0" y="0"/>
                  </a:lnTo>
                  <a:lnTo>
                    <a:pt x="70827" y="53111"/>
                  </a:lnTo>
                  <a:lnTo>
                    <a:pt x="123939" y="0"/>
                  </a:lnTo>
                  <a:lnTo>
                    <a:pt x="70827" y="177050"/>
                  </a:lnTo>
                  <a:close/>
                </a:path>
              </a:pathLst>
            </a:custGeom>
            <a:solidFill>
              <a:srgbClr val="000000"/>
            </a:solidFill>
          </p:spPr>
          <p:txBody>
            <a:bodyPr wrap="square" lIns="0" tIns="0" rIns="0" bIns="0" rtlCol="0"/>
            <a:lstStyle/>
            <a:p>
              <a:endParaRPr/>
            </a:p>
          </p:txBody>
        </p:sp>
        <p:sp>
          <p:nvSpPr>
            <p:cNvPr id="93" name="object 93"/>
            <p:cNvSpPr/>
            <p:nvPr/>
          </p:nvSpPr>
          <p:spPr>
            <a:xfrm>
              <a:off x="3084677" y="1060767"/>
              <a:ext cx="0" cy="283845"/>
            </a:xfrm>
            <a:custGeom>
              <a:avLst/>
              <a:gdLst/>
              <a:ahLst/>
              <a:cxnLst/>
              <a:rect l="l" t="t" r="r" b="b"/>
              <a:pathLst>
                <a:path h="283844">
                  <a:moveTo>
                    <a:pt x="0" y="0"/>
                  </a:moveTo>
                  <a:lnTo>
                    <a:pt x="0" y="283286"/>
                  </a:lnTo>
                </a:path>
              </a:pathLst>
            </a:custGeom>
            <a:ln w="17703">
              <a:solidFill>
                <a:srgbClr val="000000"/>
              </a:solidFill>
            </a:ln>
          </p:spPr>
          <p:txBody>
            <a:bodyPr wrap="square" lIns="0" tIns="0" rIns="0" bIns="0" rtlCol="0"/>
            <a:lstStyle/>
            <a:p>
              <a:endParaRPr/>
            </a:p>
          </p:txBody>
        </p:sp>
        <p:sp>
          <p:nvSpPr>
            <p:cNvPr id="94" name="object 94"/>
            <p:cNvSpPr/>
            <p:nvPr/>
          </p:nvSpPr>
          <p:spPr>
            <a:xfrm>
              <a:off x="3013849" y="1255534"/>
              <a:ext cx="124460" cy="177165"/>
            </a:xfrm>
            <a:custGeom>
              <a:avLst/>
              <a:gdLst/>
              <a:ahLst/>
              <a:cxnLst/>
              <a:rect l="l" t="t" r="r" b="b"/>
              <a:pathLst>
                <a:path w="124460" h="177165">
                  <a:moveTo>
                    <a:pt x="70827" y="177050"/>
                  </a:moveTo>
                  <a:lnTo>
                    <a:pt x="0" y="0"/>
                  </a:lnTo>
                  <a:lnTo>
                    <a:pt x="70827" y="53111"/>
                  </a:lnTo>
                  <a:lnTo>
                    <a:pt x="123951" y="0"/>
                  </a:lnTo>
                  <a:lnTo>
                    <a:pt x="70827" y="177050"/>
                  </a:lnTo>
                  <a:close/>
                </a:path>
              </a:pathLst>
            </a:custGeom>
            <a:solidFill>
              <a:srgbClr val="000000"/>
            </a:solidFill>
          </p:spPr>
          <p:txBody>
            <a:bodyPr wrap="square" lIns="0" tIns="0" rIns="0" bIns="0" rtlCol="0"/>
            <a:lstStyle/>
            <a:p>
              <a:endParaRPr/>
            </a:p>
          </p:txBody>
        </p:sp>
        <p:sp>
          <p:nvSpPr>
            <p:cNvPr id="95" name="object 95"/>
            <p:cNvSpPr/>
            <p:nvPr/>
          </p:nvSpPr>
          <p:spPr>
            <a:xfrm>
              <a:off x="4147045" y="1060767"/>
              <a:ext cx="0" cy="283845"/>
            </a:xfrm>
            <a:custGeom>
              <a:avLst/>
              <a:gdLst/>
              <a:ahLst/>
              <a:cxnLst/>
              <a:rect l="l" t="t" r="r" b="b"/>
              <a:pathLst>
                <a:path h="283844">
                  <a:moveTo>
                    <a:pt x="0" y="0"/>
                  </a:moveTo>
                  <a:lnTo>
                    <a:pt x="0" y="283286"/>
                  </a:lnTo>
                </a:path>
              </a:pathLst>
            </a:custGeom>
            <a:ln w="17703">
              <a:solidFill>
                <a:srgbClr val="000000"/>
              </a:solidFill>
            </a:ln>
          </p:spPr>
          <p:txBody>
            <a:bodyPr wrap="square" lIns="0" tIns="0" rIns="0" bIns="0" rtlCol="0"/>
            <a:lstStyle/>
            <a:p>
              <a:endParaRPr/>
            </a:p>
          </p:txBody>
        </p:sp>
        <p:sp>
          <p:nvSpPr>
            <p:cNvPr id="96" name="object 96"/>
            <p:cNvSpPr/>
            <p:nvPr/>
          </p:nvSpPr>
          <p:spPr>
            <a:xfrm>
              <a:off x="4076230" y="1255534"/>
              <a:ext cx="124460" cy="177165"/>
            </a:xfrm>
            <a:custGeom>
              <a:avLst/>
              <a:gdLst/>
              <a:ahLst/>
              <a:cxnLst/>
              <a:rect l="l" t="t" r="r" b="b"/>
              <a:pathLst>
                <a:path w="124460" h="177165">
                  <a:moveTo>
                    <a:pt x="70815" y="177050"/>
                  </a:moveTo>
                  <a:lnTo>
                    <a:pt x="0" y="0"/>
                  </a:lnTo>
                  <a:lnTo>
                    <a:pt x="70815" y="53111"/>
                  </a:lnTo>
                  <a:lnTo>
                    <a:pt x="123939" y="0"/>
                  </a:lnTo>
                  <a:lnTo>
                    <a:pt x="70815" y="177050"/>
                  </a:lnTo>
                  <a:close/>
                </a:path>
              </a:pathLst>
            </a:custGeom>
            <a:solidFill>
              <a:srgbClr val="000000"/>
            </a:solidFill>
          </p:spPr>
          <p:txBody>
            <a:bodyPr wrap="square" lIns="0" tIns="0" rIns="0" bIns="0" rtlCol="0"/>
            <a:lstStyle/>
            <a:p>
              <a:endParaRPr/>
            </a:p>
          </p:txBody>
        </p:sp>
        <p:sp>
          <p:nvSpPr>
            <p:cNvPr id="97" name="object 97"/>
            <p:cNvSpPr/>
            <p:nvPr/>
          </p:nvSpPr>
          <p:spPr>
            <a:xfrm>
              <a:off x="5209425" y="1060767"/>
              <a:ext cx="0" cy="283845"/>
            </a:xfrm>
            <a:custGeom>
              <a:avLst/>
              <a:gdLst/>
              <a:ahLst/>
              <a:cxnLst/>
              <a:rect l="l" t="t" r="r" b="b"/>
              <a:pathLst>
                <a:path h="283844">
                  <a:moveTo>
                    <a:pt x="0" y="0"/>
                  </a:moveTo>
                  <a:lnTo>
                    <a:pt x="0" y="283286"/>
                  </a:lnTo>
                </a:path>
              </a:pathLst>
            </a:custGeom>
            <a:ln w="17703">
              <a:solidFill>
                <a:srgbClr val="000000"/>
              </a:solidFill>
            </a:ln>
          </p:spPr>
          <p:txBody>
            <a:bodyPr wrap="square" lIns="0" tIns="0" rIns="0" bIns="0" rtlCol="0"/>
            <a:lstStyle/>
            <a:p>
              <a:endParaRPr/>
            </a:p>
          </p:txBody>
        </p:sp>
        <p:sp>
          <p:nvSpPr>
            <p:cNvPr id="98" name="object 98"/>
            <p:cNvSpPr/>
            <p:nvPr/>
          </p:nvSpPr>
          <p:spPr>
            <a:xfrm>
              <a:off x="5138597" y="1255534"/>
              <a:ext cx="124460" cy="177165"/>
            </a:xfrm>
            <a:custGeom>
              <a:avLst/>
              <a:gdLst/>
              <a:ahLst/>
              <a:cxnLst/>
              <a:rect l="l" t="t" r="r" b="b"/>
              <a:pathLst>
                <a:path w="124460" h="177165">
                  <a:moveTo>
                    <a:pt x="70827" y="177050"/>
                  </a:moveTo>
                  <a:lnTo>
                    <a:pt x="0" y="0"/>
                  </a:lnTo>
                  <a:lnTo>
                    <a:pt x="70827" y="53111"/>
                  </a:lnTo>
                  <a:lnTo>
                    <a:pt x="123939" y="0"/>
                  </a:lnTo>
                  <a:lnTo>
                    <a:pt x="70827" y="177050"/>
                  </a:lnTo>
                  <a:close/>
                </a:path>
              </a:pathLst>
            </a:custGeom>
            <a:solidFill>
              <a:srgbClr val="000000"/>
            </a:solidFill>
          </p:spPr>
          <p:txBody>
            <a:bodyPr wrap="square" lIns="0" tIns="0" rIns="0" bIns="0" rtlCol="0"/>
            <a:lstStyle/>
            <a:p>
              <a:endParaRPr/>
            </a:p>
          </p:txBody>
        </p:sp>
        <p:sp>
          <p:nvSpPr>
            <p:cNvPr id="99" name="object 99"/>
            <p:cNvSpPr/>
            <p:nvPr/>
          </p:nvSpPr>
          <p:spPr>
            <a:xfrm>
              <a:off x="1916061" y="795185"/>
              <a:ext cx="283845" cy="0"/>
            </a:xfrm>
            <a:custGeom>
              <a:avLst/>
              <a:gdLst/>
              <a:ahLst/>
              <a:cxnLst/>
              <a:rect l="l" t="t" r="r" b="b"/>
              <a:pathLst>
                <a:path w="283844">
                  <a:moveTo>
                    <a:pt x="0" y="0"/>
                  </a:moveTo>
                  <a:lnTo>
                    <a:pt x="283298" y="0"/>
                  </a:lnTo>
                </a:path>
              </a:pathLst>
            </a:custGeom>
            <a:ln w="17703">
              <a:solidFill>
                <a:srgbClr val="000000"/>
              </a:solidFill>
            </a:ln>
          </p:spPr>
          <p:txBody>
            <a:bodyPr wrap="square" lIns="0" tIns="0" rIns="0" bIns="0" rtlCol="0"/>
            <a:lstStyle/>
            <a:p>
              <a:endParaRPr/>
            </a:p>
          </p:txBody>
        </p:sp>
        <p:sp>
          <p:nvSpPr>
            <p:cNvPr id="100" name="object 100"/>
            <p:cNvSpPr/>
            <p:nvPr/>
          </p:nvSpPr>
          <p:spPr>
            <a:xfrm>
              <a:off x="2110828" y="742061"/>
              <a:ext cx="177165" cy="124460"/>
            </a:xfrm>
            <a:custGeom>
              <a:avLst/>
              <a:gdLst/>
              <a:ahLst/>
              <a:cxnLst/>
              <a:rect l="l" t="t" r="r" b="b"/>
              <a:pathLst>
                <a:path w="177164" h="124459">
                  <a:moveTo>
                    <a:pt x="0" y="123939"/>
                  </a:moveTo>
                  <a:lnTo>
                    <a:pt x="53124" y="53124"/>
                  </a:lnTo>
                  <a:lnTo>
                    <a:pt x="0" y="0"/>
                  </a:lnTo>
                  <a:lnTo>
                    <a:pt x="177063" y="53124"/>
                  </a:lnTo>
                  <a:lnTo>
                    <a:pt x="0" y="123939"/>
                  </a:lnTo>
                  <a:close/>
                </a:path>
              </a:pathLst>
            </a:custGeom>
            <a:solidFill>
              <a:srgbClr val="000000"/>
            </a:solidFill>
          </p:spPr>
          <p:txBody>
            <a:bodyPr wrap="square" lIns="0" tIns="0" rIns="0" bIns="0" rtlCol="0"/>
            <a:lstStyle/>
            <a:p>
              <a:endParaRPr/>
            </a:p>
          </p:txBody>
        </p:sp>
        <p:sp>
          <p:nvSpPr>
            <p:cNvPr id="101" name="object 101"/>
            <p:cNvSpPr/>
            <p:nvPr/>
          </p:nvSpPr>
          <p:spPr>
            <a:xfrm>
              <a:off x="2978442" y="777481"/>
              <a:ext cx="266065" cy="0"/>
            </a:xfrm>
            <a:custGeom>
              <a:avLst/>
              <a:gdLst/>
              <a:ahLst/>
              <a:cxnLst/>
              <a:rect l="l" t="t" r="r" b="b"/>
              <a:pathLst>
                <a:path w="266064">
                  <a:moveTo>
                    <a:pt x="0" y="0"/>
                  </a:moveTo>
                  <a:lnTo>
                    <a:pt x="265595" y="0"/>
                  </a:lnTo>
                </a:path>
              </a:pathLst>
            </a:custGeom>
            <a:ln w="17703">
              <a:solidFill>
                <a:srgbClr val="000000"/>
              </a:solidFill>
            </a:ln>
          </p:spPr>
          <p:txBody>
            <a:bodyPr wrap="square" lIns="0" tIns="0" rIns="0" bIns="0" rtlCol="0"/>
            <a:lstStyle/>
            <a:p>
              <a:endParaRPr/>
            </a:p>
          </p:txBody>
        </p:sp>
        <p:sp>
          <p:nvSpPr>
            <p:cNvPr id="102" name="object 102"/>
            <p:cNvSpPr/>
            <p:nvPr/>
          </p:nvSpPr>
          <p:spPr>
            <a:xfrm>
              <a:off x="3155505" y="724357"/>
              <a:ext cx="177165" cy="124460"/>
            </a:xfrm>
            <a:custGeom>
              <a:avLst/>
              <a:gdLst/>
              <a:ahLst/>
              <a:cxnLst/>
              <a:rect l="l" t="t" r="r" b="b"/>
              <a:pathLst>
                <a:path w="177164" h="124459">
                  <a:moveTo>
                    <a:pt x="0" y="123939"/>
                  </a:moveTo>
                  <a:lnTo>
                    <a:pt x="53111" y="53124"/>
                  </a:lnTo>
                  <a:lnTo>
                    <a:pt x="0" y="0"/>
                  </a:lnTo>
                  <a:lnTo>
                    <a:pt x="177063" y="53124"/>
                  </a:lnTo>
                  <a:lnTo>
                    <a:pt x="0" y="123939"/>
                  </a:lnTo>
                  <a:close/>
                </a:path>
              </a:pathLst>
            </a:custGeom>
            <a:solidFill>
              <a:srgbClr val="000000"/>
            </a:solidFill>
          </p:spPr>
          <p:txBody>
            <a:bodyPr wrap="square" lIns="0" tIns="0" rIns="0" bIns="0" rtlCol="0"/>
            <a:lstStyle/>
            <a:p>
              <a:endParaRPr/>
            </a:p>
          </p:txBody>
        </p:sp>
        <p:sp>
          <p:nvSpPr>
            <p:cNvPr id="103" name="object 103"/>
            <p:cNvSpPr/>
            <p:nvPr/>
          </p:nvSpPr>
          <p:spPr>
            <a:xfrm>
              <a:off x="3987698" y="777481"/>
              <a:ext cx="266065" cy="0"/>
            </a:xfrm>
            <a:custGeom>
              <a:avLst/>
              <a:gdLst/>
              <a:ahLst/>
              <a:cxnLst/>
              <a:rect l="l" t="t" r="r" b="b"/>
              <a:pathLst>
                <a:path w="266064">
                  <a:moveTo>
                    <a:pt x="0" y="0"/>
                  </a:moveTo>
                  <a:lnTo>
                    <a:pt x="265595" y="0"/>
                  </a:lnTo>
                </a:path>
              </a:pathLst>
            </a:custGeom>
            <a:ln w="17703">
              <a:solidFill>
                <a:srgbClr val="000000"/>
              </a:solidFill>
            </a:ln>
          </p:spPr>
          <p:txBody>
            <a:bodyPr wrap="square" lIns="0" tIns="0" rIns="0" bIns="0" rtlCol="0"/>
            <a:lstStyle/>
            <a:p>
              <a:endParaRPr/>
            </a:p>
          </p:txBody>
        </p:sp>
        <p:sp>
          <p:nvSpPr>
            <p:cNvPr id="104" name="object 104"/>
            <p:cNvSpPr/>
            <p:nvPr/>
          </p:nvSpPr>
          <p:spPr>
            <a:xfrm>
              <a:off x="4164761" y="724357"/>
              <a:ext cx="177165" cy="124460"/>
            </a:xfrm>
            <a:custGeom>
              <a:avLst/>
              <a:gdLst/>
              <a:ahLst/>
              <a:cxnLst/>
              <a:rect l="l" t="t" r="r" b="b"/>
              <a:pathLst>
                <a:path w="177164" h="124459">
                  <a:moveTo>
                    <a:pt x="0" y="123939"/>
                  </a:moveTo>
                  <a:lnTo>
                    <a:pt x="53111" y="53124"/>
                  </a:lnTo>
                  <a:lnTo>
                    <a:pt x="0" y="0"/>
                  </a:lnTo>
                  <a:lnTo>
                    <a:pt x="177063" y="53124"/>
                  </a:lnTo>
                  <a:lnTo>
                    <a:pt x="0" y="123939"/>
                  </a:lnTo>
                  <a:close/>
                </a:path>
              </a:pathLst>
            </a:custGeom>
            <a:solidFill>
              <a:srgbClr val="000000"/>
            </a:solidFill>
          </p:spPr>
          <p:txBody>
            <a:bodyPr wrap="square" lIns="0" tIns="0" rIns="0" bIns="0" rtlCol="0"/>
            <a:lstStyle/>
            <a:p>
              <a:endParaRPr/>
            </a:p>
          </p:txBody>
        </p:sp>
        <p:sp>
          <p:nvSpPr>
            <p:cNvPr id="105" name="object 105"/>
            <p:cNvSpPr/>
            <p:nvPr/>
          </p:nvSpPr>
          <p:spPr>
            <a:xfrm>
              <a:off x="6555092" y="1857527"/>
              <a:ext cx="266065" cy="0"/>
            </a:xfrm>
            <a:custGeom>
              <a:avLst/>
              <a:gdLst/>
              <a:ahLst/>
              <a:cxnLst/>
              <a:rect l="l" t="t" r="r" b="b"/>
              <a:pathLst>
                <a:path w="266065">
                  <a:moveTo>
                    <a:pt x="0" y="0"/>
                  </a:moveTo>
                  <a:lnTo>
                    <a:pt x="265595" y="0"/>
                  </a:lnTo>
                </a:path>
              </a:pathLst>
            </a:custGeom>
            <a:ln w="17703">
              <a:solidFill>
                <a:srgbClr val="000000"/>
              </a:solidFill>
            </a:ln>
          </p:spPr>
          <p:txBody>
            <a:bodyPr wrap="square" lIns="0" tIns="0" rIns="0" bIns="0" rtlCol="0"/>
            <a:lstStyle/>
            <a:p>
              <a:endParaRPr/>
            </a:p>
          </p:txBody>
        </p:sp>
        <p:sp>
          <p:nvSpPr>
            <p:cNvPr id="106" name="object 106"/>
            <p:cNvSpPr/>
            <p:nvPr/>
          </p:nvSpPr>
          <p:spPr>
            <a:xfrm>
              <a:off x="6732155" y="1804403"/>
              <a:ext cx="177165" cy="124460"/>
            </a:xfrm>
            <a:custGeom>
              <a:avLst/>
              <a:gdLst/>
              <a:ahLst/>
              <a:cxnLst/>
              <a:rect l="l" t="t" r="r" b="b"/>
              <a:pathLst>
                <a:path w="177165" h="124460">
                  <a:moveTo>
                    <a:pt x="0" y="123939"/>
                  </a:moveTo>
                  <a:lnTo>
                    <a:pt x="53124" y="53124"/>
                  </a:lnTo>
                  <a:lnTo>
                    <a:pt x="0" y="0"/>
                  </a:lnTo>
                  <a:lnTo>
                    <a:pt x="177063" y="53124"/>
                  </a:lnTo>
                  <a:lnTo>
                    <a:pt x="0" y="123939"/>
                  </a:lnTo>
                  <a:close/>
                </a:path>
              </a:pathLst>
            </a:custGeom>
            <a:solidFill>
              <a:srgbClr val="000000"/>
            </a:solidFill>
          </p:spPr>
          <p:txBody>
            <a:bodyPr wrap="square" lIns="0" tIns="0" rIns="0" bIns="0" rtlCol="0"/>
            <a:lstStyle/>
            <a:p>
              <a:endParaRPr/>
            </a:p>
          </p:txBody>
        </p:sp>
        <p:sp>
          <p:nvSpPr>
            <p:cNvPr id="107" name="object 107"/>
            <p:cNvSpPr/>
            <p:nvPr/>
          </p:nvSpPr>
          <p:spPr>
            <a:xfrm>
              <a:off x="5846851" y="2441816"/>
              <a:ext cx="283845" cy="0"/>
            </a:xfrm>
            <a:custGeom>
              <a:avLst/>
              <a:gdLst/>
              <a:ahLst/>
              <a:cxnLst/>
              <a:rect l="l" t="t" r="r" b="b"/>
              <a:pathLst>
                <a:path w="283845">
                  <a:moveTo>
                    <a:pt x="0" y="0"/>
                  </a:moveTo>
                  <a:lnTo>
                    <a:pt x="283298" y="0"/>
                  </a:lnTo>
                </a:path>
              </a:pathLst>
            </a:custGeom>
            <a:ln w="17703">
              <a:solidFill>
                <a:srgbClr val="000000"/>
              </a:solidFill>
            </a:ln>
          </p:spPr>
          <p:txBody>
            <a:bodyPr wrap="square" lIns="0" tIns="0" rIns="0" bIns="0" rtlCol="0"/>
            <a:lstStyle/>
            <a:p>
              <a:endParaRPr/>
            </a:p>
          </p:txBody>
        </p:sp>
        <p:sp>
          <p:nvSpPr>
            <p:cNvPr id="108" name="object 108"/>
            <p:cNvSpPr/>
            <p:nvPr/>
          </p:nvSpPr>
          <p:spPr>
            <a:xfrm>
              <a:off x="6041618" y="2388692"/>
              <a:ext cx="177165" cy="124460"/>
            </a:xfrm>
            <a:custGeom>
              <a:avLst/>
              <a:gdLst/>
              <a:ahLst/>
              <a:cxnLst/>
              <a:rect l="l" t="t" r="r" b="b"/>
              <a:pathLst>
                <a:path w="177164" h="124460">
                  <a:moveTo>
                    <a:pt x="0" y="123939"/>
                  </a:moveTo>
                  <a:lnTo>
                    <a:pt x="53111" y="53124"/>
                  </a:lnTo>
                  <a:lnTo>
                    <a:pt x="0" y="0"/>
                  </a:lnTo>
                  <a:lnTo>
                    <a:pt x="177063" y="53124"/>
                  </a:lnTo>
                  <a:lnTo>
                    <a:pt x="0" y="123939"/>
                  </a:lnTo>
                  <a:close/>
                </a:path>
              </a:pathLst>
            </a:custGeom>
            <a:solidFill>
              <a:srgbClr val="000000"/>
            </a:solidFill>
          </p:spPr>
          <p:txBody>
            <a:bodyPr wrap="square" lIns="0" tIns="0" rIns="0" bIns="0" rtlCol="0"/>
            <a:lstStyle/>
            <a:p>
              <a:endParaRPr/>
            </a:p>
          </p:txBody>
        </p:sp>
      </p:grpSp>
      <p:sp>
        <p:nvSpPr>
          <p:cNvPr id="109" name="object 109"/>
          <p:cNvSpPr txBox="1"/>
          <p:nvPr/>
        </p:nvSpPr>
        <p:spPr>
          <a:xfrm>
            <a:off x="2346020" y="570039"/>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10" name="object 110"/>
          <p:cNvSpPr txBox="1"/>
          <p:nvPr/>
        </p:nvSpPr>
        <p:spPr>
          <a:xfrm>
            <a:off x="3372980" y="570039"/>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11" name="object 111"/>
          <p:cNvSpPr txBox="1"/>
          <p:nvPr/>
        </p:nvSpPr>
        <p:spPr>
          <a:xfrm>
            <a:off x="4435360" y="570039"/>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12" name="object 112"/>
          <p:cNvSpPr txBox="1"/>
          <p:nvPr/>
        </p:nvSpPr>
        <p:spPr>
          <a:xfrm>
            <a:off x="5674791" y="1278267"/>
            <a:ext cx="261620" cy="280670"/>
          </a:xfrm>
          <a:prstGeom prst="rect">
            <a:avLst/>
          </a:prstGeom>
        </p:spPr>
        <p:txBody>
          <a:bodyPr vert="horz" wrap="square" lIns="0" tIns="15240" rIns="0" bIns="0" rtlCol="0">
            <a:spAutoFit/>
          </a:bodyPr>
          <a:lstStyle/>
          <a:p>
            <a:pPr marL="12700">
              <a:lnSpc>
                <a:spcPct val="100000"/>
              </a:lnSpc>
              <a:spcBef>
                <a:spcPts val="120"/>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13" name="object 113"/>
          <p:cNvSpPr txBox="1"/>
          <p:nvPr/>
        </p:nvSpPr>
        <p:spPr>
          <a:xfrm>
            <a:off x="7091286" y="1650085"/>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14" name="object 114"/>
          <p:cNvSpPr txBox="1"/>
          <p:nvPr/>
        </p:nvSpPr>
        <p:spPr>
          <a:xfrm>
            <a:off x="7215238" y="1756308"/>
            <a:ext cx="114300" cy="217170"/>
          </a:xfrm>
          <a:prstGeom prst="rect">
            <a:avLst/>
          </a:prstGeom>
        </p:spPr>
        <p:txBody>
          <a:bodyPr vert="horz" wrap="square" lIns="0" tIns="13335" rIns="0" bIns="0" rtlCol="0">
            <a:spAutoFit/>
          </a:bodyPr>
          <a:lstStyle/>
          <a:p>
            <a:pPr marL="12700">
              <a:lnSpc>
                <a:spcPct val="100000"/>
              </a:lnSpc>
              <a:spcBef>
                <a:spcPts val="105"/>
              </a:spcBef>
            </a:pPr>
            <a:r>
              <a:rPr sz="1250" spc="-50" dirty="0">
                <a:latin typeface="Times New Roman" panose="02020603050405020304"/>
                <a:cs typeface="Times New Roman" panose="02020603050405020304"/>
              </a:rPr>
              <a:t>F</a:t>
            </a:r>
            <a:endParaRPr sz="1250">
              <a:latin typeface="Times New Roman" panose="02020603050405020304"/>
              <a:cs typeface="Times New Roman" panose="02020603050405020304"/>
            </a:endParaRPr>
          </a:p>
        </p:txBody>
      </p:sp>
      <p:sp>
        <p:nvSpPr>
          <p:cNvPr id="115" name="object 115"/>
          <p:cNvSpPr txBox="1"/>
          <p:nvPr/>
        </p:nvSpPr>
        <p:spPr>
          <a:xfrm>
            <a:off x="4197477" y="1083500"/>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116" name="object 116"/>
          <p:cNvSpPr txBox="1"/>
          <p:nvPr/>
        </p:nvSpPr>
        <p:spPr>
          <a:xfrm>
            <a:off x="3931894" y="481507"/>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117" name="object 117"/>
          <p:cNvSpPr txBox="1"/>
          <p:nvPr/>
        </p:nvSpPr>
        <p:spPr>
          <a:xfrm>
            <a:off x="2922638" y="481507"/>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118" name="object 118"/>
          <p:cNvSpPr txBox="1"/>
          <p:nvPr/>
        </p:nvSpPr>
        <p:spPr>
          <a:xfrm>
            <a:off x="1860257" y="499211"/>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119" name="object 119"/>
          <p:cNvSpPr txBox="1"/>
          <p:nvPr/>
        </p:nvSpPr>
        <p:spPr>
          <a:xfrm>
            <a:off x="5135905" y="499211"/>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120" name="object 120"/>
          <p:cNvSpPr txBox="1"/>
          <p:nvPr/>
        </p:nvSpPr>
        <p:spPr>
          <a:xfrm>
            <a:off x="5259857" y="1065796"/>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121" name="object 121"/>
          <p:cNvSpPr txBox="1"/>
          <p:nvPr/>
        </p:nvSpPr>
        <p:spPr>
          <a:xfrm>
            <a:off x="3135109" y="1083500"/>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122" name="object 122"/>
          <p:cNvSpPr txBox="1"/>
          <p:nvPr/>
        </p:nvSpPr>
        <p:spPr>
          <a:xfrm>
            <a:off x="2072728" y="1083500"/>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123" name="object 123"/>
          <p:cNvSpPr txBox="1"/>
          <p:nvPr/>
        </p:nvSpPr>
        <p:spPr>
          <a:xfrm>
            <a:off x="957237" y="534619"/>
            <a:ext cx="448309" cy="280670"/>
          </a:xfrm>
          <a:prstGeom prst="rect">
            <a:avLst/>
          </a:prstGeom>
        </p:spPr>
        <p:txBody>
          <a:bodyPr vert="horz" wrap="square" lIns="0" tIns="15240" rIns="0" bIns="0" rtlCol="0">
            <a:spAutoFit/>
          </a:bodyPr>
          <a:lstStyle/>
          <a:p>
            <a:pPr marL="38100">
              <a:lnSpc>
                <a:spcPct val="100000"/>
              </a:lnSpc>
              <a:spcBef>
                <a:spcPts val="120"/>
              </a:spcBef>
            </a:pPr>
            <a:r>
              <a:rPr sz="2475" i="1" spc="-30" baseline="13000" dirty="0">
                <a:latin typeface="Times New Roman" panose="02020603050405020304"/>
                <a:cs typeface="Times New Roman" panose="02020603050405020304"/>
              </a:rPr>
              <a:t>I</a:t>
            </a:r>
            <a:r>
              <a:rPr sz="1250" spc="-20" dirty="0">
                <a:latin typeface="Times New Roman" panose="02020603050405020304"/>
                <a:cs typeface="Times New Roman" panose="02020603050405020304"/>
              </a:rPr>
              <a:t>REF</a:t>
            </a:r>
            <a:endParaRPr sz="1250">
              <a:latin typeface="Times New Roman" panose="02020603050405020304"/>
              <a:cs typeface="Times New Roman" panose="02020603050405020304"/>
            </a:endParaRPr>
          </a:p>
        </p:txBody>
      </p:sp>
      <p:sp>
        <p:nvSpPr>
          <p:cNvPr id="124" name="object 124"/>
          <p:cNvSpPr txBox="1"/>
          <p:nvPr/>
        </p:nvSpPr>
        <p:spPr>
          <a:xfrm>
            <a:off x="6640944" y="1508442"/>
            <a:ext cx="218440"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F</a:t>
            </a:r>
            <a:endParaRPr sz="1875" baseline="-18000">
              <a:latin typeface="Times New Roman" panose="02020603050405020304"/>
              <a:cs typeface="Times New Roman" panose="02020603050405020304"/>
            </a:endParaRPr>
          </a:p>
        </p:txBody>
      </p:sp>
      <p:sp>
        <p:nvSpPr>
          <p:cNvPr id="125" name="object 125"/>
          <p:cNvSpPr txBox="1"/>
          <p:nvPr/>
        </p:nvSpPr>
        <p:spPr>
          <a:xfrm>
            <a:off x="5904979" y="2499957"/>
            <a:ext cx="8445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i</a:t>
            </a:r>
            <a:endParaRPr sz="1650">
              <a:latin typeface="Times New Roman" panose="02020603050405020304"/>
              <a:cs typeface="Times New Roman" panose="02020603050405020304"/>
            </a:endParaRPr>
          </a:p>
        </p:txBody>
      </p:sp>
      <p:sp>
        <p:nvSpPr>
          <p:cNvPr id="126" name="object 126"/>
          <p:cNvSpPr txBox="1"/>
          <p:nvPr/>
        </p:nvSpPr>
        <p:spPr>
          <a:xfrm>
            <a:off x="1399895" y="1179088"/>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127" name="object 127"/>
          <p:cNvSpPr txBox="1"/>
          <p:nvPr/>
        </p:nvSpPr>
        <p:spPr>
          <a:xfrm>
            <a:off x="4569307" y="1179088"/>
            <a:ext cx="368935" cy="734060"/>
          </a:xfrm>
          <a:prstGeom prst="rect">
            <a:avLst/>
          </a:prstGeom>
        </p:spPr>
        <p:txBody>
          <a:bodyPr vert="horz" wrap="square" lIns="0" tIns="114300" rIns="0" bIns="0" rtlCol="0">
            <a:spAutoFit/>
          </a:bodyPr>
          <a:lstStyle/>
          <a:p>
            <a:pPr marL="38100">
              <a:lnSpc>
                <a:spcPct val="100000"/>
              </a:lnSpc>
              <a:spcBef>
                <a:spcPts val="900"/>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a:p>
            <a:pPr marL="144145">
              <a:lnSpc>
                <a:spcPct val="100000"/>
              </a:lnSpc>
              <a:spcBef>
                <a:spcPts val="810"/>
              </a:spcBef>
            </a:pPr>
            <a:r>
              <a:rPr sz="1650" i="1" spc="-25" dirty="0">
                <a:latin typeface="Times New Roman" panose="02020603050405020304"/>
                <a:cs typeface="Times New Roman" panose="02020603050405020304"/>
              </a:rPr>
              <a:t>S</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128" name="object 128"/>
          <p:cNvSpPr txBox="1"/>
          <p:nvPr/>
        </p:nvSpPr>
        <p:spPr>
          <a:xfrm>
            <a:off x="3524643" y="1179088"/>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129" name="object 129"/>
          <p:cNvSpPr txBox="1"/>
          <p:nvPr/>
        </p:nvSpPr>
        <p:spPr>
          <a:xfrm>
            <a:off x="2462276" y="1179088"/>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130" name="object 130"/>
          <p:cNvSpPr txBox="1"/>
          <p:nvPr/>
        </p:nvSpPr>
        <p:spPr>
          <a:xfrm>
            <a:off x="1683194" y="3208185"/>
            <a:ext cx="26225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131" name="object 131"/>
          <p:cNvSpPr txBox="1"/>
          <p:nvPr/>
        </p:nvSpPr>
        <p:spPr>
          <a:xfrm>
            <a:off x="2745574" y="3208185"/>
            <a:ext cx="26225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132" name="object 132"/>
          <p:cNvSpPr txBox="1"/>
          <p:nvPr/>
        </p:nvSpPr>
        <p:spPr>
          <a:xfrm>
            <a:off x="3807942" y="3208185"/>
            <a:ext cx="26225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133" name="object 133"/>
          <p:cNvSpPr txBox="1"/>
          <p:nvPr/>
        </p:nvSpPr>
        <p:spPr>
          <a:xfrm>
            <a:off x="266700" y="782510"/>
            <a:ext cx="625475" cy="280670"/>
          </a:xfrm>
          <a:prstGeom prst="rect">
            <a:avLst/>
          </a:prstGeom>
        </p:spPr>
        <p:txBody>
          <a:bodyPr vert="horz" wrap="square" lIns="0" tIns="15240" rIns="0" bIns="0" rtlCol="0">
            <a:spAutoFit/>
          </a:bodyPr>
          <a:lstStyle/>
          <a:p>
            <a:pPr marL="38100">
              <a:lnSpc>
                <a:spcPct val="100000"/>
              </a:lnSpc>
              <a:spcBef>
                <a:spcPts val="120"/>
              </a:spcBef>
            </a:pPr>
            <a:r>
              <a:rPr sz="2475" spc="-15" baseline="13000" dirty="0">
                <a:latin typeface="Times New Roman" panose="02020603050405020304"/>
                <a:cs typeface="Times New Roman" panose="02020603050405020304"/>
              </a:rPr>
              <a:t>+</a:t>
            </a:r>
            <a:r>
              <a:rPr sz="2475" i="1" spc="-15" baseline="13000" dirty="0">
                <a:latin typeface="Times New Roman" panose="02020603050405020304"/>
                <a:cs typeface="Times New Roman" panose="02020603050405020304"/>
              </a:rPr>
              <a:t>V</a:t>
            </a:r>
            <a:r>
              <a:rPr sz="1250" spc="-10" dirty="0">
                <a:latin typeface="Times New Roman" panose="02020603050405020304"/>
                <a:cs typeface="Times New Roman" panose="02020603050405020304"/>
              </a:rPr>
              <a:t>REF</a:t>
            </a:r>
            <a:endParaRPr sz="1250">
              <a:latin typeface="Times New Roman" panose="02020603050405020304"/>
              <a:cs typeface="Times New Roman" panose="02020603050405020304"/>
            </a:endParaRPr>
          </a:p>
        </p:txBody>
      </p:sp>
      <p:sp>
        <p:nvSpPr>
          <p:cNvPr id="134" name="object 134"/>
          <p:cNvSpPr txBox="1"/>
          <p:nvPr/>
        </p:nvSpPr>
        <p:spPr>
          <a:xfrm>
            <a:off x="8358441" y="2499957"/>
            <a:ext cx="26225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u</a:t>
            </a:r>
            <a:r>
              <a:rPr sz="1875" spc="-37" baseline="-18000" dirty="0">
                <a:latin typeface="Times New Roman" panose="02020603050405020304"/>
                <a:cs typeface="Times New Roman" panose="02020603050405020304"/>
              </a:rPr>
              <a:t>o</a:t>
            </a:r>
            <a:endParaRPr sz="1875" baseline="-18000">
              <a:latin typeface="Times New Roman" panose="02020603050405020304"/>
              <a:cs typeface="Times New Roman" panose="02020603050405020304"/>
            </a:endParaRPr>
          </a:p>
        </p:txBody>
      </p:sp>
      <p:sp>
        <p:nvSpPr>
          <p:cNvPr id="135" name="object 135"/>
          <p:cNvSpPr txBox="1"/>
          <p:nvPr/>
        </p:nvSpPr>
        <p:spPr>
          <a:xfrm>
            <a:off x="6701752" y="2269781"/>
            <a:ext cx="238125" cy="280670"/>
          </a:xfrm>
          <a:prstGeom prst="rect">
            <a:avLst/>
          </a:prstGeom>
        </p:spPr>
        <p:txBody>
          <a:bodyPr vert="horz" wrap="square" lIns="0" tIns="15240" rIns="0" bIns="0" rtlCol="0">
            <a:spAutoFit/>
          </a:bodyPr>
          <a:lstStyle/>
          <a:p>
            <a:pPr marL="12700">
              <a:lnSpc>
                <a:spcPct val="100000"/>
              </a:lnSpc>
              <a:spcBef>
                <a:spcPts val="120"/>
              </a:spcBef>
            </a:pPr>
            <a:r>
              <a:rPr sz="1650" spc="165" dirty="0">
                <a:latin typeface="Noto Serif CJK JP"/>
                <a:cs typeface="Noto Serif CJK JP"/>
              </a:rPr>
              <a:t>—</a:t>
            </a:r>
            <a:endParaRPr sz="1650">
              <a:latin typeface="Noto Serif CJK JP"/>
              <a:cs typeface="Noto Serif CJK JP"/>
            </a:endParaRPr>
          </a:p>
        </p:txBody>
      </p:sp>
      <p:sp>
        <p:nvSpPr>
          <p:cNvPr id="136" name="object 136"/>
          <p:cNvSpPr txBox="1"/>
          <p:nvPr/>
        </p:nvSpPr>
        <p:spPr>
          <a:xfrm>
            <a:off x="6719455" y="2747835"/>
            <a:ext cx="145415"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a:t>
            </a:r>
            <a:endParaRPr sz="1650">
              <a:latin typeface="Times New Roman" panose="02020603050405020304"/>
              <a:cs typeface="Times New Roman" panose="02020603050405020304"/>
            </a:endParaRPr>
          </a:p>
        </p:txBody>
      </p:sp>
      <p:grpSp>
        <p:nvGrpSpPr>
          <p:cNvPr id="137" name="object 137"/>
          <p:cNvGrpSpPr/>
          <p:nvPr/>
        </p:nvGrpSpPr>
        <p:grpSpPr>
          <a:xfrm>
            <a:off x="1092695" y="724357"/>
            <a:ext cx="4471035" cy="159385"/>
            <a:chOff x="1092695" y="724357"/>
            <a:chExt cx="4471035" cy="159385"/>
          </a:xfrm>
        </p:grpSpPr>
        <p:sp>
          <p:nvSpPr>
            <p:cNvPr id="138" name="object 138"/>
            <p:cNvSpPr/>
            <p:nvPr/>
          </p:nvSpPr>
          <p:spPr>
            <a:xfrm>
              <a:off x="5209425" y="777481"/>
              <a:ext cx="266065" cy="0"/>
            </a:xfrm>
            <a:custGeom>
              <a:avLst/>
              <a:gdLst/>
              <a:ahLst/>
              <a:cxnLst/>
              <a:rect l="l" t="t" r="r" b="b"/>
              <a:pathLst>
                <a:path w="266064">
                  <a:moveTo>
                    <a:pt x="0" y="0"/>
                  </a:moveTo>
                  <a:lnTo>
                    <a:pt x="265595" y="0"/>
                  </a:lnTo>
                </a:path>
              </a:pathLst>
            </a:custGeom>
            <a:ln w="17703">
              <a:solidFill>
                <a:srgbClr val="000000"/>
              </a:solidFill>
            </a:ln>
          </p:spPr>
          <p:txBody>
            <a:bodyPr wrap="square" lIns="0" tIns="0" rIns="0" bIns="0" rtlCol="0"/>
            <a:lstStyle/>
            <a:p>
              <a:endParaRPr/>
            </a:p>
          </p:txBody>
        </p:sp>
        <p:sp>
          <p:nvSpPr>
            <p:cNvPr id="139" name="object 139"/>
            <p:cNvSpPr/>
            <p:nvPr/>
          </p:nvSpPr>
          <p:spPr>
            <a:xfrm>
              <a:off x="5386489" y="724357"/>
              <a:ext cx="177165" cy="124460"/>
            </a:xfrm>
            <a:custGeom>
              <a:avLst/>
              <a:gdLst/>
              <a:ahLst/>
              <a:cxnLst/>
              <a:rect l="l" t="t" r="r" b="b"/>
              <a:pathLst>
                <a:path w="177164" h="124459">
                  <a:moveTo>
                    <a:pt x="0" y="123939"/>
                  </a:moveTo>
                  <a:lnTo>
                    <a:pt x="53111" y="53124"/>
                  </a:lnTo>
                  <a:lnTo>
                    <a:pt x="0" y="0"/>
                  </a:lnTo>
                  <a:lnTo>
                    <a:pt x="177063" y="53124"/>
                  </a:lnTo>
                  <a:lnTo>
                    <a:pt x="0" y="123939"/>
                  </a:lnTo>
                  <a:close/>
                </a:path>
              </a:pathLst>
            </a:custGeom>
            <a:solidFill>
              <a:srgbClr val="000000"/>
            </a:solidFill>
          </p:spPr>
          <p:txBody>
            <a:bodyPr wrap="square" lIns="0" tIns="0" rIns="0" bIns="0" rtlCol="0"/>
            <a:lstStyle/>
            <a:p>
              <a:endParaRPr/>
            </a:p>
          </p:txBody>
        </p:sp>
        <p:sp>
          <p:nvSpPr>
            <p:cNvPr id="140" name="object 140"/>
            <p:cNvSpPr/>
            <p:nvPr/>
          </p:nvSpPr>
          <p:spPr>
            <a:xfrm>
              <a:off x="1101585" y="812888"/>
              <a:ext cx="283845" cy="0"/>
            </a:xfrm>
            <a:custGeom>
              <a:avLst/>
              <a:gdLst/>
              <a:ahLst/>
              <a:cxnLst/>
              <a:rect l="l" t="t" r="r" b="b"/>
              <a:pathLst>
                <a:path w="283844">
                  <a:moveTo>
                    <a:pt x="0" y="0"/>
                  </a:moveTo>
                  <a:lnTo>
                    <a:pt x="283298" y="0"/>
                  </a:lnTo>
                </a:path>
              </a:pathLst>
            </a:custGeom>
            <a:ln w="17703">
              <a:solidFill>
                <a:srgbClr val="000000"/>
              </a:solidFill>
            </a:ln>
          </p:spPr>
          <p:txBody>
            <a:bodyPr wrap="square" lIns="0" tIns="0" rIns="0" bIns="0" rtlCol="0"/>
            <a:lstStyle/>
            <a:p>
              <a:endParaRPr/>
            </a:p>
          </p:txBody>
        </p:sp>
        <p:sp>
          <p:nvSpPr>
            <p:cNvPr id="141" name="object 141"/>
            <p:cNvSpPr/>
            <p:nvPr/>
          </p:nvSpPr>
          <p:spPr>
            <a:xfrm>
              <a:off x="1296352" y="759764"/>
              <a:ext cx="177165" cy="124460"/>
            </a:xfrm>
            <a:custGeom>
              <a:avLst/>
              <a:gdLst/>
              <a:ahLst/>
              <a:cxnLst/>
              <a:rect l="l" t="t" r="r" b="b"/>
              <a:pathLst>
                <a:path w="177165" h="124459">
                  <a:moveTo>
                    <a:pt x="0" y="123951"/>
                  </a:moveTo>
                  <a:lnTo>
                    <a:pt x="53111" y="53124"/>
                  </a:lnTo>
                  <a:lnTo>
                    <a:pt x="0" y="0"/>
                  </a:lnTo>
                  <a:lnTo>
                    <a:pt x="177063" y="53124"/>
                  </a:lnTo>
                  <a:lnTo>
                    <a:pt x="0" y="123951"/>
                  </a:lnTo>
                  <a:close/>
                </a:path>
              </a:pathLst>
            </a:custGeom>
            <a:solidFill>
              <a:srgbClr val="000000"/>
            </a:solidFill>
          </p:spPr>
          <p:txBody>
            <a:bodyPr wrap="square" lIns="0" tIns="0" rIns="0" bIns="0" rtlCol="0"/>
            <a:lstStyle/>
            <a:p>
              <a:endParaRPr/>
            </a:p>
          </p:txBody>
        </p:sp>
      </p:grpSp>
      <p:sp>
        <p:nvSpPr>
          <p:cNvPr id="142" name="object 142"/>
          <p:cNvSpPr txBox="1"/>
          <p:nvPr/>
        </p:nvSpPr>
        <p:spPr>
          <a:xfrm>
            <a:off x="2629319" y="286740"/>
            <a:ext cx="16764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B</a:t>
            </a:r>
            <a:endParaRPr sz="1650">
              <a:latin typeface="Times New Roman" panose="02020603050405020304"/>
              <a:cs typeface="Times New Roman" panose="02020603050405020304"/>
            </a:endParaRPr>
          </a:p>
        </p:txBody>
      </p:sp>
      <p:sp>
        <p:nvSpPr>
          <p:cNvPr id="143" name="object 143"/>
          <p:cNvSpPr txBox="1"/>
          <p:nvPr/>
        </p:nvSpPr>
        <p:spPr>
          <a:xfrm>
            <a:off x="3691699" y="269036"/>
            <a:ext cx="16764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C</a:t>
            </a:r>
            <a:endParaRPr sz="1650">
              <a:latin typeface="Times New Roman" panose="02020603050405020304"/>
              <a:cs typeface="Times New Roman" panose="02020603050405020304"/>
            </a:endParaRPr>
          </a:p>
        </p:txBody>
      </p:sp>
      <p:sp>
        <p:nvSpPr>
          <p:cNvPr id="144" name="object 144"/>
          <p:cNvSpPr txBox="1"/>
          <p:nvPr/>
        </p:nvSpPr>
        <p:spPr>
          <a:xfrm>
            <a:off x="4736363" y="251333"/>
            <a:ext cx="17907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D</a:t>
            </a:r>
            <a:endParaRPr sz="1650">
              <a:latin typeface="Times New Roman" panose="02020603050405020304"/>
              <a:cs typeface="Times New Roman" panose="02020603050405020304"/>
            </a:endParaRPr>
          </a:p>
        </p:txBody>
      </p:sp>
      <p:sp>
        <p:nvSpPr>
          <p:cNvPr id="145" name="object 145"/>
          <p:cNvSpPr txBox="1"/>
          <p:nvPr/>
        </p:nvSpPr>
        <p:spPr>
          <a:xfrm>
            <a:off x="1549247" y="269036"/>
            <a:ext cx="17907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A</a:t>
            </a:r>
            <a:endParaRPr sz="1650">
              <a:latin typeface="Times New Roman" panose="02020603050405020304"/>
              <a:cs typeface="Times New Roman" panose="02020603050405020304"/>
            </a:endParaRPr>
          </a:p>
        </p:txBody>
      </p:sp>
      <p:grpSp>
        <p:nvGrpSpPr>
          <p:cNvPr id="146" name="object 146"/>
          <p:cNvGrpSpPr/>
          <p:nvPr/>
        </p:nvGrpSpPr>
        <p:grpSpPr>
          <a:xfrm>
            <a:off x="295275" y="219075"/>
            <a:ext cx="8553450" cy="3347720"/>
            <a:chOff x="295275" y="219075"/>
            <a:chExt cx="8553450" cy="3347720"/>
          </a:xfrm>
        </p:grpSpPr>
        <p:sp>
          <p:nvSpPr>
            <p:cNvPr id="147" name="object 147"/>
            <p:cNvSpPr/>
            <p:nvPr/>
          </p:nvSpPr>
          <p:spPr>
            <a:xfrm>
              <a:off x="1792122" y="1804403"/>
              <a:ext cx="3204845" cy="1434465"/>
            </a:xfrm>
            <a:custGeom>
              <a:avLst/>
              <a:gdLst/>
              <a:ahLst/>
              <a:cxnLst/>
              <a:rect l="l" t="t" r="r" b="b"/>
              <a:pathLst>
                <a:path w="3204845" h="1434464">
                  <a:moveTo>
                    <a:pt x="17703" y="1363345"/>
                  </a:moveTo>
                  <a:lnTo>
                    <a:pt x="0" y="1345641"/>
                  </a:lnTo>
                  <a:lnTo>
                    <a:pt x="0" y="1434160"/>
                  </a:lnTo>
                  <a:lnTo>
                    <a:pt x="17703" y="1434160"/>
                  </a:lnTo>
                  <a:lnTo>
                    <a:pt x="17703" y="1363345"/>
                  </a:lnTo>
                  <a:close/>
                </a:path>
                <a:path w="3204845" h="1434464">
                  <a:moveTo>
                    <a:pt x="17703" y="1239405"/>
                  </a:moveTo>
                  <a:lnTo>
                    <a:pt x="0" y="1221701"/>
                  </a:lnTo>
                  <a:lnTo>
                    <a:pt x="0" y="1310220"/>
                  </a:lnTo>
                  <a:lnTo>
                    <a:pt x="17703" y="1310220"/>
                  </a:lnTo>
                  <a:lnTo>
                    <a:pt x="17703" y="1239405"/>
                  </a:lnTo>
                  <a:close/>
                </a:path>
                <a:path w="3204845" h="1434464">
                  <a:moveTo>
                    <a:pt x="17703" y="1115466"/>
                  </a:moveTo>
                  <a:lnTo>
                    <a:pt x="0" y="1097749"/>
                  </a:lnTo>
                  <a:lnTo>
                    <a:pt x="0" y="1186281"/>
                  </a:lnTo>
                  <a:lnTo>
                    <a:pt x="17703" y="1186281"/>
                  </a:lnTo>
                  <a:lnTo>
                    <a:pt x="17703" y="1115466"/>
                  </a:lnTo>
                  <a:close/>
                </a:path>
                <a:path w="3204845" h="1434464">
                  <a:moveTo>
                    <a:pt x="17703" y="991527"/>
                  </a:moveTo>
                  <a:lnTo>
                    <a:pt x="0" y="973810"/>
                  </a:lnTo>
                  <a:lnTo>
                    <a:pt x="0" y="1062342"/>
                  </a:lnTo>
                  <a:lnTo>
                    <a:pt x="17703" y="1062342"/>
                  </a:lnTo>
                  <a:lnTo>
                    <a:pt x="17703" y="991527"/>
                  </a:lnTo>
                  <a:close/>
                </a:path>
                <a:path w="3204845" h="1434464">
                  <a:moveTo>
                    <a:pt x="17703" y="867587"/>
                  </a:moveTo>
                  <a:lnTo>
                    <a:pt x="0" y="849871"/>
                  </a:lnTo>
                  <a:lnTo>
                    <a:pt x="0" y="938403"/>
                  </a:lnTo>
                  <a:lnTo>
                    <a:pt x="17703" y="938403"/>
                  </a:lnTo>
                  <a:lnTo>
                    <a:pt x="17703" y="867587"/>
                  </a:lnTo>
                  <a:close/>
                </a:path>
                <a:path w="3204845" h="1434464">
                  <a:moveTo>
                    <a:pt x="17703" y="743635"/>
                  </a:moveTo>
                  <a:lnTo>
                    <a:pt x="0" y="725932"/>
                  </a:lnTo>
                  <a:lnTo>
                    <a:pt x="0" y="814463"/>
                  </a:lnTo>
                  <a:lnTo>
                    <a:pt x="17703" y="814463"/>
                  </a:lnTo>
                  <a:lnTo>
                    <a:pt x="17703" y="743635"/>
                  </a:lnTo>
                  <a:close/>
                </a:path>
                <a:path w="3204845" h="1434464">
                  <a:moveTo>
                    <a:pt x="17703" y="619696"/>
                  </a:moveTo>
                  <a:lnTo>
                    <a:pt x="0" y="601992"/>
                  </a:lnTo>
                  <a:lnTo>
                    <a:pt x="0" y="690524"/>
                  </a:lnTo>
                  <a:lnTo>
                    <a:pt x="17703" y="690524"/>
                  </a:lnTo>
                  <a:lnTo>
                    <a:pt x="17703" y="619696"/>
                  </a:lnTo>
                  <a:close/>
                </a:path>
                <a:path w="3204845" h="1434464">
                  <a:moveTo>
                    <a:pt x="17703" y="495757"/>
                  </a:moveTo>
                  <a:lnTo>
                    <a:pt x="0" y="478053"/>
                  </a:lnTo>
                  <a:lnTo>
                    <a:pt x="0" y="566585"/>
                  </a:lnTo>
                  <a:lnTo>
                    <a:pt x="17703" y="566585"/>
                  </a:lnTo>
                  <a:lnTo>
                    <a:pt x="17703" y="495757"/>
                  </a:lnTo>
                  <a:close/>
                </a:path>
                <a:path w="3204845" h="1434464">
                  <a:moveTo>
                    <a:pt x="17703" y="371817"/>
                  </a:moveTo>
                  <a:lnTo>
                    <a:pt x="0" y="354114"/>
                  </a:lnTo>
                  <a:lnTo>
                    <a:pt x="0" y="442645"/>
                  </a:lnTo>
                  <a:lnTo>
                    <a:pt x="17703" y="442645"/>
                  </a:lnTo>
                  <a:lnTo>
                    <a:pt x="17703" y="371817"/>
                  </a:lnTo>
                  <a:close/>
                </a:path>
                <a:path w="3204845" h="1434464">
                  <a:moveTo>
                    <a:pt x="17703" y="247878"/>
                  </a:moveTo>
                  <a:lnTo>
                    <a:pt x="0" y="230174"/>
                  </a:lnTo>
                  <a:lnTo>
                    <a:pt x="0" y="318706"/>
                  </a:lnTo>
                  <a:lnTo>
                    <a:pt x="17703" y="318706"/>
                  </a:lnTo>
                  <a:lnTo>
                    <a:pt x="17703" y="247878"/>
                  </a:lnTo>
                  <a:close/>
                </a:path>
                <a:path w="3204845" h="1434464">
                  <a:moveTo>
                    <a:pt x="17703" y="123939"/>
                  </a:moveTo>
                  <a:lnTo>
                    <a:pt x="0" y="106235"/>
                  </a:lnTo>
                  <a:lnTo>
                    <a:pt x="0" y="194767"/>
                  </a:lnTo>
                  <a:lnTo>
                    <a:pt x="17703" y="194767"/>
                  </a:lnTo>
                  <a:lnTo>
                    <a:pt x="17703" y="123939"/>
                  </a:lnTo>
                  <a:close/>
                </a:path>
                <a:path w="3204845" h="1434464">
                  <a:moveTo>
                    <a:pt x="17703" y="0"/>
                  </a:moveTo>
                  <a:lnTo>
                    <a:pt x="0" y="0"/>
                  </a:lnTo>
                  <a:lnTo>
                    <a:pt x="0" y="70827"/>
                  </a:lnTo>
                  <a:lnTo>
                    <a:pt x="17703" y="70827"/>
                  </a:lnTo>
                  <a:lnTo>
                    <a:pt x="17703" y="0"/>
                  </a:lnTo>
                  <a:close/>
                </a:path>
                <a:path w="3204845" h="1434464">
                  <a:moveTo>
                    <a:pt x="1080084" y="1363345"/>
                  </a:moveTo>
                  <a:lnTo>
                    <a:pt x="1062367" y="1345641"/>
                  </a:lnTo>
                  <a:lnTo>
                    <a:pt x="1062367" y="1434160"/>
                  </a:lnTo>
                  <a:lnTo>
                    <a:pt x="1080084" y="1434160"/>
                  </a:lnTo>
                  <a:lnTo>
                    <a:pt x="1080084" y="1363345"/>
                  </a:lnTo>
                  <a:close/>
                </a:path>
                <a:path w="3204845" h="1434464">
                  <a:moveTo>
                    <a:pt x="1080084" y="1239405"/>
                  </a:moveTo>
                  <a:lnTo>
                    <a:pt x="1062367" y="1221701"/>
                  </a:lnTo>
                  <a:lnTo>
                    <a:pt x="1062367" y="1310220"/>
                  </a:lnTo>
                  <a:lnTo>
                    <a:pt x="1080084" y="1310220"/>
                  </a:lnTo>
                  <a:lnTo>
                    <a:pt x="1080084" y="1239405"/>
                  </a:lnTo>
                  <a:close/>
                </a:path>
                <a:path w="3204845" h="1434464">
                  <a:moveTo>
                    <a:pt x="1080084" y="1115466"/>
                  </a:moveTo>
                  <a:lnTo>
                    <a:pt x="1062367" y="1097749"/>
                  </a:lnTo>
                  <a:lnTo>
                    <a:pt x="1062367" y="1186281"/>
                  </a:lnTo>
                  <a:lnTo>
                    <a:pt x="1080084" y="1186281"/>
                  </a:lnTo>
                  <a:lnTo>
                    <a:pt x="1080084" y="1115466"/>
                  </a:lnTo>
                  <a:close/>
                </a:path>
                <a:path w="3204845" h="1434464">
                  <a:moveTo>
                    <a:pt x="1080084" y="991527"/>
                  </a:moveTo>
                  <a:lnTo>
                    <a:pt x="1062367" y="973810"/>
                  </a:lnTo>
                  <a:lnTo>
                    <a:pt x="1062367" y="1062342"/>
                  </a:lnTo>
                  <a:lnTo>
                    <a:pt x="1080084" y="1062342"/>
                  </a:lnTo>
                  <a:lnTo>
                    <a:pt x="1080084" y="991527"/>
                  </a:lnTo>
                  <a:close/>
                </a:path>
                <a:path w="3204845" h="1434464">
                  <a:moveTo>
                    <a:pt x="1080084" y="867587"/>
                  </a:moveTo>
                  <a:lnTo>
                    <a:pt x="1062367" y="849871"/>
                  </a:lnTo>
                  <a:lnTo>
                    <a:pt x="1062367" y="938403"/>
                  </a:lnTo>
                  <a:lnTo>
                    <a:pt x="1080084" y="938403"/>
                  </a:lnTo>
                  <a:lnTo>
                    <a:pt x="1080084" y="867587"/>
                  </a:lnTo>
                  <a:close/>
                </a:path>
                <a:path w="3204845" h="1434464">
                  <a:moveTo>
                    <a:pt x="1080084" y="743635"/>
                  </a:moveTo>
                  <a:lnTo>
                    <a:pt x="1062367" y="725932"/>
                  </a:lnTo>
                  <a:lnTo>
                    <a:pt x="1062367" y="814463"/>
                  </a:lnTo>
                  <a:lnTo>
                    <a:pt x="1080084" y="814463"/>
                  </a:lnTo>
                  <a:lnTo>
                    <a:pt x="1080084" y="743635"/>
                  </a:lnTo>
                  <a:close/>
                </a:path>
                <a:path w="3204845" h="1434464">
                  <a:moveTo>
                    <a:pt x="1080084" y="619696"/>
                  </a:moveTo>
                  <a:lnTo>
                    <a:pt x="1062367" y="601992"/>
                  </a:lnTo>
                  <a:lnTo>
                    <a:pt x="1062367" y="690524"/>
                  </a:lnTo>
                  <a:lnTo>
                    <a:pt x="1080084" y="690524"/>
                  </a:lnTo>
                  <a:lnTo>
                    <a:pt x="1080084" y="619696"/>
                  </a:lnTo>
                  <a:close/>
                </a:path>
                <a:path w="3204845" h="1434464">
                  <a:moveTo>
                    <a:pt x="1080084" y="495757"/>
                  </a:moveTo>
                  <a:lnTo>
                    <a:pt x="1062367" y="478053"/>
                  </a:lnTo>
                  <a:lnTo>
                    <a:pt x="1062367" y="566585"/>
                  </a:lnTo>
                  <a:lnTo>
                    <a:pt x="1080084" y="566585"/>
                  </a:lnTo>
                  <a:lnTo>
                    <a:pt x="1080084" y="495757"/>
                  </a:lnTo>
                  <a:close/>
                </a:path>
                <a:path w="3204845" h="1434464">
                  <a:moveTo>
                    <a:pt x="1080084" y="371817"/>
                  </a:moveTo>
                  <a:lnTo>
                    <a:pt x="1062367" y="354114"/>
                  </a:lnTo>
                  <a:lnTo>
                    <a:pt x="1062367" y="442645"/>
                  </a:lnTo>
                  <a:lnTo>
                    <a:pt x="1080084" y="442645"/>
                  </a:lnTo>
                  <a:lnTo>
                    <a:pt x="1080084" y="371817"/>
                  </a:lnTo>
                  <a:close/>
                </a:path>
                <a:path w="3204845" h="1434464">
                  <a:moveTo>
                    <a:pt x="1080084" y="247878"/>
                  </a:moveTo>
                  <a:lnTo>
                    <a:pt x="1062367" y="230174"/>
                  </a:lnTo>
                  <a:lnTo>
                    <a:pt x="1062367" y="318706"/>
                  </a:lnTo>
                  <a:lnTo>
                    <a:pt x="1080084" y="318706"/>
                  </a:lnTo>
                  <a:lnTo>
                    <a:pt x="1080084" y="247878"/>
                  </a:lnTo>
                  <a:close/>
                </a:path>
                <a:path w="3204845" h="1434464">
                  <a:moveTo>
                    <a:pt x="1080084" y="123939"/>
                  </a:moveTo>
                  <a:lnTo>
                    <a:pt x="1062367" y="106235"/>
                  </a:lnTo>
                  <a:lnTo>
                    <a:pt x="1062367" y="194767"/>
                  </a:lnTo>
                  <a:lnTo>
                    <a:pt x="1080084" y="194767"/>
                  </a:lnTo>
                  <a:lnTo>
                    <a:pt x="1080084" y="123939"/>
                  </a:lnTo>
                  <a:close/>
                </a:path>
                <a:path w="3204845" h="1434464">
                  <a:moveTo>
                    <a:pt x="1080084" y="0"/>
                  </a:moveTo>
                  <a:lnTo>
                    <a:pt x="1062367" y="0"/>
                  </a:lnTo>
                  <a:lnTo>
                    <a:pt x="1062367" y="70827"/>
                  </a:lnTo>
                  <a:lnTo>
                    <a:pt x="1080084" y="70827"/>
                  </a:lnTo>
                  <a:lnTo>
                    <a:pt x="1080084" y="0"/>
                  </a:lnTo>
                  <a:close/>
                </a:path>
                <a:path w="3204845" h="1434464">
                  <a:moveTo>
                    <a:pt x="2142452" y="1363345"/>
                  </a:moveTo>
                  <a:lnTo>
                    <a:pt x="2124748" y="1345641"/>
                  </a:lnTo>
                  <a:lnTo>
                    <a:pt x="2124748" y="1434160"/>
                  </a:lnTo>
                  <a:lnTo>
                    <a:pt x="2142452" y="1434160"/>
                  </a:lnTo>
                  <a:lnTo>
                    <a:pt x="2142452" y="1363345"/>
                  </a:lnTo>
                  <a:close/>
                </a:path>
                <a:path w="3204845" h="1434464">
                  <a:moveTo>
                    <a:pt x="2142452" y="1239405"/>
                  </a:moveTo>
                  <a:lnTo>
                    <a:pt x="2124748" y="1221701"/>
                  </a:lnTo>
                  <a:lnTo>
                    <a:pt x="2124748" y="1310220"/>
                  </a:lnTo>
                  <a:lnTo>
                    <a:pt x="2142452" y="1310220"/>
                  </a:lnTo>
                  <a:lnTo>
                    <a:pt x="2142452" y="1239405"/>
                  </a:lnTo>
                  <a:close/>
                </a:path>
                <a:path w="3204845" h="1434464">
                  <a:moveTo>
                    <a:pt x="2142452" y="1115466"/>
                  </a:moveTo>
                  <a:lnTo>
                    <a:pt x="2124748" y="1097749"/>
                  </a:lnTo>
                  <a:lnTo>
                    <a:pt x="2124748" y="1186281"/>
                  </a:lnTo>
                  <a:lnTo>
                    <a:pt x="2142452" y="1186281"/>
                  </a:lnTo>
                  <a:lnTo>
                    <a:pt x="2142452" y="1115466"/>
                  </a:lnTo>
                  <a:close/>
                </a:path>
                <a:path w="3204845" h="1434464">
                  <a:moveTo>
                    <a:pt x="2142452" y="991527"/>
                  </a:moveTo>
                  <a:lnTo>
                    <a:pt x="2124748" y="973810"/>
                  </a:lnTo>
                  <a:lnTo>
                    <a:pt x="2124748" y="1062342"/>
                  </a:lnTo>
                  <a:lnTo>
                    <a:pt x="2142452" y="1062342"/>
                  </a:lnTo>
                  <a:lnTo>
                    <a:pt x="2142452" y="991527"/>
                  </a:lnTo>
                  <a:close/>
                </a:path>
                <a:path w="3204845" h="1434464">
                  <a:moveTo>
                    <a:pt x="2142452" y="867587"/>
                  </a:moveTo>
                  <a:lnTo>
                    <a:pt x="2124748" y="849871"/>
                  </a:lnTo>
                  <a:lnTo>
                    <a:pt x="2124748" y="938403"/>
                  </a:lnTo>
                  <a:lnTo>
                    <a:pt x="2142452" y="938403"/>
                  </a:lnTo>
                  <a:lnTo>
                    <a:pt x="2142452" y="867587"/>
                  </a:lnTo>
                  <a:close/>
                </a:path>
                <a:path w="3204845" h="1434464">
                  <a:moveTo>
                    <a:pt x="2142452" y="743635"/>
                  </a:moveTo>
                  <a:lnTo>
                    <a:pt x="2124748" y="725932"/>
                  </a:lnTo>
                  <a:lnTo>
                    <a:pt x="2124748" y="814463"/>
                  </a:lnTo>
                  <a:lnTo>
                    <a:pt x="2142452" y="814463"/>
                  </a:lnTo>
                  <a:lnTo>
                    <a:pt x="2142452" y="743635"/>
                  </a:lnTo>
                  <a:close/>
                </a:path>
                <a:path w="3204845" h="1434464">
                  <a:moveTo>
                    <a:pt x="2142452" y="619696"/>
                  </a:moveTo>
                  <a:lnTo>
                    <a:pt x="2124748" y="601992"/>
                  </a:lnTo>
                  <a:lnTo>
                    <a:pt x="2124748" y="690524"/>
                  </a:lnTo>
                  <a:lnTo>
                    <a:pt x="2142452" y="690524"/>
                  </a:lnTo>
                  <a:lnTo>
                    <a:pt x="2142452" y="619696"/>
                  </a:lnTo>
                  <a:close/>
                </a:path>
                <a:path w="3204845" h="1434464">
                  <a:moveTo>
                    <a:pt x="2142452" y="495757"/>
                  </a:moveTo>
                  <a:lnTo>
                    <a:pt x="2124748" y="478053"/>
                  </a:lnTo>
                  <a:lnTo>
                    <a:pt x="2124748" y="566585"/>
                  </a:lnTo>
                  <a:lnTo>
                    <a:pt x="2142452" y="566585"/>
                  </a:lnTo>
                  <a:lnTo>
                    <a:pt x="2142452" y="495757"/>
                  </a:lnTo>
                  <a:close/>
                </a:path>
                <a:path w="3204845" h="1434464">
                  <a:moveTo>
                    <a:pt x="2142452" y="371817"/>
                  </a:moveTo>
                  <a:lnTo>
                    <a:pt x="2124748" y="354114"/>
                  </a:lnTo>
                  <a:lnTo>
                    <a:pt x="2124748" y="442645"/>
                  </a:lnTo>
                  <a:lnTo>
                    <a:pt x="2142452" y="442645"/>
                  </a:lnTo>
                  <a:lnTo>
                    <a:pt x="2142452" y="371817"/>
                  </a:lnTo>
                  <a:close/>
                </a:path>
                <a:path w="3204845" h="1434464">
                  <a:moveTo>
                    <a:pt x="2142452" y="247878"/>
                  </a:moveTo>
                  <a:lnTo>
                    <a:pt x="2124748" y="230174"/>
                  </a:lnTo>
                  <a:lnTo>
                    <a:pt x="2124748" y="318706"/>
                  </a:lnTo>
                  <a:lnTo>
                    <a:pt x="2142452" y="318706"/>
                  </a:lnTo>
                  <a:lnTo>
                    <a:pt x="2142452" y="247878"/>
                  </a:lnTo>
                  <a:close/>
                </a:path>
                <a:path w="3204845" h="1434464">
                  <a:moveTo>
                    <a:pt x="2142452" y="123939"/>
                  </a:moveTo>
                  <a:lnTo>
                    <a:pt x="2124748" y="106235"/>
                  </a:lnTo>
                  <a:lnTo>
                    <a:pt x="2124748" y="194767"/>
                  </a:lnTo>
                  <a:lnTo>
                    <a:pt x="2142452" y="194767"/>
                  </a:lnTo>
                  <a:lnTo>
                    <a:pt x="2142452" y="123939"/>
                  </a:lnTo>
                  <a:close/>
                </a:path>
                <a:path w="3204845" h="1434464">
                  <a:moveTo>
                    <a:pt x="2142452" y="0"/>
                  </a:moveTo>
                  <a:lnTo>
                    <a:pt x="2124748" y="0"/>
                  </a:lnTo>
                  <a:lnTo>
                    <a:pt x="2124748" y="70827"/>
                  </a:lnTo>
                  <a:lnTo>
                    <a:pt x="2142452" y="70827"/>
                  </a:lnTo>
                  <a:lnTo>
                    <a:pt x="2142452" y="0"/>
                  </a:lnTo>
                  <a:close/>
                </a:path>
                <a:path w="3204845" h="1434464">
                  <a:moveTo>
                    <a:pt x="3204832" y="1363345"/>
                  </a:moveTo>
                  <a:lnTo>
                    <a:pt x="3187115" y="1345641"/>
                  </a:lnTo>
                  <a:lnTo>
                    <a:pt x="3187115" y="1434160"/>
                  </a:lnTo>
                  <a:lnTo>
                    <a:pt x="3204832" y="1434160"/>
                  </a:lnTo>
                  <a:lnTo>
                    <a:pt x="3204832" y="1363345"/>
                  </a:lnTo>
                  <a:close/>
                </a:path>
                <a:path w="3204845" h="1434464">
                  <a:moveTo>
                    <a:pt x="3204832" y="1239405"/>
                  </a:moveTo>
                  <a:lnTo>
                    <a:pt x="3187115" y="1221701"/>
                  </a:lnTo>
                  <a:lnTo>
                    <a:pt x="3187115" y="1310220"/>
                  </a:lnTo>
                  <a:lnTo>
                    <a:pt x="3204832" y="1310220"/>
                  </a:lnTo>
                  <a:lnTo>
                    <a:pt x="3204832" y="1239405"/>
                  </a:lnTo>
                  <a:close/>
                </a:path>
                <a:path w="3204845" h="1434464">
                  <a:moveTo>
                    <a:pt x="3204832" y="1115466"/>
                  </a:moveTo>
                  <a:lnTo>
                    <a:pt x="3187115" y="1097749"/>
                  </a:lnTo>
                  <a:lnTo>
                    <a:pt x="3187115" y="1186281"/>
                  </a:lnTo>
                  <a:lnTo>
                    <a:pt x="3204832" y="1186281"/>
                  </a:lnTo>
                  <a:lnTo>
                    <a:pt x="3204832" y="1115466"/>
                  </a:lnTo>
                  <a:close/>
                </a:path>
                <a:path w="3204845" h="1434464">
                  <a:moveTo>
                    <a:pt x="3204832" y="991527"/>
                  </a:moveTo>
                  <a:lnTo>
                    <a:pt x="3187115" y="973810"/>
                  </a:lnTo>
                  <a:lnTo>
                    <a:pt x="3187115" y="1062342"/>
                  </a:lnTo>
                  <a:lnTo>
                    <a:pt x="3204832" y="1062342"/>
                  </a:lnTo>
                  <a:lnTo>
                    <a:pt x="3204832" y="991527"/>
                  </a:lnTo>
                  <a:close/>
                </a:path>
                <a:path w="3204845" h="1434464">
                  <a:moveTo>
                    <a:pt x="3204832" y="867587"/>
                  </a:moveTo>
                  <a:lnTo>
                    <a:pt x="3187115" y="849871"/>
                  </a:lnTo>
                  <a:lnTo>
                    <a:pt x="3187115" y="938403"/>
                  </a:lnTo>
                  <a:lnTo>
                    <a:pt x="3204832" y="938403"/>
                  </a:lnTo>
                  <a:lnTo>
                    <a:pt x="3204832" y="867587"/>
                  </a:lnTo>
                  <a:close/>
                </a:path>
                <a:path w="3204845" h="1434464">
                  <a:moveTo>
                    <a:pt x="3204832" y="743635"/>
                  </a:moveTo>
                  <a:lnTo>
                    <a:pt x="3187115" y="725932"/>
                  </a:lnTo>
                  <a:lnTo>
                    <a:pt x="3187115" y="814463"/>
                  </a:lnTo>
                  <a:lnTo>
                    <a:pt x="3204832" y="814463"/>
                  </a:lnTo>
                  <a:lnTo>
                    <a:pt x="3204832" y="743635"/>
                  </a:lnTo>
                  <a:close/>
                </a:path>
                <a:path w="3204845" h="1434464">
                  <a:moveTo>
                    <a:pt x="3204832" y="619696"/>
                  </a:moveTo>
                  <a:lnTo>
                    <a:pt x="3187115" y="601992"/>
                  </a:lnTo>
                  <a:lnTo>
                    <a:pt x="3187115" y="690524"/>
                  </a:lnTo>
                  <a:lnTo>
                    <a:pt x="3204832" y="690524"/>
                  </a:lnTo>
                  <a:lnTo>
                    <a:pt x="3204832" y="619696"/>
                  </a:lnTo>
                  <a:close/>
                </a:path>
                <a:path w="3204845" h="1434464">
                  <a:moveTo>
                    <a:pt x="3204832" y="495757"/>
                  </a:moveTo>
                  <a:lnTo>
                    <a:pt x="3187115" y="478053"/>
                  </a:lnTo>
                  <a:lnTo>
                    <a:pt x="3187115" y="566585"/>
                  </a:lnTo>
                  <a:lnTo>
                    <a:pt x="3204832" y="566585"/>
                  </a:lnTo>
                  <a:lnTo>
                    <a:pt x="3204832" y="495757"/>
                  </a:lnTo>
                  <a:close/>
                </a:path>
                <a:path w="3204845" h="1434464">
                  <a:moveTo>
                    <a:pt x="3204832" y="371817"/>
                  </a:moveTo>
                  <a:lnTo>
                    <a:pt x="3187115" y="354114"/>
                  </a:lnTo>
                  <a:lnTo>
                    <a:pt x="3187115" y="442645"/>
                  </a:lnTo>
                  <a:lnTo>
                    <a:pt x="3204832" y="442645"/>
                  </a:lnTo>
                  <a:lnTo>
                    <a:pt x="3204832" y="371817"/>
                  </a:lnTo>
                  <a:close/>
                </a:path>
                <a:path w="3204845" h="1434464">
                  <a:moveTo>
                    <a:pt x="3204832" y="247878"/>
                  </a:moveTo>
                  <a:lnTo>
                    <a:pt x="3187115" y="230174"/>
                  </a:lnTo>
                  <a:lnTo>
                    <a:pt x="3187115" y="318706"/>
                  </a:lnTo>
                  <a:lnTo>
                    <a:pt x="3204832" y="318706"/>
                  </a:lnTo>
                  <a:lnTo>
                    <a:pt x="3204832" y="247878"/>
                  </a:lnTo>
                  <a:close/>
                </a:path>
                <a:path w="3204845" h="1434464">
                  <a:moveTo>
                    <a:pt x="3204832" y="123939"/>
                  </a:moveTo>
                  <a:lnTo>
                    <a:pt x="3187115" y="106235"/>
                  </a:lnTo>
                  <a:lnTo>
                    <a:pt x="3187115" y="194767"/>
                  </a:lnTo>
                  <a:lnTo>
                    <a:pt x="3204832" y="194767"/>
                  </a:lnTo>
                  <a:lnTo>
                    <a:pt x="3204832" y="123939"/>
                  </a:lnTo>
                  <a:close/>
                </a:path>
                <a:path w="3204845" h="1434464">
                  <a:moveTo>
                    <a:pt x="3204832" y="0"/>
                  </a:moveTo>
                  <a:lnTo>
                    <a:pt x="3187115" y="0"/>
                  </a:lnTo>
                  <a:lnTo>
                    <a:pt x="3187115" y="70827"/>
                  </a:lnTo>
                  <a:lnTo>
                    <a:pt x="3204832" y="70827"/>
                  </a:lnTo>
                  <a:lnTo>
                    <a:pt x="3204832" y="0"/>
                  </a:lnTo>
                  <a:close/>
                </a:path>
              </a:pathLst>
            </a:custGeom>
            <a:solidFill>
              <a:srgbClr val="000000"/>
            </a:solidFill>
          </p:spPr>
          <p:txBody>
            <a:bodyPr wrap="square" lIns="0" tIns="0" rIns="0" bIns="0" rtlCol="0"/>
            <a:lstStyle/>
            <a:p>
              <a:endParaRPr/>
            </a:p>
          </p:txBody>
        </p:sp>
        <p:sp>
          <p:nvSpPr>
            <p:cNvPr id="148" name="object 148"/>
            <p:cNvSpPr/>
            <p:nvPr/>
          </p:nvSpPr>
          <p:spPr>
            <a:xfrm>
              <a:off x="295275" y="219075"/>
              <a:ext cx="8553450" cy="3347720"/>
            </a:xfrm>
            <a:custGeom>
              <a:avLst/>
              <a:gdLst/>
              <a:ahLst/>
              <a:cxnLst/>
              <a:rect l="l" t="t" r="r" b="b"/>
              <a:pathLst>
                <a:path w="8553450" h="3347720">
                  <a:moveTo>
                    <a:pt x="8553450" y="3347466"/>
                  </a:moveTo>
                  <a:lnTo>
                    <a:pt x="0" y="3347466"/>
                  </a:lnTo>
                  <a:lnTo>
                    <a:pt x="0" y="0"/>
                  </a:lnTo>
                  <a:lnTo>
                    <a:pt x="8553450" y="0"/>
                  </a:lnTo>
                  <a:lnTo>
                    <a:pt x="8553450" y="4762"/>
                  </a:lnTo>
                  <a:lnTo>
                    <a:pt x="9525" y="4762"/>
                  </a:lnTo>
                  <a:lnTo>
                    <a:pt x="4762" y="9525"/>
                  </a:lnTo>
                  <a:lnTo>
                    <a:pt x="9525" y="9525"/>
                  </a:lnTo>
                  <a:lnTo>
                    <a:pt x="9525" y="3337941"/>
                  </a:lnTo>
                  <a:lnTo>
                    <a:pt x="4762" y="3337941"/>
                  </a:lnTo>
                  <a:lnTo>
                    <a:pt x="9525" y="3342703"/>
                  </a:lnTo>
                  <a:lnTo>
                    <a:pt x="8553450" y="3342703"/>
                  </a:lnTo>
                  <a:lnTo>
                    <a:pt x="8553450" y="3347466"/>
                  </a:lnTo>
                  <a:close/>
                </a:path>
                <a:path w="8553450" h="3347720">
                  <a:moveTo>
                    <a:pt x="9525" y="9525"/>
                  </a:moveTo>
                  <a:lnTo>
                    <a:pt x="4762" y="9525"/>
                  </a:lnTo>
                  <a:lnTo>
                    <a:pt x="9525" y="4762"/>
                  </a:lnTo>
                  <a:lnTo>
                    <a:pt x="9525" y="9525"/>
                  </a:lnTo>
                  <a:close/>
                </a:path>
                <a:path w="8553450" h="3347720">
                  <a:moveTo>
                    <a:pt x="8543925" y="9525"/>
                  </a:moveTo>
                  <a:lnTo>
                    <a:pt x="9525" y="9525"/>
                  </a:lnTo>
                  <a:lnTo>
                    <a:pt x="9525" y="4762"/>
                  </a:lnTo>
                  <a:lnTo>
                    <a:pt x="8543925" y="4762"/>
                  </a:lnTo>
                  <a:lnTo>
                    <a:pt x="8543925" y="9525"/>
                  </a:lnTo>
                  <a:close/>
                </a:path>
                <a:path w="8553450" h="3347720">
                  <a:moveTo>
                    <a:pt x="8543925" y="3342703"/>
                  </a:moveTo>
                  <a:lnTo>
                    <a:pt x="8543925" y="4762"/>
                  </a:lnTo>
                  <a:lnTo>
                    <a:pt x="8548687" y="9525"/>
                  </a:lnTo>
                  <a:lnTo>
                    <a:pt x="8553450" y="9525"/>
                  </a:lnTo>
                  <a:lnTo>
                    <a:pt x="8553450" y="3337941"/>
                  </a:lnTo>
                  <a:lnTo>
                    <a:pt x="8548687" y="3337941"/>
                  </a:lnTo>
                  <a:lnTo>
                    <a:pt x="8543925" y="3342703"/>
                  </a:lnTo>
                  <a:close/>
                </a:path>
                <a:path w="8553450" h="3347720">
                  <a:moveTo>
                    <a:pt x="8553450" y="9525"/>
                  </a:moveTo>
                  <a:lnTo>
                    <a:pt x="8548687" y="9525"/>
                  </a:lnTo>
                  <a:lnTo>
                    <a:pt x="8543925" y="4762"/>
                  </a:lnTo>
                  <a:lnTo>
                    <a:pt x="8553450" y="4762"/>
                  </a:lnTo>
                  <a:lnTo>
                    <a:pt x="8553450" y="9525"/>
                  </a:lnTo>
                  <a:close/>
                </a:path>
                <a:path w="8553450" h="3347720">
                  <a:moveTo>
                    <a:pt x="9525" y="3342703"/>
                  </a:moveTo>
                  <a:lnTo>
                    <a:pt x="4762" y="3337941"/>
                  </a:lnTo>
                  <a:lnTo>
                    <a:pt x="9525" y="3337941"/>
                  </a:lnTo>
                  <a:lnTo>
                    <a:pt x="9525" y="3342703"/>
                  </a:lnTo>
                  <a:close/>
                </a:path>
                <a:path w="8553450" h="3347720">
                  <a:moveTo>
                    <a:pt x="8543925" y="3342703"/>
                  </a:moveTo>
                  <a:lnTo>
                    <a:pt x="9525" y="3342703"/>
                  </a:lnTo>
                  <a:lnTo>
                    <a:pt x="9525" y="3337941"/>
                  </a:lnTo>
                  <a:lnTo>
                    <a:pt x="8543925" y="3337941"/>
                  </a:lnTo>
                  <a:lnTo>
                    <a:pt x="8543925" y="3342703"/>
                  </a:lnTo>
                  <a:close/>
                </a:path>
                <a:path w="8553450" h="3347720">
                  <a:moveTo>
                    <a:pt x="8553450" y="3342703"/>
                  </a:moveTo>
                  <a:lnTo>
                    <a:pt x="8543925" y="3342703"/>
                  </a:lnTo>
                  <a:lnTo>
                    <a:pt x="8548687" y="3337941"/>
                  </a:lnTo>
                  <a:lnTo>
                    <a:pt x="8553450" y="3337941"/>
                  </a:lnTo>
                  <a:lnTo>
                    <a:pt x="8553450" y="3342703"/>
                  </a:lnTo>
                  <a:close/>
                </a:path>
              </a:pathLst>
            </a:custGeom>
            <a:solidFill>
              <a:srgbClr val="0000CC"/>
            </a:solidFill>
          </p:spPr>
          <p:txBody>
            <a:bodyPr wrap="square" lIns="0" tIns="0" rIns="0" bIns="0" rtlCol="0"/>
            <a:lstStyle/>
            <a:p>
              <a:endParaRPr/>
            </a:p>
          </p:txBody>
        </p:sp>
      </p:grpSp>
      <p:grpSp>
        <p:nvGrpSpPr>
          <p:cNvPr id="149" name="object 149"/>
          <p:cNvGrpSpPr/>
          <p:nvPr/>
        </p:nvGrpSpPr>
        <p:grpSpPr>
          <a:xfrm>
            <a:off x="3733800" y="3654552"/>
            <a:ext cx="1981200" cy="1054735"/>
            <a:chOff x="3733800" y="3654552"/>
            <a:chExt cx="1981200" cy="1054735"/>
          </a:xfrm>
        </p:grpSpPr>
        <p:sp>
          <p:nvSpPr>
            <p:cNvPr id="150" name="object 150"/>
            <p:cNvSpPr/>
            <p:nvPr/>
          </p:nvSpPr>
          <p:spPr>
            <a:xfrm>
              <a:off x="3733800" y="3654552"/>
              <a:ext cx="1981200" cy="1054735"/>
            </a:xfrm>
            <a:custGeom>
              <a:avLst/>
              <a:gdLst/>
              <a:ahLst/>
              <a:cxnLst/>
              <a:rect l="l" t="t" r="r" b="b"/>
              <a:pathLst>
                <a:path w="1981200" h="1054735">
                  <a:moveTo>
                    <a:pt x="1981200" y="1054608"/>
                  </a:moveTo>
                  <a:lnTo>
                    <a:pt x="0" y="1054608"/>
                  </a:lnTo>
                  <a:lnTo>
                    <a:pt x="0" y="0"/>
                  </a:lnTo>
                  <a:lnTo>
                    <a:pt x="1981200" y="0"/>
                  </a:lnTo>
                  <a:lnTo>
                    <a:pt x="1981200" y="1054608"/>
                  </a:lnTo>
                  <a:close/>
                </a:path>
              </a:pathLst>
            </a:custGeom>
            <a:solidFill>
              <a:srgbClr val="FFFFCC"/>
            </a:solidFill>
          </p:spPr>
          <p:txBody>
            <a:bodyPr wrap="square" lIns="0" tIns="0" rIns="0" bIns="0" rtlCol="0"/>
            <a:lstStyle/>
            <a:p>
              <a:endParaRPr/>
            </a:p>
          </p:txBody>
        </p:sp>
        <p:sp>
          <p:nvSpPr>
            <p:cNvPr id="151" name="object 151"/>
            <p:cNvSpPr/>
            <p:nvPr/>
          </p:nvSpPr>
          <p:spPr>
            <a:xfrm>
              <a:off x="4911483" y="4190263"/>
              <a:ext cx="758825" cy="0"/>
            </a:xfrm>
            <a:custGeom>
              <a:avLst/>
              <a:gdLst/>
              <a:ahLst/>
              <a:cxnLst/>
              <a:rect l="l" t="t" r="r" b="b"/>
              <a:pathLst>
                <a:path w="758825">
                  <a:moveTo>
                    <a:pt x="0" y="0"/>
                  </a:moveTo>
                  <a:lnTo>
                    <a:pt x="758405" y="0"/>
                  </a:lnTo>
                </a:path>
              </a:pathLst>
            </a:custGeom>
            <a:ln w="16459">
              <a:solidFill>
                <a:srgbClr val="000000"/>
              </a:solidFill>
            </a:ln>
          </p:spPr>
          <p:txBody>
            <a:bodyPr wrap="square" lIns="0" tIns="0" rIns="0" bIns="0" rtlCol="0"/>
            <a:lstStyle/>
            <a:p>
              <a:endParaRPr/>
            </a:p>
          </p:txBody>
        </p:sp>
      </p:grpSp>
      <p:sp>
        <p:nvSpPr>
          <p:cNvPr id="152" name="object 152"/>
          <p:cNvSpPr txBox="1"/>
          <p:nvPr/>
        </p:nvSpPr>
        <p:spPr>
          <a:xfrm>
            <a:off x="5164937" y="4191457"/>
            <a:ext cx="266700" cy="499745"/>
          </a:xfrm>
          <a:prstGeom prst="rect">
            <a:avLst/>
          </a:prstGeom>
        </p:spPr>
        <p:txBody>
          <a:bodyPr vert="horz" wrap="square" lIns="0" tIns="13970" rIns="0" bIns="0" rtlCol="0">
            <a:spAutoFit/>
          </a:bodyPr>
          <a:lstStyle/>
          <a:p>
            <a:pPr marL="12700">
              <a:lnSpc>
                <a:spcPct val="100000"/>
              </a:lnSpc>
              <a:spcBef>
                <a:spcPts val="110"/>
              </a:spcBef>
            </a:pPr>
            <a:r>
              <a:rPr sz="3100" i="1" spc="-50" dirty="0">
                <a:latin typeface="Times New Roman" panose="02020603050405020304"/>
                <a:cs typeface="Times New Roman" panose="02020603050405020304"/>
              </a:rPr>
              <a:t>R</a:t>
            </a:r>
            <a:endParaRPr sz="3100">
              <a:latin typeface="Times New Roman" panose="02020603050405020304"/>
              <a:cs typeface="Times New Roman" panose="02020603050405020304"/>
            </a:endParaRPr>
          </a:p>
        </p:txBody>
      </p:sp>
      <p:sp>
        <p:nvSpPr>
          <p:cNvPr id="153" name="object 153"/>
          <p:cNvSpPr txBox="1"/>
          <p:nvPr/>
        </p:nvSpPr>
        <p:spPr>
          <a:xfrm>
            <a:off x="3793032" y="3882453"/>
            <a:ext cx="157480" cy="499745"/>
          </a:xfrm>
          <a:prstGeom prst="rect">
            <a:avLst/>
          </a:prstGeom>
        </p:spPr>
        <p:txBody>
          <a:bodyPr vert="horz" wrap="square" lIns="0" tIns="13970" rIns="0" bIns="0" rtlCol="0">
            <a:spAutoFit/>
          </a:bodyPr>
          <a:lstStyle/>
          <a:p>
            <a:pPr marL="12700">
              <a:lnSpc>
                <a:spcPct val="100000"/>
              </a:lnSpc>
              <a:spcBef>
                <a:spcPts val="110"/>
              </a:spcBef>
            </a:pPr>
            <a:r>
              <a:rPr sz="3100" i="1" spc="-50" dirty="0">
                <a:latin typeface="Times New Roman" panose="02020603050405020304"/>
                <a:cs typeface="Times New Roman" panose="02020603050405020304"/>
              </a:rPr>
              <a:t>I</a:t>
            </a:r>
            <a:endParaRPr sz="3100">
              <a:latin typeface="Times New Roman" panose="02020603050405020304"/>
              <a:cs typeface="Times New Roman" panose="02020603050405020304"/>
            </a:endParaRPr>
          </a:p>
        </p:txBody>
      </p:sp>
      <p:sp>
        <p:nvSpPr>
          <p:cNvPr id="154" name="object 154"/>
          <p:cNvSpPr txBox="1"/>
          <p:nvPr/>
        </p:nvSpPr>
        <p:spPr>
          <a:xfrm>
            <a:off x="3971848" y="4145927"/>
            <a:ext cx="448309" cy="302260"/>
          </a:xfrm>
          <a:prstGeom prst="rect">
            <a:avLst/>
          </a:prstGeom>
        </p:spPr>
        <p:txBody>
          <a:bodyPr vert="horz" wrap="square" lIns="0" tIns="14605" rIns="0" bIns="0" rtlCol="0">
            <a:spAutoFit/>
          </a:bodyPr>
          <a:lstStyle/>
          <a:p>
            <a:pPr marL="12700">
              <a:lnSpc>
                <a:spcPct val="100000"/>
              </a:lnSpc>
              <a:spcBef>
                <a:spcPts val="115"/>
              </a:spcBef>
            </a:pPr>
            <a:r>
              <a:rPr sz="1800" i="1" spc="-25" dirty="0">
                <a:latin typeface="Times New Roman" panose="02020603050405020304"/>
                <a:cs typeface="Times New Roman" panose="02020603050405020304"/>
              </a:rPr>
              <a:t>REF</a:t>
            </a:r>
            <a:endParaRPr sz="1800">
              <a:latin typeface="Times New Roman" panose="02020603050405020304"/>
              <a:cs typeface="Times New Roman" panose="02020603050405020304"/>
            </a:endParaRPr>
          </a:p>
        </p:txBody>
      </p:sp>
      <p:sp>
        <p:nvSpPr>
          <p:cNvPr id="155" name="object 155"/>
          <p:cNvSpPr txBox="1"/>
          <p:nvPr/>
        </p:nvSpPr>
        <p:spPr>
          <a:xfrm>
            <a:off x="4546587" y="3069079"/>
            <a:ext cx="1068705" cy="1152525"/>
          </a:xfrm>
          <a:prstGeom prst="rect">
            <a:avLst/>
          </a:prstGeom>
        </p:spPr>
        <p:txBody>
          <a:bodyPr vert="horz" wrap="square" lIns="0" tIns="154305" rIns="0" bIns="0" rtlCol="0">
            <a:spAutoFit/>
          </a:bodyPr>
          <a:lstStyle/>
          <a:p>
            <a:pPr marR="114935" algn="ctr">
              <a:lnSpc>
                <a:spcPct val="100000"/>
              </a:lnSpc>
              <a:spcBef>
                <a:spcPts val="1215"/>
              </a:spcBef>
            </a:pP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a:p>
            <a:pPr>
              <a:lnSpc>
                <a:spcPct val="100000"/>
              </a:lnSpc>
              <a:spcBef>
                <a:spcPts val="615"/>
              </a:spcBef>
            </a:pPr>
            <a:endParaRPr sz="1250">
              <a:latin typeface="Times New Roman" panose="02020603050405020304"/>
              <a:cs typeface="Times New Roman" panose="02020603050405020304"/>
            </a:endParaRPr>
          </a:p>
          <a:p>
            <a:pPr marL="38100">
              <a:lnSpc>
                <a:spcPct val="100000"/>
              </a:lnSpc>
            </a:pPr>
            <a:r>
              <a:rPr sz="4650" baseline="-22000" dirty="0">
                <a:latin typeface="Symbol" panose="05050102010706020507"/>
                <a:cs typeface="Symbol" panose="05050102010706020507"/>
              </a:rPr>
              <a:t></a:t>
            </a:r>
            <a:r>
              <a:rPr sz="4650" spc="15" baseline="-22000" dirty="0">
                <a:latin typeface="Times New Roman" panose="02020603050405020304"/>
                <a:cs typeface="Times New Roman" panose="02020603050405020304"/>
              </a:rPr>
              <a:t> </a:t>
            </a:r>
            <a:r>
              <a:rPr sz="4650" i="1" spc="-30" baseline="14000" dirty="0">
                <a:latin typeface="Times New Roman" panose="02020603050405020304"/>
                <a:cs typeface="Times New Roman" panose="02020603050405020304"/>
              </a:rPr>
              <a:t>V</a:t>
            </a:r>
            <a:r>
              <a:rPr sz="1800" i="1" spc="-20" dirty="0">
                <a:latin typeface="Times New Roman" panose="02020603050405020304"/>
                <a:cs typeface="Times New Roman" panose="02020603050405020304"/>
              </a:rPr>
              <a:t>REF</a:t>
            </a:r>
            <a:endParaRPr sz="1800">
              <a:latin typeface="Times New Roman" panose="02020603050405020304"/>
              <a:cs typeface="Times New Roman" panose="02020603050405020304"/>
            </a:endParaRPr>
          </a:p>
        </p:txBody>
      </p:sp>
      <p:sp>
        <p:nvSpPr>
          <p:cNvPr id="156" name="object 156"/>
          <p:cNvSpPr/>
          <p:nvPr/>
        </p:nvSpPr>
        <p:spPr>
          <a:xfrm>
            <a:off x="3724275" y="3645027"/>
            <a:ext cx="2000250" cy="1073785"/>
          </a:xfrm>
          <a:custGeom>
            <a:avLst/>
            <a:gdLst/>
            <a:ahLst/>
            <a:cxnLst/>
            <a:rect l="l" t="t" r="r" b="b"/>
            <a:pathLst>
              <a:path w="2000250" h="1073785">
                <a:moveTo>
                  <a:pt x="2000250" y="1073658"/>
                </a:moveTo>
                <a:lnTo>
                  <a:pt x="0" y="1073658"/>
                </a:lnTo>
                <a:lnTo>
                  <a:pt x="0" y="0"/>
                </a:lnTo>
                <a:lnTo>
                  <a:pt x="2000250" y="0"/>
                </a:lnTo>
                <a:lnTo>
                  <a:pt x="2000250" y="4762"/>
                </a:lnTo>
                <a:lnTo>
                  <a:pt x="9525" y="4762"/>
                </a:lnTo>
                <a:lnTo>
                  <a:pt x="4762" y="9525"/>
                </a:lnTo>
                <a:lnTo>
                  <a:pt x="9525" y="9525"/>
                </a:lnTo>
                <a:lnTo>
                  <a:pt x="9525" y="1064133"/>
                </a:lnTo>
                <a:lnTo>
                  <a:pt x="4762" y="1064133"/>
                </a:lnTo>
                <a:lnTo>
                  <a:pt x="9525" y="1068895"/>
                </a:lnTo>
                <a:lnTo>
                  <a:pt x="2000250" y="1068895"/>
                </a:lnTo>
                <a:lnTo>
                  <a:pt x="2000250" y="1073658"/>
                </a:lnTo>
                <a:close/>
              </a:path>
              <a:path w="2000250" h="1073785">
                <a:moveTo>
                  <a:pt x="9525" y="9525"/>
                </a:moveTo>
                <a:lnTo>
                  <a:pt x="4762" y="9525"/>
                </a:lnTo>
                <a:lnTo>
                  <a:pt x="9525" y="4762"/>
                </a:lnTo>
                <a:lnTo>
                  <a:pt x="9525" y="9525"/>
                </a:lnTo>
                <a:close/>
              </a:path>
              <a:path w="2000250" h="1073785">
                <a:moveTo>
                  <a:pt x="1990725" y="9525"/>
                </a:moveTo>
                <a:lnTo>
                  <a:pt x="9525" y="9525"/>
                </a:lnTo>
                <a:lnTo>
                  <a:pt x="9525" y="4762"/>
                </a:lnTo>
                <a:lnTo>
                  <a:pt x="1990725" y="4762"/>
                </a:lnTo>
                <a:lnTo>
                  <a:pt x="1990725" y="9525"/>
                </a:lnTo>
                <a:close/>
              </a:path>
              <a:path w="2000250" h="1073785">
                <a:moveTo>
                  <a:pt x="1990725" y="1068895"/>
                </a:moveTo>
                <a:lnTo>
                  <a:pt x="1990725" y="4762"/>
                </a:lnTo>
                <a:lnTo>
                  <a:pt x="1995487" y="9525"/>
                </a:lnTo>
                <a:lnTo>
                  <a:pt x="2000250" y="9525"/>
                </a:lnTo>
                <a:lnTo>
                  <a:pt x="2000250" y="1064133"/>
                </a:lnTo>
                <a:lnTo>
                  <a:pt x="1995487" y="1064133"/>
                </a:lnTo>
                <a:lnTo>
                  <a:pt x="1990725" y="1068895"/>
                </a:lnTo>
                <a:close/>
              </a:path>
              <a:path w="2000250" h="1073785">
                <a:moveTo>
                  <a:pt x="2000250" y="9525"/>
                </a:moveTo>
                <a:lnTo>
                  <a:pt x="1995487" y="9525"/>
                </a:lnTo>
                <a:lnTo>
                  <a:pt x="1990725" y="4762"/>
                </a:lnTo>
                <a:lnTo>
                  <a:pt x="2000250" y="4762"/>
                </a:lnTo>
                <a:lnTo>
                  <a:pt x="2000250" y="9525"/>
                </a:lnTo>
                <a:close/>
              </a:path>
              <a:path w="2000250" h="1073785">
                <a:moveTo>
                  <a:pt x="9525" y="1068895"/>
                </a:moveTo>
                <a:lnTo>
                  <a:pt x="4762" y="1064133"/>
                </a:lnTo>
                <a:lnTo>
                  <a:pt x="9525" y="1064133"/>
                </a:lnTo>
                <a:lnTo>
                  <a:pt x="9525" y="1068895"/>
                </a:lnTo>
                <a:close/>
              </a:path>
              <a:path w="2000250" h="1073785">
                <a:moveTo>
                  <a:pt x="1990725" y="1068895"/>
                </a:moveTo>
                <a:lnTo>
                  <a:pt x="9525" y="1068895"/>
                </a:lnTo>
                <a:lnTo>
                  <a:pt x="9525" y="1064133"/>
                </a:lnTo>
                <a:lnTo>
                  <a:pt x="1990725" y="1064133"/>
                </a:lnTo>
                <a:lnTo>
                  <a:pt x="1990725" y="1068895"/>
                </a:lnTo>
                <a:close/>
              </a:path>
              <a:path w="2000250" h="1073785">
                <a:moveTo>
                  <a:pt x="2000250" y="1068895"/>
                </a:moveTo>
                <a:lnTo>
                  <a:pt x="1990725" y="1068895"/>
                </a:lnTo>
                <a:lnTo>
                  <a:pt x="1995487" y="1064133"/>
                </a:lnTo>
                <a:lnTo>
                  <a:pt x="2000250" y="1064133"/>
                </a:lnTo>
                <a:lnTo>
                  <a:pt x="2000250" y="1068895"/>
                </a:lnTo>
                <a:close/>
              </a:path>
            </a:pathLst>
          </a:custGeom>
          <a:solidFill>
            <a:srgbClr val="FF6600"/>
          </a:solidFill>
        </p:spPr>
        <p:txBody>
          <a:bodyPr wrap="square" lIns="0" tIns="0" rIns="0" bIns="0" rtlCol="0"/>
          <a:lstStyle/>
          <a:p>
            <a:endParaRPr/>
          </a:p>
        </p:txBody>
      </p:sp>
      <p:sp>
        <p:nvSpPr>
          <p:cNvPr id="157" name="object 15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00200" y="3430523"/>
            <a:ext cx="5943600" cy="2385060"/>
            <a:chOff x="1600200" y="3430523"/>
            <a:chExt cx="5943600" cy="2385060"/>
          </a:xfrm>
        </p:grpSpPr>
        <p:sp>
          <p:nvSpPr>
            <p:cNvPr id="3" name="object 3"/>
            <p:cNvSpPr/>
            <p:nvPr/>
          </p:nvSpPr>
          <p:spPr>
            <a:xfrm>
              <a:off x="1600200" y="3430523"/>
              <a:ext cx="5943600" cy="2385060"/>
            </a:xfrm>
            <a:custGeom>
              <a:avLst/>
              <a:gdLst/>
              <a:ahLst/>
              <a:cxnLst/>
              <a:rect l="l" t="t" r="r" b="b"/>
              <a:pathLst>
                <a:path w="5943600" h="2385060">
                  <a:moveTo>
                    <a:pt x="5943600" y="2385060"/>
                  </a:moveTo>
                  <a:lnTo>
                    <a:pt x="0" y="2385060"/>
                  </a:lnTo>
                  <a:lnTo>
                    <a:pt x="0" y="0"/>
                  </a:lnTo>
                  <a:lnTo>
                    <a:pt x="5943600" y="0"/>
                  </a:lnTo>
                  <a:lnTo>
                    <a:pt x="5943600" y="2385060"/>
                  </a:lnTo>
                  <a:close/>
                </a:path>
              </a:pathLst>
            </a:custGeom>
            <a:solidFill>
              <a:srgbClr val="66FFFF"/>
            </a:solidFill>
          </p:spPr>
          <p:txBody>
            <a:bodyPr wrap="square" lIns="0" tIns="0" rIns="0" bIns="0" rtlCol="0"/>
            <a:lstStyle/>
            <a:p>
              <a:endParaRPr/>
            </a:p>
          </p:txBody>
        </p:sp>
        <p:sp>
          <p:nvSpPr>
            <p:cNvPr id="4" name="object 4"/>
            <p:cNvSpPr/>
            <p:nvPr/>
          </p:nvSpPr>
          <p:spPr>
            <a:xfrm>
              <a:off x="2119096" y="4414672"/>
              <a:ext cx="4483735" cy="937894"/>
            </a:xfrm>
            <a:custGeom>
              <a:avLst/>
              <a:gdLst/>
              <a:ahLst/>
              <a:cxnLst/>
              <a:rect l="l" t="t" r="r" b="b"/>
              <a:pathLst>
                <a:path w="4483734" h="937895">
                  <a:moveTo>
                    <a:pt x="118300" y="0"/>
                  </a:moveTo>
                  <a:lnTo>
                    <a:pt x="460654" y="0"/>
                  </a:lnTo>
                </a:path>
                <a:path w="4483734" h="937895">
                  <a:moveTo>
                    <a:pt x="1201813" y="0"/>
                  </a:moveTo>
                  <a:lnTo>
                    <a:pt x="1388224" y="0"/>
                  </a:lnTo>
                </a:path>
                <a:path w="4483734" h="937895">
                  <a:moveTo>
                    <a:pt x="2095334" y="0"/>
                  </a:moveTo>
                  <a:lnTo>
                    <a:pt x="2303246" y="0"/>
                  </a:lnTo>
                </a:path>
                <a:path w="4483734" h="937895">
                  <a:moveTo>
                    <a:pt x="3048000" y="0"/>
                  </a:moveTo>
                  <a:lnTo>
                    <a:pt x="3255911" y="0"/>
                  </a:lnTo>
                </a:path>
                <a:path w="4483734" h="937895">
                  <a:moveTo>
                    <a:pt x="3822318" y="0"/>
                  </a:moveTo>
                  <a:lnTo>
                    <a:pt x="4483709" y="0"/>
                  </a:lnTo>
                </a:path>
                <a:path w="4483734" h="937895">
                  <a:moveTo>
                    <a:pt x="0" y="937501"/>
                  </a:moveTo>
                  <a:lnTo>
                    <a:pt x="661403" y="937501"/>
                  </a:lnTo>
                </a:path>
              </a:pathLst>
            </a:custGeom>
            <a:ln w="14350">
              <a:solidFill>
                <a:srgbClr val="000000"/>
              </a:solidFill>
            </a:ln>
          </p:spPr>
          <p:txBody>
            <a:bodyPr wrap="square" lIns="0" tIns="0" rIns="0" bIns="0" rtlCol="0"/>
            <a:lstStyle/>
            <a:p>
              <a:endParaRPr/>
            </a:p>
          </p:txBody>
        </p:sp>
      </p:grpSp>
      <p:sp>
        <p:nvSpPr>
          <p:cNvPr id="5" name="object 5"/>
          <p:cNvSpPr txBox="1"/>
          <p:nvPr/>
        </p:nvSpPr>
        <p:spPr>
          <a:xfrm>
            <a:off x="2210358" y="4412221"/>
            <a:ext cx="2213610" cy="441325"/>
          </a:xfrm>
          <a:prstGeom prst="rect">
            <a:avLst/>
          </a:prstGeom>
        </p:spPr>
        <p:txBody>
          <a:bodyPr vert="horz" wrap="square" lIns="0" tIns="15875" rIns="0" bIns="0" rtlCol="0">
            <a:spAutoFit/>
          </a:bodyPr>
          <a:lstStyle/>
          <a:p>
            <a:pPr marL="12700">
              <a:lnSpc>
                <a:spcPct val="100000"/>
              </a:lnSpc>
              <a:spcBef>
                <a:spcPts val="125"/>
              </a:spcBef>
              <a:tabLst>
                <a:tab pos="1117600" algn="l"/>
                <a:tab pos="2026920" algn="l"/>
              </a:tabLst>
            </a:pPr>
            <a:r>
              <a:rPr sz="2700" spc="-25" dirty="0">
                <a:latin typeface="Times New Roman" panose="02020603050405020304"/>
                <a:cs typeface="Times New Roman" panose="02020603050405020304"/>
              </a:rPr>
              <a:t>16</a:t>
            </a:r>
            <a:r>
              <a:rPr sz="2700"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8</a:t>
            </a:r>
            <a:r>
              <a:rPr sz="2700"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4</a:t>
            </a:r>
            <a:endParaRPr sz="2700">
              <a:latin typeface="Times New Roman" panose="02020603050405020304"/>
              <a:cs typeface="Times New Roman" panose="02020603050405020304"/>
            </a:endParaRPr>
          </a:p>
        </p:txBody>
      </p:sp>
      <p:sp>
        <p:nvSpPr>
          <p:cNvPr id="6" name="object 6"/>
          <p:cNvSpPr txBox="1"/>
          <p:nvPr/>
        </p:nvSpPr>
        <p:spPr>
          <a:xfrm>
            <a:off x="5618619" y="4373308"/>
            <a:ext cx="127000" cy="267970"/>
          </a:xfrm>
          <a:prstGeom prst="rect">
            <a:avLst/>
          </a:prstGeom>
        </p:spPr>
        <p:txBody>
          <a:bodyPr vert="horz" wrap="square" lIns="0" tIns="11430" rIns="0" bIns="0" rtlCol="0">
            <a:spAutoFit/>
          </a:bodyPr>
          <a:lstStyle/>
          <a:p>
            <a:pPr marL="12700">
              <a:lnSpc>
                <a:spcPct val="100000"/>
              </a:lnSpc>
              <a:spcBef>
                <a:spcPts val="90"/>
              </a:spcBef>
            </a:pPr>
            <a:r>
              <a:rPr sz="1600" spc="-50" dirty="0">
                <a:latin typeface="Times New Roman" panose="02020603050405020304"/>
                <a:cs typeface="Times New Roman" panose="02020603050405020304"/>
              </a:rPr>
              <a:t>3</a:t>
            </a:r>
            <a:endParaRPr sz="1600">
              <a:latin typeface="Times New Roman" panose="02020603050405020304"/>
              <a:cs typeface="Times New Roman" panose="02020603050405020304"/>
            </a:endParaRPr>
          </a:p>
        </p:txBody>
      </p:sp>
      <p:sp>
        <p:nvSpPr>
          <p:cNvPr id="7" name="object 7"/>
          <p:cNvSpPr txBox="1"/>
          <p:nvPr/>
        </p:nvSpPr>
        <p:spPr>
          <a:xfrm>
            <a:off x="2826054" y="4373308"/>
            <a:ext cx="1972945" cy="267970"/>
          </a:xfrm>
          <a:prstGeom prst="rect">
            <a:avLst/>
          </a:prstGeom>
        </p:spPr>
        <p:txBody>
          <a:bodyPr vert="horz" wrap="square" lIns="0" tIns="11430" rIns="0" bIns="0" rtlCol="0">
            <a:spAutoFit/>
          </a:bodyPr>
          <a:lstStyle/>
          <a:p>
            <a:pPr marL="12700">
              <a:lnSpc>
                <a:spcPct val="100000"/>
              </a:lnSpc>
              <a:spcBef>
                <a:spcPts val="90"/>
              </a:spcBef>
              <a:tabLst>
                <a:tab pos="921385" algn="l"/>
                <a:tab pos="1858645" algn="l"/>
              </a:tabLst>
            </a:pPr>
            <a:r>
              <a:rPr sz="1600" spc="-50" dirty="0">
                <a:latin typeface="Times New Roman" panose="02020603050405020304"/>
                <a:cs typeface="Times New Roman" panose="02020603050405020304"/>
              </a:rPr>
              <a:t>0</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1</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2</a:t>
            </a:r>
            <a:endParaRPr sz="1600">
              <a:latin typeface="Times New Roman" panose="02020603050405020304"/>
              <a:cs typeface="Times New Roman" panose="02020603050405020304"/>
            </a:endParaRPr>
          </a:p>
        </p:txBody>
      </p:sp>
      <p:sp>
        <p:nvSpPr>
          <p:cNvPr id="8" name="object 8"/>
          <p:cNvSpPr txBox="1"/>
          <p:nvPr/>
        </p:nvSpPr>
        <p:spPr>
          <a:xfrm>
            <a:off x="2783471" y="5080330"/>
            <a:ext cx="4763770" cy="498475"/>
          </a:xfrm>
          <a:prstGeom prst="rect">
            <a:avLst/>
          </a:prstGeom>
        </p:spPr>
        <p:txBody>
          <a:bodyPr vert="horz" wrap="square" lIns="0" tIns="15875" rIns="0" bIns="0" rtlCol="0">
            <a:spAutoFit/>
          </a:bodyPr>
          <a:lstStyle/>
          <a:p>
            <a:pPr marL="50800">
              <a:lnSpc>
                <a:spcPts val="2510"/>
              </a:lnSpc>
              <a:spcBef>
                <a:spcPts val="125"/>
              </a:spcBef>
              <a:tabLst>
                <a:tab pos="563245" algn="l"/>
                <a:tab pos="1764030" algn="l"/>
                <a:tab pos="2941320" algn="l"/>
                <a:tab pos="4114800" algn="l"/>
              </a:tabLst>
            </a:pPr>
            <a:r>
              <a:rPr sz="2700" spc="-25" dirty="0">
                <a:latin typeface="Times New Roman" panose="02020603050405020304"/>
                <a:cs typeface="Times New Roman" panose="02020603050405020304"/>
              </a:rPr>
              <a:t>(</a:t>
            </a:r>
            <a:r>
              <a:rPr sz="2700" i="1" spc="-25"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60" dirty="0">
                <a:latin typeface="Times New Roman" panose="02020603050405020304"/>
                <a:cs typeface="Times New Roman" panose="02020603050405020304"/>
              </a:rPr>
              <a:t> </a:t>
            </a:r>
            <a:r>
              <a:rPr sz="2700" spc="60" dirty="0">
                <a:latin typeface="Times New Roman" panose="02020603050405020304"/>
                <a:cs typeface="Times New Roman" panose="02020603050405020304"/>
              </a:rPr>
              <a:t>2</a:t>
            </a:r>
            <a:r>
              <a:rPr sz="2400" spc="89" baseline="42000" dirty="0">
                <a:latin typeface="Times New Roman" panose="02020603050405020304"/>
                <a:cs typeface="Times New Roman" panose="02020603050405020304"/>
              </a:rPr>
              <a:t>3</a:t>
            </a:r>
            <a:r>
              <a:rPr sz="2400" spc="660" baseline="42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05"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60" dirty="0">
                <a:latin typeface="Times New Roman" panose="02020603050405020304"/>
                <a:cs typeface="Times New Roman" panose="02020603050405020304"/>
              </a:rPr>
              <a:t> </a:t>
            </a:r>
            <a:r>
              <a:rPr sz="2700" spc="85" dirty="0">
                <a:latin typeface="Times New Roman" panose="02020603050405020304"/>
                <a:cs typeface="Times New Roman" panose="02020603050405020304"/>
              </a:rPr>
              <a:t>2</a:t>
            </a:r>
            <a:r>
              <a:rPr sz="2400" spc="127" baseline="42000" dirty="0">
                <a:latin typeface="Times New Roman" panose="02020603050405020304"/>
                <a:cs typeface="Times New Roman" panose="02020603050405020304"/>
              </a:rPr>
              <a:t>2</a:t>
            </a:r>
            <a:r>
              <a:rPr sz="2400" spc="735" baseline="42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05"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60" dirty="0">
                <a:latin typeface="Times New Roman" panose="02020603050405020304"/>
                <a:cs typeface="Times New Roman" panose="02020603050405020304"/>
              </a:rPr>
              <a:t> </a:t>
            </a:r>
            <a:r>
              <a:rPr sz="2700" dirty="0">
                <a:latin typeface="Times New Roman" panose="02020603050405020304"/>
                <a:cs typeface="Times New Roman" panose="02020603050405020304"/>
              </a:rPr>
              <a:t>2</a:t>
            </a:r>
            <a:r>
              <a:rPr sz="2400" baseline="42000" dirty="0">
                <a:latin typeface="Times New Roman" panose="02020603050405020304"/>
                <a:cs typeface="Times New Roman" panose="02020603050405020304"/>
              </a:rPr>
              <a:t>1</a:t>
            </a:r>
            <a:r>
              <a:rPr sz="2400" spc="547" baseline="42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05"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60" dirty="0">
                <a:latin typeface="Times New Roman" panose="02020603050405020304"/>
                <a:cs typeface="Times New Roman" panose="02020603050405020304"/>
              </a:rPr>
              <a:t> </a:t>
            </a:r>
            <a:r>
              <a:rPr sz="2700" spc="70" dirty="0">
                <a:latin typeface="Times New Roman" panose="02020603050405020304"/>
                <a:cs typeface="Times New Roman" panose="02020603050405020304"/>
              </a:rPr>
              <a:t>2</a:t>
            </a:r>
            <a:r>
              <a:rPr sz="2400" spc="104" baseline="42000" dirty="0">
                <a:latin typeface="Times New Roman" panose="02020603050405020304"/>
                <a:cs typeface="Times New Roman" panose="02020603050405020304"/>
              </a:rPr>
              <a:t>0</a:t>
            </a:r>
            <a:r>
              <a:rPr sz="2400" spc="-30" baseline="42000"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a:t>
            </a:r>
            <a:endParaRPr sz="2700">
              <a:latin typeface="Times New Roman" panose="02020603050405020304"/>
              <a:cs typeface="Times New Roman" panose="02020603050405020304"/>
            </a:endParaRPr>
          </a:p>
          <a:p>
            <a:pPr marL="371475">
              <a:lnSpc>
                <a:spcPts val="1190"/>
              </a:lnSpc>
              <a:tabLst>
                <a:tab pos="1566545" algn="l"/>
                <a:tab pos="2758440" algn="l"/>
                <a:tab pos="3916045" algn="l"/>
              </a:tabLst>
            </a:pPr>
            <a:r>
              <a:rPr sz="1600" spc="-50" dirty="0">
                <a:latin typeface="Times New Roman" panose="02020603050405020304"/>
                <a:cs typeface="Times New Roman" panose="02020603050405020304"/>
              </a:rPr>
              <a:t>3</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2</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1</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p:txBody>
      </p:sp>
      <p:sp>
        <p:nvSpPr>
          <p:cNvPr id="9" name="object 9"/>
          <p:cNvSpPr txBox="1"/>
          <p:nvPr/>
        </p:nvSpPr>
        <p:spPr>
          <a:xfrm>
            <a:off x="2125814" y="5356009"/>
            <a:ext cx="650240" cy="441325"/>
          </a:xfrm>
          <a:prstGeom prst="rect">
            <a:avLst/>
          </a:prstGeom>
        </p:spPr>
        <p:txBody>
          <a:bodyPr vert="horz" wrap="square" lIns="0" tIns="15875" rIns="0" bIns="0" rtlCol="0">
            <a:spAutoFit/>
          </a:bodyPr>
          <a:lstStyle/>
          <a:p>
            <a:pPr marL="38100">
              <a:lnSpc>
                <a:spcPct val="100000"/>
              </a:lnSpc>
              <a:spcBef>
                <a:spcPts val="125"/>
              </a:spcBef>
            </a:pPr>
            <a:r>
              <a:rPr sz="2700" spc="85" dirty="0">
                <a:latin typeface="Times New Roman" panose="02020603050405020304"/>
                <a:cs typeface="Times New Roman" panose="02020603050405020304"/>
              </a:rPr>
              <a:t>2</a:t>
            </a:r>
            <a:r>
              <a:rPr sz="2400" spc="127" baseline="42000" dirty="0">
                <a:latin typeface="Times New Roman" panose="02020603050405020304"/>
                <a:cs typeface="Times New Roman" panose="02020603050405020304"/>
              </a:rPr>
              <a:t>4</a:t>
            </a:r>
            <a:r>
              <a:rPr sz="2400" spc="165" baseline="42000"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R</a:t>
            </a:r>
            <a:endParaRPr sz="2700">
              <a:latin typeface="Times New Roman" panose="02020603050405020304"/>
              <a:cs typeface="Times New Roman" panose="02020603050405020304"/>
            </a:endParaRPr>
          </a:p>
        </p:txBody>
      </p:sp>
      <p:sp>
        <p:nvSpPr>
          <p:cNvPr id="10" name="object 10"/>
          <p:cNvSpPr txBox="1"/>
          <p:nvPr/>
        </p:nvSpPr>
        <p:spPr>
          <a:xfrm>
            <a:off x="5172316" y="3854294"/>
            <a:ext cx="1224915" cy="998855"/>
          </a:xfrm>
          <a:prstGeom prst="rect">
            <a:avLst/>
          </a:prstGeom>
        </p:spPr>
        <p:txBody>
          <a:bodyPr vert="horz" wrap="square" lIns="0" tIns="86995" rIns="0" bIns="0" rtlCol="0">
            <a:spAutoFit/>
          </a:bodyPr>
          <a:lstStyle/>
          <a:p>
            <a:pPr marL="12700">
              <a:lnSpc>
                <a:spcPct val="100000"/>
              </a:lnSpc>
              <a:spcBef>
                <a:spcPts val="685"/>
              </a:spcBef>
              <a:tabLst>
                <a:tab pos="759460" algn="l"/>
              </a:tabLst>
            </a:pPr>
            <a:r>
              <a:rPr sz="2700" spc="-50" dirty="0">
                <a:latin typeface="Times New Roman" panose="02020603050405020304"/>
                <a:cs typeface="Times New Roman" panose="02020603050405020304"/>
              </a:rPr>
              <a:t>1</a:t>
            </a:r>
            <a:r>
              <a:rPr sz="2700" dirty="0">
                <a:latin typeface="Times New Roman" panose="02020603050405020304"/>
                <a:cs typeface="Times New Roman" panose="02020603050405020304"/>
              </a:rPr>
              <a:t>	</a:t>
            </a:r>
            <a:r>
              <a:rPr sz="4050" i="1" spc="-75" baseline="1000" dirty="0">
                <a:latin typeface="Times New Roman" panose="02020603050405020304"/>
                <a:cs typeface="Times New Roman" panose="02020603050405020304"/>
              </a:rPr>
              <a:t>V</a:t>
            </a:r>
            <a:endParaRPr sz="4050" baseline="1000">
              <a:latin typeface="Times New Roman" panose="02020603050405020304"/>
              <a:cs typeface="Times New Roman" panose="02020603050405020304"/>
            </a:endParaRPr>
          </a:p>
          <a:p>
            <a:pPr marL="17780">
              <a:lnSpc>
                <a:spcPct val="100000"/>
              </a:lnSpc>
              <a:spcBef>
                <a:spcPts val="595"/>
              </a:spcBef>
              <a:tabLst>
                <a:tab pos="1000125" algn="l"/>
              </a:tabLst>
            </a:pPr>
            <a:r>
              <a:rPr sz="2700" spc="-50" dirty="0">
                <a:latin typeface="Times New Roman" panose="02020603050405020304"/>
                <a:cs typeface="Times New Roman" panose="02020603050405020304"/>
              </a:rPr>
              <a:t>2</a:t>
            </a:r>
            <a:r>
              <a:rPr sz="2700"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R</a:t>
            </a:r>
            <a:endParaRPr sz="2700">
              <a:latin typeface="Times New Roman" panose="02020603050405020304"/>
              <a:cs typeface="Times New Roman" panose="02020603050405020304"/>
            </a:endParaRPr>
          </a:p>
        </p:txBody>
      </p:sp>
      <p:sp>
        <p:nvSpPr>
          <p:cNvPr id="11" name="object 11"/>
          <p:cNvSpPr txBox="1"/>
          <p:nvPr/>
        </p:nvSpPr>
        <p:spPr>
          <a:xfrm>
            <a:off x="5421464" y="4142828"/>
            <a:ext cx="481330" cy="441325"/>
          </a:xfrm>
          <a:prstGeom prst="rect">
            <a:avLst/>
          </a:prstGeom>
        </p:spPr>
        <p:txBody>
          <a:bodyPr vert="horz" wrap="square" lIns="0" tIns="15875" rIns="0" bIns="0" rtlCol="0">
            <a:spAutoFit/>
          </a:bodyPr>
          <a:lstStyle/>
          <a:p>
            <a:pPr marL="12700">
              <a:lnSpc>
                <a:spcPct val="100000"/>
              </a:lnSpc>
              <a:spcBef>
                <a:spcPts val="125"/>
              </a:spcBef>
              <a:tabLst>
                <a:tab pos="353060" algn="l"/>
              </a:tabLst>
            </a:pP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a:t>
            </a:r>
            <a:endParaRPr sz="2700">
              <a:latin typeface="Times New Roman" panose="02020603050405020304"/>
              <a:cs typeface="Times New Roman" panose="02020603050405020304"/>
            </a:endParaRPr>
          </a:p>
        </p:txBody>
      </p:sp>
      <p:sp>
        <p:nvSpPr>
          <p:cNvPr id="12" name="object 12"/>
          <p:cNvSpPr txBox="1"/>
          <p:nvPr/>
        </p:nvSpPr>
        <p:spPr>
          <a:xfrm>
            <a:off x="1757908" y="4142828"/>
            <a:ext cx="3369945" cy="441325"/>
          </a:xfrm>
          <a:prstGeom prst="rect">
            <a:avLst/>
          </a:prstGeom>
        </p:spPr>
        <p:txBody>
          <a:bodyPr vert="horz" wrap="square" lIns="0" tIns="15875" rIns="0" bIns="0" rtlCol="0">
            <a:spAutoFit/>
          </a:bodyPr>
          <a:lstStyle/>
          <a:p>
            <a:pPr marL="76200">
              <a:lnSpc>
                <a:spcPct val="100000"/>
              </a:lnSpc>
              <a:spcBef>
                <a:spcPts val="125"/>
              </a:spcBef>
              <a:tabLst>
                <a:tab pos="880110" algn="l"/>
                <a:tab pos="1294765" algn="l"/>
                <a:tab pos="2188210" algn="l"/>
                <a:tab pos="3140710" algn="l"/>
              </a:tabLst>
            </a:pPr>
            <a:r>
              <a:rPr sz="2700" dirty="0">
                <a:latin typeface="Symbol" panose="05050102010706020507"/>
                <a:cs typeface="Symbol" panose="05050102010706020507"/>
              </a:rPr>
              <a:t></a:t>
            </a:r>
            <a:r>
              <a:rPr sz="2700" spc="-15" dirty="0">
                <a:latin typeface="Times New Roman" panose="02020603050405020304"/>
                <a:cs typeface="Times New Roman" panose="02020603050405020304"/>
              </a:rPr>
              <a:t> </a:t>
            </a:r>
            <a:r>
              <a:rPr sz="2700" dirty="0">
                <a:latin typeface="Times New Roman" panose="02020603050405020304"/>
                <a:cs typeface="Times New Roman" panose="02020603050405020304"/>
              </a:rPr>
              <a:t>(</a:t>
            </a:r>
            <a:r>
              <a:rPr sz="2700" spc="100" dirty="0">
                <a:latin typeface="Times New Roman" panose="02020603050405020304"/>
                <a:cs typeface="Times New Roman" panose="02020603050405020304"/>
              </a:rPr>
              <a:t> </a:t>
            </a:r>
            <a:r>
              <a:rPr sz="4050" spc="-75" baseline="35000" dirty="0">
                <a:latin typeface="Times New Roman" panose="02020603050405020304"/>
                <a:cs typeface="Times New Roman" panose="02020603050405020304"/>
              </a:rPr>
              <a:t>1</a:t>
            </a:r>
            <a:r>
              <a:rPr sz="4050" baseline="35000"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5" dirty="0">
                <a:latin typeface="Times New Roman" panose="02020603050405020304"/>
                <a:cs typeface="Times New Roman" panose="02020603050405020304"/>
              </a:rPr>
              <a:t> </a:t>
            </a:r>
            <a:r>
              <a:rPr sz="4050" baseline="35000" dirty="0">
                <a:latin typeface="Times New Roman" panose="02020603050405020304"/>
                <a:cs typeface="Times New Roman" panose="02020603050405020304"/>
              </a:rPr>
              <a:t>1</a:t>
            </a:r>
            <a:r>
              <a:rPr sz="4050" spc="-247" baseline="35000"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65" dirty="0">
                <a:latin typeface="Times New Roman" panose="02020603050405020304"/>
                <a:cs typeface="Times New Roman" panose="02020603050405020304"/>
              </a:rPr>
              <a:t> </a:t>
            </a:r>
            <a:r>
              <a:rPr sz="4050" baseline="35000" dirty="0">
                <a:latin typeface="Times New Roman" panose="02020603050405020304"/>
                <a:cs typeface="Times New Roman" panose="02020603050405020304"/>
              </a:rPr>
              <a:t>1</a:t>
            </a:r>
            <a:r>
              <a:rPr sz="4050" spc="-120" baseline="35000"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spc="-50" dirty="0">
                <a:latin typeface="Symbol" panose="05050102010706020507"/>
                <a:cs typeface="Symbol" panose="05050102010706020507"/>
              </a:rPr>
              <a:t></a:t>
            </a:r>
            <a:endParaRPr sz="2700">
              <a:latin typeface="Symbol" panose="05050102010706020507"/>
              <a:cs typeface="Symbol" panose="05050102010706020507"/>
            </a:endParaRPr>
          </a:p>
        </p:txBody>
      </p:sp>
      <p:sp>
        <p:nvSpPr>
          <p:cNvPr id="13" name="object 13"/>
          <p:cNvSpPr txBox="1"/>
          <p:nvPr/>
        </p:nvSpPr>
        <p:spPr>
          <a:xfrm>
            <a:off x="1796008" y="4940236"/>
            <a:ext cx="943610" cy="441325"/>
          </a:xfrm>
          <a:prstGeom prst="rect">
            <a:avLst/>
          </a:prstGeom>
        </p:spPr>
        <p:txBody>
          <a:bodyPr vert="horz" wrap="square" lIns="0" tIns="15875" rIns="0" bIns="0" rtlCol="0">
            <a:spAutoFit/>
          </a:bodyPr>
          <a:lstStyle/>
          <a:p>
            <a:pPr marL="38100">
              <a:lnSpc>
                <a:spcPct val="100000"/>
              </a:lnSpc>
              <a:spcBef>
                <a:spcPts val="125"/>
              </a:spcBef>
            </a:pPr>
            <a:r>
              <a:rPr sz="4050" baseline="-23000" dirty="0">
                <a:latin typeface="Symbol" panose="05050102010706020507"/>
                <a:cs typeface="Symbol" panose="05050102010706020507"/>
              </a:rPr>
              <a:t></a:t>
            </a:r>
            <a:r>
              <a:rPr sz="4050" baseline="-23000" dirty="0">
                <a:latin typeface="Times New Roman" panose="02020603050405020304"/>
                <a:cs typeface="Times New Roman" panose="02020603050405020304"/>
              </a:rPr>
              <a:t> </a:t>
            </a:r>
            <a:r>
              <a:rPr sz="4050" i="1" spc="-30" baseline="14000" dirty="0">
                <a:latin typeface="Times New Roman" panose="02020603050405020304"/>
                <a:cs typeface="Times New Roman" panose="02020603050405020304"/>
              </a:rPr>
              <a:t>V</a:t>
            </a:r>
            <a:r>
              <a:rPr sz="1600" i="1" spc="-20" dirty="0">
                <a:latin typeface="Times New Roman" panose="02020603050405020304"/>
                <a:cs typeface="Times New Roman" panose="02020603050405020304"/>
              </a:rPr>
              <a:t>REF</a:t>
            </a:r>
            <a:endParaRPr sz="1600">
              <a:latin typeface="Times New Roman" panose="02020603050405020304"/>
              <a:cs typeface="Times New Roman" panose="02020603050405020304"/>
            </a:endParaRPr>
          </a:p>
        </p:txBody>
      </p:sp>
      <p:sp>
        <p:nvSpPr>
          <p:cNvPr id="14" name="object 14"/>
          <p:cNvSpPr txBox="1"/>
          <p:nvPr/>
        </p:nvSpPr>
        <p:spPr>
          <a:xfrm>
            <a:off x="6140221" y="4147007"/>
            <a:ext cx="396240" cy="267970"/>
          </a:xfrm>
          <a:prstGeom prst="rect">
            <a:avLst/>
          </a:prstGeom>
        </p:spPr>
        <p:txBody>
          <a:bodyPr vert="horz" wrap="square" lIns="0" tIns="11430" rIns="0" bIns="0" rtlCol="0">
            <a:spAutoFit/>
          </a:bodyPr>
          <a:lstStyle/>
          <a:p>
            <a:pPr marL="12700">
              <a:lnSpc>
                <a:spcPct val="100000"/>
              </a:lnSpc>
              <a:spcBef>
                <a:spcPts val="90"/>
              </a:spcBef>
            </a:pPr>
            <a:r>
              <a:rPr sz="1600" i="1" spc="-25" dirty="0">
                <a:latin typeface="Times New Roman" panose="02020603050405020304"/>
                <a:cs typeface="Times New Roman" panose="02020603050405020304"/>
              </a:rPr>
              <a:t>REF</a:t>
            </a:r>
            <a:endParaRPr sz="1600">
              <a:latin typeface="Times New Roman" panose="02020603050405020304"/>
              <a:cs typeface="Times New Roman" panose="02020603050405020304"/>
            </a:endParaRPr>
          </a:p>
        </p:txBody>
      </p:sp>
      <p:sp>
        <p:nvSpPr>
          <p:cNvPr id="15" name="object 15"/>
          <p:cNvSpPr txBox="1"/>
          <p:nvPr/>
        </p:nvSpPr>
        <p:spPr>
          <a:xfrm>
            <a:off x="42646" y="5885463"/>
            <a:ext cx="9053195" cy="906780"/>
          </a:xfrm>
          <a:prstGeom prst="rect">
            <a:avLst/>
          </a:prstGeom>
        </p:spPr>
        <p:txBody>
          <a:bodyPr vert="horz" wrap="square" lIns="0" tIns="190500" rIns="0" bIns="0" rtlCol="0">
            <a:spAutoFit/>
          </a:bodyPr>
          <a:lstStyle/>
          <a:p>
            <a:pPr>
              <a:lnSpc>
                <a:spcPts val="2630"/>
              </a:lnSpc>
              <a:spcBef>
                <a:spcPts val="1500"/>
              </a:spcBef>
              <a:tabLst>
                <a:tab pos="404495" algn="l"/>
                <a:tab pos="1266825" algn="l"/>
                <a:tab pos="1630680" algn="l"/>
                <a:tab pos="2493010" algn="l"/>
                <a:tab pos="4309110" algn="l"/>
                <a:tab pos="4823460" algn="l"/>
                <a:tab pos="6052185" algn="l"/>
                <a:tab pos="7253605" algn="l"/>
                <a:tab pos="8451215" algn="l"/>
              </a:tabLst>
            </a:pPr>
            <a:r>
              <a:rPr sz="2800" i="1" spc="-50" dirty="0">
                <a:latin typeface="Times New Roman" panose="02020603050405020304"/>
                <a:cs typeface="Times New Roman" panose="02020603050405020304"/>
              </a:rPr>
              <a:t>u</a:t>
            </a:r>
            <a:r>
              <a:rPr sz="2800" i="1"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75" dirty="0">
                <a:latin typeface="Times New Roman" panose="02020603050405020304"/>
                <a:cs typeface="Times New Roman" panose="02020603050405020304"/>
              </a:rPr>
              <a:t> </a:t>
            </a:r>
            <a:r>
              <a:rPr sz="2800" spc="45" dirty="0">
                <a:latin typeface="Symbol" panose="05050102010706020507"/>
                <a:cs typeface="Symbol" panose="05050102010706020507"/>
              </a:rPr>
              <a:t></a:t>
            </a:r>
            <a:r>
              <a:rPr sz="2800" i="1" spc="45" dirty="0">
                <a:latin typeface="Times New Roman" panose="02020603050405020304"/>
                <a:cs typeface="Times New Roman" panose="02020603050405020304"/>
              </a:rPr>
              <a:t>R</a:t>
            </a:r>
            <a:r>
              <a:rPr sz="2800" i="1" dirty="0">
                <a:latin typeface="Times New Roman" panose="02020603050405020304"/>
                <a:cs typeface="Times New Roman" panose="02020603050405020304"/>
              </a:rPr>
              <a:t>	</a:t>
            </a:r>
            <a:r>
              <a:rPr sz="2800" i="1" spc="-50" dirty="0">
                <a:latin typeface="Times New Roman" panose="02020603050405020304"/>
                <a:cs typeface="Times New Roman" panose="02020603050405020304"/>
              </a:rPr>
              <a:t>i</a:t>
            </a:r>
            <a:r>
              <a:rPr sz="2800" i="1"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85" dirty="0">
                <a:latin typeface="Times New Roman" panose="02020603050405020304"/>
                <a:cs typeface="Times New Roman" panose="02020603050405020304"/>
              </a:rPr>
              <a:t> </a:t>
            </a:r>
            <a:r>
              <a:rPr sz="2800" spc="45" dirty="0">
                <a:latin typeface="Symbol" panose="05050102010706020507"/>
                <a:cs typeface="Symbol" panose="05050102010706020507"/>
              </a:rPr>
              <a:t></a:t>
            </a:r>
            <a:r>
              <a:rPr sz="2800" i="1" spc="45" dirty="0">
                <a:latin typeface="Times New Roman" panose="02020603050405020304"/>
                <a:cs typeface="Times New Roman" panose="02020603050405020304"/>
              </a:rPr>
              <a:t>R</a:t>
            </a:r>
            <a:r>
              <a:rPr sz="2800" i="1" dirty="0">
                <a:latin typeface="Times New Roman" panose="02020603050405020304"/>
                <a:cs typeface="Times New Roman" panose="02020603050405020304"/>
              </a:rPr>
              <a:t>	i</a:t>
            </a:r>
            <a:r>
              <a:rPr sz="2800" i="1" spc="-15"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65"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345" dirty="0">
                <a:latin typeface="Times New Roman" panose="02020603050405020304"/>
                <a:cs typeface="Times New Roman" panose="02020603050405020304"/>
              </a:rPr>
              <a:t> </a:t>
            </a:r>
            <a:r>
              <a:rPr sz="4200" i="1" baseline="36000" dirty="0">
                <a:latin typeface="Times New Roman" panose="02020603050405020304"/>
                <a:cs typeface="Times New Roman" panose="02020603050405020304"/>
              </a:rPr>
              <a:t>V</a:t>
            </a:r>
            <a:r>
              <a:rPr sz="2400" i="1" baseline="38000" dirty="0">
                <a:latin typeface="Times New Roman" panose="02020603050405020304"/>
                <a:cs typeface="Times New Roman" panose="02020603050405020304"/>
              </a:rPr>
              <a:t>REF</a:t>
            </a:r>
            <a:r>
              <a:rPr sz="2400" i="1" spc="-22" baseline="38000" dirty="0">
                <a:latin typeface="Times New Roman" panose="02020603050405020304"/>
                <a:cs typeface="Times New Roman" panose="02020603050405020304"/>
              </a:rPr>
              <a:t> </a:t>
            </a:r>
            <a:r>
              <a:rPr sz="4200" i="1" spc="-37" baseline="36000" dirty="0">
                <a:latin typeface="Times New Roman" panose="02020603050405020304"/>
                <a:cs typeface="Times New Roman" panose="02020603050405020304"/>
              </a:rPr>
              <a:t>R</a:t>
            </a:r>
            <a:r>
              <a:rPr sz="2400" i="1" spc="-37" baseline="38000" dirty="0">
                <a:latin typeface="Times New Roman" panose="02020603050405020304"/>
                <a:cs typeface="Times New Roman" panose="02020603050405020304"/>
              </a:rPr>
              <a:t>F</a:t>
            </a:r>
            <a:r>
              <a:rPr sz="2400" i="1" baseline="3800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t>
            </a:r>
            <a:r>
              <a:rPr sz="2800" i="1" spc="-25" dirty="0">
                <a:latin typeface="Times New Roman" panose="02020603050405020304"/>
                <a:cs typeface="Times New Roman" panose="02020603050405020304"/>
              </a:rPr>
              <a:t>d</a:t>
            </a:r>
            <a:r>
              <a:rPr sz="2800" i="1"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185" dirty="0">
                <a:latin typeface="Times New Roman" panose="02020603050405020304"/>
                <a:cs typeface="Times New Roman" panose="02020603050405020304"/>
              </a:rPr>
              <a:t> </a:t>
            </a:r>
            <a:r>
              <a:rPr sz="2800" dirty="0">
                <a:latin typeface="Times New Roman" panose="02020603050405020304"/>
                <a:cs typeface="Times New Roman" panose="02020603050405020304"/>
              </a:rPr>
              <a:t>2</a:t>
            </a:r>
            <a:r>
              <a:rPr sz="2400" baseline="43000" dirty="0">
                <a:latin typeface="Times New Roman" panose="02020603050405020304"/>
                <a:cs typeface="Times New Roman" panose="02020603050405020304"/>
              </a:rPr>
              <a:t>3</a:t>
            </a:r>
            <a:r>
              <a:rPr sz="2400" spc="705" baseline="43000"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10" dirty="0">
                <a:latin typeface="Times New Roman" panose="02020603050405020304"/>
                <a:cs typeface="Times New Roman" panose="02020603050405020304"/>
              </a:rPr>
              <a:t> </a:t>
            </a:r>
            <a:r>
              <a:rPr sz="2800" i="1" spc="-50" dirty="0">
                <a:latin typeface="Times New Roman" panose="02020603050405020304"/>
                <a:cs typeface="Times New Roman" panose="02020603050405020304"/>
              </a:rPr>
              <a:t>d</a:t>
            </a:r>
            <a:r>
              <a:rPr sz="2800" i="1"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200" dirty="0">
                <a:latin typeface="Times New Roman" panose="02020603050405020304"/>
                <a:cs typeface="Times New Roman" panose="02020603050405020304"/>
              </a:rPr>
              <a:t> </a:t>
            </a:r>
            <a:r>
              <a:rPr sz="2800" spc="55" dirty="0">
                <a:latin typeface="Times New Roman" panose="02020603050405020304"/>
                <a:cs typeface="Times New Roman" panose="02020603050405020304"/>
              </a:rPr>
              <a:t>2</a:t>
            </a:r>
            <a:r>
              <a:rPr sz="2400" spc="82" baseline="43000" dirty="0">
                <a:latin typeface="Times New Roman" panose="02020603050405020304"/>
                <a:cs typeface="Times New Roman" panose="02020603050405020304"/>
              </a:rPr>
              <a:t>2</a:t>
            </a:r>
            <a:r>
              <a:rPr sz="2400" spc="742" baseline="43000"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30" dirty="0">
                <a:latin typeface="Times New Roman" panose="02020603050405020304"/>
                <a:cs typeface="Times New Roman" panose="02020603050405020304"/>
              </a:rPr>
              <a:t> </a:t>
            </a:r>
            <a:r>
              <a:rPr sz="2800" i="1" spc="-50" dirty="0">
                <a:latin typeface="Times New Roman" panose="02020603050405020304"/>
                <a:cs typeface="Times New Roman" panose="02020603050405020304"/>
              </a:rPr>
              <a:t>d</a:t>
            </a:r>
            <a:r>
              <a:rPr sz="2800" i="1"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200" dirty="0">
                <a:latin typeface="Times New Roman" panose="02020603050405020304"/>
                <a:cs typeface="Times New Roman" panose="02020603050405020304"/>
              </a:rPr>
              <a:t> </a:t>
            </a:r>
            <a:r>
              <a:rPr sz="2800" dirty="0">
                <a:latin typeface="Times New Roman" panose="02020603050405020304"/>
                <a:cs typeface="Times New Roman" panose="02020603050405020304"/>
              </a:rPr>
              <a:t>2</a:t>
            </a:r>
            <a:r>
              <a:rPr sz="2400" baseline="43000" dirty="0">
                <a:latin typeface="Times New Roman" panose="02020603050405020304"/>
                <a:cs typeface="Times New Roman" panose="02020603050405020304"/>
              </a:rPr>
              <a:t>1</a:t>
            </a:r>
            <a:r>
              <a:rPr sz="2400" spc="472" baseline="43000"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55" dirty="0">
                <a:latin typeface="Times New Roman" panose="02020603050405020304"/>
                <a:cs typeface="Times New Roman" panose="02020603050405020304"/>
              </a:rPr>
              <a:t> </a:t>
            </a:r>
            <a:r>
              <a:rPr sz="2800" i="1" spc="-50" dirty="0">
                <a:latin typeface="Times New Roman" panose="02020603050405020304"/>
                <a:cs typeface="Times New Roman" panose="02020603050405020304"/>
              </a:rPr>
              <a:t>d</a:t>
            </a:r>
            <a:r>
              <a:rPr sz="2800" i="1" dirty="0">
                <a:latin typeface="Times New Roman" panose="02020603050405020304"/>
                <a:cs typeface="Times New Roman" panose="02020603050405020304"/>
              </a:rPr>
              <a:t>	</a:t>
            </a:r>
            <a:r>
              <a:rPr sz="2800" dirty="0">
                <a:latin typeface="Symbol" panose="05050102010706020507"/>
                <a:cs typeface="Symbol" panose="05050102010706020507"/>
              </a:rPr>
              <a:t></a:t>
            </a:r>
            <a:r>
              <a:rPr sz="2800" spc="-150" dirty="0">
                <a:latin typeface="Times New Roman" panose="02020603050405020304"/>
                <a:cs typeface="Times New Roman" panose="02020603050405020304"/>
              </a:rPr>
              <a:t> </a:t>
            </a:r>
            <a:r>
              <a:rPr sz="2800" dirty="0">
                <a:latin typeface="Times New Roman" panose="02020603050405020304"/>
                <a:cs typeface="Times New Roman" panose="02020603050405020304"/>
              </a:rPr>
              <a:t>2</a:t>
            </a:r>
            <a:r>
              <a:rPr sz="2400" baseline="43000" dirty="0">
                <a:latin typeface="Times New Roman" panose="02020603050405020304"/>
                <a:cs typeface="Times New Roman" panose="02020603050405020304"/>
              </a:rPr>
              <a:t>0</a:t>
            </a:r>
            <a:r>
              <a:rPr sz="2400" spc="-89" baseline="43000"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a:p>
            <a:pPr marL="183515">
              <a:lnSpc>
                <a:spcPts val="340"/>
              </a:lnSpc>
              <a:tabLst>
                <a:tab pos="1111885" algn="l"/>
                <a:tab pos="1367790" algn="l"/>
                <a:tab pos="2338705" algn="l"/>
                <a:tab pos="4629150" algn="l"/>
                <a:tab pos="5850890" algn="l"/>
                <a:tab pos="7068820" algn="l"/>
                <a:tab pos="8249920" algn="l"/>
              </a:tabLst>
            </a:pPr>
            <a:r>
              <a:rPr sz="1600" spc="-50" dirty="0">
                <a:latin typeface="Times New Roman" panose="02020603050405020304"/>
                <a:cs typeface="Times New Roman" panose="02020603050405020304"/>
              </a:rPr>
              <a:t>o</a:t>
            </a:r>
            <a:r>
              <a:rPr sz="1600" dirty="0">
                <a:latin typeface="Times New Roman" panose="02020603050405020304"/>
                <a:cs typeface="Times New Roman" panose="02020603050405020304"/>
              </a:rPr>
              <a:t>	</a:t>
            </a:r>
            <a:r>
              <a:rPr sz="1600" i="1" spc="-50" dirty="0">
                <a:latin typeface="Times New Roman" panose="02020603050405020304"/>
                <a:cs typeface="Times New Roman" panose="02020603050405020304"/>
              </a:rPr>
              <a:t>F</a:t>
            </a:r>
            <a:r>
              <a:rPr sz="1600" i="1" dirty="0">
                <a:latin typeface="Times New Roman" panose="02020603050405020304"/>
                <a:cs typeface="Times New Roman" panose="02020603050405020304"/>
              </a:rPr>
              <a:t>	</a:t>
            </a:r>
            <a:r>
              <a:rPr sz="1600" i="1" spc="-50" dirty="0">
                <a:latin typeface="Times New Roman" panose="02020603050405020304"/>
                <a:cs typeface="Times New Roman" panose="02020603050405020304"/>
              </a:rPr>
              <a:t>F</a:t>
            </a:r>
            <a:r>
              <a:rPr sz="1600" i="1" dirty="0">
                <a:latin typeface="Times New Roman" panose="02020603050405020304"/>
                <a:cs typeface="Times New Roman" panose="02020603050405020304"/>
              </a:rPr>
              <a:t>	</a:t>
            </a:r>
            <a:r>
              <a:rPr sz="1600" i="1" spc="-50" dirty="0">
                <a:latin typeface="Times New Roman" panose="02020603050405020304"/>
                <a:cs typeface="Times New Roman" panose="02020603050405020304"/>
              </a:rPr>
              <a:t>F</a:t>
            </a:r>
            <a:r>
              <a:rPr sz="1600" i="1"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3</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2</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1</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a:p>
            <a:pPr marL="3446145">
              <a:lnSpc>
                <a:spcPts val="2510"/>
              </a:lnSpc>
              <a:tabLst>
                <a:tab pos="8371840" algn="l"/>
              </a:tabLst>
            </a:pPr>
            <a:r>
              <a:rPr sz="4200" spc="82" baseline="-2000" dirty="0">
                <a:latin typeface="Times New Roman" panose="02020603050405020304"/>
                <a:cs typeface="Times New Roman" panose="02020603050405020304"/>
              </a:rPr>
              <a:t>2</a:t>
            </a:r>
            <a:r>
              <a:rPr sz="2400" spc="82" baseline="40000" dirty="0">
                <a:latin typeface="Times New Roman" panose="02020603050405020304"/>
                <a:cs typeface="Times New Roman" panose="02020603050405020304"/>
              </a:rPr>
              <a:t>4</a:t>
            </a:r>
            <a:r>
              <a:rPr sz="2400" spc="60" baseline="40000" dirty="0">
                <a:latin typeface="Times New Roman" panose="02020603050405020304"/>
                <a:cs typeface="Times New Roman" panose="02020603050405020304"/>
              </a:rPr>
              <a:t> </a:t>
            </a:r>
            <a:r>
              <a:rPr sz="4200" i="1" spc="-89" baseline="-2000" dirty="0">
                <a:latin typeface="Times New Roman" panose="02020603050405020304"/>
                <a:cs typeface="Times New Roman" panose="02020603050405020304"/>
              </a:rPr>
              <a:t>R</a:t>
            </a:r>
            <a:r>
              <a:rPr sz="4200" i="1" baseline="-2000" dirty="0">
                <a:latin typeface="Times New Roman" panose="02020603050405020304"/>
                <a:cs typeface="Times New Roman" panose="02020603050405020304"/>
              </a:rPr>
              <a:t>	</a:t>
            </a:r>
            <a:r>
              <a:rPr sz="1800" spc="-25" dirty="0">
                <a:solidFill>
                  <a:srgbClr val="0000FF"/>
                </a:solidFill>
                <a:latin typeface="Times New Roman" panose="02020603050405020304"/>
                <a:cs typeface="Times New Roman" panose="02020603050405020304"/>
              </a:rPr>
              <a:t>19</a:t>
            </a:r>
            <a:endParaRPr sz="1800">
              <a:latin typeface="Times New Roman" panose="02020603050405020304"/>
              <a:cs typeface="Times New Roman" panose="02020603050405020304"/>
            </a:endParaRPr>
          </a:p>
        </p:txBody>
      </p:sp>
      <p:sp>
        <p:nvSpPr>
          <p:cNvPr id="16" name="object 16"/>
          <p:cNvSpPr/>
          <p:nvPr/>
        </p:nvSpPr>
        <p:spPr>
          <a:xfrm>
            <a:off x="1590675" y="3420998"/>
            <a:ext cx="5962650" cy="2404110"/>
          </a:xfrm>
          <a:custGeom>
            <a:avLst/>
            <a:gdLst/>
            <a:ahLst/>
            <a:cxnLst/>
            <a:rect l="l" t="t" r="r" b="b"/>
            <a:pathLst>
              <a:path w="5962650" h="2404110">
                <a:moveTo>
                  <a:pt x="5962650" y="2404110"/>
                </a:moveTo>
                <a:lnTo>
                  <a:pt x="0" y="2404110"/>
                </a:lnTo>
                <a:lnTo>
                  <a:pt x="0" y="0"/>
                </a:lnTo>
                <a:lnTo>
                  <a:pt x="5962650" y="0"/>
                </a:lnTo>
                <a:lnTo>
                  <a:pt x="5962650" y="4762"/>
                </a:lnTo>
                <a:lnTo>
                  <a:pt x="9525" y="4762"/>
                </a:lnTo>
                <a:lnTo>
                  <a:pt x="4762" y="9525"/>
                </a:lnTo>
                <a:lnTo>
                  <a:pt x="9525" y="9525"/>
                </a:lnTo>
                <a:lnTo>
                  <a:pt x="9525" y="2394585"/>
                </a:lnTo>
                <a:lnTo>
                  <a:pt x="4762" y="2394585"/>
                </a:lnTo>
                <a:lnTo>
                  <a:pt x="9525" y="2399347"/>
                </a:lnTo>
                <a:lnTo>
                  <a:pt x="5962650" y="2399347"/>
                </a:lnTo>
                <a:lnTo>
                  <a:pt x="5962650" y="2404110"/>
                </a:lnTo>
                <a:close/>
              </a:path>
              <a:path w="5962650" h="2404110">
                <a:moveTo>
                  <a:pt x="9525" y="9525"/>
                </a:moveTo>
                <a:lnTo>
                  <a:pt x="4762" y="9525"/>
                </a:lnTo>
                <a:lnTo>
                  <a:pt x="9525" y="4762"/>
                </a:lnTo>
                <a:lnTo>
                  <a:pt x="9525" y="9525"/>
                </a:lnTo>
                <a:close/>
              </a:path>
              <a:path w="5962650" h="2404110">
                <a:moveTo>
                  <a:pt x="5953125" y="9525"/>
                </a:moveTo>
                <a:lnTo>
                  <a:pt x="9525" y="9525"/>
                </a:lnTo>
                <a:lnTo>
                  <a:pt x="9525" y="4762"/>
                </a:lnTo>
                <a:lnTo>
                  <a:pt x="5953125" y="4762"/>
                </a:lnTo>
                <a:lnTo>
                  <a:pt x="5953125" y="9525"/>
                </a:lnTo>
                <a:close/>
              </a:path>
              <a:path w="5962650" h="2404110">
                <a:moveTo>
                  <a:pt x="5953125" y="2399347"/>
                </a:moveTo>
                <a:lnTo>
                  <a:pt x="5953125" y="4762"/>
                </a:lnTo>
                <a:lnTo>
                  <a:pt x="5957887" y="9525"/>
                </a:lnTo>
                <a:lnTo>
                  <a:pt x="5962650" y="9525"/>
                </a:lnTo>
                <a:lnTo>
                  <a:pt x="5962650" y="2394585"/>
                </a:lnTo>
                <a:lnTo>
                  <a:pt x="5957887" y="2394585"/>
                </a:lnTo>
                <a:lnTo>
                  <a:pt x="5953125" y="2399347"/>
                </a:lnTo>
                <a:close/>
              </a:path>
              <a:path w="5962650" h="2404110">
                <a:moveTo>
                  <a:pt x="5962650" y="9525"/>
                </a:moveTo>
                <a:lnTo>
                  <a:pt x="5957887" y="9525"/>
                </a:lnTo>
                <a:lnTo>
                  <a:pt x="5953125" y="4762"/>
                </a:lnTo>
                <a:lnTo>
                  <a:pt x="5962650" y="4762"/>
                </a:lnTo>
                <a:lnTo>
                  <a:pt x="5962650" y="9525"/>
                </a:lnTo>
                <a:close/>
              </a:path>
              <a:path w="5962650" h="2404110">
                <a:moveTo>
                  <a:pt x="9525" y="2399347"/>
                </a:moveTo>
                <a:lnTo>
                  <a:pt x="4762" y="2394585"/>
                </a:lnTo>
                <a:lnTo>
                  <a:pt x="9525" y="2394585"/>
                </a:lnTo>
                <a:lnTo>
                  <a:pt x="9525" y="2399347"/>
                </a:lnTo>
                <a:close/>
              </a:path>
              <a:path w="5962650" h="2404110">
                <a:moveTo>
                  <a:pt x="5953125" y="2399347"/>
                </a:moveTo>
                <a:lnTo>
                  <a:pt x="9525" y="2399347"/>
                </a:lnTo>
                <a:lnTo>
                  <a:pt x="9525" y="2394585"/>
                </a:lnTo>
                <a:lnTo>
                  <a:pt x="5953125" y="2394585"/>
                </a:lnTo>
                <a:lnTo>
                  <a:pt x="5953125" y="2399347"/>
                </a:lnTo>
                <a:close/>
              </a:path>
              <a:path w="5962650" h="2404110">
                <a:moveTo>
                  <a:pt x="5962650" y="2399347"/>
                </a:moveTo>
                <a:lnTo>
                  <a:pt x="5953125" y="2399347"/>
                </a:lnTo>
                <a:lnTo>
                  <a:pt x="5957887" y="2394585"/>
                </a:lnTo>
                <a:lnTo>
                  <a:pt x="5962650" y="2394585"/>
                </a:lnTo>
                <a:lnTo>
                  <a:pt x="5962650" y="2399347"/>
                </a:lnTo>
                <a:close/>
              </a:path>
            </a:pathLst>
          </a:custGeom>
          <a:solidFill>
            <a:srgbClr val="0000CC"/>
          </a:solidFill>
        </p:spPr>
        <p:txBody>
          <a:bodyPr wrap="square" lIns="0" tIns="0" rIns="0" bIns="0" rtlCol="0"/>
          <a:lstStyle/>
          <a:p>
            <a:endParaRPr/>
          </a:p>
        </p:txBody>
      </p:sp>
      <p:grpSp>
        <p:nvGrpSpPr>
          <p:cNvPr id="17" name="object 17"/>
          <p:cNvGrpSpPr/>
          <p:nvPr/>
        </p:nvGrpSpPr>
        <p:grpSpPr>
          <a:xfrm>
            <a:off x="0" y="54864"/>
            <a:ext cx="9144000" cy="6741159"/>
            <a:chOff x="0" y="54864"/>
            <a:chExt cx="9144000" cy="6741159"/>
          </a:xfrm>
        </p:grpSpPr>
        <p:sp>
          <p:nvSpPr>
            <p:cNvPr id="18" name="object 18"/>
            <p:cNvSpPr/>
            <p:nvPr/>
          </p:nvSpPr>
          <p:spPr>
            <a:xfrm>
              <a:off x="0" y="5857874"/>
              <a:ext cx="9144000" cy="938530"/>
            </a:xfrm>
            <a:custGeom>
              <a:avLst/>
              <a:gdLst/>
              <a:ahLst/>
              <a:cxnLst/>
              <a:rect l="l" t="t" r="r" b="b"/>
              <a:pathLst>
                <a:path w="9144000" h="938529">
                  <a:moveTo>
                    <a:pt x="9144000" y="938022"/>
                  </a:moveTo>
                  <a:lnTo>
                    <a:pt x="0" y="938022"/>
                  </a:lnTo>
                  <a:lnTo>
                    <a:pt x="0" y="0"/>
                  </a:lnTo>
                  <a:lnTo>
                    <a:pt x="9144000" y="0"/>
                  </a:lnTo>
                  <a:lnTo>
                    <a:pt x="9144000" y="938022"/>
                  </a:lnTo>
                  <a:close/>
                </a:path>
              </a:pathLst>
            </a:custGeom>
            <a:solidFill>
              <a:srgbClr val="0000CC"/>
            </a:solidFill>
          </p:spPr>
          <p:txBody>
            <a:bodyPr wrap="square" lIns="0" tIns="0" rIns="0" bIns="0" rtlCol="0"/>
            <a:lstStyle/>
            <a:p>
              <a:endParaRPr/>
            </a:p>
          </p:txBody>
        </p:sp>
        <p:sp>
          <p:nvSpPr>
            <p:cNvPr id="19" name="object 19"/>
            <p:cNvSpPr/>
            <p:nvPr/>
          </p:nvSpPr>
          <p:spPr>
            <a:xfrm>
              <a:off x="268224" y="54864"/>
              <a:ext cx="8534400" cy="3328670"/>
            </a:xfrm>
            <a:custGeom>
              <a:avLst/>
              <a:gdLst/>
              <a:ahLst/>
              <a:cxnLst/>
              <a:rect l="l" t="t" r="r" b="b"/>
              <a:pathLst>
                <a:path w="8534400" h="3328670">
                  <a:moveTo>
                    <a:pt x="8534400" y="3328415"/>
                  </a:moveTo>
                  <a:lnTo>
                    <a:pt x="0" y="3328415"/>
                  </a:lnTo>
                  <a:lnTo>
                    <a:pt x="0" y="0"/>
                  </a:lnTo>
                  <a:lnTo>
                    <a:pt x="8534400" y="0"/>
                  </a:lnTo>
                  <a:lnTo>
                    <a:pt x="8534400" y="3328415"/>
                  </a:lnTo>
                  <a:close/>
                </a:path>
              </a:pathLst>
            </a:custGeom>
            <a:solidFill>
              <a:srgbClr val="F8F8F8"/>
            </a:solidFill>
          </p:spPr>
          <p:txBody>
            <a:bodyPr wrap="square" lIns="0" tIns="0" rIns="0" bIns="0" rtlCol="0"/>
            <a:lstStyle/>
            <a:p>
              <a:endParaRPr/>
            </a:p>
          </p:txBody>
        </p:sp>
        <p:sp>
          <p:nvSpPr>
            <p:cNvPr id="20" name="object 20"/>
            <p:cNvSpPr/>
            <p:nvPr/>
          </p:nvSpPr>
          <p:spPr>
            <a:xfrm>
              <a:off x="923201" y="709993"/>
              <a:ext cx="5099685" cy="920750"/>
            </a:xfrm>
            <a:custGeom>
              <a:avLst/>
              <a:gdLst/>
              <a:ahLst/>
              <a:cxnLst/>
              <a:rect l="l" t="t" r="r" b="b"/>
              <a:pathLst>
                <a:path w="5099685" h="920750">
                  <a:moveTo>
                    <a:pt x="0" y="0"/>
                  </a:moveTo>
                  <a:lnTo>
                    <a:pt x="5099392" y="0"/>
                  </a:lnTo>
                  <a:lnTo>
                    <a:pt x="5099392" y="920521"/>
                  </a:lnTo>
                </a:path>
              </a:pathLst>
            </a:custGeom>
            <a:ln w="17703">
              <a:solidFill>
                <a:srgbClr val="000000"/>
              </a:solidFill>
            </a:ln>
          </p:spPr>
          <p:txBody>
            <a:bodyPr wrap="square" lIns="0" tIns="0" rIns="0" bIns="0" rtlCol="0"/>
            <a:lstStyle/>
            <a:p>
              <a:endParaRPr/>
            </a:p>
          </p:txBody>
        </p:sp>
        <p:sp>
          <p:nvSpPr>
            <p:cNvPr id="21" name="object 21"/>
            <p:cNvSpPr/>
            <p:nvPr/>
          </p:nvSpPr>
          <p:spPr>
            <a:xfrm>
              <a:off x="5969469" y="1046340"/>
              <a:ext cx="124460" cy="336550"/>
            </a:xfrm>
            <a:custGeom>
              <a:avLst/>
              <a:gdLst/>
              <a:ahLst/>
              <a:cxnLst/>
              <a:rect l="l" t="t" r="r" b="b"/>
              <a:pathLst>
                <a:path w="124460" h="336550">
                  <a:moveTo>
                    <a:pt x="123939" y="336346"/>
                  </a:moveTo>
                  <a:lnTo>
                    <a:pt x="0" y="336346"/>
                  </a:lnTo>
                  <a:lnTo>
                    <a:pt x="0" y="0"/>
                  </a:lnTo>
                  <a:lnTo>
                    <a:pt x="123939" y="0"/>
                  </a:lnTo>
                  <a:lnTo>
                    <a:pt x="123939" y="336346"/>
                  </a:lnTo>
                  <a:close/>
                </a:path>
              </a:pathLst>
            </a:custGeom>
            <a:solidFill>
              <a:srgbClr val="FFFFFF"/>
            </a:solidFill>
          </p:spPr>
          <p:txBody>
            <a:bodyPr wrap="square" lIns="0" tIns="0" rIns="0" bIns="0" rtlCol="0"/>
            <a:lstStyle/>
            <a:p>
              <a:endParaRPr/>
            </a:p>
          </p:txBody>
        </p:sp>
        <p:sp>
          <p:nvSpPr>
            <p:cNvPr id="22" name="object 22"/>
            <p:cNvSpPr/>
            <p:nvPr/>
          </p:nvSpPr>
          <p:spPr>
            <a:xfrm>
              <a:off x="5969469" y="1046340"/>
              <a:ext cx="124460" cy="336550"/>
            </a:xfrm>
            <a:custGeom>
              <a:avLst/>
              <a:gdLst/>
              <a:ahLst/>
              <a:cxnLst/>
              <a:rect l="l" t="t" r="r" b="b"/>
              <a:pathLst>
                <a:path w="124460" h="336550">
                  <a:moveTo>
                    <a:pt x="0" y="0"/>
                  </a:moveTo>
                  <a:lnTo>
                    <a:pt x="123939" y="0"/>
                  </a:lnTo>
                  <a:lnTo>
                    <a:pt x="123939" y="336346"/>
                  </a:lnTo>
                  <a:lnTo>
                    <a:pt x="0" y="336346"/>
                  </a:lnTo>
                  <a:lnTo>
                    <a:pt x="0" y="0"/>
                  </a:lnTo>
                  <a:close/>
                </a:path>
              </a:pathLst>
            </a:custGeom>
            <a:ln w="17703">
              <a:solidFill>
                <a:srgbClr val="000000"/>
              </a:solidFill>
            </a:ln>
          </p:spPr>
          <p:txBody>
            <a:bodyPr wrap="square" lIns="0" tIns="0" rIns="0" bIns="0" rtlCol="0"/>
            <a:lstStyle/>
            <a:p>
              <a:endParaRPr/>
            </a:p>
          </p:txBody>
        </p:sp>
        <p:sp>
          <p:nvSpPr>
            <p:cNvPr id="23" name="object 23"/>
            <p:cNvSpPr/>
            <p:nvPr/>
          </p:nvSpPr>
          <p:spPr>
            <a:xfrm>
              <a:off x="1773097" y="709993"/>
              <a:ext cx="3187700" cy="920750"/>
            </a:xfrm>
            <a:custGeom>
              <a:avLst/>
              <a:gdLst/>
              <a:ahLst/>
              <a:cxnLst/>
              <a:rect l="l" t="t" r="r" b="b"/>
              <a:pathLst>
                <a:path w="3187700" h="920750">
                  <a:moveTo>
                    <a:pt x="0" y="672693"/>
                  </a:moveTo>
                  <a:lnTo>
                    <a:pt x="0" y="920521"/>
                  </a:lnTo>
                </a:path>
                <a:path w="3187700" h="920750">
                  <a:moveTo>
                    <a:pt x="0" y="0"/>
                  </a:moveTo>
                  <a:lnTo>
                    <a:pt x="0" y="336346"/>
                  </a:lnTo>
                </a:path>
                <a:path w="3187700" h="920750">
                  <a:moveTo>
                    <a:pt x="1062380" y="672693"/>
                  </a:moveTo>
                  <a:lnTo>
                    <a:pt x="1062380" y="920521"/>
                  </a:lnTo>
                </a:path>
                <a:path w="3187700" h="920750">
                  <a:moveTo>
                    <a:pt x="1062380" y="0"/>
                  </a:moveTo>
                  <a:lnTo>
                    <a:pt x="1062380" y="336346"/>
                  </a:lnTo>
                </a:path>
                <a:path w="3187700" h="920750">
                  <a:moveTo>
                    <a:pt x="2124748" y="672693"/>
                  </a:moveTo>
                  <a:lnTo>
                    <a:pt x="2124748" y="920521"/>
                  </a:lnTo>
                </a:path>
                <a:path w="3187700" h="920750">
                  <a:moveTo>
                    <a:pt x="2124748" y="0"/>
                  </a:moveTo>
                  <a:lnTo>
                    <a:pt x="2124748" y="336346"/>
                  </a:lnTo>
                </a:path>
                <a:path w="3187700" h="920750">
                  <a:moveTo>
                    <a:pt x="3187115" y="672693"/>
                  </a:moveTo>
                  <a:lnTo>
                    <a:pt x="3187115" y="920521"/>
                  </a:lnTo>
                </a:path>
                <a:path w="3187700" h="920750">
                  <a:moveTo>
                    <a:pt x="3187115" y="0"/>
                  </a:moveTo>
                  <a:lnTo>
                    <a:pt x="3187115" y="336346"/>
                  </a:lnTo>
                </a:path>
              </a:pathLst>
            </a:custGeom>
            <a:ln w="17703">
              <a:solidFill>
                <a:srgbClr val="000000"/>
              </a:solidFill>
            </a:ln>
          </p:spPr>
          <p:txBody>
            <a:bodyPr wrap="square" lIns="0" tIns="0" rIns="0" bIns="0" rtlCol="0"/>
            <a:lstStyle/>
            <a:p>
              <a:endParaRPr/>
            </a:p>
          </p:txBody>
        </p:sp>
        <p:sp>
          <p:nvSpPr>
            <p:cNvPr id="24" name="object 24"/>
            <p:cNvSpPr/>
            <p:nvPr/>
          </p:nvSpPr>
          <p:spPr>
            <a:xfrm>
              <a:off x="1719986" y="1046340"/>
              <a:ext cx="124460" cy="336550"/>
            </a:xfrm>
            <a:custGeom>
              <a:avLst/>
              <a:gdLst/>
              <a:ahLst/>
              <a:cxnLst/>
              <a:rect l="l" t="t" r="r" b="b"/>
              <a:pathLst>
                <a:path w="124460" h="336550">
                  <a:moveTo>
                    <a:pt x="123939" y="336346"/>
                  </a:moveTo>
                  <a:lnTo>
                    <a:pt x="0" y="336346"/>
                  </a:lnTo>
                  <a:lnTo>
                    <a:pt x="0" y="0"/>
                  </a:lnTo>
                  <a:lnTo>
                    <a:pt x="123939" y="0"/>
                  </a:lnTo>
                  <a:lnTo>
                    <a:pt x="123939" y="336346"/>
                  </a:lnTo>
                  <a:close/>
                </a:path>
              </a:pathLst>
            </a:custGeom>
            <a:solidFill>
              <a:srgbClr val="FFFFFF"/>
            </a:solidFill>
          </p:spPr>
          <p:txBody>
            <a:bodyPr wrap="square" lIns="0" tIns="0" rIns="0" bIns="0" rtlCol="0"/>
            <a:lstStyle/>
            <a:p>
              <a:endParaRPr/>
            </a:p>
          </p:txBody>
        </p:sp>
        <p:sp>
          <p:nvSpPr>
            <p:cNvPr id="25" name="object 25"/>
            <p:cNvSpPr/>
            <p:nvPr/>
          </p:nvSpPr>
          <p:spPr>
            <a:xfrm>
              <a:off x="1719986" y="1046340"/>
              <a:ext cx="124460" cy="336550"/>
            </a:xfrm>
            <a:custGeom>
              <a:avLst/>
              <a:gdLst/>
              <a:ahLst/>
              <a:cxnLst/>
              <a:rect l="l" t="t" r="r" b="b"/>
              <a:pathLst>
                <a:path w="124460" h="336550">
                  <a:moveTo>
                    <a:pt x="0" y="0"/>
                  </a:moveTo>
                  <a:lnTo>
                    <a:pt x="123939" y="0"/>
                  </a:lnTo>
                  <a:lnTo>
                    <a:pt x="123939" y="336346"/>
                  </a:lnTo>
                  <a:lnTo>
                    <a:pt x="0" y="336346"/>
                  </a:lnTo>
                  <a:lnTo>
                    <a:pt x="0" y="0"/>
                  </a:lnTo>
                  <a:close/>
                </a:path>
              </a:pathLst>
            </a:custGeom>
            <a:ln w="17703">
              <a:solidFill>
                <a:srgbClr val="000000"/>
              </a:solidFill>
            </a:ln>
          </p:spPr>
          <p:txBody>
            <a:bodyPr wrap="square" lIns="0" tIns="0" rIns="0" bIns="0" rtlCol="0"/>
            <a:lstStyle/>
            <a:p>
              <a:endParaRPr/>
            </a:p>
          </p:txBody>
        </p:sp>
        <p:sp>
          <p:nvSpPr>
            <p:cNvPr id="26" name="object 26"/>
            <p:cNvSpPr/>
            <p:nvPr/>
          </p:nvSpPr>
          <p:spPr>
            <a:xfrm>
              <a:off x="2782354" y="1046340"/>
              <a:ext cx="124460" cy="336550"/>
            </a:xfrm>
            <a:custGeom>
              <a:avLst/>
              <a:gdLst/>
              <a:ahLst/>
              <a:cxnLst/>
              <a:rect l="l" t="t" r="r" b="b"/>
              <a:pathLst>
                <a:path w="124460" h="336550">
                  <a:moveTo>
                    <a:pt x="123939" y="336346"/>
                  </a:moveTo>
                  <a:lnTo>
                    <a:pt x="0" y="336346"/>
                  </a:lnTo>
                  <a:lnTo>
                    <a:pt x="0" y="0"/>
                  </a:lnTo>
                  <a:lnTo>
                    <a:pt x="123939" y="0"/>
                  </a:lnTo>
                  <a:lnTo>
                    <a:pt x="123939" y="336346"/>
                  </a:lnTo>
                  <a:close/>
                </a:path>
              </a:pathLst>
            </a:custGeom>
            <a:solidFill>
              <a:srgbClr val="FFFFFF"/>
            </a:solidFill>
          </p:spPr>
          <p:txBody>
            <a:bodyPr wrap="square" lIns="0" tIns="0" rIns="0" bIns="0" rtlCol="0"/>
            <a:lstStyle/>
            <a:p>
              <a:endParaRPr/>
            </a:p>
          </p:txBody>
        </p:sp>
        <p:sp>
          <p:nvSpPr>
            <p:cNvPr id="27" name="object 27"/>
            <p:cNvSpPr/>
            <p:nvPr/>
          </p:nvSpPr>
          <p:spPr>
            <a:xfrm>
              <a:off x="2782354" y="1046340"/>
              <a:ext cx="124460" cy="336550"/>
            </a:xfrm>
            <a:custGeom>
              <a:avLst/>
              <a:gdLst/>
              <a:ahLst/>
              <a:cxnLst/>
              <a:rect l="l" t="t" r="r" b="b"/>
              <a:pathLst>
                <a:path w="124460" h="336550">
                  <a:moveTo>
                    <a:pt x="0" y="0"/>
                  </a:moveTo>
                  <a:lnTo>
                    <a:pt x="123939" y="0"/>
                  </a:lnTo>
                  <a:lnTo>
                    <a:pt x="123939" y="336346"/>
                  </a:lnTo>
                  <a:lnTo>
                    <a:pt x="0" y="336346"/>
                  </a:lnTo>
                  <a:lnTo>
                    <a:pt x="0" y="0"/>
                  </a:lnTo>
                  <a:close/>
                </a:path>
              </a:pathLst>
            </a:custGeom>
            <a:ln w="17703">
              <a:solidFill>
                <a:srgbClr val="000000"/>
              </a:solidFill>
            </a:ln>
          </p:spPr>
          <p:txBody>
            <a:bodyPr wrap="square" lIns="0" tIns="0" rIns="0" bIns="0" rtlCol="0"/>
            <a:lstStyle/>
            <a:p>
              <a:endParaRPr/>
            </a:p>
          </p:txBody>
        </p:sp>
        <p:sp>
          <p:nvSpPr>
            <p:cNvPr id="28" name="object 28"/>
            <p:cNvSpPr/>
            <p:nvPr/>
          </p:nvSpPr>
          <p:spPr>
            <a:xfrm>
              <a:off x="3844721" y="1046340"/>
              <a:ext cx="124460" cy="336550"/>
            </a:xfrm>
            <a:custGeom>
              <a:avLst/>
              <a:gdLst/>
              <a:ahLst/>
              <a:cxnLst/>
              <a:rect l="l" t="t" r="r" b="b"/>
              <a:pathLst>
                <a:path w="124460" h="336550">
                  <a:moveTo>
                    <a:pt x="123939" y="336346"/>
                  </a:moveTo>
                  <a:lnTo>
                    <a:pt x="0" y="336346"/>
                  </a:lnTo>
                  <a:lnTo>
                    <a:pt x="0" y="0"/>
                  </a:lnTo>
                  <a:lnTo>
                    <a:pt x="123939" y="0"/>
                  </a:lnTo>
                  <a:lnTo>
                    <a:pt x="123939" y="336346"/>
                  </a:lnTo>
                  <a:close/>
                </a:path>
              </a:pathLst>
            </a:custGeom>
            <a:solidFill>
              <a:srgbClr val="FFFFFF"/>
            </a:solidFill>
          </p:spPr>
          <p:txBody>
            <a:bodyPr wrap="square" lIns="0" tIns="0" rIns="0" bIns="0" rtlCol="0"/>
            <a:lstStyle/>
            <a:p>
              <a:endParaRPr/>
            </a:p>
          </p:txBody>
        </p:sp>
        <p:sp>
          <p:nvSpPr>
            <p:cNvPr id="29" name="object 29"/>
            <p:cNvSpPr/>
            <p:nvPr/>
          </p:nvSpPr>
          <p:spPr>
            <a:xfrm>
              <a:off x="3844721" y="1046340"/>
              <a:ext cx="124460" cy="336550"/>
            </a:xfrm>
            <a:custGeom>
              <a:avLst/>
              <a:gdLst/>
              <a:ahLst/>
              <a:cxnLst/>
              <a:rect l="l" t="t" r="r" b="b"/>
              <a:pathLst>
                <a:path w="124460" h="336550">
                  <a:moveTo>
                    <a:pt x="0" y="0"/>
                  </a:moveTo>
                  <a:lnTo>
                    <a:pt x="123939" y="0"/>
                  </a:lnTo>
                  <a:lnTo>
                    <a:pt x="123939" y="336346"/>
                  </a:lnTo>
                  <a:lnTo>
                    <a:pt x="0" y="336346"/>
                  </a:lnTo>
                  <a:lnTo>
                    <a:pt x="0" y="0"/>
                  </a:lnTo>
                  <a:close/>
                </a:path>
              </a:pathLst>
            </a:custGeom>
            <a:ln w="17703">
              <a:solidFill>
                <a:srgbClr val="000000"/>
              </a:solidFill>
            </a:ln>
          </p:spPr>
          <p:txBody>
            <a:bodyPr wrap="square" lIns="0" tIns="0" rIns="0" bIns="0" rtlCol="0"/>
            <a:lstStyle/>
            <a:p>
              <a:endParaRPr/>
            </a:p>
          </p:txBody>
        </p:sp>
        <p:sp>
          <p:nvSpPr>
            <p:cNvPr id="30" name="object 30"/>
            <p:cNvSpPr/>
            <p:nvPr/>
          </p:nvSpPr>
          <p:spPr>
            <a:xfrm>
              <a:off x="4907102" y="1046340"/>
              <a:ext cx="124460" cy="336550"/>
            </a:xfrm>
            <a:custGeom>
              <a:avLst/>
              <a:gdLst/>
              <a:ahLst/>
              <a:cxnLst/>
              <a:rect l="l" t="t" r="r" b="b"/>
              <a:pathLst>
                <a:path w="124460" h="336550">
                  <a:moveTo>
                    <a:pt x="123939" y="336346"/>
                  </a:moveTo>
                  <a:lnTo>
                    <a:pt x="0" y="336346"/>
                  </a:lnTo>
                  <a:lnTo>
                    <a:pt x="0" y="0"/>
                  </a:lnTo>
                  <a:lnTo>
                    <a:pt x="123939" y="0"/>
                  </a:lnTo>
                  <a:lnTo>
                    <a:pt x="123939" y="336346"/>
                  </a:lnTo>
                  <a:close/>
                </a:path>
              </a:pathLst>
            </a:custGeom>
            <a:solidFill>
              <a:srgbClr val="FFFFFF"/>
            </a:solidFill>
          </p:spPr>
          <p:txBody>
            <a:bodyPr wrap="square" lIns="0" tIns="0" rIns="0" bIns="0" rtlCol="0"/>
            <a:lstStyle/>
            <a:p>
              <a:endParaRPr/>
            </a:p>
          </p:txBody>
        </p:sp>
        <p:sp>
          <p:nvSpPr>
            <p:cNvPr id="31" name="object 31"/>
            <p:cNvSpPr/>
            <p:nvPr/>
          </p:nvSpPr>
          <p:spPr>
            <a:xfrm>
              <a:off x="4907102" y="1046340"/>
              <a:ext cx="124460" cy="336550"/>
            </a:xfrm>
            <a:custGeom>
              <a:avLst/>
              <a:gdLst/>
              <a:ahLst/>
              <a:cxnLst/>
              <a:rect l="l" t="t" r="r" b="b"/>
              <a:pathLst>
                <a:path w="124460" h="336550">
                  <a:moveTo>
                    <a:pt x="0" y="0"/>
                  </a:moveTo>
                  <a:lnTo>
                    <a:pt x="123939" y="0"/>
                  </a:lnTo>
                  <a:lnTo>
                    <a:pt x="123939" y="336346"/>
                  </a:lnTo>
                  <a:lnTo>
                    <a:pt x="0" y="336346"/>
                  </a:lnTo>
                  <a:lnTo>
                    <a:pt x="0" y="0"/>
                  </a:lnTo>
                  <a:close/>
                </a:path>
              </a:pathLst>
            </a:custGeom>
            <a:ln w="17703">
              <a:solidFill>
                <a:srgbClr val="000000"/>
              </a:solidFill>
            </a:ln>
          </p:spPr>
          <p:txBody>
            <a:bodyPr wrap="square" lIns="0" tIns="0" rIns="0" bIns="0" rtlCol="0"/>
            <a:lstStyle/>
            <a:p>
              <a:endParaRPr/>
            </a:p>
          </p:txBody>
        </p:sp>
        <p:sp>
          <p:nvSpPr>
            <p:cNvPr id="32" name="object 32"/>
            <p:cNvSpPr/>
            <p:nvPr/>
          </p:nvSpPr>
          <p:spPr>
            <a:xfrm>
              <a:off x="2162632" y="656882"/>
              <a:ext cx="354330" cy="124460"/>
            </a:xfrm>
            <a:custGeom>
              <a:avLst/>
              <a:gdLst/>
              <a:ahLst/>
              <a:cxnLst/>
              <a:rect l="l" t="t" r="r" b="b"/>
              <a:pathLst>
                <a:path w="354330" h="124459">
                  <a:moveTo>
                    <a:pt x="354126" y="123913"/>
                  </a:moveTo>
                  <a:lnTo>
                    <a:pt x="0" y="123913"/>
                  </a:lnTo>
                  <a:lnTo>
                    <a:pt x="0" y="0"/>
                  </a:lnTo>
                  <a:lnTo>
                    <a:pt x="354126" y="0"/>
                  </a:lnTo>
                  <a:lnTo>
                    <a:pt x="354126" y="123913"/>
                  </a:lnTo>
                  <a:close/>
                </a:path>
              </a:pathLst>
            </a:custGeom>
            <a:solidFill>
              <a:srgbClr val="FFFFFF"/>
            </a:solidFill>
          </p:spPr>
          <p:txBody>
            <a:bodyPr wrap="square" lIns="0" tIns="0" rIns="0" bIns="0" rtlCol="0"/>
            <a:lstStyle/>
            <a:p>
              <a:endParaRPr/>
            </a:p>
          </p:txBody>
        </p:sp>
        <p:sp>
          <p:nvSpPr>
            <p:cNvPr id="33" name="object 33"/>
            <p:cNvSpPr/>
            <p:nvPr/>
          </p:nvSpPr>
          <p:spPr>
            <a:xfrm>
              <a:off x="2162632" y="656882"/>
              <a:ext cx="354330" cy="124460"/>
            </a:xfrm>
            <a:custGeom>
              <a:avLst/>
              <a:gdLst/>
              <a:ahLst/>
              <a:cxnLst/>
              <a:rect l="l" t="t" r="r" b="b"/>
              <a:pathLst>
                <a:path w="354330" h="124459">
                  <a:moveTo>
                    <a:pt x="0" y="0"/>
                  </a:moveTo>
                  <a:lnTo>
                    <a:pt x="354126" y="0"/>
                  </a:lnTo>
                  <a:lnTo>
                    <a:pt x="354126" y="123913"/>
                  </a:lnTo>
                  <a:lnTo>
                    <a:pt x="0" y="123913"/>
                  </a:lnTo>
                  <a:lnTo>
                    <a:pt x="0" y="0"/>
                  </a:lnTo>
                  <a:close/>
                </a:path>
              </a:pathLst>
            </a:custGeom>
            <a:ln w="17703">
              <a:solidFill>
                <a:srgbClr val="000000"/>
              </a:solidFill>
            </a:ln>
          </p:spPr>
          <p:txBody>
            <a:bodyPr wrap="square" lIns="0" tIns="0" rIns="0" bIns="0" rtlCol="0"/>
            <a:lstStyle/>
            <a:p>
              <a:endParaRPr/>
            </a:p>
          </p:txBody>
        </p:sp>
        <p:sp>
          <p:nvSpPr>
            <p:cNvPr id="34" name="object 34"/>
            <p:cNvSpPr/>
            <p:nvPr/>
          </p:nvSpPr>
          <p:spPr>
            <a:xfrm>
              <a:off x="3189592" y="656882"/>
              <a:ext cx="354330" cy="124460"/>
            </a:xfrm>
            <a:custGeom>
              <a:avLst/>
              <a:gdLst/>
              <a:ahLst/>
              <a:cxnLst/>
              <a:rect l="l" t="t" r="r" b="b"/>
              <a:pathLst>
                <a:path w="354329" h="124459">
                  <a:moveTo>
                    <a:pt x="354126" y="123913"/>
                  </a:moveTo>
                  <a:lnTo>
                    <a:pt x="0" y="123913"/>
                  </a:lnTo>
                  <a:lnTo>
                    <a:pt x="0" y="0"/>
                  </a:lnTo>
                  <a:lnTo>
                    <a:pt x="354126" y="0"/>
                  </a:lnTo>
                  <a:lnTo>
                    <a:pt x="354126" y="123913"/>
                  </a:lnTo>
                  <a:close/>
                </a:path>
              </a:pathLst>
            </a:custGeom>
            <a:solidFill>
              <a:srgbClr val="FFFFFF"/>
            </a:solidFill>
          </p:spPr>
          <p:txBody>
            <a:bodyPr wrap="square" lIns="0" tIns="0" rIns="0" bIns="0" rtlCol="0"/>
            <a:lstStyle/>
            <a:p>
              <a:endParaRPr/>
            </a:p>
          </p:txBody>
        </p:sp>
        <p:sp>
          <p:nvSpPr>
            <p:cNvPr id="35" name="object 35"/>
            <p:cNvSpPr/>
            <p:nvPr/>
          </p:nvSpPr>
          <p:spPr>
            <a:xfrm>
              <a:off x="3189592" y="656882"/>
              <a:ext cx="354330" cy="124460"/>
            </a:xfrm>
            <a:custGeom>
              <a:avLst/>
              <a:gdLst/>
              <a:ahLst/>
              <a:cxnLst/>
              <a:rect l="l" t="t" r="r" b="b"/>
              <a:pathLst>
                <a:path w="354329" h="124459">
                  <a:moveTo>
                    <a:pt x="0" y="0"/>
                  </a:moveTo>
                  <a:lnTo>
                    <a:pt x="354126" y="0"/>
                  </a:lnTo>
                  <a:lnTo>
                    <a:pt x="354126" y="123913"/>
                  </a:lnTo>
                  <a:lnTo>
                    <a:pt x="0" y="123913"/>
                  </a:lnTo>
                  <a:lnTo>
                    <a:pt x="0" y="0"/>
                  </a:lnTo>
                  <a:close/>
                </a:path>
              </a:pathLst>
            </a:custGeom>
            <a:ln w="17703">
              <a:solidFill>
                <a:srgbClr val="000000"/>
              </a:solidFill>
            </a:ln>
          </p:spPr>
          <p:txBody>
            <a:bodyPr wrap="square" lIns="0" tIns="0" rIns="0" bIns="0" rtlCol="0"/>
            <a:lstStyle/>
            <a:p>
              <a:endParaRPr/>
            </a:p>
          </p:txBody>
        </p:sp>
        <p:sp>
          <p:nvSpPr>
            <p:cNvPr id="36" name="object 36"/>
            <p:cNvSpPr/>
            <p:nvPr/>
          </p:nvSpPr>
          <p:spPr>
            <a:xfrm>
              <a:off x="4251972" y="656882"/>
              <a:ext cx="354330" cy="124460"/>
            </a:xfrm>
            <a:custGeom>
              <a:avLst/>
              <a:gdLst/>
              <a:ahLst/>
              <a:cxnLst/>
              <a:rect l="l" t="t" r="r" b="b"/>
              <a:pathLst>
                <a:path w="354329" h="124459">
                  <a:moveTo>
                    <a:pt x="354126" y="123913"/>
                  </a:moveTo>
                  <a:lnTo>
                    <a:pt x="0" y="123913"/>
                  </a:lnTo>
                  <a:lnTo>
                    <a:pt x="0" y="0"/>
                  </a:lnTo>
                  <a:lnTo>
                    <a:pt x="354126" y="0"/>
                  </a:lnTo>
                  <a:lnTo>
                    <a:pt x="354126" y="123913"/>
                  </a:lnTo>
                  <a:close/>
                </a:path>
              </a:pathLst>
            </a:custGeom>
            <a:solidFill>
              <a:srgbClr val="FFFFFF"/>
            </a:solidFill>
          </p:spPr>
          <p:txBody>
            <a:bodyPr wrap="square" lIns="0" tIns="0" rIns="0" bIns="0" rtlCol="0"/>
            <a:lstStyle/>
            <a:p>
              <a:endParaRPr/>
            </a:p>
          </p:txBody>
        </p:sp>
        <p:sp>
          <p:nvSpPr>
            <p:cNvPr id="37" name="object 37"/>
            <p:cNvSpPr/>
            <p:nvPr/>
          </p:nvSpPr>
          <p:spPr>
            <a:xfrm>
              <a:off x="1560626" y="656882"/>
              <a:ext cx="5099685" cy="2071370"/>
            </a:xfrm>
            <a:custGeom>
              <a:avLst/>
              <a:gdLst/>
              <a:ahLst/>
              <a:cxnLst/>
              <a:rect l="l" t="t" r="r" b="b"/>
              <a:pathLst>
                <a:path w="5099684" h="2071370">
                  <a:moveTo>
                    <a:pt x="2691345" y="0"/>
                  </a:moveTo>
                  <a:lnTo>
                    <a:pt x="3045472" y="0"/>
                  </a:lnTo>
                  <a:lnTo>
                    <a:pt x="3045472" y="123913"/>
                  </a:lnTo>
                  <a:lnTo>
                    <a:pt x="2691345" y="123913"/>
                  </a:lnTo>
                  <a:lnTo>
                    <a:pt x="2691345" y="0"/>
                  </a:lnTo>
                  <a:close/>
                </a:path>
                <a:path w="5099684" h="2071370">
                  <a:moveTo>
                    <a:pt x="424941" y="1150658"/>
                  </a:moveTo>
                  <a:lnTo>
                    <a:pt x="424941" y="1522399"/>
                  </a:lnTo>
                  <a:lnTo>
                    <a:pt x="5099392" y="1522399"/>
                  </a:lnTo>
                </a:path>
                <a:path w="5099684" h="2071370">
                  <a:moveTo>
                    <a:pt x="0" y="1150658"/>
                  </a:moveTo>
                  <a:lnTo>
                    <a:pt x="0" y="2071179"/>
                  </a:lnTo>
                  <a:lnTo>
                    <a:pt x="5099392" y="2071179"/>
                  </a:lnTo>
                </a:path>
              </a:pathLst>
            </a:custGeom>
            <a:ln w="17703">
              <a:solidFill>
                <a:srgbClr val="000000"/>
              </a:solidFill>
            </a:ln>
          </p:spPr>
          <p:txBody>
            <a:bodyPr wrap="square" lIns="0" tIns="0" rIns="0" bIns="0" rtlCol="0"/>
            <a:lstStyle/>
            <a:p>
              <a:endParaRPr/>
            </a:p>
          </p:txBody>
        </p:sp>
        <p:sp>
          <p:nvSpPr>
            <p:cNvPr id="38" name="object 38"/>
            <p:cNvSpPr/>
            <p:nvPr/>
          </p:nvSpPr>
          <p:spPr>
            <a:xfrm>
              <a:off x="6624599" y="2037664"/>
              <a:ext cx="920750" cy="850265"/>
            </a:xfrm>
            <a:custGeom>
              <a:avLst/>
              <a:gdLst/>
              <a:ahLst/>
              <a:cxnLst/>
              <a:rect l="l" t="t" r="r" b="b"/>
              <a:pathLst>
                <a:path w="920750" h="850264">
                  <a:moveTo>
                    <a:pt x="0" y="849718"/>
                  </a:moveTo>
                  <a:lnTo>
                    <a:pt x="0" y="0"/>
                  </a:lnTo>
                  <a:lnTo>
                    <a:pt x="920724" y="424853"/>
                  </a:lnTo>
                  <a:lnTo>
                    <a:pt x="0" y="849718"/>
                  </a:lnTo>
                  <a:close/>
                </a:path>
              </a:pathLst>
            </a:custGeom>
            <a:solidFill>
              <a:srgbClr val="FFFFFF"/>
            </a:solidFill>
          </p:spPr>
          <p:txBody>
            <a:bodyPr wrap="square" lIns="0" tIns="0" rIns="0" bIns="0" rtlCol="0"/>
            <a:lstStyle/>
            <a:p>
              <a:endParaRPr/>
            </a:p>
          </p:txBody>
        </p:sp>
        <p:sp>
          <p:nvSpPr>
            <p:cNvPr id="39" name="object 39"/>
            <p:cNvSpPr/>
            <p:nvPr/>
          </p:nvSpPr>
          <p:spPr>
            <a:xfrm>
              <a:off x="6341300" y="1825243"/>
              <a:ext cx="1859280" cy="1062355"/>
            </a:xfrm>
            <a:custGeom>
              <a:avLst/>
              <a:gdLst/>
              <a:ahLst/>
              <a:cxnLst/>
              <a:rect l="l" t="t" r="r" b="b"/>
              <a:pathLst>
                <a:path w="1859279" h="1062355">
                  <a:moveTo>
                    <a:pt x="1204023" y="637273"/>
                  </a:moveTo>
                  <a:lnTo>
                    <a:pt x="283298" y="212420"/>
                  </a:lnTo>
                  <a:lnTo>
                    <a:pt x="283298" y="1062139"/>
                  </a:lnTo>
                  <a:lnTo>
                    <a:pt x="1204023" y="637273"/>
                  </a:lnTo>
                </a:path>
                <a:path w="1859279" h="1062355">
                  <a:moveTo>
                    <a:pt x="1221739" y="637273"/>
                  </a:moveTo>
                  <a:lnTo>
                    <a:pt x="1859153" y="637273"/>
                  </a:lnTo>
                </a:path>
                <a:path w="1859279" h="1062355">
                  <a:moveTo>
                    <a:pt x="0" y="336334"/>
                  </a:moveTo>
                  <a:lnTo>
                    <a:pt x="0" y="0"/>
                  </a:lnTo>
                  <a:lnTo>
                    <a:pt x="1487322" y="0"/>
                  </a:lnTo>
                  <a:lnTo>
                    <a:pt x="1487322" y="672680"/>
                  </a:lnTo>
                </a:path>
              </a:pathLst>
            </a:custGeom>
            <a:ln w="17703">
              <a:solidFill>
                <a:srgbClr val="000000"/>
              </a:solidFill>
            </a:ln>
          </p:spPr>
          <p:txBody>
            <a:bodyPr wrap="square" lIns="0" tIns="0" rIns="0" bIns="0" rtlCol="0"/>
            <a:lstStyle/>
            <a:p>
              <a:endParaRPr/>
            </a:p>
          </p:txBody>
        </p:sp>
        <p:sp>
          <p:nvSpPr>
            <p:cNvPr id="40" name="object 40"/>
            <p:cNvSpPr/>
            <p:nvPr/>
          </p:nvSpPr>
          <p:spPr>
            <a:xfrm>
              <a:off x="6907898" y="1772132"/>
              <a:ext cx="354330" cy="124460"/>
            </a:xfrm>
            <a:custGeom>
              <a:avLst/>
              <a:gdLst/>
              <a:ahLst/>
              <a:cxnLst/>
              <a:rect l="l" t="t" r="r" b="b"/>
              <a:pathLst>
                <a:path w="354329" h="124460">
                  <a:moveTo>
                    <a:pt x="354126" y="123913"/>
                  </a:moveTo>
                  <a:lnTo>
                    <a:pt x="0" y="123913"/>
                  </a:lnTo>
                  <a:lnTo>
                    <a:pt x="0" y="0"/>
                  </a:lnTo>
                  <a:lnTo>
                    <a:pt x="354126" y="0"/>
                  </a:lnTo>
                  <a:lnTo>
                    <a:pt x="354126" y="123913"/>
                  </a:lnTo>
                  <a:close/>
                </a:path>
              </a:pathLst>
            </a:custGeom>
            <a:solidFill>
              <a:srgbClr val="FFFFFF"/>
            </a:solidFill>
          </p:spPr>
          <p:txBody>
            <a:bodyPr wrap="square" lIns="0" tIns="0" rIns="0" bIns="0" rtlCol="0"/>
            <a:lstStyle/>
            <a:p>
              <a:endParaRPr/>
            </a:p>
          </p:txBody>
        </p:sp>
        <p:sp>
          <p:nvSpPr>
            <p:cNvPr id="41" name="object 41"/>
            <p:cNvSpPr/>
            <p:nvPr/>
          </p:nvSpPr>
          <p:spPr>
            <a:xfrm>
              <a:off x="6359016" y="1772132"/>
              <a:ext cx="903605" cy="1327785"/>
            </a:xfrm>
            <a:custGeom>
              <a:avLst/>
              <a:gdLst/>
              <a:ahLst/>
              <a:cxnLst/>
              <a:rect l="l" t="t" r="r" b="b"/>
              <a:pathLst>
                <a:path w="903604" h="1327785">
                  <a:moveTo>
                    <a:pt x="548881" y="0"/>
                  </a:moveTo>
                  <a:lnTo>
                    <a:pt x="903008" y="0"/>
                  </a:lnTo>
                  <a:lnTo>
                    <a:pt x="903008" y="123913"/>
                  </a:lnTo>
                  <a:lnTo>
                    <a:pt x="548881" y="123913"/>
                  </a:lnTo>
                  <a:lnTo>
                    <a:pt x="548881" y="0"/>
                  </a:lnTo>
                  <a:close/>
                </a:path>
                <a:path w="903604" h="1327785">
                  <a:moveTo>
                    <a:pt x="0" y="955928"/>
                  </a:moveTo>
                  <a:lnTo>
                    <a:pt x="0" y="1327670"/>
                  </a:lnTo>
                </a:path>
              </a:pathLst>
            </a:custGeom>
            <a:ln w="17703">
              <a:solidFill>
                <a:srgbClr val="000000"/>
              </a:solidFill>
            </a:ln>
          </p:spPr>
          <p:txBody>
            <a:bodyPr wrap="square" lIns="0" tIns="0" rIns="0" bIns="0" rtlCol="0"/>
            <a:lstStyle/>
            <a:p>
              <a:endParaRPr/>
            </a:p>
          </p:txBody>
        </p:sp>
        <p:sp>
          <p:nvSpPr>
            <p:cNvPr id="42" name="object 42"/>
            <p:cNvSpPr/>
            <p:nvPr/>
          </p:nvSpPr>
          <p:spPr>
            <a:xfrm>
              <a:off x="5916358" y="1612810"/>
              <a:ext cx="549275" cy="1504950"/>
            </a:xfrm>
            <a:custGeom>
              <a:avLst/>
              <a:gdLst/>
              <a:ahLst/>
              <a:cxnLst/>
              <a:rect l="l" t="t" r="r" b="b"/>
              <a:pathLst>
                <a:path w="549275" h="1504950">
                  <a:moveTo>
                    <a:pt x="212471" y="0"/>
                  </a:moveTo>
                  <a:lnTo>
                    <a:pt x="0" y="0"/>
                  </a:lnTo>
                  <a:lnTo>
                    <a:pt x="0" y="35407"/>
                  </a:lnTo>
                  <a:lnTo>
                    <a:pt x="212471" y="35407"/>
                  </a:lnTo>
                  <a:lnTo>
                    <a:pt x="212471" y="0"/>
                  </a:lnTo>
                  <a:close/>
                </a:path>
                <a:path w="549275" h="1504950">
                  <a:moveTo>
                    <a:pt x="548881" y="1469288"/>
                  </a:moveTo>
                  <a:lnTo>
                    <a:pt x="336410" y="1469288"/>
                  </a:lnTo>
                  <a:lnTo>
                    <a:pt x="336410" y="1504696"/>
                  </a:lnTo>
                  <a:lnTo>
                    <a:pt x="548881" y="1504696"/>
                  </a:lnTo>
                  <a:lnTo>
                    <a:pt x="548881" y="1469288"/>
                  </a:lnTo>
                  <a:close/>
                </a:path>
              </a:pathLst>
            </a:custGeom>
            <a:solidFill>
              <a:srgbClr val="000000"/>
            </a:solidFill>
          </p:spPr>
          <p:txBody>
            <a:bodyPr wrap="square" lIns="0" tIns="0" rIns="0" bIns="0" rtlCol="0"/>
            <a:lstStyle/>
            <a:p>
              <a:endParaRPr/>
            </a:p>
          </p:txBody>
        </p:sp>
        <p:sp>
          <p:nvSpPr>
            <p:cNvPr id="43" name="object 43"/>
            <p:cNvSpPr/>
            <p:nvPr/>
          </p:nvSpPr>
          <p:spPr>
            <a:xfrm>
              <a:off x="2622994" y="1807540"/>
              <a:ext cx="2550160" cy="920750"/>
            </a:xfrm>
            <a:custGeom>
              <a:avLst/>
              <a:gdLst/>
              <a:ahLst/>
              <a:cxnLst/>
              <a:rect l="l" t="t" r="r" b="b"/>
              <a:pathLst>
                <a:path w="2550160" h="920750">
                  <a:moveTo>
                    <a:pt x="0" y="0"/>
                  </a:moveTo>
                  <a:lnTo>
                    <a:pt x="0" y="920521"/>
                  </a:lnTo>
                </a:path>
                <a:path w="2550160" h="920750">
                  <a:moveTo>
                    <a:pt x="424954" y="0"/>
                  </a:moveTo>
                  <a:lnTo>
                    <a:pt x="424954" y="371741"/>
                  </a:lnTo>
                </a:path>
                <a:path w="2550160" h="920750">
                  <a:moveTo>
                    <a:pt x="1487322" y="0"/>
                  </a:moveTo>
                  <a:lnTo>
                    <a:pt x="1487322" y="371741"/>
                  </a:lnTo>
                </a:path>
                <a:path w="2550160" h="920750">
                  <a:moveTo>
                    <a:pt x="2549702" y="0"/>
                  </a:moveTo>
                  <a:lnTo>
                    <a:pt x="2549702" y="371741"/>
                  </a:lnTo>
                </a:path>
                <a:path w="2550160" h="920750">
                  <a:moveTo>
                    <a:pt x="2124748" y="0"/>
                  </a:moveTo>
                  <a:lnTo>
                    <a:pt x="2124748" y="920521"/>
                  </a:lnTo>
                </a:path>
                <a:path w="2550160" h="920750">
                  <a:moveTo>
                    <a:pt x="1062380" y="0"/>
                  </a:moveTo>
                  <a:lnTo>
                    <a:pt x="1062380" y="920521"/>
                  </a:lnTo>
                </a:path>
              </a:pathLst>
            </a:custGeom>
            <a:ln w="17703">
              <a:solidFill>
                <a:srgbClr val="000000"/>
              </a:solidFill>
            </a:ln>
          </p:spPr>
          <p:txBody>
            <a:bodyPr wrap="square" lIns="0" tIns="0" rIns="0" bIns="0" rtlCol="0"/>
            <a:lstStyle/>
            <a:p>
              <a:endParaRPr/>
            </a:p>
          </p:txBody>
        </p:sp>
        <p:pic>
          <p:nvPicPr>
            <p:cNvPr id="44" name="object 44"/>
            <p:cNvPicPr/>
            <p:nvPr/>
          </p:nvPicPr>
          <p:blipFill>
            <a:blip r:embed="rId2" cstate="print"/>
            <a:stretch>
              <a:fillRect/>
            </a:stretch>
          </p:blipFill>
          <p:spPr>
            <a:xfrm>
              <a:off x="914349" y="665733"/>
              <a:ext cx="106235" cy="106222"/>
            </a:xfrm>
            <a:prstGeom prst="rect">
              <a:avLst/>
            </a:prstGeom>
          </p:spPr>
        </p:pic>
        <p:sp>
          <p:nvSpPr>
            <p:cNvPr id="45" name="object 45"/>
            <p:cNvSpPr/>
            <p:nvPr/>
          </p:nvSpPr>
          <p:spPr>
            <a:xfrm>
              <a:off x="1737690" y="1559699"/>
              <a:ext cx="88900" cy="88900"/>
            </a:xfrm>
            <a:custGeom>
              <a:avLst/>
              <a:gdLst/>
              <a:ahLst/>
              <a:cxnLst/>
              <a:rect l="l" t="t" r="r" b="b"/>
              <a:pathLst>
                <a:path w="88900" h="88900">
                  <a:moveTo>
                    <a:pt x="44259" y="88518"/>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8"/>
                  </a:lnTo>
                  <a:close/>
                </a:path>
              </a:pathLst>
            </a:custGeom>
            <a:solidFill>
              <a:srgbClr val="FFFFFF"/>
            </a:solidFill>
          </p:spPr>
          <p:txBody>
            <a:bodyPr wrap="square" lIns="0" tIns="0" rIns="0" bIns="0" rtlCol="0"/>
            <a:lstStyle/>
            <a:p>
              <a:endParaRPr/>
            </a:p>
          </p:txBody>
        </p:sp>
        <p:sp>
          <p:nvSpPr>
            <p:cNvPr id="46" name="object 46"/>
            <p:cNvSpPr/>
            <p:nvPr/>
          </p:nvSpPr>
          <p:spPr>
            <a:xfrm>
              <a:off x="1737690" y="1559699"/>
              <a:ext cx="88900" cy="88900"/>
            </a:xfrm>
            <a:custGeom>
              <a:avLst/>
              <a:gdLst/>
              <a:ahLst/>
              <a:cxnLst/>
              <a:rect l="l" t="t" r="r" b="b"/>
              <a:pathLst>
                <a:path w="88900" h="88900">
                  <a:moveTo>
                    <a:pt x="88531" y="44259"/>
                  </a:moveTo>
                  <a:lnTo>
                    <a:pt x="85052" y="61488"/>
                  </a:lnTo>
                  <a:lnTo>
                    <a:pt x="75563" y="75557"/>
                  </a:lnTo>
                  <a:lnTo>
                    <a:pt x="61490" y="85041"/>
                  </a:lnTo>
                  <a:lnTo>
                    <a:pt x="44259" y="88518"/>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sp>
          <p:nvSpPr>
            <p:cNvPr id="47" name="object 47"/>
            <p:cNvSpPr/>
            <p:nvPr/>
          </p:nvSpPr>
          <p:spPr>
            <a:xfrm>
              <a:off x="1525206" y="1807540"/>
              <a:ext cx="88900" cy="88900"/>
            </a:xfrm>
            <a:custGeom>
              <a:avLst/>
              <a:gdLst/>
              <a:ahLst/>
              <a:cxnLst/>
              <a:rect l="l" t="t" r="r" b="b"/>
              <a:pathLst>
                <a:path w="88900" h="88900">
                  <a:moveTo>
                    <a:pt x="44272" y="88506"/>
                  </a:moveTo>
                  <a:lnTo>
                    <a:pt x="27040" y="85028"/>
                  </a:lnTo>
                  <a:lnTo>
                    <a:pt x="12968" y="75544"/>
                  </a:lnTo>
                  <a:lnTo>
                    <a:pt x="3479" y="61476"/>
                  </a:lnTo>
                  <a:lnTo>
                    <a:pt x="0" y="44246"/>
                  </a:lnTo>
                  <a:lnTo>
                    <a:pt x="3479" y="27024"/>
                  </a:lnTo>
                  <a:lnTo>
                    <a:pt x="12968" y="12960"/>
                  </a:lnTo>
                  <a:lnTo>
                    <a:pt x="27040" y="3477"/>
                  </a:lnTo>
                  <a:lnTo>
                    <a:pt x="44272" y="0"/>
                  </a:lnTo>
                  <a:lnTo>
                    <a:pt x="61501" y="3477"/>
                  </a:lnTo>
                  <a:lnTo>
                    <a:pt x="75569" y="12960"/>
                  </a:lnTo>
                  <a:lnTo>
                    <a:pt x="85054" y="27024"/>
                  </a:lnTo>
                  <a:lnTo>
                    <a:pt x="88531" y="44246"/>
                  </a:lnTo>
                  <a:lnTo>
                    <a:pt x="85054" y="61476"/>
                  </a:lnTo>
                  <a:lnTo>
                    <a:pt x="75569" y="75544"/>
                  </a:lnTo>
                  <a:lnTo>
                    <a:pt x="61501" y="85028"/>
                  </a:lnTo>
                  <a:lnTo>
                    <a:pt x="44272" y="88506"/>
                  </a:lnTo>
                  <a:close/>
                </a:path>
              </a:pathLst>
            </a:custGeom>
            <a:solidFill>
              <a:srgbClr val="FFFFFF"/>
            </a:solidFill>
          </p:spPr>
          <p:txBody>
            <a:bodyPr wrap="square" lIns="0" tIns="0" rIns="0" bIns="0" rtlCol="0"/>
            <a:lstStyle/>
            <a:p>
              <a:endParaRPr/>
            </a:p>
          </p:txBody>
        </p:sp>
        <p:sp>
          <p:nvSpPr>
            <p:cNvPr id="48" name="object 48"/>
            <p:cNvSpPr/>
            <p:nvPr/>
          </p:nvSpPr>
          <p:spPr>
            <a:xfrm>
              <a:off x="1525206" y="1807540"/>
              <a:ext cx="88900" cy="88900"/>
            </a:xfrm>
            <a:custGeom>
              <a:avLst/>
              <a:gdLst/>
              <a:ahLst/>
              <a:cxnLst/>
              <a:rect l="l" t="t" r="r" b="b"/>
              <a:pathLst>
                <a:path w="88900" h="88900">
                  <a:moveTo>
                    <a:pt x="88531" y="44246"/>
                  </a:moveTo>
                  <a:lnTo>
                    <a:pt x="85054" y="61476"/>
                  </a:lnTo>
                  <a:lnTo>
                    <a:pt x="75569" y="75544"/>
                  </a:lnTo>
                  <a:lnTo>
                    <a:pt x="61501" y="85028"/>
                  </a:lnTo>
                  <a:lnTo>
                    <a:pt x="44272" y="88506"/>
                  </a:lnTo>
                  <a:lnTo>
                    <a:pt x="27040" y="85028"/>
                  </a:lnTo>
                  <a:lnTo>
                    <a:pt x="12968" y="75544"/>
                  </a:lnTo>
                  <a:lnTo>
                    <a:pt x="3479" y="61476"/>
                  </a:lnTo>
                  <a:lnTo>
                    <a:pt x="0" y="44246"/>
                  </a:lnTo>
                  <a:lnTo>
                    <a:pt x="3479" y="27024"/>
                  </a:lnTo>
                  <a:lnTo>
                    <a:pt x="12968" y="12960"/>
                  </a:lnTo>
                  <a:lnTo>
                    <a:pt x="27040" y="3477"/>
                  </a:lnTo>
                  <a:lnTo>
                    <a:pt x="44272" y="0"/>
                  </a:lnTo>
                  <a:lnTo>
                    <a:pt x="61501" y="3477"/>
                  </a:lnTo>
                  <a:lnTo>
                    <a:pt x="75569" y="12960"/>
                  </a:lnTo>
                  <a:lnTo>
                    <a:pt x="85054" y="27024"/>
                  </a:lnTo>
                  <a:lnTo>
                    <a:pt x="88531" y="44246"/>
                  </a:lnTo>
                </a:path>
              </a:pathLst>
            </a:custGeom>
            <a:ln w="17703">
              <a:solidFill>
                <a:srgbClr val="000000"/>
              </a:solidFill>
            </a:ln>
          </p:spPr>
          <p:txBody>
            <a:bodyPr wrap="square" lIns="0" tIns="0" rIns="0" bIns="0" rtlCol="0"/>
            <a:lstStyle/>
            <a:p>
              <a:endParaRPr/>
            </a:p>
          </p:txBody>
        </p:sp>
        <p:pic>
          <p:nvPicPr>
            <p:cNvPr id="49" name="object 49"/>
            <p:cNvPicPr/>
            <p:nvPr/>
          </p:nvPicPr>
          <p:blipFill>
            <a:blip r:embed="rId3" cstate="print"/>
            <a:stretch>
              <a:fillRect/>
            </a:stretch>
          </p:blipFill>
          <p:spPr>
            <a:xfrm>
              <a:off x="1941309" y="1798688"/>
              <a:ext cx="106235" cy="106210"/>
            </a:xfrm>
            <a:prstGeom prst="rect">
              <a:avLst/>
            </a:prstGeom>
          </p:spPr>
        </p:pic>
        <p:sp>
          <p:nvSpPr>
            <p:cNvPr id="50" name="object 50"/>
            <p:cNvSpPr/>
            <p:nvPr/>
          </p:nvSpPr>
          <p:spPr>
            <a:xfrm>
              <a:off x="2587586" y="1807540"/>
              <a:ext cx="88900" cy="88900"/>
            </a:xfrm>
            <a:custGeom>
              <a:avLst/>
              <a:gdLst/>
              <a:ahLst/>
              <a:cxnLst/>
              <a:rect l="l" t="t" r="r" b="b"/>
              <a:pathLst>
                <a:path w="88900" h="88900">
                  <a:moveTo>
                    <a:pt x="44259" y="88506"/>
                  </a:moveTo>
                  <a:lnTo>
                    <a:pt x="27030" y="85028"/>
                  </a:lnTo>
                  <a:lnTo>
                    <a:pt x="12961" y="75544"/>
                  </a:lnTo>
                  <a:lnTo>
                    <a:pt x="3477" y="61476"/>
                  </a:lnTo>
                  <a:lnTo>
                    <a:pt x="0" y="44246"/>
                  </a:lnTo>
                  <a:lnTo>
                    <a:pt x="3477" y="27024"/>
                  </a:lnTo>
                  <a:lnTo>
                    <a:pt x="12961" y="12960"/>
                  </a:lnTo>
                  <a:lnTo>
                    <a:pt x="27030" y="3477"/>
                  </a:lnTo>
                  <a:lnTo>
                    <a:pt x="44259" y="0"/>
                  </a:lnTo>
                  <a:lnTo>
                    <a:pt x="61490" y="3477"/>
                  </a:lnTo>
                  <a:lnTo>
                    <a:pt x="75563" y="12960"/>
                  </a:lnTo>
                  <a:lnTo>
                    <a:pt x="85052" y="27024"/>
                  </a:lnTo>
                  <a:lnTo>
                    <a:pt x="88531" y="44246"/>
                  </a:lnTo>
                  <a:lnTo>
                    <a:pt x="85052" y="61476"/>
                  </a:lnTo>
                  <a:lnTo>
                    <a:pt x="75563" y="75544"/>
                  </a:lnTo>
                  <a:lnTo>
                    <a:pt x="61490" y="85028"/>
                  </a:lnTo>
                  <a:lnTo>
                    <a:pt x="44259" y="88506"/>
                  </a:lnTo>
                  <a:close/>
                </a:path>
              </a:pathLst>
            </a:custGeom>
            <a:solidFill>
              <a:srgbClr val="FFFFFF"/>
            </a:solidFill>
          </p:spPr>
          <p:txBody>
            <a:bodyPr wrap="square" lIns="0" tIns="0" rIns="0" bIns="0" rtlCol="0"/>
            <a:lstStyle/>
            <a:p>
              <a:endParaRPr/>
            </a:p>
          </p:txBody>
        </p:sp>
        <p:sp>
          <p:nvSpPr>
            <p:cNvPr id="51" name="object 51"/>
            <p:cNvSpPr/>
            <p:nvPr/>
          </p:nvSpPr>
          <p:spPr>
            <a:xfrm>
              <a:off x="2587586" y="1807540"/>
              <a:ext cx="88900" cy="88900"/>
            </a:xfrm>
            <a:custGeom>
              <a:avLst/>
              <a:gdLst/>
              <a:ahLst/>
              <a:cxnLst/>
              <a:rect l="l" t="t" r="r" b="b"/>
              <a:pathLst>
                <a:path w="88900" h="88900">
                  <a:moveTo>
                    <a:pt x="88531" y="44246"/>
                  </a:moveTo>
                  <a:lnTo>
                    <a:pt x="85052" y="61476"/>
                  </a:lnTo>
                  <a:lnTo>
                    <a:pt x="75563" y="75544"/>
                  </a:lnTo>
                  <a:lnTo>
                    <a:pt x="61490" y="85028"/>
                  </a:lnTo>
                  <a:lnTo>
                    <a:pt x="44259" y="88506"/>
                  </a:lnTo>
                  <a:lnTo>
                    <a:pt x="27030" y="85028"/>
                  </a:lnTo>
                  <a:lnTo>
                    <a:pt x="12961" y="75544"/>
                  </a:lnTo>
                  <a:lnTo>
                    <a:pt x="3477" y="61476"/>
                  </a:lnTo>
                  <a:lnTo>
                    <a:pt x="0" y="44246"/>
                  </a:lnTo>
                  <a:lnTo>
                    <a:pt x="3477" y="27024"/>
                  </a:lnTo>
                  <a:lnTo>
                    <a:pt x="12961" y="12960"/>
                  </a:lnTo>
                  <a:lnTo>
                    <a:pt x="27030" y="3477"/>
                  </a:lnTo>
                  <a:lnTo>
                    <a:pt x="44259" y="0"/>
                  </a:lnTo>
                  <a:lnTo>
                    <a:pt x="61490" y="3477"/>
                  </a:lnTo>
                  <a:lnTo>
                    <a:pt x="75563" y="12960"/>
                  </a:lnTo>
                  <a:lnTo>
                    <a:pt x="85052" y="27024"/>
                  </a:lnTo>
                  <a:lnTo>
                    <a:pt x="88531" y="44246"/>
                  </a:lnTo>
                </a:path>
              </a:pathLst>
            </a:custGeom>
            <a:ln w="17703">
              <a:solidFill>
                <a:srgbClr val="000000"/>
              </a:solidFill>
            </a:ln>
          </p:spPr>
          <p:txBody>
            <a:bodyPr wrap="square" lIns="0" tIns="0" rIns="0" bIns="0" rtlCol="0"/>
            <a:lstStyle/>
            <a:p>
              <a:endParaRPr/>
            </a:p>
          </p:txBody>
        </p:sp>
        <p:pic>
          <p:nvPicPr>
            <p:cNvPr id="52" name="object 52"/>
            <p:cNvPicPr/>
            <p:nvPr/>
          </p:nvPicPr>
          <p:blipFill>
            <a:blip r:embed="rId4" cstate="print"/>
            <a:stretch>
              <a:fillRect/>
            </a:stretch>
          </p:blipFill>
          <p:spPr>
            <a:xfrm>
              <a:off x="3003676" y="1798688"/>
              <a:ext cx="106235" cy="106210"/>
            </a:xfrm>
            <a:prstGeom prst="rect">
              <a:avLst/>
            </a:prstGeom>
          </p:spPr>
        </p:pic>
        <p:sp>
          <p:nvSpPr>
            <p:cNvPr id="53" name="object 53"/>
            <p:cNvSpPr/>
            <p:nvPr/>
          </p:nvSpPr>
          <p:spPr>
            <a:xfrm>
              <a:off x="2800057" y="1559699"/>
              <a:ext cx="88900" cy="88900"/>
            </a:xfrm>
            <a:custGeom>
              <a:avLst/>
              <a:gdLst/>
              <a:ahLst/>
              <a:cxnLst/>
              <a:rect l="l" t="t" r="r" b="b"/>
              <a:pathLst>
                <a:path w="88900" h="88900">
                  <a:moveTo>
                    <a:pt x="44272" y="88518"/>
                  </a:move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lnTo>
                    <a:pt x="85054" y="61488"/>
                  </a:lnTo>
                  <a:lnTo>
                    <a:pt x="75569" y="75557"/>
                  </a:lnTo>
                  <a:lnTo>
                    <a:pt x="61501" y="85041"/>
                  </a:lnTo>
                  <a:lnTo>
                    <a:pt x="44272" y="88518"/>
                  </a:lnTo>
                  <a:close/>
                </a:path>
              </a:pathLst>
            </a:custGeom>
            <a:solidFill>
              <a:srgbClr val="FFFFFF"/>
            </a:solidFill>
          </p:spPr>
          <p:txBody>
            <a:bodyPr wrap="square" lIns="0" tIns="0" rIns="0" bIns="0" rtlCol="0"/>
            <a:lstStyle/>
            <a:p>
              <a:endParaRPr/>
            </a:p>
          </p:txBody>
        </p:sp>
        <p:sp>
          <p:nvSpPr>
            <p:cNvPr id="54" name="object 54"/>
            <p:cNvSpPr/>
            <p:nvPr/>
          </p:nvSpPr>
          <p:spPr>
            <a:xfrm>
              <a:off x="2800057" y="1559699"/>
              <a:ext cx="88900" cy="88900"/>
            </a:xfrm>
            <a:custGeom>
              <a:avLst/>
              <a:gdLst/>
              <a:ahLst/>
              <a:cxnLst/>
              <a:rect l="l" t="t" r="r" b="b"/>
              <a:pathLst>
                <a:path w="88900" h="88900">
                  <a:moveTo>
                    <a:pt x="88531" y="44259"/>
                  </a:moveTo>
                  <a:lnTo>
                    <a:pt x="85054" y="61488"/>
                  </a:lnTo>
                  <a:lnTo>
                    <a:pt x="75569" y="75557"/>
                  </a:lnTo>
                  <a:lnTo>
                    <a:pt x="61501" y="85041"/>
                  </a:lnTo>
                  <a:lnTo>
                    <a:pt x="44272" y="88518"/>
                  </a:ln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path>
              </a:pathLst>
            </a:custGeom>
            <a:ln w="17703">
              <a:solidFill>
                <a:srgbClr val="000000"/>
              </a:solidFill>
            </a:ln>
          </p:spPr>
          <p:txBody>
            <a:bodyPr wrap="square" lIns="0" tIns="0" rIns="0" bIns="0" rtlCol="0"/>
            <a:lstStyle/>
            <a:p>
              <a:endParaRPr/>
            </a:p>
          </p:txBody>
        </p:sp>
        <p:sp>
          <p:nvSpPr>
            <p:cNvPr id="55" name="object 55"/>
            <p:cNvSpPr/>
            <p:nvPr/>
          </p:nvSpPr>
          <p:spPr>
            <a:xfrm>
              <a:off x="3649954" y="1807540"/>
              <a:ext cx="88900" cy="88900"/>
            </a:xfrm>
            <a:custGeom>
              <a:avLst/>
              <a:gdLst/>
              <a:ahLst/>
              <a:cxnLst/>
              <a:rect l="l" t="t" r="r" b="b"/>
              <a:pathLst>
                <a:path w="88900" h="88900">
                  <a:moveTo>
                    <a:pt x="44272" y="88506"/>
                  </a:moveTo>
                  <a:lnTo>
                    <a:pt x="27040" y="85028"/>
                  </a:lnTo>
                  <a:lnTo>
                    <a:pt x="12968" y="75544"/>
                  </a:lnTo>
                  <a:lnTo>
                    <a:pt x="3479" y="61476"/>
                  </a:lnTo>
                  <a:lnTo>
                    <a:pt x="0" y="44246"/>
                  </a:lnTo>
                  <a:lnTo>
                    <a:pt x="3479" y="27024"/>
                  </a:lnTo>
                  <a:lnTo>
                    <a:pt x="12968" y="12960"/>
                  </a:lnTo>
                  <a:lnTo>
                    <a:pt x="27040" y="3477"/>
                  </a:lnTo>
                  <a:lnTo>
                    <a:pt x="44272" y="0"/>
                  </a:lnTo>
                  <a:lnTo>
                    <a:pt x="61501" y="3477"/>
                  </a:lnTo>
                  <a:lnTo>
                    <a:pt x="75569" y="12960"/>
                  </a:lnTo>
                  <a:lnTo>
                    <a:pt x="85054" y="27024"/>
                  </a:lnTo>
                  <a:lnTo>
                    <a:pt x="88531" y="44246"/>
                  </a:lnTo>
                  <a:lnTo>
                    <a:pt x="85054" y="61476"/>
                  </a:lnTo>
                  <a:lnTo>
                    <a:pt x="75569" y="75544"/>
                  </a:lnTo>
                  <a:lnTo>
                    <a:pt x="61501" y="85028"/>
                  </a:lnTo>
                  <a:lnTo>
                    <a:pt x="44272" y="88506"/>
                  </a:lnTo>
                  <a:close/>
                </a:path>
              </a:pathLst>
            </a:custGeom>
            <a:solidFill>
              <a:srgbClr val="FFFFFF"/>
            </a:solidFill>
          </p:spPr>
          <p:txBody>
            <a:bodyPr wrap="square" lIns="0" tIns="0" rIns="0" bIns="0" rtlCol="0"/>
            <a:lstStyle/>
            <a:p>
              <a:endParaRPr/>
            </a:p>
          </p:txBody>
        </p:sp>
        <p:sp>
          <p:nvSpPr>
            <p:cNvPr id="56" name="object 56"/>
            <p:cNvSpPr/>
            <p:nvPr/>
          </p:nvSpPr>
          <p:spPr>
            <a:xfrm>
              <a:off x="3649954" y="1807540"/>
              <a:ext cx="88900" cy="88900"/>
            </a:xfrm>
            <a:custGeom>
              <a:avLst/>
              <a:gdLst/>
              <a:ahLst/>
              <a:cxnLst/>
              <a:rect l="l" t="t" r="r" b="b"/>
              <a:pathLst>
                <a:path w="88900" h="88900">
                  <a:moveTo>
                    <a:pt x="88531" y="44246"/>
                  </a:moveTo>
                  <a:lnTo>
                    <a:pt x="85054" y="61476"/>
                  </a:lnTo>
                  <a:lnTo>
                    <a:pt x="75569" y="75544"/>
                  </a:lnTo>
                  <a:lnTo>
                    <a:pt x="61501" y="85028"/>
                  </a:lnTo>
                  <a:lnTo>
                    <a:pt x="44272" y="88506"/>
                  </a:lnTo>
                  <a:lnTo>
                    <a:pt x="27040" y="85028"/>
                  </a:lnTo>
                  <a:lnTo>
                    <a:pt x="12968" y="75544"/>
                  </a:lnTo>
                  <a:lnTo>
                    <a:pt x="3479" y="61476"/>
                  </a:lnTo>
                  <a:lnTo>
                    <a:pt x="0" y="44246"/>
                  </a:lnTo>
                  <a:lnTo>
                    <a:pt x="3479" y="27024"/>
                  </a:lnTo>
                  <a:lnTo>
                    <a:pt x="12968" y="12960"/>
                  </a:lnTo>
                  <a:lnTo>
                    <a:pt x="27040" y="3477"/>
                  </a:lnTo>
                  <a:lnTo>
                    <a:pt x="44272" y="0"/>
                  </a:lnTo>
                  <a:lnTo>
                    <a:pt x="61501" y="3477"/>
                  </a:lnTo>
                  <a:lnTo>
                    <a:pt x="75569" y="12960"/>
                  </a:lnTo>
                  <a:lnTo>
                    <a:pt x="85054" y="27024"/>
                  </a:lnTo>
                  <a:lnTo>
                    <a:pt x="88531" y="44246"/>
                  </a:lnTo>
                </a:path>
              </a:pathLst>
            </a:custGeom>
            <a:ln w="17703">
              <a:solidFill>
                <a:srgbClr val="000000"/>
              </a:solidFill>
            </a:ln>
          </p:spPr>
          <p:txBody>
            <a:bodyPr wrap="square" lIns="0" tIns="0" rIns="0" bIns="0" rtlCol="0"/>
            <a:lstStyle/>
            <a:p>
              <a:endParaRPr/>
            </a:p>
          </p:txBody>
        </p:sp>
        <p:pic>
          <p:nvPicPr>
            <p:cNvPr id="57" name="object 57"/>
            <p:cNvPicPr/>
            <p:nvPr/>
          </p:nvPicPr>
          <p:blipFill>
            <a:blip r:embed="rId5" cstate="print"/>
            <a:stretch>
              <a:fillRect/>
            </a:stretch>
          </p:blipFill>
          <p:spPr>
            <a:xfrm>
              <a:off x="4066057" y="1798688"/>
              <a:ext cx="106235" cy="106210"/>
            </a:xfrm>
            <a:prstGeom prst="rect">
              <a:avLst/>
            </a:prstGeom>
          </p:spPr>
        </p:pic>
        <p:sp>
          <p:nvSpPr>
            <p:cNvPr id="58" name="object 58"/>
            <p:cNvSpPr/>
            <p:nvPr/>
          </p:nvSpPr>
          <p:spPr>
            <a:xfrm>
              <a:off x="3862438" y="1559699"/>
              <a:ext cx="88900" cy="88900"/>
            </a:xfrm>
            <a:custGeom>
              <a:avLst/>
              <a:gdLst/>
              <a:ahLst/>
              <a:cxnLst/>
              <a:rect l="l" t="t" r="r" b="b"/>
              <a:pathLst>
                <a:path w="88900" h="88900">
                  <a:moveTo>
                    <a:pt x="44259" y="88518"/>
                  </a:move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lnTo>
                    <a:pt x="85052" y="61488"/>
                  </a:lnTo>
                  <a:lnTo>
                    <a:pt x="75563" y="75557"/>
                  </a:lnTo>
                  <a:lnTo>
                    <a:pt x="61490" y="85041"/>
                  </a:lnTo>
                  <a:lnTo>
                    <a:pt x="44259" y="88518"/>
                  </a:lnTo>
                  <a:close/>
                </a:path>
              </a:pathLst>
            </a:custGeom>
            <a:solidFill>
              <a:srgbClr val="FFFFFF"/>
            </a:solidFill>
          </p:spPr>
          <p:txBody>
            <a:bodyPr wrap="square" lIns="0" tIns="0" rIns="0" bIns="0" rtlCol="0"/>
            <a:lstStyle/>
            <a:p>
              <a:endParaRPr/>
            </a:p>
          </p:txBody>
        </p:sp>
        <p:sp>
          <p:nvSpPr>
            <p:cNvPr id="59" name="object 59"/>
            <p:cNvSpPr/>
            <p:nvPr/>
          </p:nvSpPr>
          <p:spPr>
            <a:xfrm>
              <a:off x="3862438" y="1559699"/>
              <a:ext cx="88900" cy="88900"/>
            </a:xfrm>
            <a:custGeom>
              <a:avLst/>
              <a:gdLst/>
              <a:ahLst/>
              <a:cxnLst/>
              <a:rect l="l" t="t" r="r" b="b"/>
              <a:pathLst>
                <a:path w="88900" h="88900">
                  <a:moveTo>
                    <a:pt x="88531" y="44259"/>
                  </a:moveTo>
                  <a:lnTo>
                    <a:pt x="85052" y="61488"/>
                  </a:lnTo>
                  <a:lnTo>
                    <a:pt x="75563" y="75557"/>
                  </a:lnTo>
                  <a:lnTo>
                    <a:pt x="61490" y="85041"/>
                  </a:lnTo>
                  <a:lnTo>
                    <a:pt x="44259" y="88518"/>
                  </a:lnTo>
                  <a:lnTo>
                    <a:pt x="27030" y="85041"/>
                  </a:lnTo>
                  <a:lnTo>
                    <a:pt x="12961" y="75557"/>
                  </a:lnTo>
                  <a:lnTo>
                    <a:pt x="3477" y="61488"/>
                  </a:lnTo>
                  <a:lnTo>
                    <a:pt x="0" y="44259"/>
                  </a:lnTo>
                  <a:lnTo>
                    <a:pt x="3477" y="27030"/>
                  </a:lnTo>
                  <a:lnTo>
                    <a:pt x="12961" y="12961"/>
                  </a:lnTo>
                  <a:lnTo>
                    <a:pt x="27030" y="3477"/>
                  </a:lnTo>
                  <a:lnTo>
                    <a:pt x="44259" y="0"/>
                  </a:lnTo>
                  <a:lnTo>
                    <a:pt x="61490" y="3477"/>
                  </a:lnTo>
                  <a:lnTo>
                    <a:pt x="75563" y="12961"/>
                  </a:lnTo>
                  <a:lnTo>
                    <a:pt x="85052" y="27030"/>
                  </a:lnTo>
                  <a:lnTo>
                    <a:pt x="88531" y="44259"/>
                  </a:lnTo>
                </a:path>
              </a:pathLst>
            </a:custGeom>
            <a:ln w="17703">
              <a:solidFill>
                <a:srgbClr val="000000"/>
              </a:solidFill>
            </a:ln>
          </p:spPr>
          <p:txBody>
            <a:bodyPr wrap="square" lIns="0" tIns="0" rIns="0" bIns="0" rtlCol="0"/>
            <a:lstStyle/>
            <a:p>
              <a:endParaRPr/>
            </a:p>
          </p:txBody>
        </p:sp>
        <p:sp>
          <p:nvSpPr>
            <p:cNvPr id="60" name="object 60"/>
            <p:cNvSpPr/>
            <p:nvPr/>
          </p:nvSpPr>
          <p:spPr>
            <a:xfrm>
              <a:off x="4712334" y="1807540"/>
              <a:ext cx="88900" cy="88900"/>
            </a:xfrm>
            <a:custGeom>
              <a:avLst/>
              <a:gdLst/>
              <a:ahLst/>
              <a:cxnLst/>
              <a:rect l="l" t="t" r="r" b="b"/>
              <a:pathLst>
                <a:path w="88900" h="88900">
                  <a:moveTo>
                    <a:pt x="44259" y="88506"/>
                  </a:moveTo>
                  <a:lnTo>
                    <a:pt x="27030" y="85028"/>
                  </a:lnTo>
                  <a:lnTo>
                    <a:pt x="12961" y="75544"/>
                  </a:lnTo>
                  <a:lnTo>
                    <a:pt x="3477" y="61476"/>
                  </a:lnTo>
                  <a:lnTo>
                    <a:pt x="0" y="44246"/>
                  </a:lnTo>
                  <a:lnTo>
                    <a:pt x="3477" y="27024"/>
                  </a:lnTo>
                  <a:lnTo>
                    <a:pt x="12961" y="12960"/>
                  </a:lnTo>
                  <a:lnTo>
                    <a:pt x="27030" y="3477"/>
                  </a:lnTo>
                  <a:lnTo>
                    <a:pt x="44259" y="0"/>
                  </a:lnTo>
                  <a:lnTo>
                    <a:pt x="61490" y="3477"/>
                  </a:lnTo>
                  <a:lnTo>
                    <a:pt x="75563" y="12960"/>
                  </a:lnTo>
                  <a:lnTo>
                    <a:pt x="85052" y="27024"/>
                  </a:lnTo>
                  <a:lnTo>
                    <a:pt x="88531" y="44246"/>
                  </a:lnTo>
                  <a:lnTo>
                    <a:pt x="85052" y="61476"/>
                  </a:lnTo>
                  <a:lnTo>
                    <a:pt x="75563" y="75544"/>
                  </a:lnTo>
                  <a:lnTo>
                    <a:pt x="61490" y="85028"/>
                  </a:lnTo>
                  <a:lnTo>
                    <a:pt x="44259" y="88506"/>
                  </a:lnTo>
                  <a:close/>
                </a:path>
              </a:pathLst>
            </a:custGeom>
            <a:solidFill>
              <a:srgbClr val="FFFFFF"/>
            </a:solidFill>
          </p:spPr>
          <p:txBody>
            <a:bodyPr wrap="square" lIns="0" tIns="0" rIns="0" bIns="0" rtlCol="0"/>
            <a:lstStyle/>
            <a:p>
              <a:endParaRPr/>
            </a:p>
          </p:txBody>
        </p:sp>
        <p:sp>
          <p:nvSpPr>
            <p:cNvPr id="61" name="object 61"/>
            <p:cNvSpPr/>
            <p:nvPr/>
          </p:nvSpPr>
          <p:spPr>
            <a:xfrm>
              <a:off x="4712334" y="1807540"/>
              <a:ext cx="88900" cy="88900"/>
            </a:xfrm>
            <a:custGeom>
              <a:avLst/>
              <a:gdLst/>
              <a:ahLst/>
              <a:cxnLst/>
              <a:rect l="l" t="t" r="r" b="b"/>
              <a:pathLst>
                <a:path w="88900" h="88900">
                  <a:moveTo>
                    <a:pt x="88531" y="44246"/>
                  </a:moveTo>
                  <a:lnTo>
                    <a:pt x="85052" y="61476"/>
                  </a:lnTo>
                  <a:lnTo>
                    <a:pt x="75563" y="75544"/>
                  </a:lnTo>
                  <a:lnTo>
                    <a:pt x="61490" y="85028"/>
                  </a:lnTo>
                  <a:lnTo>
                    <a:pt x="44259" y="88506"/>
                  </a:lnTo>
                  <a:lnTo>
                    <a:pt x="27030" y="85028"/>
                  </a:lnTo>
                  <a:lnTo>
                    <a:pt x="12961" y="75544"/>
                  </a:lnTo>
                  <a:lnTo>
                    <a:pt x="3477" y="61476"/>
                  </a:lnTo>
                  <a:lnTo>
                    <a:pt x="0" y="44246"/>
                  </a:lnTo>
                  <a:lnTo>
                    <a:pt x="3477" y="27024"/>
                  </a:lnTo>
                  <a:lnTo>
                    <a:pt x="12961" y="12960"/>
                  </a:lnTo>
                  <a:lnTo>
                    <a:pt x="27030" y="3477"/>
                  </a:lnTo>
                  <a:lnTo>
                    <a:pt x="44259" y="0"/>
                  </a:lnTo>
                  <a:lnTo>
                    <a:pt x="61490" y="3477"/>
                  </a:lnTo>
                  <a:lnTo>
                    <a:pt x="75563" y="12960"/>
                  </a:lnTo>
                  <a:lnTo>
                    <a:pt x="85052" y="27024"/>
                  </a:lnTo>
                  <a:lnTo>
                    <a:pt x="88531" y="44246"/>
                  </a:lnTo>
                </a:path>
              </a:pathLst>
            </a:custGeom>
            <a:ln w="17703">
              <a:solidFill>
                <a:srgbClr val="000000"/>
              </a:solidFill>
            </a:ln>
          </p:spPr>
          <p:txBody>
            <a:bodyPr wrap="square" lIns="0" tIns="0" rIns="0" bIns="0" rtlCol="0"/>
            <a:lstStyle/>
            <a:p>
              <a:endParaRPr/>
            </a:p>
          </p:txBody>
        </p:sp>
        <p:pic>
          <p:nvPicPr>
            <p:cNvPr id="62" name="object 62"/>
            <p:cNvPicPr/>
            <p:nvPr/>
          </p:nvPicPr>
          <p:blipFill>
            <a:blip r:embed="rId4" cstate="print"/>
            <a:stretch>
              <a:fillRect/>
            </a:stretch>
          </p:blipFill>
          <p:spPr>
            <a:xfrm>
              <a:off x="5128424" y="1798688"/>
              <a:ext cx="106235" cy="106210"/>
            </a:xfrm>
            <a:prstGeom prst="rect">
              <a:avLst/>
            </a:prstGeom>
          </p:spPr>
        </p:pic>
        <p:sp>
          <p:nvSpPr>
            <p:cNvPr id="63" name="object 63"/>
            <p:cNvSpPr/>
            <p:nvPr/>
          </p:nvSpPr>
          <p:spPr>
            <a:xfrm>
              <a:off x="4924805" y="1559699"/>
              <a:ext cx="88900" cy="88900"/>
            </a:xfrm>
            <a:custGeom>
              <a:avLst/>
              <a:gdLst/>
              <a:ahLst/>
              <a:cxnLst/>
              <a:rect l="l" t="t" r="r" b="b"/>
              <a:pathLst>
                <a:path w="88900" h="88900">
                  <a:moveTo>
                    <a:pt x="44272" y="88518"/>
                  </a:move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lnTo>
                    <a:pt x="85054" y="61488"/>
                  </a:lnTo>
                  <a:lnTo>
                    <a:pt x="75569" y="75557"/>
                  </a:lnTo>
                  <a:lnTo>
                    <a:pt x="61501" y="85041"/>
                  </a:lnTo>
                  <a:lnTo>
                    <a:pt x="44272" y="88518"/>
                  </a:lnTo>
                  <a:close/>
                </a:path>
              </a:pathLst>
            </a:custGeom>
            <a:solidFill>
              <a:srgbClr val="FFFFFF"/>
            </a:solidFill>
          </p:spPr>
          <p:txBody>
            <a:bodyPr wrap="square" lIns="0" tIns="0" rIns="0" bIns="0" rtlCol="0"/>
            <a:lstStyle/>
            <a:p>
              <a:endParaRPr/>
            </a:p>
          </p:txBody>
        </p:sp>
        <p:sp>
          <p:nvSpPr>
            <p:cNvPr id="64" name="object 64"/>
            <p:cNvSpPr/>
            <p:nvPr/>
          </p:nvSpPr>
          <p:spPr>
            <a:xfrm>
              <a:off x="4924805" y="1559699"/>
              <a:ext cx="88900" cy="88900"/>
            </a:xfrm>
            <a:custGeom>
              <a:avLst/>
              <a:gdLst/>
              <a:ahLst/>
              <a:cxnLst/>
              <a:rect l="l" t="t" r="r" b="b"/>
              <a:pathLst>
                <a:path w="88900" h="88900">
                  <a:moveTo>
                    <a:pt x="88531" y="44259"/>
                  </a:moveTo>
                  <a:lnTo>
                    <a:pt x="85054" y="61488"/>
                  </a:lnTo>
                  <a:lnTo>
                    <a:pt x="75569" y="75557"/>
                  </a:lnTo>
                  <a:lnTo>
                    <a:pt x="61501" y="85041"/>
                  </a:lnTo>
                  <a:lnTo>
                    <a:pt x="44272" y="88518"/>
                  </a:lnTo>
                  <a:lnTo>
                    <a:pt x="27040" y="85041"/>
                  </a:lnTo>
                  <a:lnTo>
                    <a:pt x="12968" y="75557"/>
                  </a:lnTo>
                  <a:lnTo>
                    <a:pt x="3479" y="61488"/>
                  </a:lnTo>
                  <a:lnTo>
                    <a:pt x="0" y="44259"/>
                  </a:lnTo>
                  <a:lnTo>
                    <a:pt x="3479" y="27030"/>
                  </a:lnTo>
                  <a:lnTo>
                    <a:pt x="12968" y="12961"/>
                  </a:lnTo>
                  <a:lnTo>
                    <a:pt x="27040" y="3477"/>
                  </a:lnTo>
                  <a:lnTo>
                    <a:pt x="44272" y="0"/>
                  </a:lnTo>
                  <a:lnTo>
                    <a:pt x="61501" y="3477"/>
                  </a:lnTo>
                  <a:lnTo>
                    <a:pt x="75569" y="12961"/>
                  </a:lnTo>
                  <a:lnTo>
                    <a:pt x="85054" y="27030"/>
                  </a:lnTo>
                  <a:lnTo>
                    <a:pt x="88531" y="44259"/>
                  </a:lnTo>
                </a:path>
              </a:pathLst>
            </a:custGeom>
            <a:ln w="17703">
              <a:solidFill>
                <a:srgbClr val="000000"/>
              </a:solidFill>
            </a:ln>
          </p:spPr>
          <p:txBody>
            <a:bodyPr wrap="square" lIns="0" tIns="0" rIns="0" bIns="0" rtlCol="0"/>
            <a:lstStyle/>
            <a:p>
              <a:endParaRPr/>
            </a:p>
          </p:txBody>
        </p:sp>
        <p:pic>
          <p:nvPicPr>
            <p:cNvPr id="65" name="object 65"/>
            <p:cNvPicPr/>
            <p:nvPr/>
          </p:nvPicPr>
          <p:blipFill>
            <a:blip r:embed="rId5" cstate="print"/>
            <a:stretch>
              <a:fillRect/>
            </a:stretch>
          </p:blipFill>
          <p:spPr>
            <a:xfrm>
              <a:off x="8138490" y="2418270"/>
              <a:ext cx="106235" cy="106210"/>
            </a:xfrm>
            <a:prstGeom prst="rect">
              <a:avLst/>
            </a:prstGeom>
          </p:spPr>
        </p:pic>
        <p:pic>
          <p:nvPicPr>
            <p:cNvPr id="66" name="object 66"/>
            <p:cNvPicPr/>
            <p:nvPr/>
          </p:nvPicPr>
          <p:blipFill>
            <a:blip r:embed="rId6" cstate="print"/>
            <a:stretch>
              <a:fillRect/>
            </a:stretch>
          </p:blipFill>
          <p:spPr>
            <a:xfrm>
              <a:off x="1728838" y="665733"/>
              <a:ext cx="106235" cy="106222"/>
            </a:xfrm>
            <a:prstGeom prst="rect">
              <a:avLst/>
            </a:prstGeom>
          </p:spPr>
        </p:pic>
        <p:pic>
          <p:nvPicPr>
            <p:cNvPr id="67" name="object 67"/>
            <p:cNvPicPr/>
            <p:nvPr/>
          </p:nvPicPr>
          <p:blipFill>
            <a:blip r:embed="rId7" cstate="print"/>
            <a:stretch>
              <a:fillRect/>
            </a:stretch>
          </p:blipFill>
          <p:spPr>
            <a:xfrm>
              <a:off x="2791205" y="665733"/>
              <a:ext cx="106235" cy="106222"/>
            </a:xfrm>
            <a:prstGeom prst="rect">
              <a:avLst/>
            </a:prstGeom>
          </p:spPr>
        </p:pic>
        <p:pic>
          <p:nvPicPr>
            <p:cNvPr id="68" name="object 68"/>
            <p:cNvPicPr/>
            <p:nvPr/>
          </p:nvPicPr>
          <p:blipFill>
            <a:blip r:embed="rId6" cstate="print"/>
            <a:stretch>
              <a:fillRect/>
            </a:stretch>
          </p:blipFill>
          <p:spPr>
            <a:xfrm>
              <a:off x="3853586" y="665733"/>
              <a:ext cx="106235" cy="106222"/>
            </a:xfrm>
            <a:prstGeom prst="rect">
              <a:avLst/>
            </a:prstGeom>
          </p:spPr>
        </p:pic>
        <p:pic>
          <p:nvPicPr>
            <p:cNvPr id="69" name="object 69"/>
            <p:cNvPicPr/>
            <p:nvPr/>
          </p:nvPicPr>
          <p:blipFill>
            <a:blip r:embed="rId8" cstate="print"/>
            <a:stretch>
              <a:fillRect/>
            </a:stretch>
          </p:blipFill>
          <p:spPr>
            <a:xfrm>
              <a:off x="4915954" y="665733"/>
              <a:ext cx="106235" cy="106222"/>
            </a:xfrm>
            <a:prstGeom prst="rect">
              <a:avLst/>
            </a:prstGeom>
          </p:spPr>
        </p:pic>
        <p:pic>
          <p:nvPicPr>
            <p:cNvPr id="70" name="object 70"/>
            <p:cNvPicPr/>
            <p:nvPr/>
          </p:nvPicPr>
          <p:blipFill>
            <a:blip r:embed="rId9" cstate="print"/>
            <a:stretch>
              <a:fillRect/>
            </a:stretch>
          </p:blipFill>
          <p:spPr>
            <a:xfrm>
              <a:off x="3003676" y="2135022"/>
              <a:ext cx="106235" cy="106222"/>
            </a:xfrm>
            <a:prstGeom prst="rect">
              <a:avLst/>
            </a:prstGeom>
          </p:spPr>
        </p:pic>
        <p:pic>
          <p:nvPicPr>
            <p:cNvPr id="71" name="object 71"/>
            <p:cNvPicPr/>
            <p:nvPr/>
          </p:nvPicPr>
          <p:blipFill>
            <a:blip r:embed="rId10" cstate="print"/>
            <a:stretch>
              <a:fillRect/>
            </a:stretch>
          </p:blipFill>
          <p:spPr>
            <a:xfrm>
              <a:off x="2578735" y="2683802"/>
              <a:ext cx="106235" cy="106210"/>
            </a:xfrm>
            <a:prstGeom prst="rect">
              <a:avLst/>
            </a:prstGeom>
          </p:spPr>
        </p:pic>
        <p:pic>
          <p:nvPicPr>
            <p:cNvPr id="72" name="object 72"/>
            <p:cNvPicPr/>
            <p:nvPr/>
          </p:nvPicPr>
          <p:blipFill>
            <a:blip r:embed="rId11" cstate="print"/>
            <a:stretch>
              <a:fillRect/>
            </a:stretch>
          </p:blipFill>
          <p:spPr>
            <a:xfrm>
              <a:off x="3641102" y="2683802"/>
              <a:ext cx="106235" cy="106210"/>
            </a:xfrm>
            <a:prstGeom prst="rect">
              <a:avLst/>
            </a:prstGeom>
          </p:spPr>
        </p:pic>
        <p:pic>
          <p:nvPicPr>
            <p:cNvPr id="73" name="object 73"/>
            <p:cNvPicPr/>
            <p:nvPr/>
          </p:nvPicPr>
          <p:blipFill>
            <a:blip r:embed="rId12" cstate="print"/>
            <a:stretch>
              <a:fillRect/>
            </a:stretch>
          </p:blipFill>
          <p:spPr>
            <a:xfrm>
              <a:off x="4066057" y="2135022"/>
              <a:ext cx="106235" cy="106222"/>
            </a:xfrm>
            <a:prstGeom prst="rect">
              <a:avLst/>
            </a:prstGeom>
          </p:spPr>
        </p:pic>
        <p:pic>
          <p:nvPicPr>
            <p:cNvPr id="74" name="object 74"/>
            <p:cNvPicPr/>
            <p:nvPr/>
          </p:nvPicPr>
          <p:blipFill>
            <a:blip r:embed="rId13" cstate="print"/>
            <a:stretch>
              <a:fillRect/>
            </a:stretch>
          </p:blipFill>
          <p:spPr>
            <a:xfrm>
              <a:off x="4703483" y="2683802"/>
              <a:ext cx="106235" cy="106210"/>
            </a:xfrm>
            <a:prstGeom prst="rect">
              <a:avLst/>
            </a:prstGeom>
          </p:spPr>
        </p:pic>
        <p:pic>
          <p:nvPicPr>
            <p:cNvPr id="75" name="object 75"/>
            <p:cNvPicPr/>
            <p:nvPr/>
          </p:nvPicPr>
          <p:blipFill>
            <a:blip r:embed="rId9" cstate="print"/>
            <a:stretch>
              <a:fillRect/>
            </a:stretch>
          </p:blipFill>
          <p:spPr>
            <a:xfrm>
              <a:off x="5128424" y="2135022"/>
              <a:ext cx="106235" cy="106222"/>
            </a:xfrm>
            <a:prstGeom prst="rect">
              <a:avLst/>
            </a:prstGeom>
          </p:spPr>
        </p:pic>
        <p:pic>
          <p:nvPicPr>
            <p:cNvPr id="76" name="object 76"/>
            <p:cNvPicPr/>
            <p:nvPr/>
          </p:nvPicPr>
          <p:blipFill>
            <a:blip r:embed="rId14" cstate="print"/>
            <a:stretch>
              <a:fillRect/>
            </a:stretch>
          </p:blipFill>
          <p:spPr>
            <a:xfrm>
              <a:off x="6297040" y="2135022"/>
              <a:ext cx="106235" cy="106222"/>
            </a:xfrm>
            <a:prstGeom prst="rect">
              <a:avLst/>
            </a:prstGeom>
          </p:spPr>
        </p:pic>
        <p:pic>
          <p:nvPicPr>
            <p:cNvPr id="77" name="object 77"/>
            <p:cNvPicPr/>
            <p:nvPr/>
          </p:nvPicPr>
          <p:blipFill>
            <a:blip r:embed="rId11" cstate="print"/>
            <a:stretch>
              <a:fillRect/>
            </a:stretch>
          </p:blipFill>
          <p:spPr>
            <a:xfrm>
              <a:off x="6314744" y="2683802"/>
              <a:ext cx="106235" cy="106210"/>
            </a:xfrm>
            <a:prstGeom prst="rect">
              <a:avLst/>
            </a:prstGeom>
          </p:spPr>
        </p:pic>
        <p:pic>
          <p:nvPicPr>
            <p:cNvPr id="78" name="object 78"/>
            <p:cNvPicPr/>
            <p:nvPr/>
          </p:nvPicPr>
          <p:blipFill>
            <a:blip r:embed="rId15" cstate="print"/>
            <a:stretch>
              <a:fillRect/>
            </a:stretch>
          </p:blipFill>
          <p:spPr>
            <a:xfrm>
              <a:off x="7784363" y="2418270"/>
              <a:ext cx="106235" cy="106210"/>
            </a:xfrm>
            <a:prstGeom prst="rect">
              <a:avLst/>
            </a:prstGeom>
          </p:spPr>
        </p:pic>
        <p:sp>
          <p:nvSpPr>
            <p:cNvPr id="79" name="object 79"/>
            <p:cNvSpPr/>
            <p:nvPr/>
          </p:nvSpPr>
          <p:spPr>
            <a:xfrm>
              <a:off x="1560626" y="1630514"/>
              <a:ext cx="3399790" cy="177165"/>
            </a:xfrm>
            <a:custGeom>
              <a:avLst/>
              <a:gdLst/>
              <a:ahLst/>
              <a:cxnLst/>
              <a:rect l="l" t="t" r="r" b="b"/>
              <a:pathLst>
                <a:path w="3399790" h="177164">
                  <a:moveTo>
                    <a:pt x="3399586" y="0"/>
                  </a:moveTo>
                  <a:lnTo>
                    <a:pt x="3187115" y="177025"/>
                  </a:lnTo>
                </a:path>
                <a:path w="3399790" h="177164">
                  <a:moveTo>
                    <a:pt x="2337219" y="0"/>
                  </a:moveTo>
                  <a:lnTo>
                    <a:pt x="2124748" y="177025"/>
                  </a:lnTo>
                </a:path>
                <a:path w="3399790" h="177164">
                  <a:moveTo>
                    <a:pt x="1274851" y="0"/>
                  </a:moveTo>
                  <a:lnTo>
                    <a:pt x="1062367" y="177025"/>
                  </a:lnTo>
                </a:path>
                <a:path w="3399790" h="177164">
                  <a:moveTo>
                    <a:pt x="212471" y="0"/>
                  </a:moveTo>
                  <a:lnTo>
                    <a:pt x="0" y="177025"/>
                  </a:lnTo>
                </a:path>
              </a:pathLst>
            </a:custGeom>
            <a:ln w="17703">
              <a:solidFill>
                <a:srgbClr val="000000"/>
              </a:solidFill>
            </a:ln>
          </p:spPr>
          <p:txBody>
            <a:bodyPr wrap="square" lIns="0" tIns="0" rIns="0" bIns="0" rtlCol="0"/>
            <a:lstStyle/>
            <a:p>
              <a:endParaRPr/>
            </a:p>
          </p:txBody>
        </p:sp>
        <p:sp>
          <p:nvSpPr>
            <p:cNvPr id="80" name="object 80"/>
            <p:cNvSpPr/>
            <p:nvPr/>
          </p:nvSpPr>
          <p:spPr>
            <a:xfrm>
              <a:off x="1578330" y="320547"/>
              <a:ext cx="3204845" cy="584200"/>
            </a:xfrm>
            <a:custGeom>
              <a:avLst/>
              <a:gdLst/>
              <a:ahLst/>
              <a:cxnLst/>
              <a:rect l="l" t="t" r="r" b="b"/>
              <a:pathLst>
                <a:path w="3204845" h="584200">
                  <a:moveTo>
                    <a:pt x="17703" y="513359"/>
                  </a:moveTo>
                  <a:lnTo>
                    <a:pt x="0" y="495655"/>
                  </a:lnTo>
                  <a:lnTo>
                    <a:pt x="0" y="584174"/>
                  </a:lnTo>
                  <a:lnTo>
                    <a:pt x="17703" y="584174"/>
                  </a:lnTo>
                  <a:lnTo>
                    <a:pt x="17703" y="513359"/>
                  </a:lnTo>
                  <a:close/>
                </a:path>
                <a:path w="3204845" h="584200">
                  <a:moveTo>
                    <a:pt x="17703" y="389445"/>
                  </a:moveTo>
                  <a:lnTo>
                    <a:pt x="0" y="371741"/>
                  </a:lnTo>
                  <a:lnTo>
                    <a:pt x="0" y="460248"/>
                  </a:lnTo>
                  <a:lnTo>
                    <a:pt x="17703" y="460248"/>
                  </a:lnTo>
                  <a:lnTo>
                    <a:pt x="17703" y="389445"/>
                  </a:lnTo>
                  <a:close/>
                </a:path>
                <a:path w="3204845" h="584200">
                  <a:moveTo>
                    <a:pt x="17703" y="265531"/>
                  </a:moveTo>
                  <a:lnTo>
                    <a:pt x="0" y="247827"/>
                  </a:lnTo>
                  <a:lnTo>
                    <a:pt x="0" y="336334"/>
                  </a:lnTo>
                  <a:lnTo>
                    <a:pt x="17703" y="336334"/>
                  </a:lnTo>
                  <a:lnTo>
                    <a:pt x="17703" y="265531"/>
                  </a:lnTo>
                  <a:close/>
                </a:path>
                <a:path w="3204845" h="584200">
                  <a:moveTo>
                    <a:pt x="17703" y="141617"/>
                  </a:moveTo>
                  <a:lnTo>
                    <a:pt x="0" y="123913"/>
                  </a:lnTo>
                  <a:lnTo>
                    <a:pt x="0" y="212420"/>
                  </a:lnTo>
                  <a:lnTo>
                    <a:pt x="17703" y="212420"/>
                  </a:lnTo>
                  <a:lnTo>
                    <a:pt x="17703" y="141617"/>
                  </a:lnTo>
                  <a:close/>
                </a:path>
                <a:path w="3204845" h="584200">
                  <a:moveTo>
                    <a:pt x="17703" y="17691"/>
                  </a:moveTo>
                  <a:lnTo>
                    <a:pt x="0" y="17691"/>
                  </a:lnTo>
                  <a:lnTo>
                    <a:pt x="0" y="88506"/>
                  </a:lnTo>
                  <a:lnTo>
                    <a:pt x="17703" y="88506"/>
                  </a:lnTo>
                  <a:lnTo>
                    <a:pt x="17703" y="17691"/>
                  </a:lnTo>
                  <a:close/>
                </a:path>
                <a:path w="3204845" h="584200">
                  <a:moveTo>
                    <a:pt x="1097788" y="513359"/>
                  </a:moveTo>
                  <a:lnTo>
                    <a:pt x="1080084" y="495655"/>
                  </a:lnTo>
                  <a:lnTo>
                    <a:pt x="1080084" y="584174"/>
                  </a:lnTo>
                  <a:lnTo>
                    <a:pt x="1097788" y="584174"/>
                  </a:lnTo>
                  <a:lnTo>
                    <a:pt x="1097788" y="513359"/>
                  </a:lnTo>
                  <a:close/>
                </a:path>
                <a:path w="3204845" h="584200">
                  <a:moveTo>
                    <a:pt x="1097788" y="389445"/>
                  </a:moveTo>
                  <a:lnTo>
                    <a:pt x="1080084" y="371741"/>
                  </a:lnTo>
                  <a:lnTo>
                    <a:pt x="1080084" y="460248"/>
                  </a:lnTo>
                  <a:lnTo>
                    <a:pt x="1097788" y="460248"/>
                  </a:lnTo>
                  <a:lnTo>
                    <a:pt x="1097788" y="389445"/>
                  </a:lnTo>
                  <a:close/>
                </a:path>
                <a:path w="3204845" h="584200">
                  <a:moveTo>
                    <a:pt x="1097788" y="265531"/>
                  </a:moveTo>
                  <a:lnTo>
                    <a:pt x="1080084" y="247827"/>
                  </a:lnTo>
                  <a:lnTo>
                    <a:pt x="1080084" y="336334"/>
                  </a:lnTo>
                  <a:lnTo>
                    <a:pt x="1097788" y="336334"/>
                  </a:lnTo>
                  <a:lnTo>
                    <a:pt x="1097788" y="265531"/>
                  </a:lnTo>
                  <a:close/>
                </a:path>
                <a:path w="3204845" h="584200">
                  <a:moveTo>
                    <a:pt x="1097788" y="141617"/>
                  </a:moveTo>
                  <a:lnTo>
                    <a:pt x="1080084" y="123913"/>
                  </a:lnTo>
                  <a:lnTo>
                    <a:pt x="1080084" y="212420"/>
                  </a:lnTo>
                  <a:lnTo>
                    <a:pt x="1097788" y="212420"/>
                  </a:lnTo>
                  <a:lnTo>
                    <a:pt x="1097788" y="141617"/>
                  </a:lnTo>
                  <a:close/>
                </a:path>
                <a:path w="3204845" h="584200">
                  <a:moveTo>
                    <a:pt x="1097788" y="17691"/>
                  </a:moveTo>
                  <a:lnTo>
                    <a:pt x="1080084" y="17691"/>
                  </a:lnTo>
                  <a:lnTo>
                    <a:pt x="1080084" y="88506"/>
                  </a:lnTo>
                  <a:lnTo>
                    <a:pt x="1097788" y="88506"/>
                  </a:lnTo>
                  <a:lnTo>
                    <a:pt x="1097788" y="17691"/>
                  </a:lnTo>
                  <a:close/>
                </a:path>
                <a:path w="3204845" h="584200">
                  <a:moveTo>
                    <a:pt x="2160155" y="513359"/>
                  </a:moveTo>
                  <a:lnTo>
                    <a:pt x="2142452" y="495655"/>
                  </a:lnTo>
                  <a:lnTo>
                    <a:pt x="2142452" y="584174"/>
                  </a:lnTo>
                  <a:lnTo>
                    <a:pt x="2160155" y="584174"/>
                  </a:lnTo>
                  <a:lnTo>
                    <a:pt x="2160155" y="513359"/>
                  </a:lnTo>
                  <a:close/>
                </a:path>
                <a:path w="3204845" h="584200">
                  <a:moveTo>
                    <a:pt x="2160155" y="389445"/>
                  </a:moveTo>
                  <a:lnTo>
                    <a:pt x="2142452" y="371741"/>
                  </a:lnTo>
                  <a:lnTo>
                    <a:pt x="2142452" y="460248"/>
                  </a:lnTo>
                  <a:lnTo>
                    <a:pt x="2160155" y="460248"/>
                  </a:lnTo>
                  <a:lnTo>
                    <a:pt x="2160155" y="389445"/>
                  </a:lnTo>
                  <a:close/>
                </a:path>
                <a:path w="3204845" h="584200">
                  <a:moveTo>
                    <a:pt x="2160155" y="265531"/>
                  </a:moveTo>
                  <a:lnTo>
                    <a:pt x="2142452" y="247827"/>
                  </a:lnTo>
                  <a:lnTo>
                    <a:pt x="2142452" y="336334"/>
                  </a:lnTo>
                  <a:lnTo>
                    <a:pt x="2160155" y="336334"/>
                  </a:lnTo>
                  <a:lnTo>
                    <a:pt x="2160155" y="265531"/>
                  </a:lnTo>
                  <a:close/>
                </a:path>
                <a:path w="3204845" h="584200">
                  <a:moveTo>
                    <a:pt x="2160155" y="141617"/>
                  </a:moveTo>
                  <a:lnTo>
                    <a:pt x="2142452" y="123913"/>
                  </a:lnTo>
                  <a:lnTo>
                    <a:pt x="2142452" y="212420"/>
                  </a:lnTo>
                  <a:lnTo>
                    <a:pt x="2160155" y="212420"/>
                  </a:lnTo>
                  <a:lnTo>
                    <a:pt x="2160155" y="141617"/>
                  </a:lnTo>
                  <a:close/>
                </a:path>
                <a:path w="3204845" h="584200">
                  <a:moveTo>
                    <a:pt x="2160155" y="17691"/>
                  </a:moveTo>
                  <a:lnTo>
                    <a:pt x="2142452" y="17691"/>
                  </a:lnTo>
                  <a:lnTo>
                    <a:pt x="2142452" y="88506"/>
                  </a:lnTo>
                  <a:lnTo>
                    <a:pt x="2160155" y="88506"/>
                  </a:lnTo>
                  <a:lnTo>
                    <a:pt x="2160155" y="17691"/>
                  </a:lnTo>
                  <a:close/>
                </a:path>
                <a:path w="3204845" h="584200">
                  <a:moveTo>
                    <a:pt x="3204832" y="495655"/>
                  </a:moveTo>
                  <a:lnTo>
                    <a:pt x="3187115" y="477951"/>
                  </a:lnTo>
                  <a:lnTo>
                    <a:pt x="3187115" y="566470"/>
                  </a:lnTo>
                  <a:lnTo>
                    <a:pt x="3204832" y="566470"/>
                  </a:lnTo>
                  <a:lnTo>
                    <a:pt x="3204832" y="495655"/>
                  </a:lnTo>
                  <a:close/>
                </a:path>
                <a:path w="3204845" h="584200">
                  <a:moveTo>
                    <a:pt x="3204832" y="371741"/>
                  </a:moveTo>
                  <a:lnTo>
                    <a:pt x="3187115" y="354037"/>
                  </a:lnTo>
                  <a:lnTo>
                    <a:pt x="3187115" y="442556"/>
                  </a:lnTo>
                  <a:lnTo>
                    <a:pt x="3204832" y="442556"/>
                  </a:lnTo>
                  <a:lnTo>
                    <a:pt x="3204832" y="371741"/>
                  </a:lnTo>
                  <a:close/>
                </a:path>
                <a:path w="3204845" h="584200">
                  <a:moveTo>
                    <a:pt x="3204832" y="247827"/>
                  </a:moveTo>
                  <a:lnTo>
                    <a:pt x="3187115" y="230124"/>
                  </a:lnTo>
                  <a:lnTo>
                    <a:pt x="3187115" y="318630"/>
                  </a:lnTo>
                  <a:lnTo>
                    <a:pt x="3204832" y="318630"/>
                  </a:lnTo>
                  <a:lnTo>
                    <a:pt x="3204832" y="247827"/>
                  </a:lnTo>
                  <a:close/>
                </a:path>
                <a:path w="3204845" h="584200">
                  <a:moveTo>
                    <a:pt x="3204832" y="123913"/>
                  </a:moveTo>
                  <a:lnTo>
                    <a:pt x="3187115" y="106210"/>
                  </a:lnTo>
                  <a:lnTo>
                    <a:pt x="3187115" y="194716"/>
                  </a:lnTo>
                  <a:lnTo>
                    <a:pt x="3204832" y="194716"/>
                  </a:lnTo>
                  <a:lnTo>
                    <a:pt x="3204832" y="123913"/>
                  </a:lnTo>
                  <a:close/>
                </a:path>
                <a:path w="3204845" h="584200">
                  <a:moveTo>
                    <a:pt x="3204832" y="0"/>
                  </a:moveTo>
                  <a:lnTo>
                    <a:pt x="3187115" y="0"/>
                  </a:lnTo>
                  <a:lnTo>
                    <a:pt x="3187115" y="70802"/>
                  </a:lnTo>
                  <a:lnTo>
                    <a:pt x="3204832" y="70802"/>
                  </a:lnTo>
                  <a:lnTo>
                    <a:pt x="3204832" y="0"/>
                  </a:lnTo>
                  <a:close/>
                </a:path>
              </a:pathLst>
            </a:custGeom>
            <a:solidFill>
              <a:srgbClr val="000000"/>
            </a:solidFill>
          </p:spPr>
          <p:txBody>
            <a:bodyPr wrap="square" lIns="0" tIns="0" rIns="0" bIns="0" rtlCol="0"/>
            <a:lstStyle/>
            <a:p>
              <a:endParaRPr/>
            </a:p>
          </p:txBody>
        </p:sp>
        <p:sp>
          <p:nvSpPr>
            <p:cNvPr id="81" name="object 81"/>
            <p:cNvSpPr/>
            <p:nvPr/>
          </p:nvSpPr>
          <p:spPr>
            <a:xfrm>
              <a:off x="1985568" y="887018"/>
              <a:ext cx="0" cy="283845"/>
            </a:xfrm>
            <a:custGeom>
              <a:avLst/>
              <a:gdLst/>
              <a:ahLst/>
              <a:cxnLst/>
              <a:rect l="l" t="t" r="r" b="b"/>
              <a:pathLst>
                <a:path h="283844">
                  <a:moveTo>
                    <a:pt x="0" y="0"/>
                  </a:moveTo>
                  <a:lnTo>
                    <a:pt x="0" y="283235"/>
                  </a:lnTo>
                </a:path>
              </a:pathLst>
            </a:custGeom>
            <a:ln w="17703">
              <a:solidFill>
                <a:srgbClr val="000000"/>
              </a:solidFill>
            </a:ln>
          </p:spPr>
          <p:txBody>
            <a:bodyPr wrap="square" lIns="0" tIns="0" rIns="0" bIns="0" rtlCol="0"/>
            <a:lstStyle/>
            <a:p>
              <a:endParaRPr/>
            </a:p>
          </p:txBody>
        </p:sp>
        <p:sp>
          <p:nvSpPr>
            <p:cNvPr id="82" name="object 82"/>
            <p:cNvSpPr/>
            <p:nvPr/>
          </p:nvSpPr>
          <p:spPr>
            <a:xfrm>
              <a:off x="1914753" y="1081735"/>
              <a:ext cx="124460" cy="177165"/>
            </a:xfrm>
            <a:custGeom>
              <a:avLst/>
              <a:gdLst/>
              <a:ahLst/>
              <a:cxnLst/>
              <a:rect l="l" t="t" r="r" b="b"/>
              <a:pathLst>
                <a:path w="124460" h="177165">
                  <a:moveTo>
                    <a:pt x="70815" y="177025"/>
                  </a:moveTo>
                  <a:lnTo>
                    <a:pt x="0" y="0"/>
                  </a:lnTo>
                  <a:lnTo>
                    <a:pt x="70815" y="53111"/>
                  </a:lnTo>
                  <a:lnTo>
                    <a:pt x="123939" y="0"/>
                  </a:lnTo>
                  <a:lnTo>
                    <a:pt x="70815" y="177025"/>
                  </a:lnTo>
                  <a:close/>
                </a:path>
              </a:pathLst>
            </a:custGeom>
            <a:solidFill>
              <a:srgbClr val="000000"/>
            </a:solidFill>
          </p:spPr>
          <p:txBody>
            <a:bodyPr wrap="square" lIns="0" tIns="0" rIns="0" bIns="0" rtlCol="0"/>
            <a:lstStyle/>
            <a:p>
              <a:endParaRPr/>
            </a:p>
          </p:txBody>
        </p:sp>
        <p:sp>
          <p:nvSpPr>
            <p:cNvPr id="83" name="object 83"/>
            <p:cNvSpPr/>
            <p:nvPr/>
          </p:nvSpPr>
          <p:spPr>
            <a:xfrm>
              <a:off x="3047949" y="887018"/>
              <a:ext cx="0" cy="283845"/>
            </a:xfrm>
            <a:custGeom>
              <a:avLst/>
              <a:gdLst/>
              <a:ahLst/>
              <a:cxnLst/>
              <a:rect l="l" t="t" r="r" b="b"/>
              <a:pathLst>
                <a:path h="283844">
                  <a:moveTo>
                    <a:pt x="0" y="0"/>
                  </a:moveTo>
                  <a:lnTo>
                    <a:pt x="0" y="283235"/>
                  </a:lnTo>
                </a:path>
              </a:pathLst>
            </a:custGeom>
            <a:ln w="17703">
              <a:solidFill>
                <a:srgbClr val="000000"/>
              </a:solidFill>
            </a:ln>
          </p:spPr>
          <p:txBody>
            <a:bodyPr wrap="square" lIns="0" tIns="0" rIns="0" bIns="0" rtlCol="0"/>
            <a:lstStyle/>
            <a:p>
              <a:endParaRPr/>
            </a:p>
          </p:txBody>
        </p:sp>
        <p:sp>
          <p:nvSpPr>
            <p:cNvPr id="84" name="object 84"/>
            <p:cNvSpPr/>
            <p:nvPr/>
          </p:nvSpPr>
          <p:spPr>
            <a:xfrm>
              <a:off x="2977121" y="1081735"/>
              <a:ext cx="124460" cy="177165"/>
            </a:xfrm>
            <a:custGeom>
              <a:avLst/>
              <a:gdLst/>
              <a:ahLst/>
              <a:cxnLst/>
              <a:rect l="l" t="t" r="r" b="b"/>
              <a:pathLst>
                <a:path w="124460" h="177165">
                  <a:moveTo>
                    <a:pt x="70827" y="177025"/>
                  </a:moveTo>
                  <a:lnTo>
                    <a:pt x="0" y="0"/>
                  </a:lnTo>
                  <a:lnTo>
                    <a:pt x="70827" y="53111"/>
                  </a:lnTo>
                  <a:lnTo>
                    <a:pt x="123939" y="0"/>
                  </a:lnTo>
                  <a:lnTo>
                    <a:pt x="70827" y="177025"/>
                  </a:lnTo>
                  <a:close/>
                </a:path>
              </a:pathLst>
            </a:custGeom>
            <a:solidFill>
              <a:srgbClr val="000000"/>
            </a:solidFill>
          </p:spPr>
          <p:txBody>
            <a:bodyPr wrap="square" lIns="0" tIns="0" rIns="0" bIns="0" rtlCol="0"/>
            <a:lstStyle/>
            <a:p>
              <a:endParaRPr/>
            </a:p>
          </p:txBody>
        </p:sp>
        <p:sp>
          <p:nvSpPr>
            <p:cNvPr id="85" name="object 85"/>
            <p:cNvSpPr/>
            <p:nvPr/>
          </p:nvSpPr>
          <p:spPr>
            <a:xfrm>
              <a:off x="4110316" y="887018"/>
              <a:ext cx="0" cy="283845"/>
            </a:xfrm>
            <a:custGeom>
              <a:avLst/>
              <a:gdLst/>
              <a:ahLst/>
              <a:cxnLst/>
              <a:rect l="l" t="t" r="r" b="b"/>
              <a:pathLst>
                <a:path h="283844">
                  <a:moveTo>
                    <a:pt x="0" y="0"/>
                  </a:moveTo>
                  <a:lnTo>
                    <a:pt x="0" y="283235"/>
                  </a:lnTo>
                </a:path>
              </a:pathLst>
            </a:custGeom>
            <a:ln w="17703">
              <a:solidFill>
                <a:srgbClr val="000000"/>
              </a:solidFill>
            </a:ln>
          </p:spPr>
          <p:txBody>
            <a:bodyPr wrap="square" lIns="0" tIns="0" rIns="0" bIns="0" rtlCol="0"/>
            <a:lstStyle/>
            <a:p>
              <a:endParaRPr/>
            </a:p>
          </p:txBody>
        </p:sp>
        <p:sp>
          <p:nvSpPr>
            <p:cNvPr id="86" name="object 86"/>
            <p:cNvSpPr/>
            <p:nvPr/>
          </p:nvSpPr>
          <p:spPr>
            <a:xfrm>
              <a:off x="4039501" y="1081735"/>
              <a:ext cx="124460" cy="177165"/>
            </a:xfrm>
            <a:custGeom>
              <a:avLst/>
              <a:gdLst/>
              <a:ahLst/>
              <a:cxnLst/>
              <a:rect l="l" t="t" r="r" b="b"/>
              <a:pathLst>
                <a:path w="124460" h="177165">
                  <a:moveTo>
                    <a:pt x="70815" y="177025"/>
                  </a:moveTo>
                  <a:lnTo>
                    <a:pt x="0" y="0"/>
                  </a:lnTo>
                  <a:lnTo>
                    <a:pt x="70815" y="53111"/>
                  </a:lnTo>
                  <a:lnTo>
                    <a:pt x="123939" y="0"/>
                  </a:lnTo>
                  <a:lnTo>
                    <a:pt x="70815" y="177025"/>
                  </a:lnTo>
                  <a:close/>
                </a:path>
              </a:pathLst>
            </a:custGeom>
            <a:solidFill>
              <a:srgbClr val="000000"/>
            </a:solidFill>
          </p:spPr>
          <p:txBody>
            <a:bodyPr wrap="square" lIns="0" tIns="0" rIns="0" bIns="0" rtlCol="0"/>
            <a:lstStyle/>
            <a:p>
              <a:endParaRPr/>
            </a:p>
          </p:txBody>
        </p:sp>
        <p:sp>
          <p:nvSpPr>
            <p:cNvPr id="87" name="object 87"/>
            <p:cNvSpPr/>
            <p:nvPr/>
          </p:nvSpPr>
          <p:spPr>
            <a:xfrm>
              <a:off x="5172697" y="887018"/>
              <a:ext cx="0" cy="283845"/>
            </a:xfrm>
            <a:custGeom>
              <a:avLst/>
              <a:gdLst/>
              <a:ahLst/>
              <a:cxnLst/>
              <a:rect l="l" t="t" r="r" b="b"/>
              <a:pathLst>
                <a:path h="283844">
                  <a:moveTo>
                    <a:pt x="0" y="0"/>
                  </a:moveTo>
                  <a:lnTo>
                    <a:pt x="0" y="283235"/>
                  </a:lnTo>
                </a:path>
              </a:pathLst>
            </a:custGeom>
            <a:ln w="17703">
              <a:solidFill>
                <a:srgbClr val="000000"/>
              </a:solidFill>
            </a:ln>
          </p:spPr>
          <p:txBody>
            <a:bodyPr wrap="square" lIns="0" tIns="0" rIns="0" bIns="0" rtlCol="0"/>
            <a:lstStyle/>
            <a:p>
              <a:endParaRPr/>
            </a:p>
          </p:txBody>
        </p:sp>
        <p:sp>
          <p:nvSpPr>
            <p:cNvPr id="88" name="object 88"/>
            <p:cNvSpPr/>
            <p:nvPr/>
          </p:nvSpPr>
          <p:spPr>
            <a:xfrm>
              <a:off x="5101869" y="1081735"/>
              <a:ext cx="124460" cy="177165"/>
            </a:xfrm>
            <a:custGeom>
              <a:avLst/>
              <a:gdLst/>
              <a:ahLst/>
              <a:cxnLst/>
              <a:rect l="l" t="t" r="r" b="b"/>
              <a:pathLst>
                <a:path w="124460" h="177165">
                  <a:moveTo>
                    <a:pt x="70827" y="177025"/>
                  </a:moveTo>
                  <a:lnTo>
                    <a:pt x="0" y="0"/>
                  </a:lnTo>
                  <a:lnTo>
                    <a:pt x="70827" y="53111"/>
                  </a:lnTo>
                  <a:lnTo>
                    <a:pt x="123939" y="0"/>
                  </a:lnTo>
                  <a:lnTo>
                    <a:pt x="70827" y="177025"/>
                  </a:lnTo>
                  <a:close/>
                </a:path>
              </a:pathLst>
            </a:custGeom>
            <a:solidFill>
              <a:srgbClr val="000000"/>
            </a:solidFill>
          </p:spPr>
          <p:txBody>
            <a:bodyPr wrap="square" lIns="0" tIns="0" rIns="0" bIns="0" rtlCol="0"/>
            <a:lstStyle/>
            <a:p>
              <a:endParaRPr/>
            </a:p>
          </p:txBody>
        </p:sp>
        <p:sp>
          <p:nvSpPr>
            <p:cNvPr id="89" name="object 89"/>
            <p:cNvSpPr/>
            <p:nvPr/>
          </p:nvSpPr>
          <p:spPr>
            <a:xfrm>
              <a:off x="1879333" y="621487"/>
              <a:ext cx="283845" cy="0"/>
            </a:xfrm>
            <a:custGeom>
              <a:avLst/>
              <a:gdLst/>
              <a:ahLst/>
              <a:cxnLst/>
              <a:rect l="l" t="t" r="r" b="b"/>
              <a:pathLst>
                <a:path w="283844">
                  <a:moveTo>
                    <a:pt x="0" y="0"/>
                  </a:moveTo>
                  <a:lnTo>
                    <a:pt x="283298" y="0"/>
                  </a:lnTo>
                </a:path>
              </a:pathLst>
            </a:custGeom>
            <a:ln w="17703">
              <a:solidFill>
                <a:srgbClr val="000000"/>
              </a:solidFill>
            </a:ln>
          </p:spPr>
          <p:txBody>
            <a:bodyPr wrap="square" lIns="0" tIns="0" rIns="0" bIns="0" rtlCol="0"/>
            <a:lstStyle/>
            <a:p>
              <a:endParaRPr/>
            </a:p>
          </p:txBody>
        </p:sp>
        <p:sp>
          <p:nvSpPr>
            <p:cNvPr id="90" name="object 90"/>
            <p:cNvSpPr/>
            <p:nvPr/>
          </p:nvSpPr>
          <p:spPr>
            <a:xfrm>
              <a:off x="2074100" y="568375"/>
              <a:ext cx="177165" cy="124460"/>
            </a:xfrm>
            <a:custGeom>
              <a:avLst/>
              <a:gdLst/>
              <a:ahLst/>
              <a:cxnLst/>
              <a:rect l="l" t="t" r="r" b="b"/>
              <a:pathLst>
                <a:path w="177164" h="124459">
                  <a:moveTo>
                    <a:pt x="0" y="123913"/>
                  </a:moveTo>
                  <a:lnTo>
                    <a:pt x="53124" y="53111"/>
                  </a:lnTo>
                  <a:lnTo>
                    <a:pt x="0" y="0"/>
                  </a:lnTo>
                  <a:lnTo>
                    <a:pt x="177063" y="53111"/>
                  </a:lnTo>
                  <a:lnTo>
                    <a:pt x="0" y="123913"/>
                  </a:lnTo>
                  <a:close/>
                </a:path>
              </a:pathLst>
            </a:custGeom>
            <a:solidFill>
              <a:srgbClr val="000000"/>
            </a:solidFill>
          </p:spPr>
          <p:txBody>
            <a:bodyPr wrap="square" lIns="0" tIns="0" rIns="0" bIns="0" rtlCol="0"/>
            <a:lstStyle/>
            <a:p>
              <a:endParaRPr/>
            </a:p>
          </p:txBody>
        </p:sp>
        <p:sp>
          <p:nvSpPr>
            <p:cNvPr id="91" name="object 91"/>
            <p:cNvSpPr/>
            <p:nvPr/>
          </p:nvSpPr>
          <p:spPr>
            <a:xfrm>
              <a:off x="2941713" y="603783"/>
              <a:ext cx="266065" cy="0"/>
            </a:xfrm>
            <a:custGeom>
              <a:avLst/>
              <a:gdLst/>
              <a:ahLst/>
              <a:cxnLst/>
              <a:rect l="l" t="t" r="r" b="b"/>
              <a:pathLst>
                <a:path w="266064">
                  <a:moveTo>
                    <a:pt x="0" y="0"/>
                  </a:moveTo>
                  <a:lnTo>
                    <a:pt x="265595" y="0"/>
                  </a:lnTo>
                </a:path>
              </a:pathLst>
            </a:custGeom>
            <a:ln w="17703">
              <a:solidFill>
                <a:srgbClr val="000000"/>
              </a:solidFill>
            </a:ln>
          </p:spPr>
          <p:txBody>
            <a:bodyPr wrap="square" lIns="0" tIns="0" rIns="0" bIns="0" rtlCol="0"/>
            <a:lstStyle/>
            <a:p>
              <a:endParaRPr/>
            </a:p>
          </p:txBody>
        </p:sp>
        <p:sp>
          <p:nvSpPr>
            <p:cNvPr id="92" name="object 92"/>
            <p:cNvSpPr/>
            <p:nvPr/>
          </p:nvSpPr>
          <p:spPr>
            <a:xfrm>
              <a:off x="3118777" y="550672"/>
              <a:ext cx="177165" cy="124460"/>
            </a:xfrm>
            <a:custGeom>
              <a:avLst/>
              <a:gdLst/>
              <a:ahLst/>
              <a:cxnLst/>
              <a:rect l="l" t="t" r="r" b="b"/>
              <a:pathLst>
                <a:path w="177164" h="124459">
                  <a:moveTo>
                    <a:pt x="0" y="123913"/>
                  </a:moveTo>
                  <a:lnTo>
                    <a:pt x="53111" y="53111"/>
                  </a:lnTo>
                  <a:lnTo>
                    <a:pt x="0" y="0"/>
                  </a:lnTo>
                  <a:lnTo>
                    <a:pt x="177063" y="53111"/>
                  </a:lnTo>
                  <a:lnTo>
                    <a:pt x="0" y="123913"/>
                  </a:lnTo>
                  <a:close/>
                </a:path>
              </a:pathLst>
            </a:custGeom>
            <a:solidFill>
              <a:srgbClr val="000000"/>
            </a:solidFill>
          </p:spPr>
          <p:txBody>
            <a:bodyPr wrap="square" lIns="0" tIns="0" rIns="0" bIns="0" rtlCol="0"/>
            <a:lstStyle/>
            <a:p>
              <a:endParaRPr/>
            </a:p>
          </p:txBody>
        </p:sp>
        <p:sp>
          <p:nvSpPr>
            <p:cNvPr id="93" name="object 93"/>
            <p:cNvSpPr/>
            <p:nvPr/>
          </p:nvSpPr>
          <p:spPr>
            <a:xfrm>
              <a:off x="3950970" y="603783"/>
              <a:ext cx="266065" cy="0"/>
            </a:xfrm>
            <a:custGeom>
              <a:avLst/>
              <a:gdLst/>
              <a:ahLst/>
              <a:cxnLst/>
              <a:rect l="l" t="t" r="r" b="b"/>
              <a:pathLst>
                <a:path w="266064">
                  <a:moveTo>
                    <a:pt x="0" y="0"/>
                  </a:moveTo>
                  <a:lnTo>
                    <a:pt x="265582" y="0"/>
                  </a:lnTo>
                </a:path>
              </a:pathLst>
            </a:custGeom>
            <a:ln w="17703">
              <a:solidFill>
                <a:srgbClr val="000000"/>
              </a:solidFill>
            </a:ln>
          </p:spPr>
          <p:txBody>
            <a:bodyPr wrap="square" lIns="0" tIns="0" rIns="0" bIns="0" rtlCol="0"/>
            <a:lstStyle/>
            <a:p>
              <a:endParaRPr/>
            </a:p>
          </p:txBody>
        </p:sp>
        <p:sp>
          <p:nvSpPr>
            <p:cNvPr id="94" name="object 94"/>
            <p:cNvSpPr/>
            <p:nvPr/>
          </p:nvSpPr>
          <p:spPr>
            <a:xfrm>
              <a:off x="4128033" y="550672"/>
              <a:ext cx="177165" cy="124460"/>
            </a:xfrm>
            <a:custGeom>
              <a:avLst/>
              <a:gdLst/>
              <a:ahLst/>
              <a:cxnLst/>
              <a:rect l="l" t="t" r="r" b="b"/>
              <a:pathLst>
                <a:path w="177164" h="124459">
                  <a:moveTo>
                    <a:pt x="0" y="123913"/>
                  </a:moveTo>
                  <a:lnTo>
                    <a:pt x="53111" y="53111"/>
                  </a:lnTo>
                  <a:lnTo>
                    <a:pt x="0" y="0"/>
                  </a:lnTo>
                  <a:lnTo>
                    <a:pt x="177050" y="53111"/>
                  </a:lnTo>
                  <a:lnTo>
                    <a:pt x="0" y="123913"/>
                  </a:lnTo>
                  <a:close/>
                </a:path>
              </a:pathLst>
            </a:custGeom>
            <a:solidFill>
              <a:srgbClr val="000000"/>
            </a:solidFill>
          </p:spPr>
          <p:txBody>
            <a:bodyPr wrap="square" lIns="0" tIns="0" rIns="0" bIns="0" rtlCol="0"/>
            <a:lstStyle/>
            <a:p>
              <a:endParaRPr/>
            </a:p>
          </p:txBody>
        </p:sp>
        <p:sp>
          <p:nvSpPr>
            <p:cNvPr id="95" name="object 95"/>
            <p:cNvSpPr/>
            <p:nvPr/>
          </p:nvSpPr>
          <p:spPr>
            <a:xfrm>
              <a:off x="6518364" y="1683613"/>
              <a:ext cx="266065" cy="0"/>
            </a:xfrm>
            <a:custGeom>
              <a:avLst/>
              <a:gdLst/>
              <a:ahLst/>
              <a:cxnLst/>
              <a:rect l="l" t="t" r="r" b="b"/>
              <a:pathLst>
                <a:path w="266065">
                  <a:moveTo>
                    <a:pt x="0" y="0"/>
                  </a:moveTo>
                  <a:lnTo>
                    <a:pt x="265595" y="0"/>
                  </a:lnTo>
                </a:path>
              </a:pathLst>
            </a:custGeom>
            <a:ln w="17703">
              <a:solidFill>
                <a:srgbClr val="000000"/>
              </a:solidFill>
            </a:ln>
          </p:spPr>
          <p:txBody>
            <a:bodyPr wrap="square" lIns="0" tIns="0" rIns="0" bIns="0" rtlCol="0"/>
            <a:lstStyle/>
            <a:p>
              <a:endParaRPr/>
            </a:p>
          </p:txBody>
        </p:sp>
        <p:sp>
          <p:nvSpPr>
            <p:cNvPr id="96" name="object 96"/>
            <p:cNvSpPr/>
            <p:nvPr/>
          </p:nvSpPr>
          <p:spPr>
            <a:xfrm>
              <a:off x="6695426" y="1630514"/>
              <a:ext cx="177165" cy="124460"/>
            </a:xfrm>
            <a:custGeom>
              <a:avLst/>
              <a:gdLst/>
              <a:ahLst/>
              <a:cxnLst/>
              <a:rect l="l" t="t" r="r" b="b"/>
              <a:pathLst>
                <a:path w="177165" h="124460">
                  <a:moveTo>
                    <a:pt x="0" y="123913"/>
                  </a:moveTo>
                  <a:lnTo>
                    <a:pt x="53124" y="53098"/>
                  </a:lnTo>
                  <a:lnTo>
                    <a:pt x="0" y="0"/>
                  </a:lnTo>
                  <a:lnTo>
                    <a:pt x="177063" y="53098"/>
                  </a:lnTo>
                  <a:lnTo>
                    <a:pt x="0" y="123913"/>
                  </a:lnTo>
                  <a:close/>
                </a:path>
              </a:pathLst>
            </a:custGeom>
            <a:solidFill>
              <a:srgbClr val="000000"/>
            </a:solidFill>
          </p:spPr>
          <p:txBody>
            <a:bodyPr wrap="square" lIns="0" tIns="0" rIns="0" bIns="0" rtlCol="0"/>
            <a:lstStyle/>
            <a:p>
              <a:endParaRPr/>
            </a:p>
          </p:txBody>
        </p:sp>
        <p:sp>
          <p:nvSpPr>
            <p:cNvPr id="97" name="object 97"/>
            <p:cNvSpPr/>
            <p:nvPr/>
          </p:nvSpPr>
          <p:spPr>
            <a:xfrm>
              <a:off x="5810122" y="2267800"/>
              <a:ext cx="283845" cy="0"/>
            </a:xfrm>
            <a:custGeom>
              <a:avLst/>
              <a:gdLst/>
              <a:ahLst/>
              <a:cxnLst/>
              <a:rect l="l" t="t" r="r" b="b"/>
              <a:pathLst>
                <a:path w="283845">
                  <a:moveTo>
                    <a:pt x="0" y="0"/>
                  </a:moveTo>
                  <a:lnTo>
                    <a:pt x="283298" y="0"/>
                  </a:lnTo>
                </a:path>
              </a:pathLst>
            </a:custGeom>
            <a:ln w="17703">
              <a:solidFill>
                <a:srgbClr val="000000"/>
              </a:solidFill>
            </a:ln>
          </p:spPr>
          <p:txBody>
            <a:bodyPr wrap="square" lIns="0" tIns="0" rIns="0" bIns="0" rtlCol="0"/>
            <a:lstStyle/>
            <a:p>
              <a:endParaRPr/>
            </a:p>
          </p:txBody>
        </p:sp>
        <p:sp>
          <p:nvSpPr>
            <p:cNvPr id="98" name="object 98"/>
            <p:cNvSpPr/>
            <p:nvPr/>
          </p:nvSpPr>
          <p:spPr>
            <a:xfrm>
              <a:off x="6004890" y="2214689"/>
              <a:ext cx="177165" cy="124460"/>
            </a:xfrm>
            <a:custGeom>
              <a:avLst/>
              <a:gdLst/>
              <a:ahLst/>
              <a:cxnLst/>
              <a:rect l="l" t="t" r="r" b="b"/>
              <a:pathLst>
                <a:path w="177164" h="124460">
                  <a:moveTo>
                    <a:pt x="0" y="123913"/>
                  </a:moveTo>
                  <a:lnTo>
                    <a:pt x="53111" y="53111"/>
                  </a:lnTo>
                  <a:lnTo>
                    <a:pt x="0" y="0"/>
                  </a:lnTo>
                  <a:lnTo>
                    <a:pt x="177063" y="53111"/>
                  </a:lnTo>
                  <a:lnTo>
                    <a:pt x="0" y="123913"/>
                  </a:lnTo>
                  <a:close/>
                </a:path>
              </a:pathLst>
            </a:custGeom>
            <a:solidFill>
              <a:srgbClr val="000000"/>
            </a:solidFill>
          </p:spPr>
          <p:txBody>
            <a:bodyPr wrap="square" lIns="0" tIns="0" rIns="0" bIns="0" rtlCol="0"/>
            <a:lstStyle/>
            <a:p>
              <a:endParaRPr/>
            </a:p>
          </p:txBody>
        </p:sp>
      </p:grpSp>
      <p:sp>
        <p:nvSpPr>
          <p:cNvPr id="99" name="object 99"/>
          <p:cNvSpPr txBox="1"/>
          <p:nvPr/>
        </p:nvSpPr>
        <p:spPr>
          <a:xfrm>
            <a:off x="2309291" y="396341"/>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00" name="object 100"/>
          <p:cNvSpPr txBox="1"/>
          <p:nvPr/>
        </p:nvSpPr>
        <p:spPr>
          <a:xfrm>
            <a:off x="3336251" y="396341"/>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01" name="object 101"/>
          <p:cNvSpPr txBox="1"/>
          <p:nvPr/>
        </p:nvSpPr>
        <p:spPr>
          <a:xfrm>
            <a:off x="4398632" y="396341"/>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02" name="object 102"/>
          <p:cNvSpPr txBox="1"/>
          <p:nvPr/>
        </p:nvSpPr>
        <p:spPr>
          <a:xfrm>
            <a:off x="5638063" y="1104430"/>
            <a:ext cx="261620" cy="280670"/>
          </a:xfrm>
          <a:prstGeom prst="rect">
            <a:avLst/>
          </a:prstGeom>
        </p:spPr>
        <p:txBody>
          <a:bodyPr vert="horz" wrap="square" lIns="0" tIns="15240" rIns="0" bIns="0" rtlCol="0">
            <a:spAutoFit/>
          </a:bodyPr>
          <a:lstStyle/>
          <a:p>
            <a:pPr marL="12700">
              <a:lnSpc>
                <a:spcPct val="100000"/>
              </a:lnSpc>
              <a:spcBef>
                <a:spcPts val="120"/>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03" name="object 103"/>
          <p:cNvSpPr txBox="1"/>
          <p:nvPr/>
        </p:nvSpPr>
        <p:spPr>
          <a:xfrm>
            <a:off x="7054557" y="1476171"/>
            <a:ext cx="15557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p:txBody>
      </p:sp>
      <p:sp>
        <p:nvSpPr>
          <p:cNvPr id="104" name="object 104"/>
          <p:cNvSpPr txBox="1"/>
          <p:nvPr/>
        </p:nvSpPr>
        <p:spPr>
          <a:xfrm>
            <a:off x="7178509" y="1582394"/>
            <a:ext cx="114300" cy="217170"/>
          </a:xfrm>
          <a:prstGeom prst="rect">
            <a:avLst/>
          </a:prstGeom>
        </p:spPr>
        <p:txBody>
          <a:bodyPr vert="horz" wrap="square" lIns="0" tIns="13335" rIns="0" bIns="0" rtlCol="0">
            <a:spAutoFit/>
          </a:bodyPr>
          <a:lstStyle/>
          <a:p>
            <a:pPr marL="12700">
              <a:lnSpc>
                <a:spcPct val="100000"/>
              </a:lnSpc>
              <a:spcBef>
                <a:spcPts val="105"/>
              </a:spcBef>
            </a:pPr>
            <a:r>
              <a:rPr sz="1250" spc="-50" dirty="0">
                <a:latin typeface="Times New Roman" panose="02020603050405020304"/>
                <a:cs typeface="Times New Roman" panose="02020603050405020304"/>
              </a:rPr>
              <a:t>F</a:t>
            </a:r>
            <a:endParaRPr sz="1250">
              <a:latin typeface="Times New Roman" panose="02020603050405020304"/>
              <a:cs typeface="Times New Roman" panose="02020603050405020304"/>
            </a:endParaRPr>
          </a:p>
        </p:txBody>
      </p:sp>
      <p:sp>
        <p:nvSpPr>
          <p:cNvPr id="105" name="object 105"/>
          <p:cNvSpPr txBox="1"/>
          <p:nvPr/>
        </p:nvSpPr>
        <p:spPr>
          <a:xfrm>
            <a:off x="4160748" y="909701"/>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106" name="object 106"/>
          <p:cNvSpPr txBox="1"/>
          <p:nvPr/>
        </p:nvSpPr>
        <p:spPr>
          <a:xfrm>
            <a:off x="3895153" y="307822"/>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107" name="object 107"/>
          <p:cNvSpPr txBox="1"/>
          <p:nvPr/>
        </p:nvSpPr>
        <p:spPr>
          <a:xfrm>
            <a:off x="2885909" y="307822"/>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108" name="object 108"/>
          <p:cNvSpPr txBox="1"/>
          <p:nvPr/>
        </p:nvSpPr>
        <p:spPr>
          <a:xfrm>
            <a:off x="1823529" y="325526"/>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109" name="object 109"/>
          <p:cNvSpPr txBox="1"/>
          <p:nvPr/>
        </p:nvSpPr>
        <p:spPr>
          <a:xfrm>
            <a:off x="5099177" y="325526"/>
            <a:ext cx="28003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110" name="object 110"/>
          <p:cNvSpPr txBox="1"/>
          <p:nvPr/>
        </p:nvSpPr>
        <p:spPr>
          <a:xfrm>
            <a:off x="5223128" y="891997"/>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111" name="object 111"/>
          <p:cNvSpPr txBox="1"/>
          <p:nvPr/>
        </p:nvSpPr>
        <p:spPr>
          <a:xfrm>
            <a:off x="3098380" y="909701"/>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112" name="object 112"/>
          <p:cNvSpPr txBox="1"/>
          <p:nvPr/>
        </p:nvSpPr>
        <p:spPr>
          <a:xfrm>
            <a:off x="2036000" y="909701"/>
            <a:ext cx="22669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113" name="object 113"/>
          <p:cNvSpPr txBox="1"/>
          <p:nvPr/>
        </p:nvSpPr>
        <p:spPr>
          <a:xfrm>
            <a:off x="920508" y="360934"/>
            <a:ext cx="448309" cy="280670"/>
          </a:xfrm>
          <a:prstGeom prst="rect">
            <a:avLst/>
          </a:prstGeom>
        </p:spPr>
        <p:txBody>
          <a:bodyPr vert="horz" wrap="square" lIns="0" tIns="15240" rIns="0" bIns="0" rtlCol="0">
            <a:spAutoFit/>
          </a:bodyPr>
          <a:lstStyle/>
          <a:p>
            <a:pPr marL="38100">
              <a:lnSpc>
                <a:spcPct val="100000"/>
              </a:lnSpc>
              <a:spcBef>
                <a:spcPts val="120"/>
              </a:spcBef>
            </a:pPr>
            <a:r>
              <a:rPr sz="2475" i="1" spc="-30" baseline="13000" dirty="0">
                <a:latin typeface="Times New Roman" panose="02020603050405020304"/>
                <a:cs typeface="Times New Roman" panose="02020603050405020304"/>
              </a:rPr>
              <a:t>I</a:t>
            </a:r>
            <a:r>
              <a:rPr sz="1250" spc="-20" dirty="0">
                <a:latin typeface="Times New Roman" panose="02020603050405020304"/>
                <a:cs typeface="Times New Roman" panose="02020603050405020304"/>
              </a:rPr>
              <a:t>REF</a:t>
            </a:r>
            <a:endParaRPr sz="1250">
              <a:latin typeface="Times New Roman" panose="02020603050405020304"/>
              <a:cs typeface="Times New Roman" panose="02020603050405020304"/>
            </a:endParaRPr>
          </a:p>
        </p:txBody>
      </p:sp>
      <p:sp>
        <p:nvSpPr>
          <p:cNvPr id="114" name="object 114"/>
          <p:cNvSpPr txBox="1"/>
          <p:nvPr/>
        </p:nvSpPr>
        <p:spPr>
          <a:xfrm>
            <a:off x="6604216" y="1334554"/>
            <a:ext cx="218440"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i</a:t>
            </a:r>
            <a:r>
              <a:rPr sz="1875" spc="-37" baseline="-18000" dirty="0">
                <a:latin typeface="Times New Roman" panose="02020603050405020304"/>
                <a:cs typeface="Times New Roman" panose="02020603050405020304"/>
              </a:rPr>
              <a:t>F</a:t>
            </a:r>
            <a:endParaRPr sz="1875" baseline="-18000">
              <a:latin typeface="Times New Roman" panose="02020603050405020304"/>
              <a:cs typeface="Times New Roman" panose="02020603050405020304"/>
            </a:endParaRPr>
          </a:p>
        </p:txBody>
      </p:sp>
      <p:sp>
        <p:nvSpPr>
          <p:cNvPr id="115" name="object 115"/>
          <p:cNvSpPr txBox="1"/>
          <p:nvPr/>
        </p:nvSpPr>
        <p:spPr>
          <a:xfrm>
            <a:off x="5868238" y="2325890"/>
            <a:ext cx="84455" cy="280670"/>
          </a:xfrm>
          <a:prstGeom prst="rect">
            <a:avLst/>
          </a:prstGeom>
        </p:spPr>
        <p:txBody>
          <a:bodyPr vert="horz" wrap="square" lIns="0" tIns="15240" rIns="0" bIns="0" rtlCol="0">
            <a:spAutoFit/>
          </a:bodyPr>
          <a:lstStyle/>
          <a:p>
            <a:pPr marL="12700">
              <a:lnSpc>
                <a:spcPct val="100000"/>
              </a:lnSpc>
              <a:spcBef>
                <a:spcPts val="120"/>
              </a:spcBef>
            </a:pPr>
            <a:r>
              <a:rPr sz="1650" i="1" spc="-50" dirty="0">
                <a:latin typeface="Times New Roman" panose="02020603050405020304"/>
                <a:cs typeface="Times New Roman" panose="02020603050405020304"/>
              </a:rPr>
              <a:t>i</a:t>
            </a:r>
            <a:endParaRPr sz="1650">
              <a:latin typeface="Times New Roman" panose="02020603050405020304"/>
              <a:cs typeface="Times New Roman" panose="02020603050405020304"/>
            </a:endParaRPr>
          </a:p>
        </p:txBody>
      </p:sp>
      <p:sp>
        <p:nvSpPr>
          <p:cNvPr id="116" name="object 116"/>
          <p:cNvSpPr txBox="1"/>
          <p:nvPr/>
        </p:nvSpPr>
        <p:spPr>
          <a:xfrm>
            <a:off x="1363167" y="1005327"/>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3</a:t>
            </a:r>
            <a:endParaRPr sz="1875" baseline="-18000">
              <a:latin typeface="Times New Roman" panose="02020603050405020304"/>
              <a:cs typeface="Times New Roman" panose="02020603050405020304"/>
            </a:endParaRPr>
          </a:p>
        </p:txBody>
      </p:sp>
      <p:sp>
        <p:nvSpPr>
          <p:cNvPr id="117" name="object 117"/>
          <p:cNvSpPr txBox="1"/>
          <p:nvPr/>
        </p:nvSpPr>
        <p:spPr>
          <a:xfrm>
            <a:off x="4532579" y="1005327"/>
            <a:ext cx="368935" cy="734060"/>
          </a:xfrm>
          <a:prstGeom prst="rect">
            <a:avLst/>
          </a:prstGeom>
        </p:spPr>
        <p:txBody>
          <a:bodyPr vert="horz" wrap="square" lIns="0" tIns="114300" rIns="0" bIns="0" rtlCol="0">
            <a:spAutoFit/>
          </a:bodyPr>
          <a:lstStyle/>
          <a:p>
            <a:pPr marL="38100">
              <a:lnSpc>
                <a:spcPct val="100000"/>
              </a:lnSpc>
              <a:spcBef>
                <a:spcPts val="900"/>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a:t>
            </a:r>
            <a:endParaRPr sz="1650">
              <a:latin typeface="Times New Roman" panose="02020603050405020304"/>
              <a:cs typeface="Times New Roman" panose="02020603050405020304"/>
            </a:endParaRPr>
          </a:p>
          <a:p>
            <a:pPr marL="144145">
              <a:lnSpc>
                <a:spcPct val="100000"/>
              </a:lnSpc>
              <a:spcBef>
                <a:spcPts val="810"/>
              </a:spcBef>
            </a:pPr>
            <a:r>
              <a:rPr sz="1650" i="1" spc="-25" dirty="0">
                <a:latin typeface="Times New Roman" panose="02020603050405020304"/>
                <a:cs typeface="Times New Roman" panose="02020603050405020304"/>
              </a:rPr>
              <a:t>S</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p:txBody>
      </p:sp>
      <p:sp>
        <p:nvSpPr>
          <p:cNvPr id="118" name="object 118"/>
          <p:cNvSpPr txBox="1"/>
          <p:nvPr/>
        </p:nvSpPr>
        <p:spPr>
          <a:xfrm>
            <a:off x="3487915" y="1005327"/>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1</a:t>
            </a:r>
            <a:endParaRPr sz="1875" baseline="-18000">
              <a:latin typeface="Times New Roman" panose="02020603050405020304"/>
              <a:cs typeface="Times New Roman" panose="02020603050405020304"/>
            </a:endParaRPr>
          </a:p>
        </p:txBody>
      </p:sp>
      <p:sp>
        <p:nvSpPr>
          <p:cNvPr id="119" name="object 119"/>
          <p:cNvSpPr txBox="1"/>
          <p:nvPr/>
        </p:nvSpPr>
        <p:spPr>
          <a:xfrm>
            <a:off x="2425547" y="1005327"/>
            <a:ext cx="351155" cy="734060"/>
          </a:xfrm>
          <a:prstGeom prst="rect">
            <a:avLst/>
          </a:prstGeom>
        </p:spPr>
        <p:txBody>
          <a:bodyPr vert="horz" wrap="square" lIns="0" tIns="12065" rIns="0" bIns="0" rtlCol="0">
            <a:spAutoFit/>
          </a:bodyPr>
          <a:lstStyle/>
          <a:p>
            <a:pPr marL="126365" marR="30480" indent="-88900">
              <a:lnSpc>
                <a:spcPct val="141000"/>
              </a:lnSpc>
              <a:spcBef>
                <a:spcPts val="95"/>
              </a:spcBef>
            </a:pPr>
            <a:r>
              <a:rPr sz="1650" spc="-25" dirty="0">
                <a:latin typeface="Times New Roman" panose="02020603050405020304"/>
                <a:cs typeface="Times New Roman" panose="02020603050405020304"/>
              </a:rPr>
              <a:t>2</a:t>
            </a:r>
            <a:r>
              <a:rPr sz="1650" i="1" spc="-25" dirty="0">
                <a:latin typeface="Times New Roman" panose="02020603050405020304"/>
                <a:cs typeface="Times New Roman" panose="02020603050405020304"/>
              </a:rPr>
              <a:t>R S</a:t>
            </a:r>
            <a:r>
              <a:rPr sz="1875" spc="-37" baseline="-18000" dirty="0">
                <a:latin typeface="Times New Roman" panose="02020603050405020304"/>
                <a:cs typeface="Times New Roman" panose="02020603050405020304"/>
              </a:rPr>
              <a:t>2</a:t>
            </a:r>
            <a:endParaRPr sz="1875" baseline="-18000">
              <a:latin typeface="Times New Roman" panose="02020603050405020304"/>
              <a:cs typeface="Times New Roman" panose="02020603050405020304"/>
            </a:endParaRPr>
          </a:p>
        </p:txBody>
      </p:sp>
      <p:sp>
        <p:nvSpPr>
          <p:cNvPr id="120" name="object 120"/>
          <p:cNvSpPr txBox="1"/>
          <p:nvPr/>
        </p:nvSpPr>
        <p:spPr>
          <a:xfrm>
            <a:off x="229971" y="608761"/>
            <a:ext cx="625475" cy="280670"/>
          </a:xfrm>
          <a:prstGeom prst="rect">
            <a:avLst/>
          </a:prstGeom>
        </p:spPr>
        <p:txBody>
          <a:bodyPr vert="horz" wrap="square" lIns="0" tIns="15240" rIns="0" bIns="0" rtlCol="0">
            <a:spAutoFit/>
          </a:bodyPr>
          <a:lstStyle/>
          <a:p>
            <a:pPr marL="38100">
              <a:lnSpc>
                <a:spcPct val="100000"/>
              </a:lnSpc>
              <a:spcBef>
                <a:spcPts val="120"/>
              </a:spcBef>
            </a:pPr>
            <a:r>
              <a:rPr sz="2475" spc="-15" baseline="13000" dirty="0">
                <a:latin typeface="Times New Roman" panose="02020603050405020304"/>
                <a:cs typeface="Times New Roman" panose="02020603050405020304"/>
              </a:rPr>
              <a:t>+</a:t>
            </a:r>
            <a:r>
              <a:rPr sz="2475" i="1" spc="-15" baseline="13000" dirty="0">
                <a:latin typeface="Times New Roman" panose="02020603050405020304"/>
                <a:cs typeface="Times New Roman" panose="02020603050405020304"/>
              </a:rPr>
              <a:t>V</a:t>
            </a:r>
            <a:r>
              <a:rPr sz="1250" spc="-10" dirty="0">
                <a:latin typeface="Times New Roman" panose="02020603050405020304"/>
                <a:cs typeface="Times New Roman" panose="02020603050405020304"/>
              </a:rPr>
              <a:t>REF</a:t>
            </a:r>
            <a:endParaRPr sz="1250">
              <a:latin typeface="Times New Roman" panose="02020603050405020304"/>
              <a:cs typeface="Times New Roman" panose="02020603050405020304"/>
            </a:endParaRPr>
          </a:p>
        </p:txBody>
      </p:sp>
      <p:sp>
        <p:nvSpPr>
          <p:cNvPr id="121" name="object 121"/>
          <p:cNvSpPr txBox="1"/>
          <p:nvPr/>
        </p:nvSpPr>
        <p:spPr>
          <a:xfrm>
            <a:off x="8321712" y="2325890"/>
            <a:ext cx="262255" cy="280670"/>
          </a:xfrm>
          <a:prstGeom prst="rect">
            <a:avLst/>
          </a:prstGeom>
        </p:spPr>
        <p:txBody>
          <a:bodyPr vert="horz" wrap="square" lIns="0" tIns="15240" rIns="0" bIns="0" rtlCol="0">
            <a:spAutoFit/>
          </a:bodyPr>
          <a:lstStyle/>
          <a:p>
            <a:pPr marL="38100">
              <a:lnSpc>
                <a:spcPct val="100000"/>
              </a:lnSpc>
              <a:spcBef>
                <a:spcPts val="120"/>
              </a:spcBef>
            </a:pPr>
            <a:r>
              <a:rPr sz="1650" i="1" spc="-25" dirty="0">
                <a:latin typeface="Times New Roman" panose="02020603050405020304"/>
                <a:cs typeface="Times New Roman" panose="02020603050405020304"/>
              </a:rPr>
              <a:t>u</a:t>
            </a:r>
            <a:r>
              <a:rPr sz="1875" spc="-37" baseline="-18000" dirty="0">
                <a:latin typeface="Times New Roman" panose="02020603050405020304"/>
                <a:cs typeface="Times New Roman" panose="02020603050405020304"/>
              </a:rPr>
              <a:t>o</a:t>
            </a:r>
            <a:endParaRPr sz="1875" baseline="-18000">
              <a:latin typeface="Times New Roman" panose="02020603050405020304"/>
              <a:cs typeface="Times New Roman" panose="02020603050405020304"/>
            </a:endParaRPr>
          </a:p>
        </p:txBody>
      </p:sp>
      <p:sp>
        <p:nvSpPr>
          <p:cNvPr id="122" name="object 122"/>
          <p:cNvSpPr txBox="1"/>
          <p:nvPr/>
        </p:nvSpPr>
        <p:spPr>
          <a:xfrm>
            <a:off x="6665023" y="2095753"/>
            <a:ext cx="238125" cy="280670"/>
          </a:xfrm>
          <a:prstGeom prst="rect">
            <a:avLst/>
          </a:prstGeom>
        </p:spPr>
        <p:txBody>
          <a:bodyPr vert="horz" wrap="square" lIns="0" tIns="15240" rIns="0" bIns="0" rtlCol="0">
            <a:spAutoFit/>
          </a:bodyPr>
          <a:lstStyle/>
          <a:p>
            <a:pPr marL="12700">
              <a:lnSpc>
                <a:spcPct val="100000"/>
              </a:lnSpc>
              <a:spcBef>
                <a:spcPts val="120"/>
              </a:spcBef>
            </a:pPr>
            <a:r>
              <a:rPr sz="1650" spc="165" dirty="0">
                <a:latin typeface="Noto Serif CJK JP"/>
                <a:cs typeface="Noto Serif CJK JP"/>
              </a:rPr>
              <a:t>—</a:t>
            </a:r>
            <a:endParaRPr sz="1650">
              <a:latin typeface="Noto Serif CJK JP"/>
              <a:cs typeface="Noto Serif CJK JP"/>
            </a:endParaRPr>
          </a:p>
        </p:txBody>
      </p:sp>
      <p:sp>
        <p:nvSpPr>
          <p:cNvPr id="123" name="object 123"/>
          <p:cNvSpPr txBox="1"/>
          <p:nvPr/>
        </p:nvSpPr>
        <p:spPr>
          <a:xfrm>
            <a:off x="1577924" y="2573718"/>
            <a:ext cx="5262880" cy="1258570"/>
          </a:xfrm>
          <a:prstGeom prst="rect">
            <a:avLst/>
          </a:prstGeom>
        </p:spPr>
        <p:txBody>
          <a:bodyPr vert="horz" wrap="square" lIns="0" tIns="15240" rIns="0" bIns="0" rtlCol="0">
            <a:spAutoFit/>
          </a:bodyPr>
          <a:lstStyle/>
          <a:p>
            <a:pPr marR="17780" algn="r">
              <a:lnSpc>
                <a:spcPct val="100000"/>
              </a:lnSpc>
              <a:spcBef>
                <a:spcPts val="120"/>
              </a:spcBef>
            </a:pPr>
            <a:r>
              <a:rPr sz="1650" spc="-50" dirty="0">
                <a:latin typeface="Times New Roman" panose="02020603050405020304"/>
                <a:cs typeface="Times New Roman" panose="02020603050405020304"/>
              </a:rPr>
              <a:t>+</a:t>
            </a:r>
            <a:endParaRPr sz="1650">
              <a:latin typeface="Times New Roman" panose="02020603050405020304"/>
              <a:cs typeface="Times New Roman" panose="02020603050405020304"/>
            </a:endParaRPr>
          </a:p>
          <a:p>
            <a:pPr marL="106045">
              <a:lnSpc>
                <a:spcPct val="100000"/>
              </a:lnSpc>
              <a:spcBef>
                <a:spcPts val="1645"/>
              </a:spcBef>
              <a:tabLst>
                <a:tab pos="1168400" algn="l"/>
                <a:tab pos="2230755" algn="l"/>
                <a:tab pos="3310890" algn="l"/>
              </a:tabLst>
            </a:pP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3</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2</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1</a:t>
            </a:r>
            <a:r>
              <a:rPr sz="1875" baseline="-18000" dirty="0">
                <a:latin typeface="Times New Roman" panose="02020603050405020304"/>
                <a:cs typeface="Times New Roman" panose="02020603050405020304"/>
              </a:rPr>
              <a:t>	</a:t>
            </a:r>
            <a:r>
              <a:rPr sz="1650" i="1" spc="-25" dirty="0">
                <a:latin typeface="Times New Roman" panose="02020603050405020304"/>
                <a:cs typeface="Times New Roman" panose="02020603050405020304"/>
              </a:rPr>
              <a:t>d</a:t>
            </a:r>
            <a:r>
              <a:rPr sz="1875" spc="-37" baseline="-18000" dirty="0">
                <a:latin typeface="Times New Roman" panose="02020603050405020304"/>
                <a:cs typeface="Times New Roman" panose="02020603050405020304"/>
              </a:rPr>
              <a:t>0</a:t>
            </a:r>
            <a:endParaRPr sz="1875" baseline="-18000">
              <a:latin typeface="Times New Roman" panose="02020603050405020304"/>
              <a:cs typeface="Times New Roman" panose="02020603050405020304"/>
            </a:endParaRPr>
          </a:p>
          <a:p>
            <a:pPr marL="63500">
              <a:lnSpc>
                <a:spcPct val="100000"/>
              </a:lnSpc>
              <a:spcBef>
                <a:spcPts val="835"/>
              </a:spcBef>
            </a:pPr>
            <a:r>
              <a:rPr sz="2700" i="1" dirty="0">
                <a:latin typeface="Times New Roman" panose="02020603050405020304"/>
                <a:cs typeface="Times New Roman" panose="02020603050405020304"/>
              </a:rPr>
              <a:t>i</a:t>
            </a:r>
            <a:r>
              <a:rPr sz="2700" i="1" spc="8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14" dirty="0">
                <a:latin typeface="Times New Roman" panose="02020603050405020304"/>
                <a:cs typeface="Times New Roman" panose="02020603050405020304"/>
              </a:rPr>
              <a:t> </a:t>
            </a:r>
            <a:r>
              <a:rPr sz="2700" i="1" dirty="0">
                <a:latin typeface="Times New Roman" panose="02020603050405020304"/>
                <a:cs typeface="Times New Roman" panose="02020603050405020304"/>
              </a:rPr>
              <a:t>I</a:t>
            </a:r>
            <a:r>
              <a:rPr sz="2700" i="1" spc="-430" dirty="0">
                <a:latin typeface="Times New Roman" panose="02020603050405020304"/>
                <a:cs typeface="Times New Roman" panose="02020603050405020304"/>
              </a:rPr>
              <a:t> </a:t>
            </a:r>
            <a:r>
              <a:rPr sz="2400" spc="-15" baseline="-24000" dirty="0">
                <a:latin typeface="Times New Roman" panose="02020603050405020304"/>
                <a:cs typeface="Times New Roman" panose="02020603050405020304"/>
              </a:rPr>
              <a:t>0</a:t>
            </a:r>
            <a:r>
              <a:rPr sz="2400" spc="-277" baseline="-24000" dirty="0">
                <a:latin typeface="Times New Roman" panose="02020603050405020304"/>
                <a:cs typeface="Times New Roman" panose="02020603050405020304"/>
              </a:rPr>
              <a:t> </a:t>
            </a:r>
            <a:r>
              <a:rPr sz="2700" i="1" spc="100" dirty="0">
                <a:latin typeface="Times New Roman" panose="02020603050405020304"/>
                <a:cs typeface="Times New Roman" panose="02020603050405020304"/>
              </a:rPr>
              <a:t>d</a:t>
            </a:r>
            <a:r>
              <a:rPr sz="2400" spc="150" baseline="-24000" dirty="0">
                <a:latin typeface="Times New Roman" panose="02020603050405020304"/>
                <a:cs typeface="Times New Roman" panose="02020603050405020304"/>
              </a:rPr>
              <a:t>0</a:t>
            </a:r>
            <a:r>
              <a:rPr sz="2400" spc="735" baseline="-24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0" dirty="0">
                <a:latin typeface="Times New Roman" panose="02020603050405020304"/>
                <a:cs typeface="Times New Roman" panose="02020603050405020304"/>
              </a:rPr>
              <a:t> </a:t>
            </a:r>
            <a:r>
              <a:rPr sz="2700" i="1" spc="55" dirty="0">
                <a:latin typeface="Times New Roman" panose="02020603050405020304"/>
                <a:cs typeface="Times New Roman" panose="02020603050405020304"/>
              </a:rPr>
              <a:t>I</a:t>
            </a:r>
            <a:r>
              <a:rPr sz="2400" spc="82" baseline="-24000" dirty="0">
                <a:latin typeface="Times New Roman" panose="02020603050405020304"/>
                <a:cs typeface="Times New Roman" panose="02020603050405020304"/>
              </a:rPr>
              <a:t>1</a:t>
            </a:r>
            <a:r>
              <a:rPr sz="2700" i="1" spc="55" dirty="0">
                <a:latin typeface="Times New Roman" panose="02020603050405020304"/>
                <a:cs typeface="Times New Roman" panose="02020603050405020304"/>
              </a:rPr>
              <a:t>d</a:t>
            </a:r>
            <a:r>
              <a:rPr sz="2400" spc="82" baseline="-24000" dirty="0">
                <a:latin typeface="Times New Roman" panose="02020603050405020304"/>
                <a:cs typeface="Times New Roman" panose="02020603050405020304"/>
              </a:rPr>
              <a:t>1</a:t>
            </a:r>
            <a:r>
              <a:rPr sz="2400" spc="562" baseline="-24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0" dirty="0">
                <a:latin typeface="Times New Roman" panose="02020603050405020304"/>
                <a:cs typeface="Times New Roman" panose="02020603050405020304"/>
              </a:rPr>
              <a:t> </a:t>
            </a:r>
            <a:r>
              <a:rPr sz="2700" i="1" dirty="0">
                <a:latin typeface="Times New Roman" panose="02020603050405020304"/>
                <a:cs typeface="Times New Roman" panose="02020603050405020304"/>
              </a:rPr>
              <a:t>I</a:t>
            </a:r>
            <a:r>
              <a:rPr sz="2700" i="1" spc="-400" dirty="0">
                <a:latin typeface="Times New Roman" panose="02020603050405020304"/>
                <a:cs typeface="Times New Roman" panose="02020603050405020304"/>
              </a:rPr>
              <a:t> </a:t>
            </a:r>
            <a:r>
              <a:rPr sz="2400" spc="-15" baseline="-24000" dirty="0">
                <a:latin typeface="Times New Roman" panose="02020603050405020304"/>
                <a:cs typeface="Times New Roman" panose="02020603050405020304"/>
              </a:rPr>
              <a:t>2</a:t>
            </a:r>
            <a:r>
              <a:rPr sz="2400" spc="-284" baseline="-24000" dirty="0">
                <a:latin typeface="Times New Roman" panose="02020603050405020304"/>
                <a:cs typeface="Times New Roman" panose="02020603050405020304"/>
              </a:rPr>
              <a:t> </a:t>
            </a:r>
            <a:r>
              <a:rPr sz="2700" i="1" dirty="0">
                <a:latin typeface="Times New Roman" panose="02020603050405020304"/>
                <a:cs typeface="Times New Roman" panose="02020603050405020304"/>
              </a:rPr>
              <a:t>d</a:t>
            </a:r>
            <a:r>
              <a:rPr sz="2700" i="1" spc="-440" dirty="0">
                <a:latin typeface="Times New Roman" panose="02020603050405020304"/>
                <a:cs typeface="Times New Roman" panose="02020603050405020304"/>
              </a:rPr>
              <a:t> </a:t>
            </a:r>
            <a:r>
              <a:rPr sz="2400" baseline="-24000" dirty="0">
                <a:latin typeface="Times New Roman" panose="02020603050405020304"/>
                <a:cs typeface="Times New Roman" panose="02020603050405020304"/>
              </a:rPr>
              <a:t>2</a:t>
            </a:r>
            <a:r>
              <a:rPr sz="2400" spc="742" baseline="-24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0" dirty="0">
                <a:latin typeface="Times New Roman" panose="02020603050405020304"/>
                <a:cs typeface="Times New Roman" panose="02020603050405020304"/>
              </a:rPr>
              <a:t> </a:t>
            </a:r>
            <a:r>
              <a:rPr sz="2700" i="1" spc="105" dirty="0">
                <a:latin typeface="Times New Roman" panose="02020603050405020304"/>
                <a:cs typeface="Times New Roman" panose="02020603050405020304"/>
              </a:rPr>
              <a:t>I</a:t>
            </a:r>
            <a:r>
              <a:rPr sz="2400" spc="157" baseline="-24000" dirty="0">
                <a:latin typeface="Times New Roman" panose="02020603050405020304"/>
                <a:cs typeface="Times New Roman" panose="02020603050405020304"/>
              </a:rPr>
              <a:t>3</a:t>
            </a:r>
            <a:r>
              <a:rPr sz="2400" spc="-359" baseline="-24000" dirty="0">
                <a:latin typeface="Times New Roman" panose="02020603050405020304"/>
                <a:cs typeface="Times New Roman" panose="02020603050405020304"/>
              </a:rPr>
              <a:t> </a:t>
            </a:r>
            <a:r>
              <a:rPr sz="2700" i="1" spc="60" dirty="0">
                <a:latin typeface="Times New Roman" panose="02020603050405020304"/>
                <a:cs typeface="Times New Roman" panose="02020603050405020304"/>
              </a:rPr>
              <a:t>d</a:t>
            </a:r>
            <a:r>
              <a:rPr sz="2400" spc="89" baseline="-24000" dirty="0">
                <a:latin typeface="Times New Roman" panose="02020603050405020304"/>
                <a:cs typeface="Times New Roman" panose="02020603050405020304"/>
              </a:rPr>
              <a:t>3</a:t>
            </a:r>
            <a:endParaRPr sz="2400" baseline="-24000">
              <a:latin typeface="Times New Roman" panose="02020603050405020304"/>
              <a:cs typeface="Times New Roman" panose="02020603050405020304"/>
            </a:endParaRPr>
          </a:p>
        </p:txBody>
      </p:sp>
      <p:grpSp>
        <p:nvGrpSpPr>
          <p:cNvPr id="124" name="object 124"/>
          <p:cNvGrpSpPr/>
          <p:nvPr/>
        </p:nvGrpSpPr>
        <p:grpSpPr>
          <a:xfrm>
            <a:off x="1064844" y="550672"/>
            <a:ext cx="4462145" cy="159385"/>
            <a:chOff x="1064844" y="550672"/>
            <a:chExt cx="4462145" cy="159385"/>
          </a:xfrm>
        </p:grpSpPr>
        <p:sp>
          <p:nvSpPr>
            <p:cNvPr id="125" name="object 125"/>
            <p:cNvSpPr/>
            <p:nvPr/>
          </p:nvSpPr>
          <p:spPr>
            <a:xfrm>
              <a:off x="5172697" y="603783"/>
              <a:ext cx="266065" cy="0"/>
            </a:xfrm>
            <a:custGeom>
              <a:avLst/>
              <a:gdLst/>
              <a:ahLst/>
              <a:cxnLst/>
              <a:rect l="l" t="t" r="r" b="b"/>
              <a:pathLst>
                <a:path w="266064">
                  <a:moveTo>
                    <a:pt x="0" y="0"/>
                  </a:moveTo>
                  <a:lnTo>
                    <a:pt x="265595" y="0"/>
                  </a:lnTo>
                </a:path>
              </a:pathLst>
            </a:custGeom>
            <a:ln w="17703">
              <a:solidFill>
                <a:srgbClr val="000000"/>
              </a:solidFill>
            </a:ln>
          </p:spPr>
          <p:txBody>
            <a:bodyPr wrap="square" lIns="0" tIns="0" rIns="0" bIns="0" rtlCol="0"/>
            <a:lstStyle/>
            <a:p>
              <a:endParaRPr/>
            </a:p>
          </p:txBody>
        </p:sp>
        <p:sp>
          <p:nvSpPr>
            <p:cNvPr id="126" name="object 126"/>
            <p:cNvSpPr/>
            <p:nvPr/>
          </p:nvSpPr>
          <p:spPr>
            <a:xfrm>
              <a:off x="5349760" y="550672"/>
              <a:ext cx="177165" cy="124460"/>
            </a:xfrm>
            <a:custGeom>
              <a:avLst/>
              <a:gdLst/>
              <a:ahLst/>
              <a:cxnLst/>
              <a:rect l="l" t="t" r="r" b="b"/>
              <a:pathLst>
                <a:path w="177164" h="124459">
                  <a:moveTo>
                    <a:pt x="0" y="123913"/>
                  </a:moveTo>
                  <a:lnTo>
                    <a:pt x="53111" y="53111"/>
                  </a:lnTo>
                  <a:lnTo>
                    <a:pt x="0" y="0"/>
                  </a:lnTo>
                  <a:lnTo>
                    <a:pt x="177063" y="53111"/>
                  </a:lnTo>
                  <a:lnTo>
                    <a:pt x="0" y="123913"/>
                  </a:lnTo>
                  <a:close/>
                </a:path>
              </a:pathLst>
            </a:custGeom>
            <a:solidFill>
              <a:srgbClr val="000000"/>
            </a:solidFill>
          </p:spPr>
          <p:txBody>
            <a:bodyPr wrap="square" lIns="0" tIns="0" rIns="0" bIns="0" rtlCol="0"/>
            <a:lstStyle/>
            <a:p>
              <a:endParaRPr/>
            </a:p>
          </p:txBody>
        </p:sp>
        <p:sp>
          <p:nvSpPr>
            <p:cNvPr id="127" name="object 127"/>
            <p:cNvSpPr/>
            <p:nvPr/>
          </p:nvSpPr>
          <p:spPr>
            <a:xfrm>
              <a:off x="1064844" y="639178"/>
              <a:ext cx="283845" cy="0"/>
            </a:xfrm>
            <a:custGeom>
              <a:avLst/>
              <a:gdLst/>
              <a:ahLst/>
              <a:cxnLst/>
              <a:rect l="l" t="t" r="r" b="b"/>
              <a:pathLst>
                <a:path w="283844">
                  <a:moveTo>
                    <a:pt x="0" y="0"/>
                  </a:moveTo>
                  <a:lnTo>
                    <a:pt x="283311" y="0"/>
                  </a:lnTo>
                </a:path>
              </a:pathLst>
            </a:custGeom>
            <a:ln w="17703">
              <a:solidFill>
                <a:srgbClr val="000000"/>
              </a:solidFill>
            </a:ln>
          </p:spPr>
          <p:txBody>
            <a:bodyPr wrap="square" lIns="0" tIns="0" rIns="0" bIns="0" rtlCol="0"/>
            <a:lstStyle/>
            <a:p>
              <a:endParaRPr/>
            </a:p>
          </p:txBody>
        </p:sp>
        <p:sp>
          <p:nvSpPr>
            <p:cNvPr id="128" name="object 128"/>
            <p:cNvSpPr/>
            <p:nvPr/>
          </p:nvSpPr>
          <p:spPr>
            <a:xfrm>
              <a:off x="1259624" y="586079"/>
              <a:ext cx="177165" cy="124460"/>
            </a:xfrm>
            <a:custGeom>
              <a:avLst/>
              <a:gdLst/>
              <a:ahLst/>
              <a:cxnLst/>
              <a:rect l="l" t="t" r="r" b="b"/>
              <a:pathLst>
                <a:path w="177165" h="124459">
                  <a:moveTo>
                    <a:pt x="0" y="123913"/>
                  </a:moveTo>
                  <a:lnTo>
                    <a:pt x="53111" y="53098"/>
                  </a:lnTo>
                  <a:lnTo>
                    <a:pt x="0" y="0"/>
                  </a:lnTo>
                  <a:lnTo>
                    <a:pt x="177050" y="53098"/>
                  </a:lnTo>
                  <a:lnTo>
                    <a:pt x="0" y="123913"/>
                  </a:lnTo>
                  <a:close/>
                </a:path>
              </a:pathLst>
            </a:custGeom>
            <a:solidFill>
              <a:srgbClr val="000000"/>
            </a:solidFill>
          </p:spPr>
          <p:txBody>
            <a:bodyPr wrap="square" lIns="0" tIns="0" rIns="0" bIns="0" rtlCol="0"/>
            <a:lstStyle/>
            <a:p>
              <a:endParaRPr/>
            </a:p>
          </p:txBody>
        </p:sp>
      </p:grpSp>
      <p:sp>
        <p:nvSpPr>
          <p:cNvPr id="129" name="object 129"/>
          <p:cNvSpPr txBox="1"/>
          <p:nvPr/>
        </p:nvSpPr>
        <p:spPr>
          <a:xfrm>
            <a:off x="2592590" y="113093"/>
            <a:ext cx="16764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B</a:t>
            </a:r>
            <a:endParaRPr sz="1650">
              <a:latin typeface="Times New Roman" panose="02020603050405020304"/>
              <a:cs typeface="Times New Roman" panose="02020603050405020304"/>
            </a:endParaRPr>
          </a:p>
        </p:txBody>
      </p:sp>
      <p:sp>
        <p:nvSpPr>
          <p:cNvPr id="130" name="object 130"/>
          <p:cNvSpPr txBox="1"/>
          <p:nvPr/>
        </p:nvSpPr>
        <p:spPr>
          <a:xfrm>
            <a:off x="3654971" y="95402"/>
            <a:ext cx="16764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C</a:t>
            </a:r>
            <a:endParaRPr sz="1650">
              <a:latin typeface="Times New Roman" panose="02020603050405020304"/>
              <a:cs typeface="Times New Roman" panose="02020603050405020304"/>
            </a:endParaRPr>
          </a:p>
        </p:txBody>
      </p:sp>
      <p:sp>
        <p:nvSpPr>
          <p:cNvPr id="131" name="object 131"/>
          <p:cNvSpPr txBox="1"/>
          <p:nvPr/>
        </p:nvSpPr>
        <p:spPr>
          <a:xfrm>
            <a:off x="4699634" y="77698"/>
            <a:ext cx="17907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D</a:t>
            </a:r>
            <a:endParaRPr sz="1650">
              <a:latin typeface="Times New Roman" panose="02020603050405020304"/>
              <a:cs typeface="Times New Roman" panose="02020603050405020304"/>
            </a:endParaRPr>
          </a:p>
        </p:txBody>
      </p:sp>
      <p:sp>
        <p:nvSpPr>
          <p:cNvPr id="132" name="object 132"/>
          <p:cNvSpPr txBox="1"/>
          <p:nvPr/>
        </p:nvSpPr>
        <p:spPr>
          <a:xfrm>
            <a:off x="1512506" y="95402"/>
            <a:ext cx="179070" cy="280670"/>
          </a:xfrm>
          <a:prstGeom prst="rect">
            <a:avLst/>
          </a:prstGeom>
        </p:spPr>
        <p:txBody>
          <a:bodyPr vert="horz" wrap="square" lIns="0" tIns="15240" rIns="0" bIns="0" rtlCol="0">
            <a:spAutoFit/>
          </a:bodyPr>
          <a:lstStyle/>
          <a:p>
            <a:pPr marL="12700">
              <a:lnSpc>
                <a:spcPct val="100000"/>
              </a:lnSpc>
              <a:spcBef>
                <a:spcPts val="120"/>
              </a:spcBef>
            </a:pPr>
            <a:r>
              <a:rPr sz="1650" spc="-50" dirty="0">
                <a:latin typeface="Times New Roman" panose="02020603050405020304"/>
                <a:cs typeface="Times New Roman" panose="02020603050405020304"/>
              </a:rPr>
              <a:t>A</a:t>
            </a:r>
            <a:endParaRPr sz="1650">
              <a:latin typeface="Times New Roman" panose="02020603050405020304"/>
              <a:cs typeface="Times New Roman" panose="02020603050405020304"/>
            </a:endParaRPr>
          </a:p>
        </p:txBody>
      </p:sp>
      <p:grpSp>
        <p:nvGrpSpPr>
          <p:cNvPr id="133" name="object 133"/>
          <p:cNvGrpSpPr/>
          <p:nvPr/>
        </p:nvGrpSpPr>
        <p:grpSpPr>
          <a:xfrm>
            <a:off x="258699" y="45338"/>
            <a:ext cx="8553450" cy="3347720"/>
            <a:chOff x="258699" y="45338"/>
            <a:chExt cx="8553450" cy="3347720"/>
          </a:xfrm>
        </p:grpSpPr>
        <p:sp>
          <p:nvSpPr>
            <p:cNvPr id="134" name="object 134"/>
            <p:cNvSpPr/>
            <p:nvPr/>
          </p:nvSpPr>
          <p:spPr>
            <a:xfrm>
              <a:off x="1755394" y="1630514"/>
              <a:ext cx="3204845" cy="1434465"/>
            </a:xfrm>
            <a:custGeom>
              <a:avLst/>
              <a:gdLst/>
              <a:ahLst/>
              <a:cxnLst/>
              <a:rect l="l" t="t" r="r" b="b"/>
              <a:pathLst>
                <a:path w="3204845" h="1434464">
                  <a:moveTo>
                    <a:pt x="17703" y="1363078"/>
                  </a:moveTo>
                  <a:lnTo>
                    <a:pt x="0" y="1345374"/>
                  </a:lnTo>
                  <a:lnTo>
                    <a:pt x="0" y="1433880"/>
                  </a:lnTo>
                  <a:lnTo>
                    <a:pt x="17703" y="1433880"/>
                  </a:lnTo>
                  <a:lnTo>
                    <a:pt x="17703" y="1363078"/>
                  </a:lnTo>
                  <a:close/>
                </a:path>
                <a:path w="3204845" h="1434464">
                  <a:moveTo>
                    <a:pt x="17703" y="1239164"/>
                  </a:moveTo>
                  <a:lnTo>
                    <a:pt x="0" y="1221460"/>
                  </a:lnTo>
                  <a:lnTo>
                    <a:pt x="0" y="1309966"/>
                  </a:lnTo>
                  <a:lnTo>
                    <a:pt x="17703" y="1309966"/>
                  </a:lnTo>
                  <a:lnTo>
                    <a:pt x="17703" y="1239164"/>
                  </a:lnTo>
                  <a:close/>
                </a:path>
                <a:path w="3204845" h="1434464">
                  <a:moveTo>
                    <a:pt x="17703" y="1115237"/>
                  </a:moveTo>
                  <a:lnTo>
                    <a:pt x="0" y="1097546"/>
                  </a:lnTo>
                  <a:lnTo>
                    <a:pt x="0" y="1186053"/>
                  </a:lnTo>
                  <a:lnTo>
                    <a:pt x="17703" y="1186053"/>
                  </a:lnTo>
                  <a:lnTo>
                    <a:pt x="17703" y="1115237"/>
                  </a:lnTo>
                  <a:close/>
                </a:path>
                <a:path w="3204845" h="1434464">
                  <a:moveTo>
                    <a:pt x="17703" y="991323"/>
                  </a:moveTo>
                  <a:lnTo>
                    <a:pt x="0" y="973620"/>
                  </a:lnTo>
                  <a:lnTo>
                    <a:pt x="0" y="1062139"/>
                  </a:lnTo>
                  <a:lnTo>
                    <a:pt x="17703" y="1062139"/>
                  </a:lnTo>
                  <a:lnTo>
                    <a:pt x="17703" y="991323"/>
                  </a:lnTo>
                  <a:close/>
                </a:path>
                <a:path w="3204845" h="1434464">
                  <a:moveTo>
                    <a:pt x="17703" y="867410"/>
                  </a:moveTo>
                  <a:lnTo>
                    <a:pt x="0" y="849706"/>
                  </a:lnTo>
                  <a:lnTo>
                    <a:pt x="0" y="938225"/>
                  </a:lnTo>
                  <a:lnTo>
                    <a:pt x="17703" y="938225"/>
                  </a:lnTo>
                  <a:lnTo>
                    <a:pt x="17703" y="867410"/>
                  </a:lnTo>
                  <a:close/>
                </a:path>
                <a:path w="3204845" h="1434464">
                  <a:moveTo>
                    <a:pt x="17703" y="743496"/>
                  </a:moveTo>
                  <a:lnTo>
                    <a:pt x="0" y="725792"/>
                  </a:lnTo>
                  <a:lnTo>
                    <a:pt x="0" y="814298"/>
                  </a:lnTo>
                  <a:lnTo>
                    <a:pt x="17703" y="814298"/>
                  </a:lnTo>
                  <a:lnTo>
                    <a:pt x="17703" y="743496"/>
                  </a:lnTo>
                  <a:close/>
                </a:path>
                <a:path w="3204845" h="1434464">
                  <a:moveTo>
                    <a:pt x="17703" y="619582"/>
                  </a:moveTo>
                  <a:lnTo>
                    <a:pt x="0" y="601878"/>
                  </a:lnTo>
                  <a:lnTo>
                    <a:pt x="0" y="690384"/>
                  </a:lnTo>
                  <a:lnTo>
                    <a:pt x="17703" y="690384"/>
                  </a:lnTo>
                  <a:lnTo>
                    <a:pt x="17703" y="619582"/>
                  </a:lnTo>
                  <a:close/>
                </a:path>
                <a:path w="3204845" h="1434464">
                  <a:moveTo>
                    <a:pt x="17703" y="495668"/>
                  </a:moveTo>
                  <a:lnTo>
                    <a:pt x="0" y="477964"/>
                  </a:lnTo>
                  <a:lnTo>
                    <a:pt x="0" y="566470"/>
                  </a:lnTo>
                  <a:lnTo>
                    <a:pt x="17703" y="566470"/>
                  </a:lnTo>
                  <a:lnTo>
                    <a:pt x="17703" y="495668"/>
                  </a:lnTo>
                  <a:close/>
                </a:path>
                <a:path w="3204845" h="1434464">
                  <a:moveTo>
                    <a:pt x="17703" y="371741"/>
                  </a:moveTo>
                  <a:lnTo>
                    <a:pt x="0" y="354037"/>
                  </a:lnTo>
                  <a:lnTo>
                    <a:pt x="0" y="442556"/>
                  </a:lnTo>
                  <a:lnTo>
                    <a:pt x="17703" y="442556"/>
                  </a:lnTo>
                  <a:lnTo>
                    <a:pt x="17703" y="371741"/>
                  </a:lnTo>
                  <a:close/>
                </a:path>
                <a:path w="3204845" h="1434464">
                  <a:moveTo>
                    <a:pt x="17703" y="247827"/>
                  </a:moveTo>
                  <a:lnTo>
                    <a:pt x="0" y="230124"/>
                  </a:lnTo>
                  <a:lnTo>
                    <a:pt x="0" y="318643"/>
                  </a:lnTo>
                  <a:lnTo>
                    <a:pt x="17703" y="318643"/>
                  </a:lnTo>
                  <a:lnTo>
                    <a:pt x="17703" y="247827"/>
                  </a:lnTo>
                  <a:close/>
                </a:path>
                <a:path w="3204845" h="1434464">
                  <a:moveTo>
                    <a:pt x="17703" y="123913"/>
                  </a:moveTo>
                  <a:lnTo>
                    <a:pt x="0" y="106210"/>
                  </a:lnTo>
                  <a:lnTo>
                    <a:pt x="0" y="194729"/>
                  </a:lnTo>
                  <a:lnTo>
                    <a:pt x="17703" y="194729"/>
                  </a:lnTo>
                  <a:lnTo>
                    <a:pt x="17703" y="123913"/>
                  </a:lnTo>
                  <a:close/>
                </a:path>
                <a:path w="3204845" h="1434464">
                  <a:moveTo>
                    <a:pt x="17703" y="0"/>
                  </a:moveTo>
                  <a:lnTo>
                    <a:pt x="0" y="0"/>
                  </a:lnTo>
                  <a:lnTo>
                    <a:pt x="0" y="70802"/>
                  </a:lnTo>
                  <a:lnTo>
                    <a:pt x="17703" y="70802"/>
                  </a:lnTo>
                  <a:lnTo>
                    <a:pt x="17703" y="0"/>
                  </a:lnTo>
                  <a:close/>
                </a:path>
                <a:path w="3204845" h="1434464">
                  <a:moveTo>
                    <a:pt x="1080084" y="1363078"/>
                  </a:moveTo>
                  <a:lnTo>
                    <a:pt x="1062367" y="1345374"/>
                  </a:lnTo>
                  <a:lnTo>
                    <a:pt x="1062367" y="1433880"/>
                  </a:lnTo>
                  <a:lnTo>
                    <a:pt x="1080084" y="1433880"/>
                  </a:lnTo>
                  <a:lnTo>
                    <a:pt x="1080084" y="1363078"/>
                  </a:lnTo>
                  <a:close/>
                </a:path>
                <a:path w="3204845" h="1434464">
                  <a:moveTo>
                    <a:pt x="1080084" y="1239164"/>
                  </a:moveTo>
                  <a:lnTo>
                    <a:pt x="1062367" y="1221460"/>
                  </a:lnTo>
                  <a:lnTo>
                    <a:pt x="1062367" y="1309966"/>
                  </a:lnTo>
                  <a:lnTo>
                    <a:pt x="1080084" y="1309966"/>
                  </a:lnTo>
                  <a:lnTo>
                    <a:pt x="1080084" y="1239164"/>
                  </a:lnTo>
                  <a:close/>
                </a:path>
                <a:path w="3204845" h="1434464">
                  <a:moveTo>
                    <a:pt x="1080084" y="1115237"/>
                  </a:moveTo>
                  <a:lnTo>
                    <a:pt x="1062367" y="1097546"/>
                  </a:lnTo>
                  <a:lnTo>
                    <a:pt x="1062367" y="1186053"/>
                  </a:lnTo>
                  <a:lnTo>
                    <a:pt x="1080084" y="1186053"/>
                  </a:lnTo>
                  <a:lnTo>
                    <a:pt x="1080084" y="1115237"/>
                  </a:lnTo>
                  <a:close/>
                </a:path>
                <a:path w="3204845" h="1434464">
                  <a:moveTo>
                    <a:pt x="1080084" y="991323"/>
                  </a:moveTo>
                  <a:lnTo>
                    <a:pt x="1062367" y="973620"/>
                  </a:lnTo>
                  <a:lnTo>
                    <a:pt x="1062367" y="1062139"/>
                  </a:lnTo>
                  <a:lnTo>
                    <a:pt x="1080084" y="1062139"/>
                  </a:lnTo>
                  <a:lnTo>
                    <a:pt x="1080084" y="991323"/>
                  </a:lnTo>
                  <a:close/>
                </a:path>
                <a:path w="3204845" h="1434464">
                  <a:moveTo>
                    <a:pt x="1080084" y="867410"/>
                  </a:moveTo>
                  <a:lnTo>
                    <a:pt x="1062367" y="849706"/>
                  </a:lnTo>
                  <a:lnTo>
                    <a:pt x="1062367" y="938225"/>
                  </a:lnTo>
                  <a:lnTo>
                    <a:pt x="1080084" y="938225"/>
                  </a:lnTo>
                  <a:lnTo>
                    <a:pt x="1080084" y="867410"/>
                  </a:lnTo>
                  <a:close/>
                </a:path>
                <a:path w="3204845" h="1434464">
                  <a:moveTo>
                    <a:pt x="1080084" y="743496"/>
                  </a:moveTo>
                  <a:lnTo>
                    <a:pt x="1062367" y="725792"/>
                  </a:lnTo>
                  <a:lnTo>
                    <a:pt x="1062367" y="814298"/>
                  </a:lnTo>
                  <a:lnTo>
                    <a:pt x="1080084" y="814298"/>
                  </a:lnTo>
                  <a:lnTo>
                    <a:pt x="1080084" y="743496"/>
                  </a:lnTo>
                  <a:close/>
                </a:path>
                <a:path w="3204845" h="1434464">
                  <a:moveTo>
                    <a:pt x="1080084" y="619582"/>
                  </a:moveTo>
                  <a:lnTo>
                    <a:pt x="1062367" y="601878"/>
                  </a:lnTo>
                  <a:lnTo>
                    <a:pt x="1062367" y="690384"/>
                  </a:lnTo>
                  <a:lnTo>
                    <a:pt x="1080084" y="690384"/>
                  </a:lnTo>
                  <a:lnTo>
                    <a:pt x="1080084" y="619582"/>
                  </a:lnTo>
                  <a:close/>
                </a:path>
                <a:path w="3204845" h="1434464">
                  <a:moveTo>
                    <a:pt x="1080084" y="495668"/>
                  </a:moveTo>
                  <a:lnTo>
                    <a:pt x="1062367" y="477964"/>
                  </a:lnTo>
                  <a:lnTo>
                    <a:pt x="1062367" y="566470"/>
                  </a:lnTo>
                  <a:lnTo>
                    <a:pt x="1080084" y="566470"/>
                  </a:lnTo>
                  <a:lnTo>
                    <a:pt x="1080084" y="495668"/>
                  </a:lnTo>
                  <a:close/>
                </a:path>
                <a:path w="3204845" h="1434464">
                  <a:moveTo>
                    <a:pt x="1080084" y="371741"/>
                  </a:moveTo>
                  <a:lnTo>
                    <a:pt x="1062367" y="354037"/>
                  </a:lnTo>
                  <a:lnTo>
                    <a:pt x="1062367" y="442556"/>
                  </a:lnTo>
                  <a:lnTo>
                    <a:pt x="1080084" y="442556"/>
                  </a:lnTo>
                  <a:lnTo>
                    <a:pt x="1080084" y="371741"/>
                  </a:lnTo>
                  <a:close/>
                </a:path>
                <a:path w="3204845" h="1434464">
                  <a:moveTo>
                    <a:pt x="1080084" y="247827"/>
                  </a:moveTo>
                  <a:lnTo>
                    <a:pt x="1062367" y="230124"/>
                  </a:lnTo>
                  <a:lnTo>
                    <a:pt x="1062367" y="318643"/>
                  </a:lnTo>
                  <a:lnTo>
                    <a:pt x="1080084" y="318643"/>
                  </a:lnTo>
                  <a:lnTo>
                    <a:pt x="1080084" y="247827"/>
                  </a:lnTo>
                  <a:close/>
                </a:path>
                <a:path w="3204845" h="1434464">
                  <a:moveTo>
                    <a:pt x="1080084" y="123913"/>
                  </a:moveTo>
                  <a:lnTo>
                    <a:pt x="1062367" y="106210"/>
                  </a:lnTo>
                  <a:lnTo>
                    <a:pt x="1062367" y="194729"/>
                  </a:lnTo>
                  <a:lnTo>
                    <a:pt x="1080084" y="194729"/>
                  </a:lnTo>
                  <a:lnTo>
                    <a:pt x="1080084" y="123913"/>
                  </a:lnTo>
                  <a:close/>
                </a:path>
                <a:path w="3204845" h="1434464">
                  <a:moveTo>
                    <a:pt x="1080084" y="0"/>
                  </a:moveTo>
                  <a:lnTo>
                    <a:pt x="1062367" y="0"/>
                  </a:lnTo>
                  <a:lnTo>
                    <a:pt x="1062367" y="70802"/>
                  </a:lnTo>
                  <a:lnTo>
                    <a:pt x="1080084" y="70802"/>
                  </a:lnTo>
                  <a:lnTo>
                    <a:pt x="1080084" y="0"/>
                  </a:lnTo>
                  <a:close/>
                </a:path>
                <a:path w="3204845" h="1434464">
                  <a:moveTo>
                    <a:pt x="2142452" y="1363078"/>
                  </a:moveTo>
                  <a:lnTo>
                    <a:pt x="2124748" y="1345374"/>
                  </a:lnTo>
                  <a:lnTo>
                    <a:pt x="2124748" y="1433880"/>
                  </a:lnTo>
                  <a:lnTo>
                    <a:pt x="2142452" y="1433880"/>
                  </a:lnTo>
                  <a:lnTo>
                    <a:pt x="2142452" y="1363078"/>
                  </a:lnTo>
                  <a:close/>
                </a:path>
                <a:path w="3204845" h="1434464">
                  <a:moveTo>
                    <a:pt x="2142452" y="1239164"/>
                  </a:moveTo>
                  <a:lnTo>
                    <a:pt x="2124748" y="1221460"/>
                  </a:lnTo>
                  <a:lnTo>
                    <a:pt x="2124748" y="1309966"/>
                  </a:lnTo>
                  <a:lnTo>
                    <a:pt x="2142452" y="1309966"/>
                  </a:lnTo>
                  <a:lnTo>
                    <a:pt x="2142452" y="1239164"/>
                  </a:lnTo>
                  <a:close/>
                </a:path>
                <a:path w="3204845" h="1434464">
                  <a:moveTo>
                    <a:pt x="2142452" y="1115237"/>
                  </a:moveTo>
                  <a:lnTo>
                    <a:pt x="2124748" y="1097546"/>
                  </a:lnTo>
                  <a:lnTo>
                    <a:pt x="2124748" y="1186053"/>
                  </a:lnTo>
                  <a:lnTo>
                    <a:pt x="2142452" y="1186053"/>
                  </a:lnTo>
                  <a:lnTo>
                    <a:pt x="2142452" y="1115237"/>
                  </a:lnTo>
                  <a:close/>
                </a:path>
                <a:path w="3204845" h="1434464">
                  <a:moveTo>
                    <a:pt x="2142452" y="991323"/>
                  </a:moveTo>
                  <a:lnTo>
                    <a:pt x="2124748" y="973620"/>
                  </a:lnTo>
                  <a:lnTo>
                    <a:pt x="2124748" y="1062139"/>
                  </a:lnTo>
                  <a:lnTo>
                    <a:pt x="2142452" y="1062139"/>
                  </a:lnTo>
                  <a:lnTo>
                    <a:pt x="2142452" y="991323"/>
                  </a:lnTo>
                  <a:close/>
                </a:path>
                <a:path w="3204845" h="1434464">
                  <a:moveTo>
                    <a:pt x="2142452" y="867410"/>
                  </a:moveTo>
                  <a:lnTo>
                    <a:pt x="2124748" y="849706"/>
                  </a:lnTo>
                  <a:lnTo>
                    <a:pt x="2124748" y="938225"/>
                  </a:lnTo>
                  <a:lnTo>
                    <a:pt x="2142452" y="938225"/>
                  </a:lnTo>
                  <a:lnTo>
                    <a:pt x="2142452" y="867410"/>
                  </a:lnTo>
                  <a:close/>
                </a:path>
                <a:path w="3204845" h="1434464">
                  <a:moveTo>
                    <a:pt x="2142452" y="743496"/>
                  </a:moveTo>
                  <a:lnTo>
                    <a:pt x="2124748" y="725792"/>
                  </a:lnTo>
                  <a:lnTo>
                    <a:pt x="2124748" y="814298"/>
                  </a:lnTo>
                  <a:lnTo>
                    <a:pt x="2142452" y="814298"/>
                  </a:lnTo>
                  <a:lnTo>
                    <a:pt x="2142452" y="743496"/>
                  </a:lnTo>
                  <a:close/>
                </a:path>
                <a:path w="3204845" h="1434464">
                  <a:moveTo>
                    <a:pt x="2142452" y="619582"/>
                  </a:moveTo>
                  <a:lnTo>
                    <a:pt x="2124748" y="601878"/>
                  </a:lnTo>
                  <a:lnTo>
                    <a:pt x="2124748" y="690384"/>
                  </a:lnTo>
                  <a:lnTo>
                    <a:pt x="2142452" y="690384"/>
                  </a:lnTo>
                  <a:lnTo>
                    <a:pt x="2142452" y="619582"/>
                  </a:lnTo>
                  <a:close/>
                </a:path>
                <a:path w="3204845" h="1434464">
                  <a:moveTo>
                    <a:pt x="2142452" y="495668"/>
                  </a:moveTo>
                  <a:lnTo>
                    <a:pt x="2124748" y="477964"/>
                  </a:lnTo>
                  <a:lnTo>
                    <a:pt x="2124748" y="566470"/>
                  </a:lnTo>
                  <a:lnTo>
                    <a:pt x="2142452" y="566470"/>
                  </a:lnTo>
                  <a:lnTo>
                    <a:pt x="2142452" y="495668"/>
                  </a:lnTo>
                  <a:close/>
                </a:path>
                <a:path w="3204845" h="1434464">
                  <a:moveTo>
                    <a:pt x="2142452" y="371741"/>
                  </a:moveTo>
                  <a:lnTo>
                    <a:pt x="2124748" y="354037"/>
                  </a:lnTo>
                  <a:lnTo>
                    <a:pt x="2124748" y="442556"/>
                  </a:lnTo>
                  <a:lnTo>
                    <a:pt x="2142452" y="442556"/>
                  </a:lnTo>
                  <a:lnTo>
                    <a:pt x="2142452" y="371741"/>
                  </a:lnTo>
                  <a:close/>
                </a:path>
                <a:path w="3204845" h="1434464">
                  <a:moveTo>
                    <a:pt x="2142452" y="247827"/>
                  </a:moveTo>
                  <a:lnTo>
                    <a:pt x="2124748" y="230124"/>
                  </a:lnTo>
                  <a:lnTo>
                    <a:pt x="2124748" y="318643"/>
                  </a:lnTo>
                  <a:lnTo>
                    <a:pt x="2142452" y="318643"/>
                  </a:lnTo>
                  <a:lnTo>
                    <a:pt x="2142452" y="247827"/>
                  </a:lnTo>
                  <a:close/>
                </a:path>
                <a:path w="3204845" h="1434464">
                  <a:moveTo>
                    <a:pt x="2142452" y="123913"/>
                  </a:moveTo>
                  <a:lnTo>
                    <a:pt x="2124748" y="106210"/>
                  </a:lnTo>
                  <a:lnTo>
                    <a:pt x="2124748" y="194729"/>
                  </a:lnTo>
                  <a:lnTo>
                    <a:pt x="2142452" y="194729"/>
                  </a:lnTo>
                  <a:lnTo>
                    <a:pt x="2142452" y="123913"/>
                  </a:lnTo>
                  <a:close/>
                </a:path>
                <a:path w="3204845" h="1434464">
                  <a:moveTo>
                    <a:pt x="2142452" y="0"/>
                  </a:moveTo>
                  <a:lnTo>
                    <a:pt x="2124748" y="0"/>
                  </a:lnTo>
                  <a:lnTo>
                    <a:pt x="2124748" y="70802"/>
                  </a:lnTo>
                  <a:lnTo>
                    <a:pt x="2142452" y="70802"/>
                  </a:lnTo>
                  <a:lnTo>
                    <a:pt x="2142452" y="0"/>
                  </a:lnTo>
                  <a:close/>
                </a:path>
                <a:path w="3204845" h="1434464">
                  <a:moveTo>
                    <a:pt x="3204819" y="1363078"/>
                  </a:moveTo>
                  <a:lnTo>
                    <a:pt x="3187115" y="1345374"/>
                  </a:lnTo>
                  <a:lnTo>
                    <a:pt x="3187115" y="1433880"/>
                  </a:lnTo>
                  <a:lnTo>
                    <a:pt x="3204819" y="1433880"/>
                  </a:lnTo>
                  <a:lnTo>
                    <a:pt x="3204819" y="1363078"/>
                  </a:lnTo>
                  <a:close/>
                </a:path>
                <a:path w="3204845" h="1434464">
                  <a:moveTo>
                    <a:pt x="3204819" y="1239164"/>
                  </a:moveTo>
                  <a:lnTo>
                    <a:pt x="3187115" y="1221460"/>
                  </a:lnTo>
                  <a:lnTo>
                    <a:pt x="3187115" y="1309966"/>
                  </a:lnTo>
                  <a:lnTo>
                    <a:pt x="3204819" y="1309966"/>
                  </a:lnTo>
                  <a:lnTo>
                    <a:pt x="3204819" y="1239164"/>
                  </a:lnTo>
                  <a:close/>
                </a:path>
                <a:path w="3204845" h="1434464">
                  <a:moveTo>
                    <a:pt x="3204819" y="1115237"/>
                  </a:moveTo>
                  <a:lnTo>
                    <a:pt x="3187115" y="1097546"/>
                  </a:lnTo>
                  <a:lnTo>
                    <a:pt x="3187115" y="1186053"/>
                  </a:lnTo>
                  <a:lnTo>
                    <a:pt x="3204819" y="1186053"/>
                  </a:lnTo>
                  <a:lnTo>
                    <a:pt x="3204819" y="1115237"/>
                  </a:lnTo>
                  <a:close/>
                </a:path>
                <a:path w="3204845" h="1434464">
                  <a:moveTo>
                    <a:pt x="3204819" y="991323"/>
                  </a:moveTo>
                  <a:lnTo>
                    <a:pt x="3187115" y="973620"/>
                  </a:lnTo>
                  <a:lnTo>
                    <a:pt x="3187115" y="1062139"/>
                  </a:lnTo>
                  <a:lnTo>
                    <a:pt x="3204819" y="1062139"/>
                  </a:lnTo>
                  <a:lnTo>
                    <a:pt x="3204819" y="991323"/>
                  </a:lnTo>
                  <a:close/>
                </a:path>
                <a:path w="3204845" h="1434464">
                  <a:moveTo>
                    <a:pt x="3204819" y="867410"/>
                  </a:moveTo>
                  <a:lnTo>
                    <a:pt x="3187115" y="849706"/>
                  </a:lnTo>
                  <a:lnTo>
                    <a:pt x="3187115" y="938225"/>
                  </a:lnTo>
                  <a:lnTo>
                    <a:pt x="3204819" y="938225"/>
                  </a:lnTo>
                  <a:lnTo>
                    <a:pt x="3204819" y="867410"/>
                  </a:lnTo>
                  <a:close/>
                </a:path>
                <a:path w="3204845" h="1434464">
                  <a:moveTo>
                    <a:pt x="3204819" y="743496"/>
                  </a:moveTo>
                  <a:lnTo>
                    <a:pt x="3187115" y="725792"/>
                  </a:lnTo>
                  <a:lnTo>
                    <a:pt x="3187115" y="814298"/>
                  </a:lnTo>
                  <a:lnTo>
                    <a:pt x="3204819" y="814298"/>
                  </a:lnTo>
                  <a:lnTo>
                    <a:pt x="3204819" y="743496"/>
                  </a:lnTo>
                  <a:close/>
                </a:path>
                <a:path w="3204845" h="1434464">
                  <a:moveTo>
                    <a:pt x="3204819" y="619582"/>
                  </a:moveTo>
                  <a:lnTo>
                    <a:pt x="3187115" y="601878"/>
                  </a:lnTo>
                  <a:lnTo>
                    <a:pt x="3187115" y="690384"/>
                  </a:lnTo>
                  <a:lnTo>
                    <a:pt x="3204819" y="690384"/>
                  </a:lnTo>
                  <a:lnTo>
                    <a:pt x="3204819" y="619582"/>
                  </a:lnTo>
                  <a:close/>
                </a:path>
                <a:path w="3204845" h="1434464">
                  <a:moveTo>
                    <a:pt x="3204819" y="495668"/>
                  </a:moveTo>
                  <a:lnTo>
                    <a:pt x="3187115" y="477964"/>
                  </a:lnTo>
                  <a:lnTo>
                    <a:pt x="3187115" y="566470"/>
                  </a:lnTo>
                  <a:lnTo>
                    <a:pt x="3204819" y="566470"/>
                  </a:lnTo>
                  <a:lnTo>
                    <a:pt x="3204819" y="495668"/>
                  </a:lnTo>
                  <a:close/>
                </a:path>
                <a:path w="3204845" h="1434464">
                  <a:moveTo>
                    <a:pt x="3204819" y="371741"/>
                  </a:moveTo>
                  <a:lnTo>
                    <a:pt x="3187115" y="354037"/>
                  </a:lnTo>
                  <a:lnTo>
                    <a:pt x="3187115" y="442556"/>
                  </a:lnTo>
                  <a:lnTo>
                    <a:pt x="3204819" y="442556"/>
                  </a:lnTo>
                  <a:lnTo>
                    <a:pt x="3204819" y="371741"/>
                  </a:lnTo>
                  <a:close/>
                </a:path>
                <a:path w="3204845" h="1434464">
                  <a:moveTo>
                    <a:pt x="3204819" y="247827"/>
                  </a:moveTo>
                  <a:lnTo>
                    <a:pt x="3187115" y="230124"/>
                  </a:lnTo>
                  <a:lnTo>
                    <a:pt x="3187115" y="318643"/>
                  </a:lnTo>
                  <a:lnTo>
                    <a:pt x="3204819" y="318643"/>
                  </a:lnTo>
                  <a:lnTo>
                    <a:pt x="3204819" y="247827"/>
                  </a:lnTo>
                  <a:close/>
                </a:path>
                <a:path w="3204845" h="1434464">
                  <a:moveTo>
                    <a:pt x="3204819" y="123913"/>
                  </a:moveTo>
                  <a:lnTo>
                    <a:pt x="3187115" y="106210"/>
                  </a:lnTo>
                  <a:lnTo>
                    <a:pt x="3187115" y="194729"/>
                  </a:lnTo>
                  <a:lnTo>
                    <a:pt x="3204819" y="194729"/>
                  </a:lnTo>
                  <a:lnTo>
                    <a:pt x="3204819" y="123913"/>
                  </a:lnTo>
                  <a:close/>
                </a:path>
                <a:path w="3204845" h="1434464">
                  <a:moveTo>
                    <a:pt x="3204819" y="0"/>
                  </a:moveTo>
                  <a:lnTo>
                    <a:pt x="3187115" y="0"/>
                  </a:lnTo>
                  <a:lnTo>
                    <a:pt x="3187115" y="70802"/>
                  </a:lnTo>
                  <a:lnTo>
                    <a:pt x="3204819" y="70802"/>
                  </a:lnTo>
                  <a:lnTo>
                    <a:pt x="3204819" y="0"/>
                  </a:lnTo>
                  <a:close/>
                </a:path>
              </a:pathLst>
            </a:custGeom>
            <a:solidFill>
              <a:srgbClr val="000000"/>
            </a:solidFill>
          </p:spPr>
          <p:txBody>
            <a:bodyPr wrap="square" lIns="0" tIns="0" rIns="0" bIns="0" rtlCol="0"/>
            <a:lstStyle/>
            <a:p>
              <a:endParaRPr/>
            </a:p>
          </p:txBody>
        </p:sp>
        <p:sp>
          <p:nvSpPr>
            <p:cNvPr id="135" name="object 135"/>
            <p:cNvSpPr/>
            <p:nvPr/>
          </p:nvSpPr>
          <p:spPr>
            <a:xfrm>
              <a:off x="258699" y="45338"/>
              <a:ext cx="8553450" cy="3347720"/>
            </a:xfrm>
            <a:custGeom>
              <a:avLst/>
              <a:gdLst/>
              <a:ahLst/>
              <a:cxnLst/>
              <a:rect l="l" t="t" r="r" b="b"/>
              <a:pathLst>
                <a:path w="8553450" h="3347720">
                  <a:moveTo>
                    <a:pt x="8553450" y="3347466"/>
                  </a:moveTo>
                  <a:lnTo>
                    <a:pt x="0" y="3347466"/>
                  </a:lnTo>
                  <a:lnTo>
                    <a:pt x="0" y="0"/>
                  </a:lnTo>
                  <a:lnTo>
                    <a:pt x="8553450" y="0"/>
                  </a:lnTo>
                  <a:lnTo>
                    <a:pt x="8553450" y="4762"/>
                  </a:lnTo>
                  <a:lnTo>
                    <a:pt x="9525" y="4762"/>
                  </a:lnTo>
                  <a:lnTo>
                    <a:pt x="4762" y="9525"/>
                  </a:lnTo>
                  <a:lnTo>
                    <a:pt x="9525" y="9525"/>
                  </a:lnTo>
                  <a:lnTo>
                    <a:pt x="9525" y="3337941"/>
                  </a:lnTo>
                  <a:lnTo>
                    <a:pt x="4762" y="3337941"/>
                  </a:lnTo>
                  <a:lnTo>
                    <a:pt x="9525" y="3342703"/>
                  </a:lnTo>
                  <a:lnTo>
                    <a:pt x="8553450" y="3342703"/>
                  </a:lnTo>
                  <a:lnTo>
                    <a:pt x="8553450" y="3347466"/>
                  </a:lnTo>
                  <a:close/>
                </a:path>
                <a:path w="8553450" h="3347720">
                  <a:moveTo>
                    <a:pt x="9525" y="9525"/>
                  </a:moveTo>
                  <a:lnTo>
                    <a:pt x="4762" y="9525"/>
                  </a:lnTo>
                  <a:lnTo>
                    <a:pt x="9525" y="4762"/>
                  </a:lnTo>
                  <a:lnTo>
                    <a:pt x="9525" y="9525"/>
                  </a:lnTo>
                  <a:close/>
                </a:path>
                <a:path w="8553450" h="3347720">
                  <a:moveTo>
                    <a:pt x="8543925" y="9525"/>
                  </a:moveTo>
                  <a:lnTo>
                    <a:pt x="9525" y="9525"/>
                  </a:lnTo>
                  <a:lnTo>
                    <a:pt x="9525" y="4762"/>
                  </a:lnTo>
                  <a:lnTo>
                    <a:pt x="8543925" y="4762"/>
                  </a:lnTo>
                  <a:lnTo>
                    <a:pt x="8543925" y="9525"/>
                  </a:lnTo>
                  <a:close/>
                </a:path>
                <a:path w="8553450" h="3347720">
                  <a:moveTo>
                    <a:pt x="8543925" y="3342703"/>
                  </a:moveTo>
                  <a:lnTo>
                    <a:pt x="8543925" y="4762"/>
                  </a:lnTo>
                  <a:lnTo>
                    <a:pt x="8548687" y="9525"/>
                  </a:lnTo>
                  <a:lnTo>
                    <a:pt x="8553450" y="9525"/>
                  </a:lnTo>
                  <a:lnTo>
                    <a:pt x="8553450" y="3337941"/>
                  </a:lnTo>
                  <a:lnTo>
                    <a:pt x="8548687" y="3337941"/>
                  </a:lnTo>
                  <a:lnTo>
                    <a:pt x="8543925" y="3342703"/>
                  </a:lnTo>
                  <a:close/>
                </a:path>
                <a:path w="8553450" h="3347720">
                  <a:moveTo>
                    <a:pt x="8553450" y="9525"/>
                  </a:moveTo>
                  <a:lnTo>
                    <a:pt x="8548687" y="9525"/>
                  </a:lnTo>
                  <a:lnTo>
                    <a:pt x="8543925" y="4762"/>
                  </a:lnTo>
                  <a:lnTo>
                    <a:pt x="8553450" y="4762"/>
                  </a:lnTo>
                  <a:lnTo>
                    <a:pt x="8553450" y="9525"/>
                  </a:lnTo>
                  <a:close/>
                </a:path>
                <a:path w="8553450" h="3347720">
                  <a:moveTo>
                    <a:pt x="9525" y="3342703"/>
                  </a:moveTo>
                  <a:lnTo>
                    <a:pt x="4762" y="3337941"/>
                  </a:lnTo>
                  <a:lnTo>
                    <a:pt x="9525" y="3337941"/>
                  </a:lnTo>
                  <a:lnTo>
                    <a:pt x="9525" y="3342703"/>
                  </a:lnTo>
                  <a:close/>
                </a:path>
                <a:path w="8553450" h="3347720">
                  <a:moveTo>
                    <a:pt x="8543925" y="3342703"/>
                  </a:moveTo>
                  <a:lnTo>
                    <a:pt x="9525" y="3342703"/>
                  </a:lnTo>
                  <a:lnTo>
                    <a:pt x="9525" y="3337941"/>
                  </a:lnTo>
                  <a:lnTo>
                    <a:pt x="8543925" y="3337941"/>
                  </a:lnTo>
                  <a:lnTo>
                    <a:pt x="8543925" y="3342703"/>
                  </a:lnTo>
                  <a:close/>
                </a:path>
                <a:path w="8553450" h="3347720">
                  <a:moveTo>
                    <a:pt x="8553450" y="3342703"/>
                  </a:moveTo>
                  <a:lnTo>
                    <a:pt x="8543925" y="3342703"/>
                  </a:lnTo>
                  <a:lnTo>
                    <a:pt x="8548687" y="3337941"/>
                  </a:lnTo>
                  <a:lnTo>
                    <a:pt x="8553450" y="3337941"/>
                  </a:lnTo>
                  <a:lnTo>
                    <a:pt x="8553450" y="3342703"/>
                  </a:lnTo>
                  <a:close/>
                </a:path>
              </a:pathLst>
            </a:custGeom>
            <a:solidFill>
              <a:srgbClr val="0000CC"/>
            </a:solidFill>
          </p:spPr>
          <p:txBody>
            <a:bodyPr wrap="square" lIns="0" tIns="0" rIns="0" bIns="0" rtlCol="0"/>
            <a:lstStyle/>
            <a:p>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47955">
              <a:lnSpc>
                <a:spcPct val="100000"/>
              </a:lnSpc>
              <a:spcBef>
                <a:spcPts val="95"/>
              </a:spcBef>
            </a:pPr>
            <a:r>
              <a:rPr spc="-25" dirty="0">
                <a:latin typeface="Arial" panose="020B0604020202020204"/>
                <a:cs typeface="Arial" panose="020B0604020202020204"/>
              </a:rPr>
              <a:t>4</a:t>
            </a:r>
            <a:r>
              <a:rPr spc="-30" dirty="0"/>
              <a:t>位</a:t>
            </a:r>
            <a:r>
              <a:rPr spc="-20" dirty="0">
                <a:latin typeface="Arial" panose="020B0604020202020204"/>
                <a:cs typeface="Arial" panose="020B0604020202020204"/>
              </a:rPr>
              <a:t>DAC</a:t>
            </a:r>
            <a:r>
              <a:rPr spc="-30" dirty="0"/>
              <a:t>扩展到</a:t>
            </a:r>
            <a:r>
              <a:rPr spc="-25" dirty="0">
                <a:latin typeface="Arial" panose="020B0604020202020204"/>
                <a:cs typeface="Arial" panose="020B0604020202020204"/>
              </a:rPr>
              <a:t>8</a:t>
            </a:r>
            <a:r>
              <a:rPr spc="-30" dirty="0"/>
              <a:t>位</a:t>
            </a:r>
            <a:r>
              <a:rPr spc="-25" dirty="0">
                <a:latin typeface="Arial" panose="020B0604020202020204"/>
                <a:cs typeface="Arial" panose="020B0604020202020204"/>
              </a:rPr>
              <a:t>DAC</a:t>
            </a:r>
          </a:p>
        </p:txBody>
      </p:sp>
      <p:pic>
        <p:nvPicPr>
          <p:cNvPr id="3" name="object 3"/>
          <p:cNvPicPr/>
          <p:nvPr/>
        </p:nvPicPr>
        <p:blipFill>
          <a:blip r:embed="rId2" cstate="print"/>
          <a:stretch>
            <a:fillRect/>
          </a:stretch>
        </p:blipFill>
        <p:spPr>
          <a:xfrm>
            <a:off x="341375" y="1275588"/>
            <a:ext cx="8639556" cy="322935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26435" y="1577339"/>
            <a:ext cx="4932045" cy="3157855"/>
            <a:chOff x="2726435" y="1577339"/>
            <a:chExt cx="4932045" cy="3157855"/>
          </a:xfrm>
        </p:grpSpPr>
        <p:sp>
          <p:nvSpPr>
            <p:cNvPr id="3" name="object 3"/>
            <p:cNvSpPr/>
            <p:nvPr/>
          </p:nvSpPr>
          <p:spPr>
            <a:xfrm>
              <a:off x="2726435" y="1577339"/>
              <a:ext cx="4932045" cy="3157855"/>
            </a:xfrm>
            <a:custGeom>
              <a:avLst/>
              <a:gdLst/>
              <a:ahLst/>
              <a:cxnLst/>
              <a:rect l="l" t="t" r="r" b="b"/>
              <a:pathLst>
                <a:path w="4932045" h="3157854">
                  <a:moveTo>
                    <a:pt x="4931664" y="3157728"/>
                  </a:moveTo>
                  <a:lnTo>
                    <a:pt x="0" y="3157728"/>
                  </a:lnTo>
                  <a:lnTo>
                    <a:pt x="0" y="0"/>
                  </a:lnTo>
                  <a:lnTo>
                    <a:pt x="4931664" y="0"/>
                  </a:lnTo>
                  <a:lnTo>
                    <a:pt x="4931664" y="3157728"/>
                  </a:lnTo>
                  <a:close/>
                </a:path>
              </a:pathLst>
            </a:custGeom>
            <a:solidFill>
              <a:srgbClr val="F8F8F8"/>
            </a:solidFill>
          </p:spPr>
          <p:txBody>
            <a:bodyPr wrap="square" lIns="0" tIns="0" rIns="0" bIns="0" rtlCol="0"/>
            <a:lstStyle/>
            <a:p>
              <a:endParaRPr/>
            </a:p>
          </p:txBody>
        </p:sp>
        <p:sp>
          <p:nvSpPr>
            <p:cNvPr id="4" name="object 4"/>
            <p:cNvSpPr/>
            <p:nvPr/>
          </p:nvSpPr>
          <p:spPr>
            <a:xfrm>
              <a:off x="3568585" y="1766709"/>
              <a:ext cx="3878579" cy="2315845"/>
            </a:xfrm>
            <a:custGeom>
              <a:avLst/>
              <a:gdLst/>
              <a:ahLst/>
              <a:cxnLst/>
              <a:rect l="l" t="t" r="r" b="b"/>
              <a:pathLst>
                <a:path w="3878579" h="2315845">
                  <a:moveTo>
                    <a:pt x="0" y="0"/>
                  </a:moveTo>
                  <a:lnTo>
                    <a:pt x="0" y="2315768"/>
                  </a:lnTo>
                  <a:lnTo>
                    <a:pt x="3877957" y="2315768"/>
                  </a:lnTo>
                </a:path>
              </a:pathLst>
            </a:custGeom>
            <a:ln w="21069">
              <a:solidFill>
                <a:srgbClr val="000000"/>
              </a:solidFill>
            </a:ln>
          </p:spPr>
          <p:txBody>
            <a:bodyPr wrap="square" lIns="0" tIns="0" rIns="0" bIns="0" rtlCol="0"/>
            <a:lstStyle/>
            <a:p>
              <a:endParaRPr/>
            </a:p>
          </p:txBody>
        </p:sp>
        <p:sp>
          <p:nvSpPr>
            <p:cNvPr id="5" name="object 5"/>
            <p:cNvSpPr/>
            <p:nvPr/>
          </p:nvSpPr>
          <p:spPr>
            <a:xfrm>
              <a:off x="3505365" y="1661451"/>
              <a:ext cx="4046854" cy="2505710"/>
            </a:xfrm>
            <a:custGeom>
              <a:avLst/>
              <a:gdLst/>
              <a:ahLst/>
              <a:cxnLst/>
              <a:rect l="l" t="t" r="r" b="b"/>
              <a:pathLst>
                <a:path w="4046854" h="2505710">
                  <a:moveTo>
                    <a:pt x="147523" y="2147341"/>
                  </a:moveTo>
                  <a:lnTo>
                    <a:pt x="63220" y="2147341"/>
                  </a:lnTo>
                  <a:lnTo>
                    <a:pt x="63220" y="2168398"/>
                  </a:lnTo>
                  <a:lnTo>
                    <a:pt x="147523" y="2168398"/>
                  </a:lnTo>
                  <a:lnTo>
                    <a:pt x="147523" y="2147341"/>
                  </a:lnTo>
                  <a:close/>
                </a:path>
                <a:path w="4046854" h="2505710">
                  <a:moveTo>
                    <a:pt x="147523" y="1873656"/>
                  </a:moveTo>
                  <a:lnTo>
                    <a:pt x="63220" y="1873656"/>
                  </a:lnTo>
                  <a:lnTo>
                    <a:pt x="63220" y="1894713"/>
                  </a:lnTo>
                  <a:lnTo>
                    <a:pt x="147523" y="1894713"/>
                  </a:lnTo>
                  <a:lnTo>
                    <a:pt x="147523" y="1873656"/>
                  </a:lnTo>
                  <a:close/>
                </a:path>
                <a:path w="4046854" h="2505710">
                  <a:moveTo>
                    <a:pt x="147523" y="1578927"/>
                  </a:moveTo>
                  <a:lnTo>
                    <a:pt x="63220" y="1578927"/>
                  </a:lnTo>
                  <a:lnTo>
                    <a:pt x="63220" y="1599984"/>
                  </a:lnTo>
                  <a:lnTo>
                    <a:pt x="147523" y="1599984"/>
                  </a:lnTo>
                  <a:lnTo>
                    <a:pt x="147523" y="1578927"/>
                  </a:lnTo>
                  <a:close/>
                </a:path>
                <a:path w="4046854" h="2505710">
                  <a:moveTo>
                    <a:pt x="147523" y="1326299"/>
                  </a:moveTo>
                  <a:lnTo>
                    <a:pt x="63220" y="1326299"/>
                  </a:lnTo>
                  <a:lnTo>
                    <a:pt x="63220" y="1347355"/>
                  </a:lnTo>
                  <a:lnTo>
                    <a:pt x="147523" y="1347355"/>
                  </a:lnTo>
                  <a:lnTo>
                    <a:pt x="147523" y="1326299"/>
                  </a:lnTo>
                  <a:close/>
                </a:path>
                <a:path w="4046854" h="2505710">
                  <a:moveTo>
                    <a:pt x="147523" y="1031570"/>
                  </a:moveTo>
                  <a:lnTo>
                    <a:pt x="63220" y="1031570"/>
                  </a:lnTo>
                  <a:lnTo>
                    <a:pt x="63220" y="1052614"/>
                  </a:lnTo>
                  <a:lnTo>
                    <a:pt x="147523" y="1052614"/>
                  </a:lnTo>
                  <a:lnTo>
                    <a:pt x="147523" y="1031570"/>
                  </a:lnTo>
                  <a:close/>
                </a:path>
                <a:path w="4046854" h="2505710">
                  <a:moveTo>
                    <a:pt x="147523" y="210527"/>
                  </a:moveTo>
                  <a:lnTo>
                    <a:pt x="63220" y="0"/>
                  </a:lnTo>
                  <a:lnTo>
                    <a:pt x="0" y="210527"/>
                  </a:lnTo>
                  <a:lnTo>
                    <a:pt x="63220" y="147370"/>
                  </a:lnTo>
                  <a:lnTo>
                    <a:pt x="147523" y="210527"/>
                  </a:lnTo>
                  <a:close/>
                </a:path>
                <a:path w="4046854" h="2505710">
                  <a:moveTo>
                    <a:pt x="295059" y="2147341"/>
                  </a:moveTo>
                  <a:lnTo>
                    <a:pt x="210756" y="2147341"/>
                  </a:lnTo>
                  <a:lnTo>
                    <a:pt x="189674" y="2147341"/>
                  </a:lnTo>
                  <a:lnTo>
                    <a:pt x="210756" y="2168398"/>
                  </a:lnTo>
                  <a:lnTo>
                    <a:pt x="295059" y="2168398"/>
                  </a:lnTo>
                  <a:lnTo>
                    <a:pt x="295059" y="2147341"/>
                  </a:lnTo>
                  <a:close/>
                </a:path>
                <a:path w="4046854" h="2505710">
                  <a:moveTo>
                    <a:pt x="295059" y="1873656"/>
                  </a:moveTo>
                  <a:lnTo>
                    <a:pt x="210756" y="1873656"/>
                  </a:lnTo>
                  <a:lnTo>
                    <a:pt x="189674" y="1873656"/>
                  </a:lnTo>
                  <a:lnTo>
                    <a:pt x="210756" y="1894713"/>
                  </a:lnTo>
                  <a:lnTo>
                    <a:pt x="295059" y="1894713"/>
                  </a:lnTo>
                  <a:lnTo>
                    <a:pt x="295059" y="1873656"/>
                  </a:lnTo>
                  <a:close/>
                </a:path>
                <a:path w="4046854" h="2505710">
                  <a:moveTo>
                    <a:pt x="295059" y="1578927"/>
                  </a:moveTo>
                  <a:lnTo>
                    <a:pt x="210756" y="1578927"/>
                  </a:lnTo>
                  <a:lnTo>
                    <a:pt x="189674" y="1578927"/>
                  </a:lnTo>
                  <a:lnTo>
                    <a:pt x="210756" y="1599984"/>
                  </a:lnTo>
                  <a:lnTo>
                    <a:pt x="295059" y="1599984"/>
                  </a:lnTo>
                  <a:lnTo>
                    <a:pt x="295059" y="1578927"/>
                  </a:lnTo>
                  <a:close/>
                </a:path>
                <a:path w="4046854" h="2505710">
                  <a:moveTo>
                    <a:pt x="295059" y="1326299"/>
                  </a:moveTo>
                  <a:lnTo>
                    <a:pt x="210756" y="1326299"/>
                  </a:lnTo>
                  <a:lnTo>
                    <a:pt x="189674" y="1326299"/>
                  </a:lnTo>
                  <a:lnTo>
                    <a:pt x="210756" y="1347355"/>
                  </a:lnTo>
                  <a:lnTo>
                    <a:pt x="295059" y="1347355"/>
                  </a:lnTo>
                  <a:lnTo>
                    <a:pt x="295059" y="1326299"/>
                  </a:lnTo>
                  <a:close/>
                </a:path>
                <a:path w="4046854" h="2505710">
                  <a:moveTo>
                    <a:pt x="295059" y="1031570"/>
                  </a:moveTo>
                  <a:lnTo>
                    <a:pt x="210756" y="1031570"/>
                  </a:lnTo>
                  <a:lnTo>
                    <a:pt x="189674" y="1031570"/>
                  </a:lnTo>
                  <a:lnTo>
                    <a:pt x="210756" y="1052614"/>
                  </a:lnTo>
                  <a:lnTo>
                    <a:pt x="295059" y="1052614"/>
                  </a:lnTo>
                  <a:lnTo>
                    <a:pt x="295059" y="1031570"/>
                  </a:lnTo>
                  <a:close/>
                </a:path>
                <a:path w="4046854" h="2505710">
                  <a:moveTo>
                    <a:pt x="442582" y="2147341"/>
                  </a:moveTo>
                  <a:lnTo>
                    <a:pt x="358279" y="2147341"/>
                  </a:lnTo>
                  <a:lnTo>
                    <a:pt x="337210" y="2147341"/>
                  </a:lnTo>
                  <a:lnTo>
                    <a:pt x="358279" y="2168398"/>
                  </a:lnTo>
                  <a:lnTo>
                    <a:pt x="442582" y="2168398"/>
                  </a:lnTo>
                  <a:lnTo>
                    <a:pt x="442582" y="2147341"/>
                  </a:lnTo>
                  <a:close/>
                </a:path>
                <a:path w="4046854" h="2505710">
                  <a:moveTo>
                    <a:pt x="442582" y="1873656"/>
                  </a:moveTo>
                  <a:lnTo>
                    <a:pt x="358279" y="1873656"/>
                  </a:lnTo>
                  <a:lnTo>
                    <a:pt x="337210" y="1873656"/>
                  </a:lnTo>
                  <a:lnTo>
                    <a:pt x="358279" y="1894713"/>
                  </a:lnTo>
                  <a:lnTo>
                    <a:pt x="442582" y="1894713"/>
                  </a:lnTo>
                  <a:lnTo>
                    <a:pt x="442582" y="1873656"/>
                  </a:lnTo>
                  <a:close/>
                </a:path>
                <a:path w="4046854" h="2505710">
                  <a:moveTo>
                    <a:pt x="442582" y="1578927"/>
                  </a:moveTo>
                  <a:lnTo>
                    <a:pt x="358279" y="1578927"/>
                  </a:lnTo>
                  <a:lnTo>
                    <a:pt x="337210" y="1578927"/>
                  </a:lnTo>
                  <a:lnTo>
                    <a:pt x="358279" y="1599984"/>
                  </a:lnTo>
                  <a:lnTo>
                    <a:pt x="442582" y="1599984"/>
                  </a:lnTo>
                  <a:lnTo>
                    <a:pt x="442582" y="1578927"/>
                  </a:lnTo>
                  <a:close/>
                </a:path>
                <a:path w="4046854" h="2505710">
                  <a:moveTo>
                    <a:pt x="442582" y="1326299"/>
                  </a:moveTo>
                  <a:lnTo>
                    <a:pt x="358279" y="1326299"/>
                  </a:lnTo>
                  <a:lnTo>
                    <a:pt x="337210" y="1326299"/>
                  </a:lnTo>
                  <a:lnTo>
                    <a:pt x="358279" y="1347355"/>
                  </a:lnTo>
                  <a:lnTo>
                    <a:pt x="442582" y="1347355"/>
                  </a:lnTo>
                  <a:lnTo>
                    <a:pt x="442582" y="1326299"/>
                  </a:lnTo>
                  <a:close/>
                </a:path>
                <a:path w="4046854" h="2505710">
                  <a:moveTo>
                    <a:pt x="442582" y="1031570"/>
                  </a:moveTo>
                  <a:lnTo>
                    <a:pt x="358279" y="1031570"/>
                  </a:lnTo>
                  <a:lnTo>
                    <a:pt x="337210" y="1031570"/>
                  </a:lnTo>
                  <a:lnTo>
                    <a:pt x="358279" y="1052614"/>
                  </a:lnTo>
                  <a:lnTo>
                    <a:pt x="442582" y="1052614"/>
                  </a:lnTo>
                  <a:lnTo>
                    <a:pt x="442582" y="1031570"/>
                  </a:lnTo>
                  <a:close/>
                </a:path>
                <a:path w="4046854" h="2505710">
                  <a:moveTo>
                    <a:pt x="590118" y="2378913"/>
                  </a:moveTo>
                  <a:lnTo>
                    <a:pt x="569048" y="2357869"/>
                  </a:lnTo>
                  <a:lnTo>
                    <a:pt x="569048" y="2399969"/>
                  </a:lnTo>
                  <a:lnTo>
                    <a:pt x="590118" y="2399969"/>
                  </a:lnTo>
                  <a:lnTo>
                    <a:pt x="590118" y="2378913"/>
                  </a:lnTo>
                  <a:close/>
                </a:path>
                <a:path w="4046854" h="2505710">
                  <a:moveTo>
                    <a:pt x="590118" y="2231555"/>
                  </a:moveTo>
                  <a:lnTo>
                    <a:pt x="569048" y="2210498"/>
                  </a:lnTo>
                  <a:lnTo>
                    <a:pt x="569048" y="2315756"/>
                  </a:lnTo>
                  <a:lnTo>
                    <a:pt x="590118" y="2315756"/>
                  </a:lnTo>
                  <a:lnTo>
                    <a:pt x="590118" y="2231555"/>
                  </a:lnTo>
                  <a:close/>
                </a:path>
                <a:path w="4046854" h="2505710">
                  <a:moveTo>
                    <a:pt x="590118" y="2147341"/>
                  </a:moveTo>
                  <a:lnTo>
                    <a:pt x="569048" y="2147341"/>
                  </a:lnTo>
                  <a:lnTo>
                    <a:pt x="484733" y="2147341"/>
                  </a:lnTo>
                  <a:lnTo>
                    <a:pt x="505815" y="2168398"/>
                  </a:lnTo>
                  <a:lnTo>
                    <a:pt x="569048" y="2168398"/>
                  </a:lnTo>
                  <a:lnTo>
                    <a:pt x="590118" y="2168398"/>
                  </a:lnTo>
                  <a:lnTo>
                    <a:pt x="590118" y="2147341"/>
                  </a:lnTo>
                  <a:close/>
                </a:path>
                <a:path w="4046854" h="2505710">
                  <a:moveTo>
                    <a:pt x="590118" y="1873656"/>
                  </a:moveTo>
                  <a:lnTo>
                    <a:pt x="505815" y="1873656"/>
                  </a:lnTo>
                  <a:lnTo>
                    <a:pt x="484733" y="1873656"/>
                  </a:lnTo>
                  <a:lnTo>
                    <a:pt x="505815" y="1894713"/>
                  </a:lnTo>
                  <a:lnTo>
                    <a:pt x="590118" y="1894713"/>
                  </a:lnTo>
                  <a:lnTo>
                    <a:pt x="590118" y="1873656"/>
                  </a:lnTo>
                  <a:close/>
                </a:path>
                <a:path w="4046854" h="2505710">
                  <a:moveTo>
                    <a:pt x="590118" y="1578927"/>
                  </a:moveTo>
                  <a:lnTo>
                    <a:pt x="505815" y="1578927"/>
                  </a:lnTo>
                  <a:lnTo>
                    <a:pt x="484733" y="1578927"/>
                  </a:lnTo>
                  <a:lnTo>
                    <a:pt x="505815" y="1599984"/>
                  </a:lnTo>
                  <a:lnTo>
                    <a:pt x="590118" y="1599984"/>
                  </a:lnTo>
                  <a:lnTo>
                    <a:pt x="590118" y="1578927"/>
                  </a:lnTo>
                  <a:close/>
                </a:path>
                <a:path w="4046854" h="2505710">
                  <a:moveTo>
                    <a:pt x="590118" y="1326299"/>
                  </a:moveTo>
                  <a:lnTo>
                    <a:pt x="505815" y="1326299"/>
                  </a:lnTo>
                  <a:lnTo>
                    <a:pt x="484733" y="1326299"/>
                  </a:lnTo>
                  <a:lnTo>
                    <a:pt x="505815" y="1347355"/>
                  </a:lnTo>
                  <a:lnTo>
                    <a:pt x="590118" y="1347355"/>
                  </a:lnTo>
                  <a:lnTo>
                    <a:pt x="590118" y="1326299"/>
                  </a:lnTo>
                  <a:close/>
                </a:path>
                <a:path w="4046854" h="2505710">
                  <a:moveTo>
                    <a:pt x="590118" y="1031570"/>
                  </a:moveTo>
                  <a:lnTo>
                    <a:pt x="505815" y="1031570"/>
                  </a:lnTo>
                  <a:lnTo>
                    <a:pt x="484733" y="1031570"/>
                  </a:lnTo>
                  <a:lnTo>
                    <a:pt x="505815" y="1052614"/>
                  </a:lnTo>
                  <a:lnTo>
                    <a:pt x="590118" y="1052614"/>
                  </a:lnTo>
                  <a:lnTo>
                    <a:pt x="590118" y="1031570"/>
                  </a:lnTo>
                  <a:close/>
                </a:path>
                <a:path w="4046854" h="2505710">
                  <a:moveTo>
                    <a:pt x="737654" y="1873656"/>
                  </a:moveTo>
                  <a:lnTo>
                    <a:pt x="653351" y="1873656"/>
                  </a:lnTo>
                  <a:lnTo>
                    <a:pt x="632269" y="1873656"/>
                  </a:lnTo>
                  <a:lnTo>
                    <a:pt x="653351" y="1894713"/>
                  </a:lnTo>
                  <a:lnTo>
                    <a:pt x="737654" y="1894713"/>
                  </a:lnTo>
                  <a:lnTo>
                    <a:pt x="737654" y="1873656"/>
                  </a:lnTo>
                  <a:close/>
                </a:path>
                <a:path w="4046854" h="2505710">
                  <a:moveTo>
                    <a:pt x="737654" y="1578927"/>
                  </a:moveTo>
                  <a:lnTo>
                    <a:pt x="653351" y="1578927"/>
                  </a:lnTo>
                  <a:lnTo>
                    <a:pt x="632269" y="1578927"/>
                  </a:lnTo>
                  <a:lnTo>
                    <a:pt x="653351" y="1599984"/>
                  </a:lnTo>
                  <a:lnTo>
                    <a:pt x="737654" y="1599984"/>
                  </a:lnTo>
                  <a:lnTo>
                    <a:pt x="737654" y="1578927"/>
                  </a:lnTo>
                  <a:close/>
                </a:path>
                <a:path w="4046854" h="2505710">
                  <a:moveTo>
                    <a:pt x="737654" y="1326299"/>
                  </a:moveTo>
                  <a:lnTo>
                    <a:pt x="653351" y="1326299"/>
                  </a:lnTo>
                  <a:lnTo>
                    <a:pt x="632269" y="1326299"/>
                  </a:lnTo>
                  <a:lnTo>
                    <a:pt x="653351" y="1347355"/>
                  </a:lnTo>
                  <a:lnTo>
                    <a:pt x="737654" y="1347355"/>
                  </a:lnTo>
                  <a:lnTo>
                    <a:pt x="737654" y="1326299"/>
                  </a:lnTo>
                  <a:close/>
                </a:path>
                <a:path w="4046854" h="2505710">
                  <a:moveTo>
                    <a:pt x="737654" y="1031570"/>
                  </a:moveTo>
                  <a:lnTo>
                    <a:pt x="653351" y="1031570"/>
                  </a:lnTo>
                  <a:lnTo>
                    <a:pt x="632269" y="1031570"/>
                  </a:lnTo>
                  <a:lnTo>
                    <a:pt x="653351" y="1052614"/>
                  </a:lnTo>
                  <a:lnTo>
                    <a:pt x="737654" y="1052614"/>
                  </a:lnTo>
                  <a:lnTo>
                    <a:pt x="737654" y="1031570"/>
                  </a:lnTo>
                  <a:close/>
                </a:path>
                <a:path w="4046854" h="2505710">
                  <a:moveTo>
                    <a:pt x="885177" y="1873656"/>
                  </a:moveTo>
                  <a:lnTo>
                    <a:pt x="800874" y="1873656"/>
                  </a:lnTo>
                  <a:lnTo>
                    <a:pt x="779805" y="1873656"/>
                  </a:lnTo>
                  <a:lnTo>
                    <a:pt x="800874" y="1894713"/>
                  </a:lnTo>
                  <a:lnTo>
                    <a:pt x="885177" y="1894713"/>
                  </a:lnTo>
                  <a:lnTo>
                    <a:pt x="885177" y="1873656"/>
                  </a:lnTo>
                  <a:close/>
                </a:path>
                <a:path w="4046854" h="2505710">
                  <a:moveTo>
                    <a:pt x="885177" y="1578927"/>
                  </a:moveTo>
                  <a:lnTo>
                    <a:pt x="800874" y="1578927"/>
                  </a:lnTo>
                  <a:lnTo>
                    <a:pt x="779805" y="1578927"/>
                  </a:lnTo>
                  <a:lnTo>
                    <a:pt x="800874" y="1599984"/>
                  </a:lnTo>
                  <a:lnTo>
                    <a:pt x="885177" y="1599984"/>
                  </a:lnTo>
                  <a:lnTo>
                    <a:pt x="885177" y="1578927"/>
                  </a:lnTo>
                  <a:close/>
                </a:path>
                <a:path w="4046854" h="2505710">
                  <a:moveTo>
                    <a:pt x="885177" y="1326299"/>
                  </a:moveTo>
                  <a:lnTo>
                    <a:pt x="800874" y="1326299"/>
                  </a:lnTo>
                  <a:lnTo>
                    <a:pt x="779805" y="1326299"/>
                  </a:lnTo>
                  <a:lnTo>
                    <a:pt x="800874" y="1347355"/>
                  </a:lnTo>
                  <a:lnTo>
                    <a:pt x="885177" y="1347355"/>
                  </a:lnTo>
                  <a:lnTo>
                    <a:pt x="885177" y="1326299"/>
                  </a:lnTo>
                  <a:close/>
                </a:path>
                <a:path w="4046854" h="2505710">
                  <a:moveTo>
                    <a:pt x="885177" y="1031570"/>
                  </a:moveTo>
                  <a:lnTo>
                    <a:pt x="800874" y="1031570"/>
                  </a:lnTo>
                  <a:lnTo>
                    <a:pt x="779805" y="1031570"/>
                  </a:lnTo>
                  <a:lnTo>
                    <a:pt x="800874" y="1052614"/>
                  </a:lnTo>
                  <a:lnTo>
                    <a:pt x="885177" y="1052614"/>
                  </a:lnTo>
                  <a:lnTo>
                    <a:pt x="885177" y="1031570"/>
                  </a:lnTo>
                  <a:close/>
                </a:path>
                <a:path w="4046854" h="2505710">
                  <a:moveTo>
                    <a:pt x="1032713" y="1873656"/>
                  </a:moveTo>
                  <a:lnTo>
                    <a:pt x="948410" y="1873656"/>
                  </a:lnTo>
                  <a:lnTo>
                    <a:pt x="927328" y="1873656"/>
                  </a:lnTo>
                  <a:lnTo>
                    <a:pt x="948410" y="1894713"/>
                  </a:lnTo>
                  <a:lnTo>
                    <a:pt x="1032713" y="1894713"/>
                  </a:lnTo>
                  <a:lnTo>
                    <a:pt x="1032713" y="1873656"/>
                  </a:lnTo>
                  <a:close/>
                </a:path>
                <a:path w="4046854" h="2505710">
                  <a:moveTo>
                    <a:pt x="1032713" y="1578927"/>
                  </a:moveTo>
                  <a:lnTo>
                    <a:pt x="948410" y="1578927"/>
                  </a:lnTo>
                  <a:lnTo>
                    <a:pt x="927328" y="1578927"/>
                  </a:lnTo>
                  <a:lnTo>
                    <a:pt x="948410" y="1599984"/>
                  </a:lnTo>
                  <a:lnTo>
                    <a:pt x="1032713" y="1599984"/>
                  </a:lnTo>
                  <a:lnTo>
                    <a:pt x="1032713" y="1578927"/>
                  </a:lnTo>
                  <a:close/>
                </a:path>
                <a:path w="4046854" h="2505710">
                  <a:moveTo>
                    <a:pt x="1032713" y="1326299"/>
                  </a:moveTo>
                  <a:lnTo>
                    <a:pt x="948410" y="1326299"/>
                  </a:lnTo>
                  <a:lnTo>
                    <a:pt x="927328" y="1326299"/>
                  </a:lnTo>
                  <a:lnTo>
                    <a:pt x="948410" y="1347355"/>
                  </a:lnTo>
                  <a:lnTo>
                    <a:pt x="1032713" y="1347355"/>
                  </a:lnTo>
                  <a:lnTo>
                    <a:pt x="1032713" y="1326299"/>
                  </a:lnTo>
                  <a:close/>
                </a:path>
                <a:path w="4046854" h="2505710">
                  <a:moveTo>
                    <a:pt x="1032713" y="1031570"/>
                  </a:moveTo>
                  <a:lnTo>
                    <a:pt x="948410" y="1031570"/>
                  </a:lnTo>
                  <a:lnTo>
                    <a:pt x="927328" y="1031570"/>
                  </a:lnTo>
                  <a:lnTo>
                    <a:pt x="948410" y="1052614"/>
                  </a:lnTo>
                  <a:lnTo>
                    <a:pt x="1032713" y="1052614"/>
                  </a:lnTo>
                  <a:lnTo>
                    <a:pt x="1032713" y="1031570"/>
                  </a:lnTo>
                  <a:close/>
                </a:path>
                <a:path w="4046854" h="2505710">
                  <a:moveTo>
                    <a:pt x="1095933" y="2336812"/>
                  </a:moveTo>
                  <a:lnTo>
                    <a:pt x="1074864" y="2315756"/>
                  </a:lnTo>
                  <a:lnTo>
                    <a:pt x="1074864" y="2378913"/>
                  </a:lnTo>
                  <a:lnTo>
                    <a:pt x="1095933" y="2378913"/>
                  </a:lnTo>
                  <a:lnTo>
                    <a:pt x="1095933" y="2336812"/>
                  </a:lnTo>
                  <a:close/>
                </a:path>
                <a:path w="4046854" h="2505710">
                  <a:moveTo>
                    <a:pt x="1095933" y="2189442"/>
                  </a:moveTo>
                  <a:lnTo>
                    <a:pt x="1074864" y="2168398"/>
                  </a:lnTo>
                  <a:lnTo>
                    <a:pt x="1074864" y="2273655"/>
                  </a:lnTo>
                  <a:lnTo>
                    <a:pt x="1095933" y="2273655"/>
                  </a:lnTo>
                  <a:lnTo>
                    <a:pt x="1095933" y="2189442"/>
                  </a:lnTo>
                  <a:close/>
                </a:path>
                <a:path w="4046854" h="2505710">
                  <a:moveTo>
                    <a:pt x="1095933" y="2042083"/>
                  </a:moveTo>
                  <a:lnTo>
                    <a:pt x="1074864" y="2021027"/>
                  </a:lnTo>
                  <a:lnTo>
                    <a:pt x="1074864" y="2126284"/>
                  </a:lnTo>
                  <a:lnTo>
                    <a:pt x="1095933" y="2126284"/>
                  </a:lnTo>
                  <a:lnTo>
                    <a:pt x="1095933" y="2042083"/>
                  </a:lnTo>
                  <a:close/>
                </a:path>
                <a:path w="4046854" h="2505710">
                  <a:moveTo>
                    <a:pt x="1095933" y="1894713"/>
                  </a:moveTo>
                  <a:lnTo>
                    <a:pt x="1074864" y="1873656"/>
                  </a:lnTo>
                  <a:lnTo>
                    <a:pt x="1074864" y="1978926"/>
                  </a:lnTo>
                  <a:lnTo>
                    <a:pt x="1095933" y="1978926"/>
                  </a:lnTo>
                  <a:lnTo>
                    <a:pt x="1095933" y="1894713"/>
                  </a:lnTo>
                  <a:close/>
                </a:path>
                <a:path w="4046854" h="2505710">
                  <a:moveTo>
                    <a:pt x="1180236" y="1578927"/>
                  </a:moveTo>
                  <a:lnTo>
                    <a:pt x="1095933" y="1578927"/>
                  </a:lnTo>
                  <a:lnTo>
                    <a:pt x="1074864" y="1578927"/>
                  </a:lnTo>
                  <a:lnTo>
                    <a:pt x="1095933" y="1599984"/>
                  </a:lnTo>
                  <a:lnTo>
                    <a:pt x="1180236" y="1599984"/>
                  </a:lnTo>
                  <a:lnTo>
                    <a:pt x="1180236" y="1578927"/>
                  </a:lnTo>
                  <a:close/>
                </a:path>
                <a:path w="4046854" h="2505710">
                  <a:moveTo>
                    <a:pt x="1180236" y="1326299"/>
                  </a:moveTo>
                  <a:lnTo>
                    <a:pt x="1095933" y="1326299"/>
                  </a:lnTo>
                  <a:lnTo>
                    <a:pt x="1074864" y="1326299"/>
                  </a:lnTo>
                  <a:lnTo>
                    <a:pt x="1095933" y="1347355"/>
                  </a:lnTo>
                  <a:lnTo>
                    <a:pt x="1180236" y="1347355"/>
                  </a:lnTo>
                  <a:lnTo>
                    <a:pt x="1180236" y="1326299"/>
                  </a:lnTo>
                  <a:close/>
                </a:path>
                <a:path w="4046854" h="2505710">
                  <a:moveTo>
                    <a:pt x="1180236" y="1031570"/>
                  </a:moveTo>
                  <a:lnTo>
                    <a:pt x="1095933" y="1031570"/>
                  </a:lnTo>
                  <a:lnTo>
                    <a:pt x="1074864" y="1031570"/>
                  </a:lnTo>
                  <a:lnTo>
                    <a:pt x="1095933" y="1052614"/>
                  </a:lnTo>
                  <a:lnTo>
                    <a:pt x="1180236" y="1052614"/>
                  </a:lnTo>
                  <a:lnTo>
                    <a:pt x="1180236" y="1031570"/>
                  </a:lnTo>
                  <a:close/>
                </a:path>
                <a:path w="4046854" h="2505710">
                  <a:moveTo>
                    <a:pt x="1327772" y="1578927"/>
                  </a:moveTo>
                  <a:lnTo>
                    <a:pt x="1243469" y="1578927"/>
                  </a:lnTo>
                  <a:lnTo>
                    <a:pt x="1222387" y="1578927"/>
                  </a:lnTo>
                  <a:lnTo>
                    <a:pt x="1243469" y="1599984"/>
                  </a:lnTo>
                  <a:lnTo>
                    <a:pt x="1327772" y="1599984"/>
                  </a:lnTo>
                  <a:lnTo>
                    <a:pt x="1327772" y="1578927"/>
                  </a:lnTo>
                  <a:close/>
                </a:path>
                <a:path w="4046854" h="2505710">
                  <a:moveTo>
                    <a:pt x="1327772" y="1326299"/>
                  </a:moveTo>
                  <a:lnTo>
                    <a:pt x="1243469" y="1326299"/>
                  </a:lnTo>
                  <a:lnTo>
                    <a:pt x="1222387" y="1326299"/>
                  </a:lnTo>
                  <a:lnTo>
                    <a:pt x="1243469" y="1347355"/>
                  </a:lnTo>
                  <a:lnTo>
                    <a:pt x="1327772" y="1347355"/>
                  </a:lnTo>
                  <a:lnTo>
                    <a:pt x="1327772" y="1326299"/>
                  </a:lnTo>
                  <a:close/>
                </a:path>
                <a:path w="4046854" h="2505710">
                  <a:moveTo>
                    <a:pt x="1327772" y="1031570"/>
                  </a:moveTo>
                  <a:lnTo>
                    <a:pt x="1243469" y="1031570"/>
                  </a:lnTo>
                  <a:lnTo>
                    <a:pt x="1222387" y="1031570"/>
                  </a:lnTo>
                  <a:lnTo>
                    <a:pt x="1243469" y="1052614"/>
                  </a:lnTo>
                  <a:lnTo>
                    <a:pt x="1327772" y="1052614"/>
                  </a:lnTo>
                  <a:lnTo>
                    <a:pt x="1327772" y="1031570"/>
                  </a:lnTo>
                  <a:close/>
                </a:path>
                <a:path w="4046854" h="2505710">
                  <a:moveTo>
                    <a:pt x="1475308" y="1578927"/>
                  </a:moveTo>
                  <a:lnTo>
                    <a:pt x="1391005" y="1578927"/>
                  </a:lnTo>
                  <a:lnTo>
                    <a:pt x="1369923" y="1578927"/>
                  </a:lnTo>
                  <a:lnTo>
                    <a:pt x="1391005" y="1599984"/>
                  </a:lnTo>
                  <a:lnTo>
                    <a:pt x="1475308" y="1599984"/>
                  </a:lnTo>
                  <a:lnTo>
                    <a:pt x="1475308" y="1578927"/>
                  </a:lnTo>
                  <a:close/>
                </a:path>
                <a:path w="4046854" h="2505710">
                  <a:moveTo>
                    <a:pt x="1475308" y="1326299"/>
                  </a:moveTo>
                  <a:lnTo>
                    <a:pt x="1391005" y="1326299"/>
                  </a:lnTo>
                  <a:lnTo>
                    <a:pt x="1369923" y="1326299"/>
                  </a:lnTo>
                  <a:lnTo>
                    <a:pt x="1391005" y="1347355"/>
                  </a:lnTo>
                  <a:lnTo>
                    <a:pt x="1475308" y="1347355"/>
                  </a:lnTo>
                  <a:lnTo>
                    <a:pt x="1475308" y="1326299"/>
                  </a:lnTo>
                  <a:close/>
                </a:path>
                <a:path w="4046854" h="2505710">
                  <a:moveTo>
                    <a:pt x="1475308" y="1031570"/>
                  </a:moveTo>
                  <a:lnTo>
                    <a:pt x="1391005" y="1031570"/>
                  </a:lnTo>
                  <a:lnTo>
                    <a:pt x="1369923" y="1031570"/>
                  </a:lnTo>
                  <a:lnTo>
                    <a:pt x="1391005" y="1052614"/>
                  </a:lnTo>
                  <a:lnTo>
                    <a:pt x="1475308" y="1052614"/>
                  </a:lnTo>
                  <a:lnTo>
                    <a:pt x="1475308" y="1031570"/>
                  </a:lnTo>
                  <a:close/>
                </a:path>
                <a:path w="4046854" h="2505710">
                  <a:moveTo>
                    <a:pt x="1601762" y="2421026"/>
                  </a:moveTo>
                  <a:lnTo>
                    <a:pt x="1580680" y="2399969"/>
                  </a:lnTo>
                  <a:lnTo>
                    <a:pt x="1580680" y="2442070"/>
                  </a:lnTo>
                  <a:lnTo>
                    <a:pt x="1601762" y="2442070"/>
                  </a:lnTo>
                  <a:lnTo>
                    <a:pt x="1601762" y="2421026"/>
                  </a:lnTo>
                  <a:close/>
                </a:path>
                <a:path w="4046854" h="2505710">
                  <a:moveTo>
                    <a:pt x="1601762" y="2273655"/>
                  </a:moveTo>
                  <a:lnTo>
                    <a:pt x="1580680" y="2252599"/>
                  </a:lnTo>
                  <a:lnTo>
                    <a:pt x="1580680" y="2357869"/>
                  </a:lnTo>
                  <a:lnTo>
                    <a:pt x="1601762" y="2357869"/>
                  </a:lnTo>
                  <a:lnTo>
                    <a:pt x="1601762" y="2273655"/>
                  </a:lnTo>
                  <a:close/>
                </a:path>
                <a:path w="4046854" h="2505710">
                  <a:moveTo>
                    <a:pt x="1601762" y="2126284"/>
                  </a:moveTo>
                  <a:lnTo>
                    <a:pt x="1580680" y="2105240"/>
                  </a:lnTo>
                  <a:lnTo>
                    <a:pt x="1580680" y="2210498"/>
                  </a:lnTo>
                  <a:lnTo>
                    <a:pt x="1601762" y="2210498"/>
                  </a:lnTo>
                  <a:lnTo>
                    <a:pt x="1601762" y="2126284"/>
                  </a:lnTo>
                  <a:close/>
                </a:path>
                <a:path w="4046854" h="2505710">
                  <a:moveTo>
                    <a:pt x="1601762" y="1978926"/>
                  </a:moveTo>
                  <a:lnTo>
                    <a:pt x="1580680" y="1957870"/>
                  </a:lnTo>
                  <a:lnTo>
                    <a:pt x="1580680" y="2063127"/>
                  </a:lnTo>
                  <a:lnTo>
                    <a:pt x="1601762" y="2063127"/>
                  </a:lnTo>
                  <a:lnTo>
                    <a:pt x="1601762" y="1978926"/>
                  </a:lnTo>
                  <a:close/>
                </a:path>
                <a:path w="4046854" h="2505710">
                  <a:moveTo>
                    <a:pt x="1601762" y="1831555"/>
                  </a:moveTo>
                  <a:lnTo>
                    <a:pt x="1580680" y="1810499"/>
                  </a:lnTo>
                  <a:lnTo>
                    <a:pt x="1580680" y="1915769"/>
                  </a:lnTo>
                  <a:lnTo>
                    <a:pt x="1601762" y="1915769"/>
                  </a:lnTo>
                  <a:lnTo>
                    <a:pt x="1601762" y="1831555"/>
                  </a:lnTo>
                  <a:close/>
                </a:path>
                <a:path w="4046854" h="2505710">
                  <a:moveTo>
                    <a:pt x="1601762" y="1684185"/>
                  </a:moveTo>
                  <a:lnTo>
                    <a:pt x="1580680" y="1663141"/>
                  </a:lnTo>
                  <a:lnTo>
                    <a:pt x="1580680" y="1768398"/>
                  </a:lnTo>
                  <a:lnTo>
                    <a:pt x="1601762" y="1768398"/>
                  </a:lnTo>
                  <a:lnTo>
                    <a:pt x="1601762" y="1684185"/>
                  </a:lnTo>
                  <a:close/>
                </a:path>
                <a:path w="4046854" h="2505710">
                  <a:moveTo>
                    <a:pt x="1601762" y="1578927"/>
                  </a:moveTo>
                  <a:lnTo>
                    <a:pt x="1580680" y="1578927"/>
                  </a:lnTo>
                  <a:lnTo>
                    <a:pt x="1517459" y="1578927"/>
                  </a:lnTo>
                  <a:lnTo>
                    <a:pt x="1538528" y="1599984"/>
                  </a:lnTo>
                  <a:lnTo>
                    <a:pt x="1580680" y="1599984"/>
                  </a:lnTo>
                  <a:lnTo>
                    <a:pt x="1580680" y="1621028"/>
                  </a:lnTo>
                  <a:lnTo>
                    <a:pt x="1601762" y="1621028"/>
                  </a:lnTo>
                  <a:lnTo>
                    <a:pt x="1601762" y="1578927"/>
                  </a:lnTo>
                  <a:close/>
                </a:path>
                <a:path w="4046854" h="2505710">
                  <a:moveTo>
                    <a:pt x="1622831" y="1326299"/>
                  </a:moveTo>
                  <a:lnTo>
                    <a:pt x="1538528" y="1326299"/>
                  </a:lnTo>
                  <a:lnTo>
                    <a:pt x="1517459" y="1326299"/>
                  </a:lnTo>
                  <a:lnTo>
                    <a:pt x="1538528" y="1347355"/>
                  </a:lnTo>
                  <a:lnTo>
                    <a:pt x="1622831" y="1347355"/>
                  </a:lnTo>
                  <a:lnTo>
                    <a:pt x="1622831" y="1326299"/>
                  </a:lnTo>
                  <a:close/>
                </a:path>
                <a:path w="4046854" h="2505710">
                  <a:moveTo>
                    <a:pt x="1622831" y="1031570"/>
                  </a:moveTo>
                  <a:lnTo>
                    <a:pt x="1538528" y="1031570"/>
                  </a:lnTo>
                  <a:lnTo>
                    <a:pt x="1517459" y="1031570"/>
                  </a:lnTo>
                  <a:lnTo>
                    <a:pt x="1538528" y="1052614"/>
                  </a:lnTo>
                  <a:lnTo>
                    <a:pt x="1622831" y="1052614"/>
                  </a:lnTo>
                  <a:lnTo>
                    <a:pt x="1622831" y="1031570"/>
                  </a:lnTo>
                  <a:close/>
                </a:path>
                <a:path w="4046854" h="2505710">
                  <a:moveTo>
                    <a:pt x="1770367" y="1326299"/>
                  </a:moveTo>
                  <a:lnTo>
                    <a:pt x="1686064" y="1326299"/>
                  </a:lnTo>
                  <a:lnTo>
                    <a:pt x="1664982" y="1326299"/>
                  </a:lnTo>
                  <a:lnTo>
                    <a:pt x="1686064" y="1347355"/>
                  </a:lnTo>
                  <a:lnTo>
                    <a:pt x="1770367" y="1347355"/>
                  </a:lnTo>
                  <a:lnTo>
                    <a:pt x="1770367" y="1326299"/>
                  </a:lnTo>
                  <a:close/>
                </a:path>
                <a:path w="4046854" h="2505710">
                  <a:moveTo>
                    <a:pt x="1770367" y="1031570"/>
                  </a:moveTo>
                  <a:lnTo>
                    <a:pt x="1686064" y="1031570"/>
                  </a:lnTo>
                  <a:lnTo>
                    <a:pt x="1664982" y="1031570"/>
                  </a:lnTo>
                  <a:lnTo>
                    <a:pt x="1686064" y="1052614"/>
                  </a:lnTo>
                  <a:lnTo>
                    <a:pt x="1770367" y="1052614"/>
                  </a:lnTo>
                  <a:lnTo>
                    <a:pt x="1770367" y="1031570"/>
                  </a:lnTo>
                  <a:close/>
                </a:path>
                <a:path w="4046854" h="2505710">
                  <a:moveTo>
                    <a:pt x="1917890" y="1326299"/>
                  </a:moveTo>
                  <a:lnTo>
                    <a:pt x="1833587" y="1326299"/>
                  </a:lnTo>
                  <a:lnTo>
                    <a:pt x="1812518" y="1326299"/>
                  </a:lnTo>
                  <a:lnTo>
                    <a:pt x="1833587" y="1347355"/>
                  </a:lnTo>
                  <a:lnTo>
                    <a:pt x="1917890" y="1347355"/>
                  </a:lnTo>
                  <a:lnTo>
                    <a:pt x="1917890" y="1326299"/>
                  </a:lnTo>
                  <a:close/>
                </a:path>
                <a:path w="4046854" h="2505710">
                  <a:moveTo>
                    <a:pt x="1917890" y="1031570"/>
                  </a:moveTo>
                  <a:lnTo>
                    <a:pt x="1833587" y="1031570"/>
                  </a:lnTo>
                  <a:lnTo>
                    <a:pt x="1812518" y="1031570"/>
                  </a:lnTo>
                  <a:lnTo>
                    <a:pt x="1833587" y="1052614"/>
                  </a:lnTo>
                  <a:lnTo>
                    <a:pt x="1917890" y="1052614"/>
                  </a:lnTo>
                  <a:lnTo>
                    <a:pt x="1917890" y="1031570"/>
                  </a:lnTo>
                  <a:close/>
                </a:path>
                <a:path w="4046854" h="2505710">
                  <a:moveTo>
                    <a:pt x="2065426" y="1326299"/>
                  </a:moveTo>
                  <a:lnTo>
                    <a:pt x="1981123" y="1326299"/>
                  </a:lnTo>
                  <a:lnTo>
                    <a:pt x="1960041" y="1326299"/>
                  </a:lnTo>
                  <a:lnTo>
                    <a:pt x="1981123" y="1347355"/>
                  </a:lnTo>
                  <a:lnTo>
                    <a:pt x="2065426" y="1347355"/>
                  </a:lnTo>
                  <a:lnTo>
                    <a:pt x="2065426" y="1326299"/>
                  </a:lnTo>
                  <a:close/>
                </a:path>
                <a:path w="4046854" h="2505710">
                  <a:moveTo>
                    <a:pt x="2107577" y="2399969"/>
                  </a:moveTo>
                  <a:lnTo>
                    <a:pt x="2086508" y="2378913"/>
                  </a:lnTo>
                  <a:lnTo>
                    <a:pt x="2086508" y="2421026"/>
                  </a:lnTo>
                  <a:lnTo>
                    <a:pt x="2107577" y="2421026"/>
                  </a:lnTo>
                  <a:lnTo>
                    <a:pt x="2107577" y="2399969"/>
                  </a:lnTo>
                  <a:close/>
                </a:path>
                <a:path w="4046854" h="2505710">
                  <a:moveTo>
                    <a:pt x="2107577" y="2252599"/>
                  </a:moveTo>
                  <a:lnTo>
                    <a:pt x="2086508" y="2231555"/>
                  </a:lnTo>
                  <a:lnTo>
                    <a:pt x="2086508" y="2336812"/>
                  </a:lnTo>
                  <a:lnTo>
                    <a:pt x="2107577" y="2336812"/>
                  </a:lnTo>
                  <a:lnTo>
                    <a:pt x="2107577" y="2252599"/>
                  </a:lnTo>
                  <a:close/>
                </a:path>
                <a:path w="4046854" h="2505710">
                  <a:moveTo>
                    <a:pt x="2107577" y="2105240"/>
                  </a:moveTo>
                  <a:lnTo>
                    <a:pt x="2086508" y="2084184"/>
                  </a:lnTo>
                  <a:lnTo>
                    <a:pt x="2086508" y="2189442"/>
                  </a:lnTo>
                  <a:lnTo>
                    <a:pt x="2107577" y="2189442"/>
                  </a:lnTo>
                  <a:lnTo>
                    <a:pt x="2107577" y="2105240"/>
                  </a:lnTo>
                  <a:close/>
                </a:path>
                <a:path w="4046854" h="2505710">
                  <a:moveTo>
                    <a:pt x="2107577" y="1957870"/>
                  </a:moveTo>
                  <a:lnTo>
                    <a:pt x="2086508" y="1936813"/>
                  </a:lnTo>
                  <a:lnTo>
                    <a:pt x="2086508" y="2042083"/>
                  </a:lnTo>
                  <a:lnTo>
                    <a:pt x="2107577" y="2042083"/>
                  </a:lnTo>
                  <a:lnTo>
                    <a:pt x="2107577" y="1957870"/>
                  </a:lnTo>
                  <a:close/>
                </a:path>
                <a:path w="4046854" h="2505710">
                  <a:moveTo>
                    <a:pt x="2107577" y="1810499"/>
                  </a:moveTo>
                  <a:lnTo>
                    <a:pt x="2086508" y="1789455"/>
                  </a:lnTo>
                  <a:lnTo>
                    <a:pt x="2086508" y="1894713"/>
                  </a:lnTo>
                  <a:lnTo>
                    <a:pt x="2107577" y="1894713"/>
                  </a:lnTo>
                  <a:lnTo>
                    <a:pt x="2107577" y="1810499"/>
                  </a:lnTo>
                  <a:close/>
                </a:path>
                <a:path w="4046854" h="2505710">
                  <a:moveTo>
                    <a:pt x="2107577" y="1663141"/>
                  </a:moveTo>
                  <a:lnTo>
                    <a:pt x="2086508" y="1642084"/>
                  </a:lnTo>
                  <a:lnTo>
                    <a:pt x="2086508" y="1747342"/>
                  </a:lnTo>
                  <a:lnTo>
                    <a:pt x="2107577" y="1747342"/>
                  </a:lnTo>
                  <a:lnTo>
                    <a:pt x="2107577" y="1663141"/>
                  </a:lnTo>
                  <a:close/>
                </a:path>
                <a:path w="4046854" h="2505710">
                  <a:moveTo>
                    <a:pt x="2107577" y="1515770"/>
                  </a:moveTo>
                  <a:lnTo>
                    <a:pt x="2086508" y="1494713"/>
                  </a:lnTo>
                  <a:lnTo>
                    <a:pt x="2086508" y="1599984"/>
                  </a:lnTo>
                  <a:lnTo>
                    <a:pt x="2107577" y="1599984"/>
                  </a:lnTo>
                  <a:lnTo>
                    <a:pt x="2107577" y="1515770"/>
                  </a:lnTo>
                  <a:close/>
                </a:path>
                <a:path w="4046854" h="2505710">
                  <a:moveTo>
                    <a:pt x="2107577" y="1368399"/>
                  </a:moveTo>
                  <a:lnTo>
                    <a:pt x="2086508" y="1347355"/>
                  </a:lnTo>
                  <a:lnTo>
                    <a:pt x="2086508" y="1452613"/>
                  </a:lnTo>
                  <a:lnTo>
                    <a:pt x="2107577" y="1452613"/>
                  </a:lnTo>
                  <a:lnTo>
                    <a:pt x="2107577" y="1368399"/>
                  </a:lnTo>
                  <a:close/>
                </a:path>
                <a:path w="4046854" h="2505710">
                  <a:moveTo>
                    <a:pt x="4046550" y="2421026"/>
                  </a:moveTo>
                  <a:lnTo>
                    <a:pt x="3835793" y="2357869"/>
                  </a:lnTo>
                  <a:lnTo>
                    <a:pt x="3899027" y="2421026"/>
                  </a:lnTo>
                  <a:lnTo>
                    <a:pt x="3835793" y="2505227"/>
                  </a:lnTo>
                  <a:lnTo>
                    <a:pt x="4046550" y="2421026"/>
                  </a:lnTo>
                  <a:close/>
                </a:path>
              </a:pathLst>
            </a:custGeom>
            <a:solidFill>
              <a:srgbClr val="000000"/>
            </a:solidFill>
          </p:spPr>
          <p:txBody>
            <a:bodyPr wrap="square" lIns="0" tIns="0" rIns="0" bIns="0" rtlCol="0"/>
            <a:lstStyle/>
            <a:p>
              <a:endParaRPr/>
            </a:p>
          </p:txBody>
        </p:sp>
        <p:sp>
          <p:nvSpPr>
            <p:cNvPr id="6" name="object 6"/>
            <p:cNvSpPr/>
            <p:nvPr/>
          </p:nvSpPr>
          <p:spPr>
            <a:xfrm>
              <a:off x="3568585" y="2103551"/>
              <a:ext cx="3330575" cy="2000250"/>
            </a:xfrm>
            <a:custGeom>
              <a:avLst/>
              <a:gdLst/>
              <a:ahLst/>
              <a:cxnLst/>
              <a:rect l="l" t="t" r="r" b="b"/>
              <a:pathLst>
                <a:path w="3330575" h="2000250">
                  <a:moveTo>
                    <a:pt x="84302" y="294728"/>
                  </a:moveTo>
                  <a:lnTo>
                    <a:pt x="0" y="294728"/>
                  </a:lnTo>
                  <a:lnTo>
                    <a:pt x="0" y="315785"/>
                  </a:lnTo>
                  <a:lnTo>
                    <a:pt x="84302" y="315785"/>
                  </a:lnTo>
                  <a:lnTo>
                    <a:pt x="84302" y="294728"/>
                  </a:lnTo>
                  <a:close/>
                </a:path>
                <a:path w="3330575" h="2000250">
                  <a:moveTo>
                    <a:pt x="84302" y="0"/>
                  </a:moveTo>
                  <a:lnTo>
                    <a:pt x="0" y="0"/>
                  </a:lnTo>
                  <a:lnTo>
                    <a:pt x="0" y="21056"/>
                  </a:lnTo>
                  <a:lnTo>
                    <a:pt x="84302" y="21056"/>
                  </a:lnTo>
                  <a:lnTo>
                    <a:pt x="84302" y="0"/>
                  </a:lnTo>
                  <a:close/>
                </a:path>
                <a:path w="3330575" h="2000250">
                  <a:moveTo>
                    <a:pt x="231838" y="294728"/>
                  </a:moveTo>
                  <a:lnTo>
                    <a:pt x="147535" y="294728"/>
                  </a:lnTo>
                  <a:lnTo>
                    <a:pt x="126453" y="294728"/>
                  </a:lnTo>
                  <a:lnTo>
                    <a:pt x="147535" y="315785"/>
                  </a:lnTo>
                  <a:lnTo>
                    <a:pt x="231838" y="315785"/>
                  </a:lnTo>
                  <a:lnTo>
                    <a:pt x="231838" y="294728"/>
                  </a:lnTo>
                  <a:close/>
                </a:path>
                <a:path w="3330575" h="2000250">
                  <a:moveTo>
                    <a:pt x="231838" y="0"/>
                  </a:moveTo>
                  <a:lnTo>
                    <a:pt x="147535" y="0"/>
                  </a:lnTo>
                  <a:lnTo>
                    <a:pt x="126453" y="0"/>
                  </a:lnTo>
                  <a:lnTo>
                    <a:pt x="147535" y="21056"/>
                  </a:lnTo>
                  <a:lnTo>
                    <a:pt x="231838" y="21056"/>
                  </a:lnTo>
                  <a:lnTo>
                    <a:pt x="231838" y="0"/>
                  </a:lnTo>
                  <a:close/>
                </a:path>
                <a:path w="3330575" h="2000250">
                  <a:moveTo>
                    <a:pt x="379361" y="294728"/>
                  </a:moveTo>
                  <a:lnTo>
                    <a:pt x="295059" y="294728"/>
                  </a:lnTo>
                  <a:lnTo>
                    <a:pt x="273989" y="294728"/>
                  </a:lnTo>
                  <a:lnTo>
                    <a:pt x="295059" y="315785"/>
                  </a:lnTo>
                  <a:lnTo>
                    <a:pt x="379361" y="315785"/>
                  </a:lnTo>
                  <a:lnTo>
                    <a:pt x="379361" y="294728"/>
                  </a:lnTo>
                  <a:close/>
                </a:path>
                <a:path w="3330575" h="2000250">
                  <a:moveTo>
                    <a:pt x="379361" y="0"/>
                  </a:moveTo>
                  <a:lnTo>
                    <a:pt x="295059" y="0"/>
                  </a:lnTo>
                  <a:lnTo>
                    <a:pt x="273989" y="0"/>
                  </a:lnTo>
                  <a:lnTo>
                    <a:pt x="295059" y="21056"/>
                  </a:lnTo>
                  <a:lnTo>
                    <a:pt x="379361" y="21056"/>
                  </a:lnTo>
                  <a:lnTo>
                    <a:pt x="379361" y="0"/>
                  </a:lnTo>
                  <a:close/>
                </a:path>
                <a:path w="3330575" h="2000250">
                  <a:moveTo>
                    <a:pt x="526897" y="294728"/>
                  </a:moveTo>
                  <a:lnTo>
                    <a:pt x="442595" y="294728"/>
                  </a:lnTo>
                  <a:lnTo>
                    <a:pt x="421513" y="294728"/>
                  </a:lnTo>
                  <a:lnTo>
                    <a:pt x="442595" y="315785"/>
                  </a:lnTo>
                  <a:lnTo>
                    <a:pt x="526897" y="315785"/>
                  </a:lnTo>
                  <a:lnTo>
                    <a:pt x="526897" y="294728"/>
                  </a:lnTo>
                  <a:close/>
                </a:path>
                <a:path w="3330575" h="2000250">
                  <a:moveTo>
                    <a:pt x="526897" y="0"/>
                  </a:moveTo>
                  <a:lnTo>
                    <a:pt x="442595" y="0"/>
                  </a:lnTo>
                  <a:lnTo>
                    <a:pt x="421513" y="0"/>
                  </a:lnTo>
                  <a:lnTo>
                    <a:pt x="442595" y="21056"/>
                  </a:lnTo>
                  <a:lnTo>
                    <a:pt x="526897" y="21056"/>
                  </a:lnTo>
                  <a:lnTo>
                    <a:pt x="526897" y="0"/>
                  </a:lnTo>
                  <a:close/>
                </a:path>
                <a:path w="3330575" h="2000250">
                  <a:moveTo>
                    <a:pt x="674433" y="294728"/>
                  </a:moveTo>
                  <a:lnTo>
                    <a:pt x="590130" y="294728"/>
                  </a:lnTo>
                  <a:lnTo>
                    <a:pt x="569048" y="294728"/>
                  </a:lnTo>
                  <a:lnTo>
                    <a:pt x="590130" y="315785"/>
                  </a:lnTo>
                  <a:lnTo>
                    <a:pt x="674433" y="315785"/>
                  </a:lnTo>
                  <a:lnTo>
                    <a:pt x="674433" y="294728"/>
                  </a:lnTo>
                  <a:close/>
                </a:path>
                <a:path w="3330575" h="2000250">
                  <a:moveTo>
                    <a:pt x="674433" y="0"/>
                  </a:moveTo>
                  <a:lnTo>
                    <a:pt x="590130" y="0"/>
                  </a:lnTo>
                  <a:lnTo>
                    <a:pt x="569048" y="0"/>
                  </a:lnTo>
                  <a:lnTo>
                    <a:pt x="590130" y="21056"/>
                  </a:lnTo>
                  <a:lnTo>
                    <a:pt x="674433" y="21056"/>
                  </a:lnTo>
                  <a:lnTo>
                    <a:pt x="674433" y="0"/>
                  </a:lnTo>
                  <a:close/>
                </a:path>
                <a:path w="3330575" h="2000250">
                  <a:moveTo>
                    <a:pt x="821956" y="294728"/>
                  </a:moveTo>
                  <a:lnTo>
                    <a:pt x="737654" y="294728"/>
                  </a:lnTo>
                  <a:lnTo>
                    <a:pt x="716584" y="294728"/>
                  </a:lnTo>
                  <a:lnTo>
                    <a:pt x="737654" y="315785"/>
                  </a:lnTo>
                  <a:lnTo>
                    <a:pt x="821956" y="315785"/>
                  </a:lnTo>
                  <a:lnTo>
                    <a:pt x="821956" y="294728"/>
                  </a:lnTo>
                  <a:close/>
                </a:path>
                <a:path w="3330575" h="2000250">
                  <a:moveTo>
                    <a:pt x="821956" y="0"/>
                  </a:moveTo>
                  <a:lnTo>
                    <a:pt x="737654" y="0"/>
                  </a:lnTo>
                  <a:lnTo>
                    <a:pt x="716584" y="0"/>
                  </a:lnTo>
                  <a:lnTo>
                    <a:pt x="737654" y="21056"/>
                  </a:lnTo>
                  <a:lnTo>
                    <a:pt x="821956" y="21056"/>
                  </a:lnTo>
                  <a:lnTo>
                    <a:pt x="821956" y="0"/>
                  </a:lnTo>
                  <a:close/>
                </a:path>
                <a:path w="3330575" h="2000250">
                  <a:moveTo>
                    <a:pt x="969492" y="294728"/>
                  </a:moveTo>
                  <a:lnTo>
                    <a:pt x="885190" y="294728"/>
                  </a:lnTo>
                  <a:lnTo>
                    <a:pt x="864108" y="294728"/>
                  </a:lnTo>
                  <a:lnTo>
                    <a:pt x="885190" y="315785"/>
                  </a:lnTo>
                  <a:lnTo>
                    <a:pt x="969492" y="315785"/>
                  </a:lnTo>
                  <a:lnTo>
                    <a:pt x="969492" y="294728"/>
                  </a:lnTo>
                  <a:close/>
                </a:path>
                <a:path w="3330575" h="2000250">
                  <a:moveTo>
                    <a:pt x="969492" y="0"/>
                  </a:moveTo>
                  <a:lnTo>
                    <a:pt x="885190" y="0"/>
                  </a:lnTo>
                  <a:lnTo>
                    <a:pt x="864108" y="0"/>
                  </a:lnTo>
                  <a:lnTo>
                    <a:pt x="885190" y="21056"/>
                  </a:lnTo>
                  <a:lnTo>
                    <a:pt x="969492" y="21056"/>
                  </a:lnTo>
                  <a:lnTo>
                    <a:pt x="969492" y="0"/>
                  </a:lnTo>
                  <a:close/>
                </a:path>
                <a:path w="3330575" h="2000250">
                  <a:moveTo>
                    <a:pt x="1117015" y="294728"/>
                  </a:moveTo>
                  <a:lnTo>
                    <a:pt x="1032713" y="294728"/>
                  </a:lnTo>
                  <a:lnTo>
                    <a:pt x="1011643" y="294728"/>
                  </a:lnTo>
                  <a:lnTo>
                    <a:pt x="1032713" y="315785"/>
                  </a:lnTo>
                  <a:lnTo>
                    <a:pt x="1117015" y="315785"/>
                  </a:lnTo>
                  <a:lnTo>
                    <a:pt x="1117015" y="294728"/>
                  </a:lnTo>
                  <a:close/>
                </a:path>
                <a:path w="3330575" h="2000250">
                  <a:moveTo>
                    <a:pt x="1117015" y="0"/>
                  </a:moveTo>
                  <a:lnTo>
                    <a:pt x="1032713" y="0"/>
                  </a:lnTo>
                  <a:lnTo>
                    <a:pt x="1011643" y="0"/>
                  </a:lnTo>
                  <a:lnTo>
                    <a:pt x="1032713" y="21056"/>
                  </a:lnTo>
                  <a:lnTo>
                    <a:pt x="1117015" y="21056"/>
                  </a:lnTo>
                  <a:lnTo>
                    <a:pt x="1117015" y="0"/>
                  </a:lnTo>
                  <a:close/>
                </a:path>
                <a:path w="3330575" h="2000250">
                  <a:moveTo>
                    <a:pt x="1264551" y="294728"/>
                  </a:moveTo>
                  <a:lnTo>
                    <a:pt x="1180249" y="294728"/>
                  </a:lnTo>
                  <a:lnTo>
                    <a:pt x="1159167" y="294728"/>
                  </a:lnTo>
                  <a:lnTo>
                    <a:pt x="1180249" y="315785"/>
                  </a:lnTo>
                  <a:lnTo>
                    <a:pt x="1264551" y="315785"/>
                  </a:lnTo>
                  <a:lnTo>
                    <a:pt x="1264551" y="294728"/>
                  </a:lnTo>
                  <a:close/>
                </a:path>
                <a:path w="3330575" h="2000250">
                  <a:moveTo>
                    <a:pt x="1264551" y="0"/>
                  </a:moveTo>
                  <a:lnTo>
                    <a:pt x="1180249" y="0"/>
                  </a:lnTo>
                  <a:lnTo>
                    <a:pt x="1159167" y="0"/>
                  </a:lnTo>
                  <a:lnTo>
                    <a:pt x="1180249" y="21056"/>
                  </a:lnTo>
                  <a:lnTo>
                    <a:pt x="1264551" y="21056"/>
                  </a:lnTo>
                  <a:lnTo>
                    <a:pt x="1264551" y="0"/>
                  </a:lnTo>
                  <a:close/>
                </a:path>
                <a:path w="3330575" h="2000250">
                  <a:moveTo>
                    <a:pt x="1412087" y="294728"/>
                  </a:moveTo>
                  <a:lnTo>
                    <a:pt x="1327785" y="294728"/>
                  </a:lnTo>
                  <a:lnTo>
                    <a:pt x="1306703" y="294728"/>
                  </a:lnTo>
                  <a:lnTo>
                    <a:pt x="1327785" y="315785"/>
                  </a:lnTo>
                  <a:lnTo>
                    <a:pt x="1412087" y="315785"/>
                  </a:lnTo>
                  <a:lnTo>
                    <a:pt x="1412087" y="294728"/>
                  </a:lnTo>
                  <a:close/>
                </a:path>
                <a:path w="3330575" h="2000250">
                  <a:moveTo>
                    <a:pt x="1412087" y="0"/>
                  </a:moveTo>
                  <a:lnTo>
                    <a:pt x="1327785" y="0"/>
                  </a:lnTo>
                  <a:lnTo>
                    <a:pt x="1306703" y="0"/>
                  </a:lnTo>
                  <a:lnTo>
                    <a:pt x="1327785" y="21056"/>
                  </a:lnTo>
                  <a:lnTo>
                    <a:pt x="1412087" y="21056"/>
                  </a:lnTo>
                  <a:lnTo>
                    <a:pt x="1412087" y="0"/>
                  </a:lnTo>
                  <a:close/>
                </a:path>
                <a:path w="3330575" h="2000250">
                  <a:moveTo>
                    <a:pt x="1559610" y="294728"/>
                  </a:moveTo>
                  <a:lnTo>
                    <a:pt x="1475308" y="294728"/>
                  </a:lnTo>
                  <a:lnTo>
                    <a:pt x="1454238" y="294728"/>
                  </a:lnTo>
                  <a:lnTo>
                    <a:pt x="1475308" y="315785"/>
                  </a:lnTo>
                  <a:lnTo>
                    <a:pt x="1559610" y="315785"/>
                  </a:lnTo>
                  <a:lnTo>
                    <a:pt x="1559610" y="294728"/>
                  </a:lnTo>
                  <a:close/>
                </a:path>
                <a:path w="3330575" h="2000250">
                  <a:moveTo>
                    <a:pt x="1559610" y="0"/>
                  </a:moveTo>
                  <a:lnTo>
                    <a:pt x="1475308" y="0"/>
                  </a:lnTo>
                  <a:lnTo>
                    <a:pt x="1454238" y="0"/>
                  </a:lnTo>
                  <a:lnTo>
                    <a:pt x="1475308" y="21056"/>
                  </a:lnTo>
                  <a:lnTo>
                    <a:pt x="1559610" y="21056"/>
                  </a:lnTo>
                  <a:lnTo>
                    <a:pt x="1559610" y="0"/>
                  </a:lnTo>
                  <a:close/>
                </a:path>
                <a:path w="3330575" h="2000250">
                  <a:moveTo>
                    <a:pt x="1707146" y="294728"/>
                  </a:moveTo>
                  <a:lnTo>
                    <a:pt x="1622844" y="294728"/>
                  </a:lnTo>
                  <a:lnTo>
                    <a:pt x="1601762" y="294728"/>
                  </a:lnTo>
                  <a:lnTo>
                    <a:pt x="1622844" y="315785"/>
                  </a:lnTo>
                  <a:lnTo>
                    <a:pt x="1707146" y="315785"/>
                  </a:lnTo>
                  <a:lnTo>
                    <a:pt x="1707146" y="294728"/>
                  </a:lnTo>
                  <a:close/>
                </a:path>
                <a:path w="3330575" h="2000250">
                  <a:moveTo>
                    <a:pt x="1707146" y="0"/>
                  </a:moveTo>
                  <a:lnTo>
                    <a:pt x="1622844" y="0"/>
                  </a:lnTo>
                  <a:lnTo>
                    <a:pt x="1601762" y="0"/>
                  </a:lnTo>
                  <a:lnTo>
                    <a:pt x="1622844" y="21056"/>
                  </a:lnTo>
                  <a:lnTo>
                    <a:pt x="1707146" y="21056"/>
                  </a:lnTo>
                  <a:lnTo>
                    <a:pt x="1707146" y="0"/>
                  </a:lnTo>
                  <a:close/>
                </a:path>
                <a:path w="3330575" h="2000250">
                  <a:moveTo>
                    <a:pt x="1854669" y="589470"/>
                  </a:moveTo>
                  <a:lnTo>
                    <a:pt x="1770367" y="589470"/>
                  </a:lnTo>
                  <a:lnTo>
                    <a:pt x="1749298" y="589470"/>
                  </a:lnTo>
                  <a:lnTo>
                    <a:pt x="1770367" y="610514"/>
                  </a:lnTo>
                  <a:lnTo>
                    <a:pt x="1854669" y="610514"/>
                  </a:lnTo>
                  <a:lnTo>
                    <a:pt x="1854669" y="589470"/>
                  </a:lnTo>
                  <a:close/>
                </a:path>
                <a:path w="3330575" h="2000250">
                  <a:moveTo>
                    <a:pt x="1854669" y="294728"/>
                  </a:moveTo>
                  <a:lnTo>
                    <a:pt x="1770367" y="294728"/>
                  </a:lnTo>
                  <a:lnTo>
                    <a:pt x="1749298" y="294728"/>
                  </a:lnTo>
                  <a:lnTo>
                    <a:pt x="1770367" y="315785"/>
                  </a:lnTo>
                  <a:lnTo>
                    <a:pt x="1854669" y="315785"/>
                  </a:lnTo>
                  <a:lnTo>
                    <a:pt x="1854669" y="294728"/>
                  </a:lnTo>
                  <a:close/>
                </a:path>
                <a:path w="3330575" h="2000250">
                  <a:moveTo>
                    <a:pt x="1854669" y="0"/>
                  </a:moveTo>
                  <a:lnTo>
                    <a:pt x="1770367" y="0"/>
                  </a:lnTo>
                  <a:lnTo>
                    <a:pt x="1749298" y="0"/>
                  </a:lnTo>
                  <a:lnTo>
                    <a:pt x="1770367" y="21056"/>
                  </a:lnTo>
                  <a:lnTo>
                    <a:pt x="1854669" y="21056"/>
                  </a:lnTo>
                  <a:lnTo>
                    <a:pt x="1854669" y="0"/>
                  </a:lnTo>
                  <a:close/>
                </a:path>
                <a:path w="3330575" h="2000250">
                  <a:moveTo>
                    <a:pt x="2002205" y="589470"/>
                  </a:moveTo>
                  <a:lnTo>
                    <a:pt x="1917903" y="589470"/>
                  </a:lnTo>
                  <a:lnTo>
                    <a:pt x="1896821" y="589470"/>
                  </a:lnTo>
                  <a:lnTo>
                    <a:pt x="1917903" y="610514"/>
                  </a:lnTo>
                  <a:lnTo>
                    <a:pt x="2002205" y="610514"/>
                  </a:lnTo>
                  <a:lnTo>
                    <a:pt x="2002205" y="589470"/>
                  </a:lnTo>
                  <a:close/>
                </a:path>
                <a:path w="3330575" h="2000250">
                  <a:moveTo>
                    <a:pt x="2002205" y="294728"/>
                  </a:moveTo>
                  <a:lnTo>
                    <a:pt x="1917903" y="294728"/>
                  </a:lnTo>
                  <a:lnTo>
                    <a:pt x="1896821" y="294728"/>
                  </a:lnTo>
                  <a:lnTo>
                    <a:pt x="1917903" y="315785"/>
                  </a:lnTo>
                  <a:lnTo>
                    <a:pt x="2002205" y="315785"/>
                  </a:lnTo>
                  <a:lnTo>
                    <a:pt x="2002205" y="294728"/>
                  </a:lnTo>
                  <a:close/>
                </a:path>
                <a:path w="3330575" h="2000250">
                  <a:moveTo>
                    <a:pt x="2002205" y="0"/>
                  </a:moveTo>
                  <a:lnTo>
                    <a:pt x="1917903" y="0"/>
                  </a:lnTo>
                  <a:lnTo>
                    <a:pt x="1896821" y="0"/>
                  </a:lnTo>
                  <a:lnTo>
                    <a:pt x="1917903" y="21056"/>
                  </a:lnTo>
                  <a:lnTo>
                    <a:pt x="2002205" y="21056"/>
                  </a:lnTo>
                  <a:lnTo>
                    <a:pt x="2002205" y="0"/>
                  </a:lnTo>
                  <a:close/>
                </a:path>
                <a:path w="3330575" h="2000250">
                  <a:moveTo>
                    <a:pt x="2149741" y="589470"/>
                  </a:moveTo>
                  <a:lnTo>
                    <a:pt x="2065439" y="589470"/>
                  </a:lnTo>
                  <a:lnTo>
                    <a:pt x="2044357" y="589470"/>
                  </a:lnTo>
                  <a:lnTo>
                    <a:pt x="2065439" y="610514"/>
                  </a:lnTo>
                  <a:lnTo>
                    <a:pt x="2149741" y="610514"/>
                  </a:lnTo>
                  <a:lnTo>
                    <a:pt x="2149741" y="589470"/>
                  </a:lnTo>
                  <a:close/>
                </a:path>
                <a:path w="3330575" h="2000250">
                  <a:moveTo>
                    <a:pt x="2149741" y="294728"/>
                  </a:moveTo>
                  <a:lnTo>
                    <a:pt x="2065439" y="294728"/>
                  </a:lnTo>
                  <a:lnTo>
                    <a:pt x="2044357" y="294728"/>
                  </a:lnTo>
                  <a:lnTo>
                    <a:pt x="2065439" y="315785"/>
                  </a:lnTo>
                  <a:lnTo>
                    <a:pt x="2149741" y="315785"/>
                  </a:lnTo>
                  <a:lnTo>
                    <a:pt x="2149741" y="294728"/>
                  </a:lnTo>
                  <a:close/>
                </a:path>
                <a:path w="3330575" h="2000250">
                  <a:moveTo>
                    <a:pt x="2149741" y="0"/>
                  </a:moveTo>
                  <a:lnTo>
                    <a:pt x="2065439" y="0"/>
                  </a:lnTo>
                  <a:lnTo>
                    <a:pt x="2044357" y="0"/>
                  </a:lnTo>
                  <a:lnTo>
                    <a:pt x="2065439" y="21056"/>
                  </a:lnTo>
                  <a:lnTo>
                    <a:pt x="2149741" y="21056"/>
                  </a:lnTo>
                  <a:lnTo>
                    <a:pt x="2149741" y="0"/>
                  </a:lnTo>
                  <a:close/>
                </a:path>
                <a:path w="3330575" h="2000250">
                  <a:moveTo>
                    <a:pt x="2297265" y="589470"/>
                  </a:moveTo>
                  <a:lnTo>
                    <a:pt x="2212962" y="589470"/>
                  </a:lnTo>
                  <a:lnTo>
                    <a:pt x="2191893" y="589470"/>
                  </a:lnTo>
                  <a:lnTo>
                    <a:pt x="2212962" y="610514"/>
                  </a:lnTo>
                  <a:lnTo>
                    <a:pt x="2297265" y="610514"/>
                  </a:lnTo>
                  <a:lnTo>
                    <a:pt x="2297265" y="589470"/>
                  </a:lnTo>
                  <a:close/>
                </a:path>
                <a:path w="3330575" h="2000250">
                  <a:moveTo>
                    <a:pt x="2297265" y="294728"/>
                  </a:moveTo>
                  <a:lnTo>
                    <a:pt x="2212962" y="294728"/>
                  </a:lnTo>
                  <a:lnTo>
                    <a:pt x="2191893" y="294728"/>
                  </a:lnTo>
                  <a:lnTo>
                    <a:pt x="2212962" y="315785"/>
                  </a:lnTo>
                  <a:lnTo>
                    <a:pt x="2297265" y="315785"/>
                  </a:lnTo>
                  <a:lnTo>
                    <a:pt x="2297265" y="294728"/>
                  </a:lnTo>
                  <a:close/>
                </a:path>
                <a:path w="3330575" h="2000250">
                  <a:moveTo>
                    <a:pt x="2297265" y="0"/>
                  </a:moveTo>
                  <a:lnTo>
                    <a:pt x="2212962" y="0"/>
                  </a:lnTo>
                  <a:lnTo>
                    <a:pt x="2191893" y="0"/>
                  </a:lnTo>
                  <a:lnTo>
                    <a:pt x="2212962" y="21056"/>
                  </a:lnTo>
                  <a:lnTo>
                    <a:pt x="2297265" y="21056"/>
                  </a:lnTo>
                  <a:lnTo>
                    <a:pt x="2297265" y="0"/>
                  </a:lnTo>
                  <a:close/>
                </a:path>
                <a:path w="3330575" h="2000250">
                  <a:moveTo>
                    <a:pt x="2444800" y="589470"/>
                  </a:moveTo>
                  <a:lnTo>
                    <a:pt x="2360498" y="589470"/>
                  </a:lnTo>
                  <a:lnTo>
                    <a:pt x="2339416" y="589470"/>
                  </a:lnTo>
                  <a:lnTo>
                    <a:pt x="2360498" y="610514"/>
                  </a:lnTo>
                  <a:lnTo>
                    <a:pt x="2444800" y="610514"/>
                  </a:lnTo>
                  <a:lnTo>
                    <a:pt x="2444800" y="589470"/>
                  </a:lnTo>
                  <a:close/>
                </a:path>
                <a:path w="3330575" h="2000250">
                  <a:moveTo>
                    <a:pt x="2444800" y="294728"/>
                  </a:moveTo>
                  <a:lnTo>
                    <a:pt x="2360498" y="294728"/>
                  </a:lnTo>
                  <a:lnTo>
                    <a:pt x="2339416" y="294728"/>
                  </a:lnTo>
                  <a:lnTo>
                    <a:pt x="2360498" y="315785"/>
                  </a:lnTo>
                  <a:lnTo>
                    <a:pt x="2444800" y="315785"/>
                  </a:lnTo>
                  <a:lnTo>
                    <a:pt x="2444800" y="294728"/>
                  </a:lnTo>
                  <a:close/>
                </a:path>
                <a:path w="3330575" h="2000250">
                  <a:moveTo>
                    <a:pt x="2444800" y="0"/>
                  </a:moveTo>
                  <a:lnTo>
                    <a:pt x="2360498" y="0"/>
                  </a:lnTo>
                  <a:lnTo>
                    <a:pt x="2339416" y="0"/>
                  </a:lnTo>
                  <a:lnTo>
                    <a:pt x="2360498" y="21056"/>
                  </a:lnTo>
                  <a:lnTo>
                    <a:pt x="2444800" y="21056"/>
                  </a:lnTo>
                  <a:lnTo>
                    <a:pt x="2444800" y="0"/>
                  </a:lnTo>
                  <a:close/>
                </a:path>
                <a:path w="3330575" h="2000250">
                  <a:moveTo>
                    <a:pt x="2550172" y="1894713"/>
                  </a:moveTo>
                  <a:lnTo>
                    <a:pt x="2529103" y="1873656"/>
                  </a:lnTo>
                  <a:lnTo>
                    <a:pt x="2529103" y="1978926"/>
                  </a:lnTo>
                  <a:lnTo>
                    <a:pt x="2550172" y="1978926"/>
                  </a:lnTo>
                  <a:lnTo>
                    <a:pt x="2550172" y="1894713"/>
                  </a:lnTo>
                  <a:close/>
                </a:path>
                <a:path w="3330575" h="2000250">
                  <a:moveTo>
                    <a:pt x="2550172" y="1747342"/>
                  </a:moveTo>
                  <a:lnTo>
                    <a:pt x="2529103" y="1726298"/>
                  </a:lnTo>
                  <a:lnTo>
                    <a:pt x="2529103" y="1831555"/>
                  </a:lnTo>
                  <a:lnTo>
                    <a:pt x="2550172" y="1831555"/>
                  </a:lnTo>
                  <a:lnTo>
                    <a:pt x="2550172" y="1747342"/>
                  </a:lnTo>
                  <a:close/>
                </a:path>
                <a:path w="3330575" h="2000250">
                  <a:moveTo>
                    <a:pt x="2550172" y="1599984"/>
                  </a:moveTo>
                  <a:lnTo>
                    <a:pt x="2529103" y="1578927"/>
                  </a:lnTo>
                  <a:lnTo>
                    <a:pt x="2529103" y="1684185"/>
                  </a:lnTo>
                  <a:lnTo>
                    <a:pt x="2550172" y="1684185"/>
                  </a:lnTo>
                  <a:lnTo>
                    <a:pt x="2550172" y="1599984"/>
                  </a:lnTo>
                  <a:close/>
                </a:path>
                <a:path w="3330575" h="2000250">
                  <a:moveTo>
                    <a:pt x="2550172" y="1452613"/>
                  </a:moveTo>
                  <a:lnTo>
                    <a:pt x="2529103" y="1431556"/>
                  </a:lnTo>
                  <a:lnTo>
                    <a:pt x="2529103" y="1536827"/>
                  </a:lnTo>
                  <a:lnTo>
                    <a:pt x="2550172" y="1536827"/>
                  </a:lnTo>
                  <a:lnTo>
                    <a:pt x="2550172" y="1452613"/>
                  </a:lnTo>
                  <a:close/>
                </a:path>
                <a:path w="3330575" h="2000250">
                  <a:moveTo>
                    <a:pt x="2550172" y="1305242"/>
                  </a:moveTo>
                  <a:lnTo>
                    <a:pt x="2529103" y="1284198"/>
                  </a:lnTo>
                  <a:lnTo>
                    <a:pt x="2529103" y="1389456"/>
                  </a:lnTo>
                  <a:lnTo>
                    <a:pt x="2550172" y="1389456"/>
                  </a:lnTo>
                  <a:lnTo>
                    <a:pt x="2550172" y="1305242"/>
                  </a:lnTo>
                  <a:close/>
                </a:path>
                <a:path w="3330575" h="2000250">
                  <a:moveTo>
                    <a:pt x="2550172" y="1157884"/>
                  </a:moveTo>
                  <a:lnTo>
                    <a:pt x="2529103" y="1136827"/>
                  </a:lnTo>
                  <a:lnTo>
                    <a:pt x="2529103" y="1242085"/>
                  </a:lnTo>
                  <a:lnTo>
                    <a:pt x="2550172" y="1242085"/>
                  </a:lnTo>
                  <a:lnTo>
                    <a:pt x="2550172" y="1157884"/>
                  </a:lnTo>
                  <a:close/>
                </a:path>
                <a:path w="3330575" h="2000250">
                  <a:moveTo>
                    <a:pt x="2550172" y="1010513"/>
                  </a:moveTo>
                  <a:lnTo>
                    <a:pt x="2529103" y="989457"/>
                  </a:lnTo>
                  <a:lnTo>
                    <a:pt x="2529103" y="1094727"/>
                  </a:lnTo>
                  <a:lnTo>
                    <a:pt x="2550172" y="1094727"/>
                  </a:lnTo>
                  <a:lnTo>
                    <a:pt x="2550172" y="1010513"/>
                  </a:lnTo>
                  <a:close/>
                </a:path>
                <a:path w="3330575" h="2000250">
                  <a:moveTo>
                    <a:pt x="2550172" y="863142"/>
                  </a:moveTo>
                  <a:lnTo>
                    <a:pt x="2529103" y="842098"/>
                  </a:lnTo>
                  <a:lnTo>
                    <a:pt x="2529103" y="947356"/>
                  </a:lnTo>
                  <a:lnTo>
                    <a:pt x="2550172" y="947356"/>
                  </a:lnTo>
                  <a:lnTo>
                    <a:pt x="2550172" y="863142"/>
                  </a:lnTo>
                  <a:close/>
                </a:path>
                <a:path w="3330575" h="2000250">
                  <a:moveTo>
                    <a:pt x="2550172" y="715784"/>
                  </a:moveTo>
                  <a:lnTo>
                    <a:pt x="2529103" y="694728"/>
                  </a:lnTo>
                  <a:lnTo>
                    <a:pt x="2529103" y="799985"/>
                  </a:lnTo>
                  <a:lnTo>
                    <a:pt x="2550172" y="799985"/>
                  </a:lnTo>
                  <a:lnTo>
                    <a:pt x="2550172" y="715784"/>
                  </a:lnTo>
                  <a:close/>
                </a:path>
                <a:path w="3330575" h="2000250">
                  <a:moveTo>
                    <a:pt x="2550172" y="589470"/>
                  </a:moveTo>
                  <a:lnTo>
                    <a:pt x="2529103" y="589470"/>
                  </a:lnTo>
                  <a:lnTo>
                    <a:pt x="2486952" y="589470"/>
                  </a:lnTo>
                  <a:lnTo>
                    <a:pt x="2508021" y="610514"/>
                  </a:lnTo>
                  <a:lnTo>
                    <a:pt x="2529103" y="610514"/>
                  </a:lnTo>
                  <a:lnTo>
                    <a:pt x="2529103" y="652627"/>
                  </a:lnTo>
                  <a:lnTo>
                    <a:pt x="2550172" y="652627"/>
                  </a:lnTo>
                  <a:lnTo>
                    <a:pt x="2550172" y="589470"/>
                  </a:lnTo>
                  <a:close/>
                </a:path>
                <a:path w="3330575" h="2000250">
                  <a:moveTo>
                    <a:pt x="2592324" y="294728"/>
                  </a:moveTo>
                  <a:lnTo>
                    <a:pt x="2508021" y="294728"/>
                  </a:lnTo>
                  <a:lnTo>
                    <a:pt x="2486952" y="294728"/>
                  </a:lnTo>
                  <a:lnTo>
                    <a:pt x="2508021" y="315785"/>
                  </a:lnTo>
                  <a:lnTo>
                    <a:pt x="2592324" y="315785"/>
                  </a:lnTo>
                  <a:lnTo>
                    <a:pt x="2592324" y="294728"/>
                  </a:lnTo>
                  <a:close/>
                </a:path>
                <a:path w="3330575" h="2000250">
                  <a:moveTo>
                    <a:pt x="2592324" y="0"/>
                  </a:moveTo>
                  <a:lnTo>
                    <a:pt x="2508021" y="0"/>
                  </a:lnTo>
                  <a:lnTo>
                    <a:pt x="2486952" y="0"/>
                  </a:lnTo>
                  <a:lnTo>
                    <a:pt x="2508021" y="21056"/>
                  </a:lnTo>
                  <a:lnTo>
                    <a:pt x="2592324" y="21056"/>
                  </a:lnTo>
                  <a:lnTo>
                    <a:pt x="2592324" y="0"/>
                  </a:lnTo>
                  <a:close/>
                </a:path>
                <a:path w="3330575" h="2000250">
                  <a:moveTo>
                    <a:pt x="2739860" y="294728"/>
                  </a:moveTo>
                  <a:lnTo>
                    <a:pt x="2655557" y="294728"/>
                  </a:lnTo>
                  <a:lnTo>
                    <a:pt x="2634475" y="294728"/>
                  </a:lnTo>
                  <a:lnTo>
                    <a:pt x="2655557" y="315785"/>
                  </a:lnTo>
                  <a:lnTo>
                    <a:pt x="2739860" y="315785"/>
                  </a:lnTo>
                  <a:lnTo>
                    <a:pt x="2739860" y="294728"/>
                  </a:lnTo>
                  <a:close/>
                </a:path>
                <a:path w="3330575" h="2000250">
                  <a:moveTo>
                    <a:pt x="2739860" y="0"/>
                  </a:moveTo>
                  <a:lnTo>
                    <a:pt x="2655557" y="0"/>
                  </a:lnTo>
                  <a:lnTo>
                    <a:pt x="2634475" y="0"/>
                  </a:lnTo>
                  <a:lnTo>
                    <a:pt x="2655557" y="21056"/>
                  </a:lnTo>
                  <a:lnTo>
                    <a:pt x="2739860" y="21056"/>
                  </a:lnTo>
                  <a:lnTo>
                    <a:pt x="2739860" y="0"/>
                  </a:lnTo>
                  <a:close/>
                </a:path>
                <a:path w="3330575" h="2000250">
                  <a:moveTo>
                    <a:pt x="2887395" y="294728"/>
                  </a:moveTo>
                  <a:lnTo>
                    <a:pt x="2803080" y="294728"/>
                  </a:lnTo>
                  <a:lnTo>
                    <a:pt x="2782011" y="294728"/>
                  </a:lnTo>
                  <a:lnTo>
                    <a:pt x="2803080" y="315785"/>
                  </a:lnTo>
                  <a:lnTo>
                    <a:pt x="2887395" y="315785"/>
                  </a:lnTo>
                  <a:lnTo>
                    <a:pt x="2887395" y="294728"/>
                  </a:lnTo>
                  <a:close/>
                </a:path>
                <a:path w="3330575" h="2000250">
                  <a:moveTo>
                    <a:pt x="2887395" y="0"/>
                  </a:moveTo>
                  <a:lnTo>
                    <a:pt x="2803080" y="0"/>
                  </a:lnTo>
                  <a:lnTo>
                    <a:pt x="2782011" y="0"/>
                  </a:lnTo>
                  <a:lnTo>
                    <a:pt x="2803080" y="21056"/>
                  </a:lnTo>
                  <a:lnTo>
                    <a:pt x="2887395" y="21056"/>
                  </a:lnTo>
                  <a:lnTo>
                    <a:pt x="2887395" y="0"/>
                  </a:lnTo>
                  <a:close/>
                </a:path>
                <a:path w="3330575" h="2000250">
                  <a:moveTo>
                    <a:pt x="3034919" y="294728"/>
                  </a:moveTo>
                  <a:lnTo>
                    <a:pt x="2950616" y="294728"/>
                  </a:lnTo>
                  <a:lnTo>
                    <a:pt x="2929547" y="294728"/>
                  </a:lnTo>
                  <a:lnTo>
                    <a:pt x="2950616" y="315785"/>
                  </a:lnTo>
                  <a:lnTo>
                    <a:pt x="3034919" y="315785"/>
                  </a:lnTo>
                  <a:lnTo>
                    <a:pt x="3034919" y="294728"/>
                  </a:lnTo>
                  <a:close/>
                </a:path>
                <a:path w="3330575" h="2000250">
                  <a:moveTo>
                    <a:pt x="3034919" y="0"/>
                  </a:moveTo>
                  <a:lnTo>
                    <a:pt x="2950616" y="0"/>
                  </a:lnTo>
                  <a:lnTo>
                    <a:pt x="2929547" y="0"/>
                  </a:lnTo>
                  <a:lnTo>
                    <a:pt x="2950616" y="21056"/>
                  </a:lnTo>
                  <a:lnTo>
                    <a:pt x="3034919" y="21056"/>
                  </a:lnTo>
                  <a:lnTo>
                    <a:pt x="3034919" y="0"/>
                  </a:lnTo>
                  <a:close/>
                </a:path>
                <a:path w="3330575" h="2000250">
                  <a:moveTo>
                    <a:pt x="3056001" y="1978926"/>
                  </a:moveTo>
                  <a:lnTo>
                    <a:pt x="3034919" y="1957870"/>
                  </a:lnTo>
                  <a:lnTo>
                    <a:pt x="3034919" y="1999970"/>
                  </a:lnTo>
                  <a:lnTo>
                    <a:pt x="3056001" y="1999970"/>
                  </a:lnTo>
                  <a:lnTo>
                    <a:pt x="3056001" y="1978926"/>
                  </a:lnTo>
                  <a:close/>
                </a:path>
                <a:path w="3330575" h="2000250">
                  <a:moveTo>
                    <a:pt x="3056001" y="1831555"/>
                  </a:moveTo>
                  <a:lnTo>
                    <a:pt x="3034919" y="1810499"/>
                  </a:lnTo>
                  <a:lnTo>
                    <a:pt x="3034919" y="1915769"/>
                  </a:lnTo>
                  <a:lnTo>
                    <a:pt x="3056001" y="1915769"/>
                  </a:lnTo>
                  <a:lnTo>
                    <a:pt x="3056001" y="1831555"/>
                  </a:lnTo>
                  <a:close/>
                </a:path>
                <a:path w="3330575" h="2000250">
                  <a:moveTo>
                    <a:pt x="3056001" y="1684185"/>
                  </a:moveTo>
                  <a:lnTo>
                    <a:pt x="3034919" y="1663141"/>
                  </a:lnTo>
                  <a:lnTo>
                    <a:pt x="3034919" y="1768398"/>
                  </a:lnTo>
                  <a:lnTo>
                    <a:pt x="3056001" y="1768398"/>
                  </a:lnTo>
                  <a:lnTo>
                    <a:pt x="3056001" y="1684185"/>
                  </a:lnTo>
                  <a:close/>
                </a:path>
                <a:path w="3330575" h="2000250">
                  <a:moveTo>
                    <a:pt x="3056001" y="1536827"/>
                  </a:moveTo>
                  <a:lnTo>
                    <a:pt x="3034919" y="1515770"/>
                  </a:lnTo>
                  <a:lnTo>
                    <a:pt x="3034919" y="1621028"/>
                  </a:lnTo>
                  <a:lnTo>
                    <a:pt x="3056001" y="1621028"/>
                  </a:lnTo>
                  <a:lnTo>
                    <a:pt x="3056001" y="1536827"/>
                  </a:lnTo>
                  <a:close/>
                </a:path>
                <a:path w="3330575" h="2000250">
                  <a:moveTo>
                    <a:pt x="3056001" y="1389456"/>
                  </a:moveTo>
                  <a:lnTo>
                    <a:pt x="3034919" y="1368399"/>
                  </a:lnTo>
                  <a:lnTo>
                    <a:pt x="3034919" y="1473669"/>
                  </a:lnTo>
                  <a:lnTo>
                    <a:pt x="3056001" y="1473669"/>
                  </a:lnTo>
                  <a:lnTo>
                    <a:pt x="3056001" y="1389456"/>
                  </a:lnTo>
                  <a:close/>
                </a:path>
                <a:path w="3330575" h="2000250">
                  <a:moveTo>
                    <a:pt x="3056001" y="1242085"/>
                  </a:moveTo>
                  <a:lnTo>
                    <a:pt x="3034919" y="1221041"/>
                  </a:lnTo>
                  <a:lnTo>
                    <a:pt x="3034919" y="1326299"/>
                  </a:lnTo>
                  <a:lnTo>
                    <a:pt x="3056001" y="1326299"/>
                  </a:lnTo>
                  <a:lnTo>
                    <a:pt x="3056001" y="1242085"/>
                  </a:lnTo>
                  <a:close/>
                </a:path>
                <a:path w="3330575" h="2000250">
                  <a:moveTo>
                    <a:pt x="3056001" y="1094727"/>
                  </a:moveTo>
                  <a:lnTo>
                    <a:pt x="3034919" y="1073670"/>
                  </a:lnTo>
                  <a:lnTo>
                    <a:pt x="3034919" y="1178928"/>
                  </a:lnTo>
                  <a:lnTo>
                    <a:pt x="3056001" y="1178928"/>
                  </a:lnTo>
                  <a:lnTo>
                    <a:pt x="3056001" y="1094727"/>
                  </a:lnTo>
                  <a:close/>
                </a:path>
                <a:path w="3330575" h="2000250">
                  <a:moveTo>
                    <a:pt x="3056001" y="947356"/>
                  </a:moveTo>
                  <a:lnTo>
                    <a:pt x="3034919" y="926299"/>
                  </a:lnTo>
                  <a:lnTo>
                    <a:pt x="3034919" y="1031570"/>
                  </a:lnTo>
                  <a:lnTo>
                    <a:pt x="3056001" y="1031570"/>
                  </a:lnTo>
                  <a:lnTo>
                    <a:pt x="3056001" y="947356"/>
                  </a:lnTo>
                  <a:close/>
                </a:path>
                <a:path w="3330575" h="2000250">
                  <a:moveTo>
                    <a:pt x="3056001" y="799985"/>
                  </a:moveTo>
                  <a:lnTo>
                    <a:pt x="3034919" y="778941"/>
                  </a:lnTo>
                  <a:lnTo>
                    <a:pt x="3034919" y="884199"/>
                  </a:lnTo>
                  <a:lnTo>
                    <a:pt x="3056001" y="884199"/>
                  </a:lnTo>
                  <a:lnTo>
                    <a:pt x="3056001" y="799985"/>
                  </a:lnTo>
                  <a:close/>
                </a:path>
                <a:path w="3330575" h="2000250">
                  <a:moveTo>
                    <a:pt x="3056001" y="652627"/>
                  </a:moveTo>
                  <a:lnTo>
                    <a:pt x="3034919" y="631571"/>
                  </a:lnTo>
                  <a:lnTo>
                    <a:pt x="3034919" y="736828"/>
                  </a:lnTo>
                  <a:lnTo>
                    <a:pt x="3056001" y="736828"/>
                  </a:lnTo>
                  <a:lnTo>
                    <a:pt x="3056001" y="652627"/>
                  </a:lnTo>
                  <a:close/>
                </a:path>
                <a:path w="3330575" h="2000250">
                  <a:moveTo>
                    <a:pt x="3056001" y="505256"/>
                  </a:moveTo>
                  <a:lnTo>
                    <a:pt x="3034919" y="484200"/>
                  </a:lnTo>
                  <a:lnTo>
                    <a:pt x="3034919" y="589470"/>
                  </a:lnTo>
                  <a:lnTo>
                    <a:pt x="3056001" y="589470"/>
                  </a:lnTo>
                  <a:lnTo>
                    <a:pt x="3056001" y="505256"/>
                  </a:lnTo>
                  <a:close/>
                </a:path>
                <a:path w="3330575" h="2000250">
                  <a:moveTo>
                    <a:pt x="3056001" y="357886"/>
                  </a:moveTo>
                  <a:lnTo>
                    <a:pt x="3034919" y="336842"/>
                  </a:lnTo>
                  <a:lnTo>
                    <a:pt x="3034919" y="442099"/>
                  </a:lnTo>
                  <a:lnTo>
                    <a:pt x="3056001" y="442099"/>
                  </a:lnTo>
                  <a:lnTo>
                    <a:pt x="3056001" y="357886"/>
                  </a:lnTo>
                  <a:close/>
                </a:path>
                <a:path w="3330575" h="2000250">
                  <a:moveTo>
                    <a:pt x="3182455" y="0"/>
                  </a:moveTo>
                  <a:lnTo>
                    <a:pt x="3098152" y="0"/>
                  </a:lnTo>
                  <a:lnTo>
                    <a:pt x="3077070" y="0"/>
                  </a:lnTo>
                  <a:lnTo>
                    <a:pt x="3098152" y="21056"/>
                  </a:lnTo>
                  <a:lnTo>
                    <a:pt x="3182455" y="21056"/>
                  </a:lnTo>
                  <a:lnTo>
                    <a:pt x="3182455" y="0"/>
                  </a:lnTo>
                  <a:close/>
                </a:path>
                <a:path w="3330575" h="2000250">
                  <a:moveTo>
                    <a:pt x="3329978" y="0"/>
                  </a:moveTo>
                  <a:lnTo>
                    <a:pt x="3245675" y="0"/>
                  </a:lnTo>
                  <a:lnTo>
                    <a:pt x="3224606" y="0"/>
                  </a:lnTo>
                  <a:lnTo>
                    <a:pt x="3245675" y="21056"/>
                  </a:lnTo>
                  <a:lnTo>
                    <a:pt x="3329978" y="21056"/>
                  </a:lnTo>
                  <a:lnTo>
                    <a:pt x="3329978" y="0"/>
                  </a:lnTo>
                  <a:close/>
                </a:path>
              </a:pathLst>
            </a:custGeom>
            <a:solidFill>
              <a:srgbClr val="000000"/>
            </a:solidFill>
          </p:spPr>
          <p:txBody>
            <a:bodyPr wrap="square" lIns="0" tIns="0" rIns="0" bIns="0" rtlCol="0"/>
            <a:lstStyle/>
            <a:p>
              <a:endParaRPr/>
            </a:p>
          </p:txBody>
        </p:sp>
        <p:sp>
          <p:nvSpPr>
            <p:cNvPr id="7" name="object 7"/>
            <p:cNvSpPr/>
            <p:nvPr/>
          </p:nvSpPr>
          <p:spPr>
            <a:xfrm>
              <a:off x="6793191" y="2103551"/>
              <a:ext cx="337820" cy="1979295"/>
            </a:xfrm>
            <a:custGeom>
              <a:avLst/>
              <a:gdLst/>
              <a:ahLst/>
              <a:cxnLst/>
              <a:rect l="l" t="t" r="r" b="b"/>
              <a:pathLst>
                <a:path w="337820" h="1979295">
                  <a:moveTo>
                    <a:pt x="105371" y="0"/>
                  </a:moveTo>
                  <a:lnTo>
                    <a:pt x="21069" y="0"/>
                  </a:lnTo>
                  <a:lnTo>
                    <a:pt x="0" y="0"/>
                  </a:lnTo>
                  <a:lnTo>
                    <a:pt x="21069" y="21056"/>
                  </a:lnTo>
                  <a:lnTo>
                    <a:pt x="105371" y="21056"/>
                  </a:lnTo>
                  <a:lnTo>
                    <a:pt x="105371" y="0"/>
                  </a:lnTo>
                  <a:close/>
                </a:path>
                <a:path w="337820" h="1979295">
                  <a:moveTo>
                    <a:pt x="252907" y="0"/>
                  </a:moveTo>
                  <a:lnTo>
                    <a:pt x="168605" y="0"/>
                  </a:lnTo>
                  <a:lnTo>
                    <a:pt x="147523" y="0"/>
                  </a:lnTo>
                  <a:lnTo>
                    <a:pt x="168605" y="21056"/>
                  </a:lnTo>
                  <a:lnTo>
                    <a:pt x="252907" y="21056"/>
                  </a:lnTo>
                  <a:lnTo>
                    <a:pt x="252907" y="0"/>
                  </a:lnTo>
                  <a:close/>
                </a:path>
                <a:path w="337820" h="1979295">
                  <a:moveTo>
                    <a:pt x="337210" y="1915769"/>
                  </a:moveTo>
                  <a:lnTo>
                    <a:pt x="316128" y="1894713"/>
                  </a:lnTo>
                  <a:lnTo>
                    <a:pt x="316128" y="1978926"/>
                  </a:lnTo>
                  <a:lnTo>
                    <a:pt x="337210" y="1978926"/>
                  </a:lnTo>
                  <a:lnTo>
                    <a:pt x="337210" y="1915769"/>
                  </a:lnTo>
                  <a:close/>
                </a:path>
                <a:path w="337820" h="1979295">
                  <a:moveTo>
                    <a:pt x="337210" y="1768398"/>
                  </a:moveTo>
                  <a:lnTo>
                    <a:pt x="316128" y="1747342"/>
                  </a:lnTo>
                  <a:lnTo>
                    <a:pt x="316128" y="1852612"/>
                  </a:lnTo>
                  <a:lnTo>
                    <a:pt x="337210" y="1852612"/>
                  </a:lnTo>
                  <a:lnTo>
                    <a:pt x="337210" y="1768398"/>
                  </a:lnTo>
                  <a:close/>
                </a:path>
                <a:path w="337820" h="1979295">
                  <a:moveTo>
                    <a:pt x="337210" y="1621028"/>
                  </a:moveTo>
                  <a:lnTo>
                    <a:pt x="316128" y="1599984"/>
                  </a:lnTo>
                  <a:lnTo>
                    <a:pt x="316128" y="1705241"/>
                  </a:lnTo>
                  <a:lnTo>
                    <a:pt x="337210" y="1705241"/>
                  </a:lnTo>
                  <a:lnTo>
                    <a:pt x="337210" y="1621028"/>
                  </a:lnTo>
                  <a:close/>
                </a:path>
                <a:path w="337820" h="1979295">
                  <a:moveTo>
                    <a:pt x="337210" y="1473669"/>
                  </a:moveTo>
                  <a:lnTo>
                    <a:pt x="316128" y="1452613"/>
                  </a:lnTo>
                  <a:lnTo>
                    <a:pt x="316128" y="1557870"/>
                  </a:lnTo>
                  <a:lnTo>
                    <a:pt x="337210" y="1557870"/>
                  </a:lnTo>
                  <a:lnTo>
                    <a:pt x="337210" y="1473669"/>
                  </a:lnTo>
                  <a:close/>
                </a:path>
                <a:path w="337820" h="1979295">
                  <a:moveTo>
                    <a:pt x="337210" y="1326299"/>
                  </a:moveTo>
                  <a:lnTo>
                    <a:pt x="316128" y="1305242"/>
                  </a:lnTo>
                  <a:lnTo>
                    <a:pt x="316128" y="1410512"/>
                  </a:lnTo>
                  <a:lnTo>
                    <a:pt x="337210" y="1410512"/>
                  </a:lnTo>
                  <a:lnTo>
                    <a:pt x="337210" y="1326299"/>
                  </a:lnTo>
                  <a:close/>
                </a:path>
                <a:path w="337820" h="1979295">
                  <a:moveTo>
                    <a:pt x="337210" y="1178928"/>
                  </a:moveTo>
                  <a:lnTo>
                    <a:pt x="316128" y="1157884"/>
                  </a:lnTo>
                  <a:lnTo>
                    <a:pt x="316128" y="1263142"/>
                  </a:lnTo>
                  <a:lnTo>
                    <a:pt x="337210" y="1263142"/>
                  </a:lnTo>
                  <a:lnTo>
                    <a:pt x="337210" y="1178928"/>
                  </a:lnTo>
                  <a:close/>
                </a:path>
                <a:path w="337820" h="1979295">
                  <a:moveTo>
                    <a:pt x="337210" y="1031570"/>
                  </a:moveTo>
                  <a:lnTo>
                    <a:pt x="316128" y="1010513"/>
                  </a:lnTo>
                  <a:lnTo>
                    <a:pt x="316128" y="1115771"/>
                  </a:lnTo>
                  <a:lnTo>
                    <a:pt x="337210" y="1115771"/>
                  </a:lnTo>
                  <a:lnTo>
                    <a:pt x="337210" y="1031570"/>
                  </a:lnTo>
                  <a:close/>
                </a:path>
                <a:path w="337820" h="1979295">
                  <a:moveTo>
                    <a:pt x="337210" y="884199"/>
                  </a:moveTo>
                  <a:lnTo>
                    <a:pt x="316128" y="863142"/>
                  </a:lnTo>
                  <a:lnTo>
                    <a:pt x="316128" y="968413"/>
                  </a:lnTo>
                  <a:lnTo>
                    <a:pt x="337210" y="968413"/>
                  </a:lnTo>
                  <a:lnTo>
                    <a:pt x="337210" y="884199"/>
                  </a:lnTo>
                  <a:close/>
                </a:path>
                <a:path w="337820" h="1979295">
                  <a:moveTo>
                    <a:pt x="337210" y="736828"/>
                  </a:moveTo>
                  <a:lnTo>
                    <a:pt x="316128" y="715784"/>
                  </a:lnTo>
                  <a:lnTo>
                    <a:pt x="316128" y="821042"/>
                  </a:lnTo>
                  <a:lnTo>
                    <a:pt x="337210" y="821042"/>
                  </a:lnTo>
                  <a:lnTo>
                    <a:pt x="337210" y="736828"/>
                  </a:lnTo>
                  <a:close/>
                </a:path>
                <a:path w="337820" h="1979295">
                  <a:moveTo>
                    <a:pt x="337210" y="589470"/>
                  </a:moveTo>
                  <a:lnTo>
                    <a:pt x="316128" y="568413"/>
                  </a:lnTo>
                  <a:lnTo>
                    <a:pt x="316128" y="673671"/>
                  </a:lnTo>
                  <a:lnTo>
                    <a:pt x="337210" y="673671"/>
                  </a:lnTo>
                  <a:lnTo>
                    <a:pt x="337210" y="589470"/>
                  </a:lnTo>
                  <a:close/>
                </a:path>
                <a:path w="337820" h="1979295">
                  <a:moveTo>
                    <a:pt x="337210" y="442099"/>
                  </a:moveTo>
                  <a:lnTo>
                    <a:pt x="316128" y="421043"/>
                  </a:lnTo>
                  <a:lnTo>
                    <a:pt x="316128" y="526313"/>
                  </a:lnTo>
                  <a:lnTo>
                    <a:pt x="337210" y="526313"/>
                  </a:lnTo>
                  <a:lnTo>
                    <a:pt x="337210" y="442099"/>
                  </a:lnTo>
                  <a:close/>
                </a:path>
                <a:path w="337820" h="1979295">
                  <a:moveTo>
                    <a:pt x="337210" y="294728"/>
                  </a:moveTo>
                  <a:lnTo>
                    <a:pt x="316128" y="273685"/>
                  </a:lnTo>
                  <a:lnTo>
                    <a:pt x="316128" y="378942"/>
                  </a:lnTo>
                  <a:lnTo>
                    <a:pt x="337210" y="378942"/>
                  </a:lnTo>
                  <a:lnTo>
                    <a:pt x="337210" y="294728"/>
                  </a:lnTo>
                  <a:close/>
                </a:path>
                <a:path w="337820" h="1979295">
                  <a:moveTo>
                    <a:pt x="337210" y="147370"/>
                  </a:moveTo>
                  <a:lnTo>
                    <a:pt x="316128" y="126314"/>
                  </a:lnTo>
                  <a:lnTo>
                    <a:pt x="316128" y="231571"/>
                  </a:lnTo>
                  <a:lnTo>
                    <a:pt x="337210" y="231571"/>
                  </a:lnTo>
                  <a:lnTo>
                    <a:pt x="337210" y="147370"/>
                  </a:lnTo>
                  <a:close/>
                </a:path>
                <a:path w="337820" h="1979295">
                  <a:moveTo>
                    <a:pt x="337210" y="0"/>
                  </a:moveTo>
                  <a:lnTo>
                    <a:pt x="316128" y="0"/>
                  </a:lnTo>
                  <a:lnTo>
                    <a:pt x="316128" y="84213"/>
                  </a:lnTo>
                  <a:lnTo>
                    <a:pt x="337210" y="84213"/>
                  </a:lnTo>
                  <a:lnTo>
                    <a:pt x="337210" y="0"/>
                  </a:lnTo>
                  <a:close/>
                </a:path>
              </a:pathLst>
            </a:custGeom>
            <a:solidFill>
              <a:srgbClr val="000000"/>
            </a:solidFill>
          </p:spPr>
          <p:txBody>
            <a:bodyPr wrap="square" lIns="0" tIns="0" rIns="0" bIns="0" rtlCol="0"/>
            <a:lstStyle/>
            <a:p>
              <a:endParaRPr/>
            </a:p>
          </p:txBody>
        </p:sp>
        <p:sp>
          <p:nvSpPr>
            <p:cNvPr id="8" name="object 8"/>
            <p:cNvSpPr/>
            <p:nvPr/>
          </p:nvSpPr>
          <p:spPr>
            <a:xfrm>
              <a:off x="3568585" y="2103551"/>
              <a:ext cx="3540760" cy="1979295"/>
            </a:xfrm>
            <a:custGeom>
              <a:avLst/>
              <a:gdLst/>
              <a:ahLst/>
              <a:cxnLst/>
              <a:rect l="l" t="t" r="r" b="b"/>
              <a:pathLst>
                <a:path w="3540759" h="1979295">
                  <a:moveTo>
                    <a:pt x="0" y="1978926"/>
                  </a:moveTo>
                  <a:lnTo>
                    <a:pt x="3540734" y="0"/>
                  </a:lnTo>
                </a:path>
              </a:pathLst>
            </a:custGeom>
            <a:ln w="21069">
              <a:solidFill>
                <a:srgbClr val="000000"/>
              </a:solidFill>
            </a:ln>
          </p:spPr>
          <p:txBody>
            <a:bodyPr wrap="square" lIns="0" tIns="0" rIns="0" bIns="0" rtlCol="0"/>
            <a:lstStyle/>
            <a:p>
              <a:endParaRPr/>
            </a:p>
          </p:txBody>
        </p:sp>
      </p:grpSp>
      <p:sp>
        <p:nvSpPr>
          <p:cNvPr id="9" name="object 9"/>
          <p:cNvSpPr txBox="1"/>
          <p:nvPr/>
        </p:nvSpPr>
        <p:spPr>
          <a:xfrm>
            <a:off x="2792831" y="1530873"/>
            <a:ext cx="666750" cy="2741295"/>
          </a:xfrm>
          <a:prstGeom prst="rect">
            <a:avLst/>
          </a:prstGeom>
        </p:spPr>
        <p:txBody>
          <a:bodyPr vert="horz" wrap="square" lIns="0" tIns="93345" rIns="0" bIns="0" rtlCol="0">
            <a:spAutoFit/>
          </a:bodyPr>
          <a:lstStyle/>
          <a:p>
            <a:pPr marR="51435" algn="r">
              <a:lnSpc>
                <a:spcPct val="100000"/>
              </a:lnSpc>
              <a:spcBef>
                <a:spcPts val="735"/>
              </a:spcBef>
            </a:pPr>
            <a:r>
              <a:rPr sz="1950" i="1" spc="-10" dirty="0">
                <a:latin typeface="Times New Roman" panose="02020603050405020304"/>
                <a:cs typeface="Times New Roman" panose="02020603050405020304"/>
              </a:rPr>
              <a:t>u</a:t>
            </a:r>
            <a:r>
              <a:rPr sz="2250" spc="-15" baseline="-19000" dirty="0">
                <a:latin typeface="Times New Roman" panose="02020603050405020304"/>
                <a:cs typeface="Times New Roman" panose="02020603050405020304"/>
              </a:rPr>
              <a:t>o</a:t>
            </a:r>
            <a:r>
              <a:rPr sz="1950" spc="-10" dirty="0">
                <a:latin typeface="Times New Roman" panose="02020603050405020304"/>
                <a:cs typeface="Times New Roman" panose="02020603050405020304"/>
              </a:rPr>
              <a:t>(V)</a:t>
            </a:r>
            <a:endParaRPr sz="1950">
              <a:latin typeface="Times New Roman" panose="02020603050405020304"/>
              <a:cs typeface="Times New Roman" panose="02020603050405020304"/>
            </a:endParaRPr>
          </a:p>
          <a:p>
            <a:pPr marR="30480" algn="r">
              <a:lnSpc>
                <a:spcPts val="2245"/>
              </a:lnSpc>
              <a:spcBef>
                <a:spcPts val="645"/>
              </a:spcBef>
            </a:pPr>
            <a:r>
              <a:rPr sz="1950" spc="-50" dirty="0">
                <a:latin typeface="Times New Roman" panose="02020603050405020304"/>
                <a:cs typeface="Times New Roman" panose="02020603050405020304"/>
              </a:rPr>
              <a:t>7</a:t>
            </a:r>
            <a:endParaRPr sz="1950">
              <a:latin typeface="Times New Roman" panose="02020603050405020304"/>
              <a:cs typeface="Times New Roman" panose="02020603050405020304"/>
            </a:endParaRPr>
          </a:p>
          <a:p>
            <a:pPr marR="30480" algn="r">
              <a:lnSpc>
                <a:spcPts val="2240"/>
              </a:lnSpc>
            </a:pPr>
            <a:r>
              <a:rPr sz="1950" spc="-50" dirty="0">
                <a:latin typeface="Times New Roman" panose="02020603050405020304"/>
                <a:cs typeface="Times New Roman" panose="02020603050405020304"/>
              </a:rPr>
              <a:t>6</a:t>
            </a:r>
            <a:endParaRPr sz="1950">
              <a:latin typeface="Times New Roman" panose="02020603050405020304"/>
              <a:cs typeface="Times New Roman" panose="02020603050405020304"/>
            </a:endParaRPr>
          </a:p>
          <a:p>
            <a:pPr marR="30480" algn="r">
              <a:lnSpc>
                <a:spcPts val="2240"/>
              </a:lnSpc>
            </a:pPr>
            <a:r>
              <a:rPr sz="1950" spc="-50" dirty="0">
                <a:latin typeface="Times New Roman" panose="02020603050405020304"/>
                <a:cs typeface="Times New Roman" panose="02020603050405020304"/>
              </a:rPr>
              <a:t>5</a:t>
            </a:r>
            <a:endParaRPr sz="1950">
              <a:latin typeface="Times New Roman" panose="02020603050405020304"/>
              <a:cs typeface="Times New Roman" panose="02020603050405020304"/>
            </a:endParaRPr>
          </a:p>
          <a:p>
            <a:pPr marR="30480" algn="r">
              <a:lnSpc>
                <a:spcPts val="2155"/>
              </a:lnSpc>
            </a:pPr>
            <a:r>
              <a:rPr sz="1950" spc="-50" dirty="0">
                <a:latin typeface="Times New Roman" panose="02020603050405020304"/>
                <a:cs typeface="Times New Roman" panose="02020603050405020304"/>
              </a:rPr>
              <a:t>4</a:t>
            </a:r>
            <a:endParaRPr sz="1950">
              <a:latin typeface="Times New Roman" panose="02020603050405020304"/>
              <a:cs typeface="Times New Roman" panose="02020603050405020304"/>
            </a:endParaRPr>
          </a:p>
          <a:p>
            <a:pPr marR="30480" algn="r">
              <a:lnSpc>
                <a:spcPts val="2240"/>
              </a:lnSpc>
            </a:pPr>
            <a:r>
              <a:rPr sz="1950" spc="-50" dirty="0">
                <a:latin typeface="Times New Roman" panose="02020603050405020304"/>
                <a:cs typeface="Times New Roman" panose="02020603050405020304"/>
              </a:rPr>
              <a:t>3</a:t>
            </a:r>
            <a:endParaRPr sz="1950">
              <a:latin typeface="Times New Roman" panose="02020603050405020304"/>
              <a:cs typeface="Times New Roman" panose="02020603050405020304"/>
            </a:endParaRPr>
          </a:p>
          <a:p>
            <a:pPr marR="30480" algn="r">
              <a:lnSpc>
                <a:spcPts val="2240"/>
              </a:lnSpc>
            </a:pPr>
            <a:r>
              <a:rPr sz="1950" spc="-50" dirty="0">
                <a:latin typeface="Times New Roman" panose="02020603050405020304"/>
                <a:cs typeface="Times New Roman" panose="02020603050405020304"/>
              </a:rPr>
              <a:t>2</a:t>
            </a:r>
            <a:endParaRPr sz="1950">
              <a:latin typeface="Times New Roman" panose="02020603050405020304"/>
              <a:cs typeface="Times New Roman" panose="02020603050405020304"/>
            </a:endParaRPr>
          </a:p>
          <a:p>
            <a:pPr marR="30480" algn="r">
              <a:lnSpc>
                <a:spcPts val="2155"/>
              </a:lnSpc>
            </a:pPr>
            <a:r>
              <a:rPr sz="1950" spc="-50" dirty="0">
                <a:latin typeface="Times New Roman" panose="02020603050405020304"/>
                <a:cs typeface="Times New Roman" panose="02020603050405020304"/>
              </a:rPr>
              <a:t>1</a:t>
            </a:r>
            <a:endParaRPr sz="1950">
              <a:latin typeface="Times New Roman" panose="02020603050405020304"/>
              <a:cs typeface="Times New Roman" panose="02020603050405020304"/>
            </a:endParaRPr>
          </a:p>
          <a:p>
            <a:pPr marR="30480" algn="r">
              <a:lnSpc>
                <a:spcPts val="2250"/>
              </a:lnSpc>
            </a:pPr>
            <a:r>
              <a:rPr sz="1950" spc="-50" dirty="0">
                <a:latin typeface="Times New Roman" panose="02020603050405020304"/>
                <a:cs typeface="Times New Roman" panose="02020603050405020304"/>
              </a:rPr>
              <a:t>0</a:t>
            </a:r>
            <a:endParaRPr sz="1950">
              <a:latin typeface="Times New Roman" panose="02020603050405020304"/>
              <a:cs typeface="Times New Roman" panose="02020603050405020304"/>
            </a:endParaRPr>
          </a:p>
        </p:txBody>
      </p:sp>
      <p:sp>
        <p:nvSpPr>
          <p:cNvPr id="10" name="object 10"/>
          <p:cNvSpPr txBox="1"/>
          <p:nvPr/>
        </p:nvSpPr>
        <p:spPr>
          <a:xfrm>
            <a:off x="7328458" y="3669728"/>
            <a:ext cx="208279" cy="328930"/>
          </a:xfrm>
          <a:prstGeom prst="rect">
            <a:avLst/>
          </a:prstGeom>
        </p:spPr>
        <p:txBody>
          <a:bodyPr vert="horz" wrap="square" lIns="0" tIns="17780" rIns="0" bIns="0" rtlCol="0">
            <a:spAutoFit/>
          </a:bodyPr>
          <a:lstStyle/>
          <a:p>
            <a:pPr marL="12700">
              <a:lnSpc>
                <a:spcPct val="100000"/>
              </a:lnSpc>
              <a:spcBef>
                <a:spcPts val="140"/>
              </a:spcBef>
            </a:pPr>
            <a:r>
              <a:rPr sz="1950" spc="-50" dirty="0">
                <a:latin typeface="Times New Roman" panose="02020603050405020304"/>
                <a:cs typeface="Times New Roman" panose="02020603050405020304"/>
              </a:rPr>
              <a:t>D</a:t>
            </a:r>
            <a:endParaRPr sz="1950">
              <a:latin typeface="Times New Roman" panose="02020603050405020304"/>
              <a:cs typeface="Times New Roman" panose="02020603050405020304"/>
            </a:endParaRPr>
          </a:p>
        </p:txBody>
      </p:sp>
      <p:sp>
        <p:nvSpPr>
          <p:cNvPr id="11" name="object 11"/>
          <p:cNvSpPr/>
          <p:nvPr/>
        </p:nvSpPr>
        <p:spPr>
          <a:xfrm>
            <a:off x="2713736" y="1564639"/>
            <a:ext cx="4957445" cy="3182620"/>
          </a:xfrm>
          <a:custGeom>
            <a:avLst/>
            <a:gdLst/>
            <a:ahLst/>
            <a:cxnLst/>
            <a:rect l="l" t="t" r="r" b="b"/>
            <a:pathLst>
              <a:path w="4957445" h="3182620">
                <a:moveTo>
                  <a:pt x="4946904" y="10160"/>
                </a:moveTo>
                <a:lnTo>
                  <a:pt x="4944364" y="10160"/>
                </a:lnTo>
                <a:lnTo>
                  <a:pt x="4944364" y="12700"/>
                </a:lnTo>
                <a:lnTo>
                  <a:pt x="4944364" y="3169920"/>
                </a:lnTo>
                <a:lnTo>
                  <a:pt x="12700" y="3169920"/>
                </a:lnTo>
                <a:lnTo>
                  <a:pt x="12700" y="12700"/>
                </a:lnTo>
                <a:lnTo>
                  <a:pt x="4944364" y="12700"/>
                </a:lnTo>
                <a:lnTo>
                  <a:pt x="4944364" y="10160"/>
                </a:lnTo>
                <a:lnTo>
                  <a:pt x="10160" y="10160"/>
                </a:lnTo>
                <a:lnTo>
                  <a:pt x="10160" y="12700"/>
                </a:lnTo>
                <a:lnTo>
                  <a:pt x="10160" y="3169920"/>
                </a:lnTo>
                <a:lnTo>
                  <a:pt x="10160" y="3172460"/>
                </a:lnTo>
                <a:lnTo>
                  <a:pt x="4946904" y="3172460"/>
                </a:lnTo>
                <a:lnTo>
                  <a:pt x="4946904" y="3170428"/>
                </a:lnTo>
                <a:lnTo>
                  <a:pt x="4946904" y="3169920"/>
                </a:lnTo>
                <a:lnTo>
                  <a:pt x="4946904" y="12700"/>
                </a:lnTo>
                <a:lnTo>
                  <a:pt x="4946904" y="10160"/>
                </a:lnTo>
                <a:close/>
              </a:path>
              <a:path w="4957445" h="3182620">
                <a:moveTo>
                  <a:pt x="4957064" y="0"/>
                </a:moveTo>
                <a:lnTo>
                  <a:pt x="4949444" y="0"/>
                </a:lnTo>
                <a:lnTo>
                  <a:pt x="4949444" y="7620"/>
                </a:lnTo>
                <a:lnTo>
                  <a:pt x="4949444" y="3175012"/>
                </a:lnTo>
                <a:lnTo>
                  <a:pt x="7620" y="3175012"/>
                </a:lnTo>
                <a:lnTo>
                  <a:pt x="7620" y="7620"/>
                </a:lnTo>
                <a:lnTo>
                  <a:pt x="4949444" y="7620"/>
                </a:lnTo>
                <a:lnTo>
                  <a:pt x="4949444" y="0"/>
                </a:lnTo>
                <a:lnTo>
                  <a:pt x="0" y="0"/>
                </a:lnTo>
                <a:lnTo>
                  <a:pt x="0" y="7620"/>
                </a:lnTo>
                <a:lnTo>
                  <a:pt x="0" y="3175012"/>
                </a:lnTo>
                <a:lnTo>
                  <a:pt x="0" y="3182620"/>
                </a:lnTo>
                <a:lnTo>
                  <a:pt x="4957064" y="3182620"/>
                </a:lnTo>
                <a:lnTo>
                  <a:pt x="4957064" y="3175520"/>
                </a:lnTo>
                <a:lnTo>
                  <a:pt x="4957064" y="3175012"/>
                </a:lnTo>
                <a:lnTo>
                  <a:pt x="4957064" y="7620"/>
                </a:lnTo>
                <a:lnTo>
                  <a:pt x="4957064" y="0"/>
                </a:lnTo>
                <a:close/>
              </a:path>
            </a:pathLst>
          </a:custGeom>
          <a:solidFill>
            <a:srgbClr val="0000CC"/>
          </a:solidFill>
        </p:spPr>
        <p:txBody>
          <a:bodyPr wrap="square" lIns="0" tIns="0" rIns="0" bIns="0" rtlCol="0"/>
          <a:lstStyle/>
          <a:p>
            <a:endParaRPr/>
          </a:p>
        </p:txBody>
      </p:sp>
      <p:sp>
        <p:nvSpPr>
          <p:cNvPr id="12" name="object 12"/>
          <p:cNvSpPr txBox="1"/>
          <p:nvPr/>
        </p:nvSpPr>
        <p:spPr>
          <a:xfrm>
            <a:off x="555282" y="905598"/>
            <a:ext cx="8116570" cy="755015"/>
          </a:xfrm>
          <a:prstGeom prst="rect">
            <a:avLst/>
          </a:prstGeom>
        </p:spPr>
        <p:txBody>
          <a:bodyPr vert="horz" wrap="square" lIns="0" tIns="26670" rIns="0" bIns="0" rtlCol="0">
            <a:spAutoFit/>
          </a:bodyPr>
          <a:lstStyle/>
          <a:p>
            <a:pPr marL="12700" marR="5080">
              <a:lnSpc>
                <a:spcPts val="2860"/>
              </a:lnSpc>
              <a:spcBef>
                <a:spcPts val="210"/>
              </a:spcBef>
            </a:pPr>
            <a:r>
              <a:rPr sz="2400" spc="70" dirty="0">
                <a:solidFill>
                  <a:srgbClr val="0000CC"/>
                </a:solidFill>
                <a:latin typeface="Arial" panose="020B0604020202020204"/>
                <a:cs typeface="Arial" panose="020B0604020202020204"/>
              </a:rPr>
              <a:t>D/A</a:t>
            </a:r>
            <a:r>
              <a:rPr sz="2400" spc="70" dirty="0">
                <a:solidFill>
                  <a:srgbClr val="0000CC"/>
                </a:solidFill>
                <a:latin typeface="Noto Sans Mono CJK HK"/>
                <a:cs typeface="Noto Sans Mono CJK HK"/>
              </a:rPr>
              <a:t>转换器的转换特性，是指其输出模拟量和输入数字量之</a:t>
            </a:r>
            <a:r>
              <a:rPr sz="2400" spc="-10" dirty="0">
                <a:solidFill>
                  <a:srgbClr val="0000CC"/>
                </a:solidFill>
                <a:latin typeface="Noto Sans Mono CJK HK"/>
                <a:cs typeface="Noto Sans Mono CJK HK"/>
              </a:rPr>
              <a:t>间的转换关系。</a:t>
            </a:r>
            <a:endParaRPr sz="2400">
              <a:latin typeface="Noto Sans Mono CJK HK"/>
              <a:cs typeface="Noto Sans Mono CJK HK"/>
            </a:endParaRPr>
          </a:p>
        </p:txBody>
      </p:sp>
      <p:grpSp>
        <p:nvGrpSpPr>
          <p:cNvPr id="13" name="object 13"/>
          <p:cNvGrpSpPr/>
          <p:nvPr/>
        </p:nvGrpSpPr>
        <p:grpSpPr>
          <a:xfrm>
            <a:off x="869822" y="5941695"/>
            <a:ext cx="7943850" cy="603250"/>
            <a:chOff x="869822" y="5941695"/>
            <a:chExt cx="7943850" cy="603250"/>
          </a:xfrm>
        </p:grpSpPr>
        <p:sp>
          <p:nvSpPr>
            <p:cNvPr id="14" name="object 14"/>
            <p:cNvSpPr/>
            <p:nvPr/>
          </p:nvSpPr>
          <p:spPr>
            <a:xfrm>
              <a:off x="879347" y="5951220"/>
              <a:ext cx="7924800" cy="584200"/>
            </a:xfrm>
            <a:custGeom>
              <a:avLst/>
              <a:gdLst/>
              <a:ahLst/>
              <a:cxnLst/>
              <a:rect l="l" t="t" r="r" b="b"/>
              <a:pathLst>
                <a:path w="7924800" h="584200">
                  <a:moveTo>
                    <a:pt x="7924800" y="583692"/>
                  </a:moveTo>
                  <a:lnTo>
                    <a:pt x="0" y="583692"/>
                  </a:lnTo>
                  <a:lnTo>
                    <a:pt x="0" y="0"/>
                  </a:lnTo>
                  <a:lnTo>
                    <a:pt x="7924800" y="0"/>
                  </a:lnTo>
                  <a:lnTo>
                    <a:pt x="7924800" y="583692"/>
                  </a:lnTo>
                  <a:close/>
                </a:path>
              </a:pathLst>
            </a:custGeom>
            <a:solidFill>
              <a:srgbClr val="FFFFCC"/>
            </a:solidFill>
          </p:spPr>
          <p:txBody>
            <a:bodyPr wrap="square" lIns="0" tIns="0" rIns="0" bIns="0" rtlCol="0"/>
            <a:lstStyle/>
            <a:p>
              <a:endParaRPr/>
            </a:p>
          </p:txBody>
        </p:sp>
        <p:sp>
          <p:nvSpPr>
            <p:cNvPr id="15" name="object 15"/>
            <p:cNvSpPr/>
            <p:nvPr/>
          </p:nvSpPr>
          <p:spPr>
            <a:xfrm>
              <a:off x="869822" y="5941695"/>
              <a:ext cx="7943850" cy="603250"/>
            </a:xfrm>
            <a:custGeom>
              <a:avLst/>
              <a:gdLst/>
              <a:ahLst/>
              <a:cxnLst/>
              <a:rect l="l" t="t" r="r" b="b"/>
              <a:pathLst>
                <a:path w="7943850" h="603250">
                  <a:moveTo>
                    <a:pt x="7943850" y="602741"/>
                  </a:moveTo>
                  <a:lnTo>
                    <a:pt x="0" y="602741"/>
                  </a:lnTo>
                  <a:lnTo>
                    <a:pt x="0" y="0"/>
                  </a:lnTo>
                  <a:lnTo>
                    <a:pt x="7943850" y="0"/>
                  </a:lnTo>
                  <a:lnTo>
                    <a:pt x="7943850" y="4762"/>
                  </a:lnTo>
                  <a:lnTo>
                    <a:pt x="9525" y="4762"/>
                  </a:lnTo>
                  <a:lnTo>
                    <a:pt x="4762" y="9525"/>
                  </a:lnTo>
                  <a:lnTo>
                    <a:pt x="9525" y="9525"/>
                  </a:lnTo>
                  <a:lnTo>
                    <a:pt x="9525" y="593216"/>
                  </a:lnTo>
                  <a:lnTo>
                    <a:pt x="4762" y="593216"/>
                  </a:lnTo>
                  <a:lnTo>
                    <a:pt x="9525" y="597979"/>
                  </a:lnTo>
                  <a:lnTo>
                    <a:pt x="7943850" y="597979"/>
                  </a:lnTo>
                  <a:lnTo>
                    <a:pt x="7943850" y="602741"/>
                  </a:lnTo>
                  <a:close/>
                </a:path>
                <a:path w="7943850" h="603250">
                  <a:moveTo>
                    <a:pt x="9525" y="9525"/>
                  </a:moveTo>
                  <a:lnTo>
                    <a:pt x="4762" y="9525"/>
                  </a:lnTo>
                  <a:lnTo>
                    <a:pt x="9525" y="4762"/>
                  </a:lnTo>
                  <a:lnTo>
                    <a:pt x="9525" y="9525"/>
                  </a:lnTo>
                  <a:close/>
                </a:path>
                <a:path w="7943850" h="603250">
                  <a:moveTo>
                    <a:pt x="7934325" y="9525"/>
                  </a:moveTo>
                  <a:lnTo>
                    <a:pt x="9525" y="9525"/>
                  </a:lnTo>
                  <a:lnTo>
                    <a:pt x="9525" y="4762"/>
                  </a:lnTo>
                  <a:lnTo>
                    <a:pt x="7934325" y="4762"/>
                  </a:lnTo>
                  <a:lnTo>
                    <a:pt x="7934325" y="9525"/>
                  </a:lnTo>
                  <a:close/>
                </a:path>
                <a:path w="7943850" h="603250">
                  <a:moveTo>
                    <a:pt x="7934325" y="597979"/>
                  </a:moveTo>
                  <a:lnTo>
                    <a:pt x="7934325" y="4762"/>
                  </a:lnTo>
                  <a:lnTo>
                    <a:pt x="7939087" y="9525"/>
                  </a:lnTo>
                  <a:lnTo>
                    <a:pt x="7943850" y="9525"/>
                  </a:lnTo>
                  <a:lnTo>
                    <a:pt x="7943850" y="593216"/>
                  </a:lnTo>
                  <a:lnTo>
                    <a:pt x="7939087" y="593216"/>
                  </a:lnTo>
                  <a:lnTo>
                    <a:pt x="7934325" y="597979"/>
                  </a:lnTo>
                  <a:close/>
                </a:path>
                <a:path w="7943850" h="603250">
                  <a:moveTo>
                    <a:pt x="7943850" y="9525"/>
                  </a:moveTo>
                  <a:lnTo>
                    <a:pt x="7939087" y="9525"/>
                  </a:lnTo>
                  <a:lnTo>
                    <a:pt x="7934325" y="4762"/>
                  </a:lnTo>
                  <a:lnTo>
                    <a:pt x="7943850" y="4762"/>
                  </a:lnTo>
                  <a:lnTo>
                    <a:pt x="7943850" y="9525"/>
                  </a:lnTo>
                  <a:close/>
                </a:path>
                <a:path w="7943850" h="603250">
                  <a:moveTo>
                    <a:pt x="9525" y="597979"/>
                  </a:moveTo>
                  <a:lnTo>
                    <a:pt x="4762" y="593216"/>
                  </a:lnTo>
                  <a:lnTo>
                    <a:pt x="9525" y="593216"/>
                  </a:lnTo>
                  <a:lnTo>
                    <a:pt x="9525" y="597979"/>
                  </a:lnTo>
                  <a:close/>
                </a:path>
                <a:path w="7943850" h="603250">
                  <a:moveTo>
                    <a:pt x="7934325" y="597979"/>
                  </a:moveTo>
                  <a:lnTo>
                    <a:pt x="9525" y="597979"/>
                  </a:lnTo>
                  <a:lnTo>
                    <a:pt x="9525" y="593216"/>
                  </a:lnTo>
                  <a:lnTo>
                    <a:pt x="7934325" y="593216"/>
                  </a:lnTo>
                  <a:lnTo>
                    <a:pt x="7934325" y="597979"/>
                  </a:lnTo>
                  <a:close/>
                </a:path>
                <a:path w="7943850" h="603250">
                  <a:moveTo>
                    <a:pt x="7943850" y="597979"/>
                  </a:moveTo>
                  <a:lnTo>
                    <a:pt x="7934325" y="597979"/>
                  </a:lnTo>
                  <a:lnTo>
                    <a:pt x="7939087" y="593216"/>
                  </a:lnTo>
                  <a:lnTo>
                    <a:pt x="7943850" y="593216"/>
                  </a:lnTo>
                  <a:lnTo>
                    <a:pt x="7943850" y="597979"/>
                  </a:lnTo>
                  <a:close/>
                </a:path>
              </a:pathLst>
            </a:custGeom>
            <a:solidFill>
              <a:srgbClr val="66FFFF"/>
            </a:solidFill>
          </p:spPr>
          <p:txBody>
            <a:bodyPr wrap="square" lIns="0" tIns="0" rIns="0" bIns="0" rtlCol="0"/>
            <a:lstStyle/>
            <a:p>
              <a:endParaRPr/>
            </a:p>
          </p:txBody>
        </p:sp>
      </p:grpSp>
      <p:sp>
        <p:nvSpPr>
          <p:cNvPr id="16" name="object 16"/>
          <p:cNvSpPr txBox="1"/>
          <p:nvPr/>
        </p:nvSpPr>
        <p:spPr>
          <a:xfrm>
            <a:off x="517182" y="4196029"/>
            <a:ext cx="8279765" cy="2303780"/>
          </a:xfrm>
          <a:prstGeom prst="rect">
            <a:avLst/>
          </a:prstGeom>
        </p:spPr>
        <p:txBody>
          <a:bodyPr vert="horz" wrap="square" lIns="0" tIns="15240" rIns="0" bIns="0" rtlCol="0">
            <a:spAutoFit/>
          </a:bodyPr>
          <a:lstStyle/>
          <a:p>
            <a:pPr marL="3051175">
              <a:lnSpc>
                <a:spcPct val="100000"/>
              </a:lnSpc>
              <a:spcBef>
                <a:spcPts val="120"/>
              </a:spcBef>
            </a:pPr>
            <a:r>
              <a:rPr sz="2300" spc="-135" dirty="0">
                <a:latin typeface="Times New Roman" panose="02020603050405020304"/>
                <a:cs typeface="Times New Roman" panose="02020603050405020304"/>
              </a:rPr>
              <a:t>000</a:t>
            </a:r>
            <a:r>
              <a:rPr sz="2300" spc="-10" dirty="0">
                <a:latin typeface="Times New Roman" panose="02020603050405020304"/>
                <a:cs typeface="Times New Roman" panose="02020603050405020304"/>
              </a:rPr>
              <a:t> </a:t>
            </a:r>
            <a:r>
              <a:rPr sz="2300" spc="-135" dirty="0">
                <a:latin typeface="Times New Roman" panose="02020603050405020304"/>
                <a:cs typeface="Times New Roman" panose="02020603050405020304"/>
              </a:rPr>
              <a:t>001</a:t>
            </a:r>
            <a:r>
              <a:rPr sz="2300" spc="-10" dirty="0">
                <a:latin typeface="Times New Roman" panose="02020603050405020304"/>
                <a:cs typeface="Times New Roman" panose="02020603050405020304"/>
              </a:rPr>
              <a:t> </a:t>
            </a:r>
            <a:r>
              <a:rPr sz="2300" spc="-55" dirty="0">
                <a:latin typeface="Times New Roman" panose="02020603050405020304"/>
                <a:cs typeface="Times New Roman" panose="02020603050405020304"/>
              </a:rPr>
              <a:t>010</a:t>
            </a:r>
            <a:r>
              <a:rPr sz="2300" spc="-90" dirty="0">
                <a:latin typeface="Times New Roman" panose="02020603050405020304"/>
                <a:cs typeface="Times New Roman" panose="02020603050405020304"/>
              </a:rPr>
              <a:t> </a:t>
            </a:r>
            <a:r>
              <a:rPr sz="2300" spc="-135" dirty="0">
                <a:latin typeface="Times New Roman" panose="02020603050405020304"/>
                <a:cs typeface="Times New Roman" panose="02020603050405020304"/>
              </a:rPr>
              <a:t>011</a:t>
            </a:r>
            <a:r>
              <a:rPr sz="2300" spc="-5" dirty="0">
                <a:latin typeface="Times New Roman" panose="02020603050405020304"/>
                <a:cs typeface="Times New Roman" panose="02020603050405020304"/>
              </a:rPr>
              <a:t> </a:t>
            </a:r>
            <a:r>
              <a:rPr sz="2300" spc="-135" dirty="0">
                <a:latin typeface="Times New Roman" panose="02020603050405020304"/>
                <a:cs typeface="Times New Roman" panose="02020603050405020304"/>
              </a:rPr>
              <a:t>100</a:t>
            </a:r>
            <a:r>
              <a:rPr sz="2300" spc="-10" dirty="0">
                <a:latin typeface="Times New Roman" panose="02020603050405020304"/>
                <a:cs typeface="Times New Roman" panose="02020603050405020304"/>
              </a:rPr>
              <a:t> </a:t>
            </a:r>
            <a:r>
              <a:rPr sz="2300" spc="-55" dirty="0">
                <a:latin typeface="Times New Roman" panose="02020603050405020304"/>
                <a:cs typeface="Times New Roman" panose="02020603050405020304"/>
              </a:rPr>
              <a:t>101</a:t>
            </a:r>
            <a:r>
              <a:rPr sz="2300" spc="-30" dirty="0">
                <a:latin typeface="Times New Roman" panose="02020603050405020304"/>
                <a:cs typeface="Times New Roman" panose="02020603050405020304"/>
              </a:rPr>
              <a:t> </a:t>
            </a:r>
            <a:r>
              <a:rPr sz="2300" spc="-135" dirty="0">
                <a:latin typeface="Times New Roman" panose="02020603050405020304"/>
                <a:cs typeface="Times New Roman" panose="02020603050405020304"/>
              </a:rPr>
              <a:t>110</a:t>
            </a:r>
            <a:r>
              <a:rPr sz="2300" spc="-10" dirty="0">
                <a:latin typeface="Times New Roman" panose="02020603050405020304"/>
                <a:cs typeface="Times New Roman" panose="02020603050405020304"/>
              </a:rPr>
              <a:t> </a:t>
            </a:r>
            <a:r>
              <a:rPr sz="2300" spc="-25" dirty="0">
                <a:latin typeface="Times New Roman" panose="02020603050405020304"/>
                <a:cs typeface="Times New Roman" panose="02020603050405020304"/>
              </a:rPr>
              <a:t>111</a:t>
            </a:r>
            <a:endParaRPr sz="2300">
              <a:latin typeface="Times New Roman" panose="02020603050405020304"/>
              <a:cs typeface="Times New Roman" panose="02020603050405020304"/>
            </a:endParaRPr>
          </a:p>
          <a:p>
            <a:pPr marL="50800" marR="483870" algn="just">
              <a:lnSpc>
                <a:spcPct val="100000"/>
              </a:lnSpc>
              <a:spcBef>
                <a:spcPts val="1960"/>
              </a:spcBef>
            </a:pPr>
            <a:r>
              <a:rPr sz="2400" spc="65" dirty="0">
                <a:solidFill>
                  <a:srgbClr val="0000CC"/>
                </a:solidFill>
                <a:latin typeface="Noto Sans Mono CJK HK"/>
                <a:cs typeface="Noto Sans Mono CJK HK"/>
              </a:rPr>
              <a:t>理想的</a:t>
            </a:r>
            <a:r>
              <a:rPr sz="2400" spc="55" dirty="0">
                <a:solidFill>
                  <a:srgbClr val="0000CC"/>
                </a:solidFill>
                <a:latin typeface="Arial" panose="020B0604020202020204"/>
                <a:cs typeface="Arial" panose="020B0604020202020204"/>
              </a:rPr>
              <a:t>D/A</a:t>
            </a:r>
            <a:r>
              <a:rPr sz="2400" spc="60" dirty="0">
                <a:solidFill>
                  <a:srgbClr val="0000CC"/>
                </a:solidFill>
                <a:latin typeface="Noto Sans Mono CJK HK"/>
                <a:cs typeface="Noto Sans Mono CJK HK"/>
              </a:rPr>
              <a:t>转换器的转换特性，应是输出模拟量与输入数</a:t>
            </a:r>
            <a:r>
              <a:rPr sz="2400" spc="75" dirty="0">
                <a:solidFill>
                  <a:srgbClr val="0000CC"/>
                </a:solidFill>
                <a:latin typeface="Noto Sans Mono CJK HK"/>
                <a:cs typeface="Noto Sans Mono CJK HK"/>
              </a:rPr>
              <a:t>字量成正比。如果输入为</a:t>
            </a:r>
            <a:r>
              <a:rPr sz="2400" spc="60" dirty="0">
                <a:solidFill>
                  <a:srgbClr val="0000CC"/>
                </a:solidFill>
                <a:latin typeface="Arial" panose="020B0604020202020204"/>
                <a:cs typeface="Arial" panose="020B0604020202020204"/>
              </a:rPr>
              <a:t>n</a:t>
            </a:r>
            <a:r>
              <a:rPr sz="2400" spc="75" dirty="0">
                <a:solidFill>
                  <a:srgbClr val="0000CC"/>
                </a:solidFill>
                <a:latin typeface="Noto Sans Mono CJK HK"/>
                <a:cs typeface="Noto Sans Mono CJK HK"/>
              </a:rPr>
              <a:t>位二进制数</a:t>
            </a:r>
            <a:r>
              <a:rPr sz="2400" spc="70" dirty="0">
                <a:solidFill>
                  <a:srgbClr val="0000CC"/>
                </a:solidFill>
                <a:latin typeface="Arial" panose="020B0604020202020204"/>
                <a:cs typeface="Arial" panose="020B0604020202020204"/>
              </a:rPr>
              <a:t>d</a:t>
            </a:r>
            <a:r>
              <a:rPr sz="2325" spc="104" baseline="-18000" dirty="0">
                <a:solidFill>
                  <a:srgbClr val="0000CC"/>
                </a:solidFill>
                <a:latin typeface="Arial" panose="020B0604020202020204"/>
                <a:cs typeface="Arial" panose="020B0604020202020204"/>
              </a:rPr>
              <a:t>n-</a:t>
            </a:r>
            <a:r>
              <a:rPr sz="2325" spc="112" baseline="-18000" dirty="0">
                <a:solidFill>
                  <a:srgbClr val="0000CC"/>
                </a:solidFill>
                <a:latin typeface="Arial" panose="020B0604020202020204"/>
                <a:cs typeface="Arial" panose="020B0604020202020204"/>
              </a:rPr>
              <a:t>1</a:t>
            </a:r>
            <a:r>
              <a:rPr sz="2400" spc="75" dirty="0">
                <a:solidFill>
                  <a:srgbClr val="0000CC"/>
                </a:solidFill>
                <a:latin typeface="Arial" panose="020B0604020202020204"/>
                <a:cs typeface="Arial" panose="020B0604020202020204"/>
              </a:rPr>
              <a:t>d</a:t>
            </a:r>
            <a:r>
              <a:rPr sz="2325" spc="112" baseline="-18000" dirty="0">
                <a:solidFill>
                  <a:srgbClr val="0000CC"/>
                </a:solidFill>
                <a:latin typeface="Arial" panose="020B0604020202020204"/>
                <a:cs typeface="Arial" panose="020B0604020202020204"/>
              </a:rPr>
              <a:t>n-2</a:t>
            </a:r>
            <a:r>
              <a:rPr sz="2400" spc="75" dirty="0">
                <a:solidFill>
                  <a:srgbClr val="0000CC"/>
                </a:solidFill>
                <a:latin typeface="Arial" panose="020B0604020202020204"/>
                <a:cs typeface="Arial" panose="020B0604020202020204"/>
              </a:rPr>
              <a:t>…d</a:t>
            </a:r>
            <a:r>
              <a:rPr sz="2325" spc="112" baseline="-18000" dirty="0">
                <a:solidFill>
                  <a:srgbClr val="0000CC"/>
                </a:solidFill>
                <a:latin typeface="Arial" panose="020B0604020202020204"/>
                <a:cs typeface="Arial" panose="020B0604020202020204"/>
              </a:rPr>
              <a:t>1</a:t>
            </a:r>
            <a:r>
              <a:rPr sz="2400" spc="75" dirty="0">
                <a:solidFill>
                  <a:srgbClr val="0000CC"/>
                </a:solidFill>
                <a:latin typeface="Arial" panose="020B0604020202020204"/>
                <a:cs typeface="Arial" panose="020B0604020202020204"/>
              </a:rPr>
              <a:t>d</a:t>
            </a:r>
            <a:r>
              <a:rPr sz="2325" spc="112" baseline="-18000" dirty="0">
                <a:solidFill>
                  <a:srgbClr val="0000CC"/>
                </a:solidFill>
                <a:latin typeface="Arial" panose="020B0604020202020204"/>
                <a:cs typeface="Arial" panose="020B0604020202020204"/>
              </a:rPr>
              <a:t>0</a:t>
            </a:r>
            <a:r>
              <a:rPr sz="2400" spc="10" dirty="0">
                <a:solidFill>
                  <a:srgbClr val="0000CC"/>
                </a:solidFill>
                <a:latin typeface="Noto Sans Mono CJK HK"/>
                <a:cs typeface="Noto Sans Mono CJK HK"/>
              </a:rPr>
              <a:t>，则</a:t>
            </a:r>
            <a:r>
              <a:rPr sz="2400" spc="-10" dirty="0">
                <a:solidFill>
                  <a:srgbClr val="0000CC"/>
                </a:solidFill>
                <a:latin typeface="Noto Sans Mono CJK HK"/>
                <a:cs typeface="Noto Sans Mono CJK HK"/>
              </a:rPr>
              <a:t>输出模拟电压为：</a:t>
            </a:r>
            <a:endParaRPr sz="2400">
              <a:latin typeface="Noto Sans Mono CJK HK"/>
              <a:cs typeface="Noto Sans Mono CJK HK"/>
            </a:endParaRPr>
          </a:p>
          <a:p>
            <a:pPr marL="406400">
              <a:lnSpc>
                <a:spcPts val="2705"/>
              </a:lnSpc>
              <a:spcBef>
                <a:spcPts val="615"/>
              </a:spcBef>
              <a:tabLst>
                <a:tab pos="828675" algn="l"/>
                <a:tab pos="1552575" algn="l"/>
                <a:tab pos="2336165" algn="l"/>
                <a:tab pos="4139565" algn="l"/>
                <a:tab pos="6352540" algn="l"/>
                <a:tab pos="7602855" algn="l"/>
              </a:tabLst>
            </a:pPr>
            <a:r>
              <a:rPr sz="2900" i="1" spc="-50" dirty="0">
                <a:latin typeface="Times New Roman" panose="02020603050405020304"/>
                <a:cs typeface="Times New Roman" panose="02020603050405020304"/>
              </a:rPr>
              <a:t>u</a:t>
            </a:r>
            <a:r>
              <a:rPr sz="2900" i="1"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25" dirty="0">
                <a:latin typeface="Times New Roman" panose="02020603050405020304"/>
                <a:cs typeface="Times New Roman" panose="02020603050405020304"/>
              </a:rPr>
              <a:t> </a:t>
            </a:r>
            <a:r>
              <a:rPr sz="2900" i="1" spc="-50" dirty="0">
                <a:latin typeface="Times New Roman" panose="02020603050405020304"/>
                <a:cs typeface="Times New Roman" panose="02020603050405020304"/>
              </a:rPr>
              <a:t>K</a:t>
            </a:r>
            <a:r>
              <a:rPr sz="2900" i="1" dirty="0">
                <a:latin typeface="Times New Roman" panose="02020603050405020304"/>
                <a:cs typeface="Times New Roman" panose="02020603050405020304"/>
              </a:rPr>
              <a:t>	</a:t>
            </a:r>
            <a:r>
              <a:rPr sz="2900" spc="-25" dirty="0">
                <a:latin typeface="Times New Roman" panose="02020603050405020304"/>
                <a:cs typeface="Times New Roman" panose="02020603050405020304"/>
              </a:rPr>
              <a:t>(</a:t>
            </a:r>
            <a:r>
              <a:rPr sz="2900" i="1" spc="-25"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80" dirty="0">
                <a:latin typeface="Times New Roman" panose="02020603050405020304"/>
                <a:cs typeface="Times New Roman" panose="02020603050405020304"/>
              </a:rPr>
              <a:t> </a:t>
            </a:r>
            <a:r>
              <a:rPr sz="2900" dirty="0">
                <a:latin typeface="Times New Roman" panose="02020603050405020304"/>
                <a:cs typeface="Times New Roman" panose="02020603050405020304"/>
              </a:rPr>
              <a:t>2</a:t>
            </a:r>
            <a:r>
              <a:rPr sz="2550" i="1" baseline="42000" dirty="0">
                <a:latin typeface="Times New Roman" panose="02020603050405020304"/>
                <a:cs typeface="Times New Roman" panose="02020603050405020304"/>
              </a:rPr>
              <a:t>n</a:t>
            </a:r>
            <a:r>
              <a:rPr sz="2550" i="1" spc="-330" baseline="42000" dirty="0">
                <a:latin typeface="Times New Roman" panose="02020603050405020304"/>
                <a:cs typeface="Times New Roman" panose="02020603050405020304"/>
              </a:rPr>
              <a:t> </a:t>
            </a:r>
            <a:r>
              <a:rPr sz="2550" baseline="42000" dirty="0">
                <a:latin typeface="Symbol" panose="05050102010706020507"/>
                <a:cs typeface="Symbol" panose="05050102010706020507"/>
              </a:rPr>
              <a:t></a:t>
            </a:r>
            <a:r>
              <a:rPr sz="2550" baseline="42000" dirty="0">
                <a:latin typeface="Times New Roman" panose="02020603050405020304"/>
                <a:cs typeface="Times New Roman" panose="02020603050405020304"/>
              </a:rPr>
              <a:t>1</a:t>
            </a:r>
            <a:r>
              <a:rPr sz="2550" spc="600" baseline="42000"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5" dirty="0">
                <a:latin typeface="Times New Roman" panose="02020603050405020304"/>
                <a:cs typeface="Times New Roman" panose="02020603050405020304"/>
              </a:rPr>
              <a:t> </a:t>
            </a:r>
            <a:r>
              <a:rPr sz="2900" i="1" spc="-60"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80" dirty="0">
                <a:latin typeface="Times New Roman" panose="02020603050405020304"/>
                <a:cs typeface="Times New Roman" panose="02020603050405020304"/>
              </a:rPr>
              <a:t> </a:t>
            </a:r>
            <a:r>
              <a:rPr sz="2900" dirty="0">
                <a:latin typeface="Times New Roman" panose="02020603050405020304"/>
                <a:cs typeface="Times New Roman" panose="02020603050405020304"/>
              </a:rPr>
              <a:t>2</a:t>
            </a:r>
            <a:r>
              <a:rPr sz="2550" i="1" baseline="42000" dirty="0">
                <a:latin typeface="Times New Roman" panose="02020603050405020304"/>
                <a:cs typeface="Times New Roman" panose="02020603050405020304"/>
              </a:rPr>
              <a:t>n</a:t>
            </a:r>
            <a:r>
              <a:rPr sz="2550" i="1" spc="-330" baseline="42000" dirty="0">
                <a:latin typeface="Times New Roman" panose="02020603050405020304"/>
                <a:cs typeface="Times New Roman" panose="02020603050405020304"/>
              </a:rPr>
              <a:t> </a:t>
            </a:r>
            <a:r>
              <a:rPr sz="2550" spc="-37" baseline="42000" dirty="0">
                <a:latin typeface="Symbol" panose="05050102010706020507"/>
                <a:cs typeface="Symbol" panose="05050102010706020507"/>
              </a:rPr>
              <a:t></a:t>
            </a:r>
            <a:r>
              <a:rPr sz="2550" spc="-337" baseline="42000" dirty="0">
                <a:latin typeface="Times New Roman" panose="02020603050405020304"/>
                <a:cs typeface="Times New Roman" panose="02020603050405020304"/>
              </a:rPr>
              <a:t> </a:t>
            </a:r>
            <a:r>
              <a:rPr sz="2550" baseline="42000" dirty="0">
                <a:latin typeface="Times New Roman" panose="02020603050405020304"/>
                <a:cs typeface="Times New Roman" panose="02020603050405020304"/>
              </a:rPr>
              <a:t>2</a:t>
            </a:r>
            <a:r>
              <a:rPr sz="2550" spc="89" baseline="42000" dirty="0">
                <a:latin typeface="Times New Roman" panose="02020603050405020304"/>
                <a:cs typeface="Times New Roman" panose="02020603050405020304"/>
              </a:rPr>
              <a:t>  </a:t>
            </a:r>
            <a:r>
              <a:rPr sz="2900" spc="-25" dirty="0">
                <a:latin typeface="Symbol" panose="05050102010706020507"/>
                <a:cs typeface="Symbol" panose="05050102010706020507"/>
              </a:rPr>
              <a:t></a:t>
            </a:r>
            <a:r>
              <a:rPr sz="2900" spc="-265" dirty="0">
                <a:latin typeface="Times New Roman" panose="02020603050405020304"/>
                <a:cs typeface="Times New Roman" panose="02020603050405020304"/>
              </a:rPr>
              <a:t> </a:t>
            </a:r>
            <a:r>
              <a:rPr sz="2900" spc="925" dirty="0">
                <a:latin typeface="Arial" panose="020B0604020202020204"/>
                <a:cs typeface="Arial" panose="020B0604020202020204"/>
              </a:rPr>
              <a:t></a:t>
            </a:r>
            <a:r>
              <a:rPr sz="2900" spc="-315" dirty="0">
                <a:latin typeface="Arial" panose="020B0604020202020204"/>
                <a:cs typeface="Arial" panose="020B0604020202020204"/>
              </a:rPr>
              <a:t> </a:t>
            </a:r>
            <a:r>
              <a:rPr sz="2900" dirty="0">
                <a:latin typeface="Symbol" panose="05050102010706020507"/>
                <a:cs typeface="Symbol" panose="05050102010706020507"/>
              </a:rPr>
              <a:t></a:t>
            </a:r>
            <a:r>
              <a:rPr sz="2900" spc="5" dirty="0">
                <a:latin typeface="Times New Roman" panose="02020603050405020304"/>
                <a:cs typeface="Times New Roman" panose="02020603050405020304"/>
              </a:rPr>
              <a:t> </a:t>
            </a:r>
            <a:r>
              <a:rPr sz="2900" i="1" spc="-50"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90" dirty="0">
                <a:latin typeface="Times New Roman" panose="02020603050405020304"/>
                <a:cs typeface="Times New Roman" panose="02020603050405020304"/>
              </a:rPr>
              <a:t> </a:t>
            </a:r>
            <a:r>
              <a:rPr sz="2900" dirty="0">
                <a:latin typeface="Times New Roman" panose="02020603050405020304"/>
                <a:cs typeface="Times New Roman" panose="02020603050405020304"/>
              </a:rPr>
              <a:t>2</a:t>
            </a:r>
            <a:r>
              <a:rPr sz="2550" baseline="42000" dirty="0">
                <a:latin typeface="Times New Roman" panose="02020603050405020304"/>
                <a:cs typeface="Times New Roman" panose="02020603050405020304"/>
              </a:rPr>
              <a:t>1</a:t>
            </a:r>
            <a:r>
              <a:rPr sz="2550" spc="465" baseline="42000"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45" dirty="0">
                <a:latin typeface="Times New Roman" panose="02020603050405020304"/>
                <a:cs typeface="Times New Roman" panose="02020603050405020304"/>
              </a:rPr>
              <a:t> </a:t>
            </a:r>
            <a:r>
              <a:rPr sz="2900" i="1" spc="-50" dirty="0">
                <a:latin typeface="Times New Roman" panose="02020603050405020304"/>
                <a:cs typeface="Times New Roman" panose="02020603050405020304"/>
              </a:rPr>
              <a:t>d</a:t>
            </a:r>
            <a:r>
              <a:rPr sz="2900" i="1" dirty="0">
                <a:latin typeface="Times New Roman" panose="02020603050405020304"/>
                <a:cs typeface="Times New Roman" panose="02020603050405020304"/>
              </a:rPr>
              <a:t>	</a:t>
            </a:r>
            <a:r>
              <a:rPr sz="2900" spc="-10" dirty="0">
                <a:latin typeface="Symbol" panose="05050102010706020507"/>
                <a:cs typeface="Symbol" panose="05050102010706020507"/>
              </a:rPr>
              <a:t></a:t>
            </a:r>
            <a:r>
              <a:rPr sz="2900" spc="-150" dirty="0">
                <a:latin typeface="Times New Roman" panose="02020603050405020304"/>
                <a:cs typeface="Times New Roman" panose="02020603050405020304"/>
              </a:rPr>
              <a:t> </a:t>
            </a:r>
            <a:r>
              <a:rPr sz="2900" dirty="0">
                <a:latin typeface="Times New Roman" panose="02020603050405020304"/>
                <a:cs typeface="Times New Roman" panose="02020603050405020304"/>
              </a:rPr>
              <a:t>2</a:t>
            </a:r>
            <a:r>
              <a:rPr sz="2550" baseline="42000" dirty="0">
                <a:latin typeface="Times New Roman" panose="02020603050405020304"/>
                <a:cs typeface="Times New Roman" panose="02020603050405020304"/>
              </a:rPr>
              <a:t>0</a:t>
            </a:r>
            <a:r>
              <a:rPr sz="2550" spc="-104" baseline="4200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a:t>
            </a:r>
            <a:endParaRPr sz="2900">
              <a:latin typeface="Times New Roman" panose="02020603050405020304"/>
              <a:cs typeface="Times New Roman" panose="02020603050405020304"/>
            </a:endParaRPr>
          </a:p>
          <a:p>
            <a:pPr marL="597535">
              <a:lnSpc>
                <a:spcPts val="1265"/>
              </a:lnSpc>
              <a:tabLst>
                <a:tab pos="1393190" algn="l"/>
                <a:tab pos="1892935" algn="l"/>
                <a:tab pos="3654425" algn="l"/>
                <a:tab pos="6160135" algn="l"/>
                <a:tab pos="7392670" algn="l"/>
              </a:tabLst>
            </a:pPr>
            <a:r>
              <a:rPr sz="1700" spc="-50" dirty="0">
                <a:latin typeface="Times New Roman" panose="02020603050405020304"/>
                <a:cs typeface="Times New Roman" panose="02020603050405020304"/>
              </a:rPr>
              <a:t>o</a:t>
            </a:r>
            <a:r>
              <a:rPr sz="1700" dirty="0">
                <a:latin typeface="Times New Roman" panose="02020603050405020304"/>
                <a:cs typeface="Times New Roman" panose="02020603050405020304"/>
              </a:rPr>
              <a:t>	</a:t>
            </a:r>
            <a:r>
              <a:rPr sz="1700" i="1" spc="-50" dirty="0">
                <a:latin typeface="Times New Roman" panose="02020603050405020304"/>
                <a:cs typeface="Times New Roman" panose="02020603050405020304"/>
              </a:rPr>
              <a:t>u</a:t>
            </a:r>
            <a:r>
              <a:rPr sz="1700" i="1" dirty="0">
                <a:latin typeface="Times New Roman" panose="02020603050405020304"/>
                <a:cs typeface="Times New Roman" panose="02020603050405020304"/>
              </a:rPr>
              <a:t>	</a:t>
            </a:r>
            <a:r>
              <a:rPr sz="1700" i="1" spc="-25" dirty="0">
                <a:latin typeface="Times New Roman" panose="02020603050405020304"/>
                <a:cs typeface="Times New Roman" panose="02020603050405020304"/>
              </a:rPr>
              <a:t>n</a:t>
            </a:r>
            <a:r>
              <a:rPr sz="1700" i="1" spc="-220" dirty="0">
                <a:latin typeface="Times New Roman" panose="02020603050405020304"/>
                <a:cs typeface="Times New Roman" panose="02020603050405020304"/>
              </a:rPr>
              <a:t> </a:t>
            </a:r>
            <a:r>
              <a:rPr sz="1700" spc="-25" dirty="0">
                <a:latin typeface="Symbol" panose="05050102010706020507"/>
                <a:cs typeface="Symbol" panose="05050102010706020507"/>
              </a:rPr>
              <a:t></a:t>
            </a:r>
            <a:r>
              <a:rPr sz="1700" spc="-25" dirty="0">
                <a:latin typeface="Times New Roman" panose="02020603050405020304"/>
                <a:cs typeface="Times New Roman" panose="02020603050405020304"/>
              </a:rPr>
              <a:t>1</a:t>
            </a:r>
            <a:r>
              <a:rPr sz="1700" dirty="0">
                <a:latin typeface="Times New Roman" panose="02020603050405020304"/>
                <a:cs typeface="Times New Roman" panose="02020603050405020304"/>
              </a:rPr>
              <a:t>	</a:t>
            </a:r>
            <a:r>
              <a:rPr sz="1700" i="1" spc="-25" dirty="0">
                <a:latin typeface="Times New Roman" panose="02020603050405020304"/>
                <a:cs typeface="Times New Roman" panose="02020603050405020304"/>
              </a:rPr>
              <a:t>n</a:t>
            </a:r>
            <a:r>
              <a:rPr sz="1700" i="1" spc="-220" dirty="0">
                <a:latin typeface="Times New Roman" panose="02020603050405020304"/>
                <a:cs typeface="Times New Roman" panose="02020603050405020304"/>
              </a:rPr>
              <a:t> </a:t>
            </a:r>
            <a:r>
              <a:rPr sz="1700" spc="-25" dirty="0">
                <a:latin typeface="Symbol" panose="05050102010706020507"/>
                <a:cs typeface="Symbol" panose="05050102010706020507"/>
              </a:rPr>
              <a:t></a:t>
            </a:r>
            <a:r>
              <a:rPr sz="1700" spc="-225" dirty="0">
                <a:latin typeface="Times New Roman" panose="02020603050405020304"/>
                <a:cs typeface="Times New Roman" panose="02020603050405020304"/>
              </a:rPr>
              <a:t> </a:t>
            </a:r>
            <a:r>
              <a:rPr sz="1700" spc="-50" dirty="0">
                <a:latin typeface="Times New Roman" panose="02020603050405020304"/>
                <a:cs typeface="Times New Roman" panose="02020603050405020304"/>
              </a:rPr>
              <a:t>2</a:t>
            </a:r>
            <a:r>
              <a:rPr sz="1700" dirty="0">
                <a:latin typeface="Times New Roman" panose="02020603050405020304"/>
                <a:cs typeface="Times New Roman" panose="02020603050405020304"/>
              </a:rPr>
              <a:t>	</a:t>
            </a:r>
            <a:r>
              <a:rPr sz="1700" spc="-50" dirty="0">
                <a:latin typeface="Times New Roman" panose="02020603050405020304"/>
                <a:cs typeface="Times New Roman" panose="02020603050405020304"/>
              </a:rPr>
              <a:t>1</a:t>
            </a:r>
            <a:r>
              <a:rPr sz="1700" dirty="0">
                <a:latin typeface="Times New Roman" panose="02020603050405020304"/>
                <a:cs typeface="Times New Roman" panose="02020603050405020304"/>
              </a:rPr>
              <a:t>	</a:t>
            </a:r>
            <a:r>
              <a:rPr sz="1700" spc="-50" dirty="0">
                <a:latin typeface="Times New Roman" panose="02020603050405020304"/>
                <a:cs typeface="Times New Roman" panose="02020603050405020304"/>
              </a:rPr>
              <a:t>0</a:t>
            </a:r>
            <a:endParaRPr sz="1700">
              <a:latin typeface="Times New Roman" panose="02020603050405020304"/>
              <a:cs typeface="Times New Roman" panose="02020603050405020304"/>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21</a:t>
            </a:fld>
            <a:endParaRPr spc="-25" dirty="0"/>
          </a:p>
        </p:txBody>
      </p:sp>
      <p:sp>
        <p:nvSpPr>
          <p:cNvPr id="17" name="object 17"/>
          <p:cNvSpPr txBox="1">
            <a:spLocks noGrp="1"/>
          </p:cNvSpPr>
          <p:nvPr>
            <p:ph type="title"/>
          </p:nvPr>
        </p:nvSpPr>
        <p:spPr>
          <a:xfrm>
            <a:off x="419569" y="191401"/>
            <a:ext cx="4549775" cy="442595"/>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9.2.3 </a:t>
            </a:r>
            <a:r>
              <a:rPr spc="-10" dirty="0">
                <a:latin typeface="Arial" panose="020B0604020202020204"/>
                <a:cs typeface="Arial" panose="020B0604020202020204"/>
              </a:rPr>
              <a:t>D/A</a:t>
            </a:r>
            <a:r>
              <a:rPr spc="-35" dirty="0"/>
              <a:t>转换器的转换特性</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569" y="191401"/>
            <a:ext cx="5260975" cy="442595"/>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9.2.4</a:t>
            </a:r>
            <a:r>
              <a:rPr spc="15" dirty="0">
                <a:latin typeface="Arial" panose="020B0604020202020204"/>
                <a:cs typeface="Arial" panose="020B0604020202020204"/>
              </a:rPr>
              <a:t> </a:t>
            </a:r>
            <a:r>
              <a:rPr spc="-10" dirty="0">
                <a:latin typeface="Arial" panose="020B0604020202020204"/>
                <a:cs typeface="Arial" panose="020B0604020202020204"/>
              </a:rPr>
              <a:t>D/A</a:t>
            </a:r>
            <a:r>
              <a:rPr spc="-35" dirty="0"/>
              <a:t>转换器的主要技术指标</a:t>
            </a:r>
          </a:p>
        </p:txBody>
      </p:sp>
      <p:sp>
        <p:nvSpPr>
          <p:cNvPr id="3" name="object 3"/>
          <p:cNvSpPr/>
          <p:nvPr/>
        </p:nvSpPr>
        <p:spPr>
          <a:xfrm>
            <a:off x="3274085" y="2732087"/>
            <a:ext cx="4408805" cy="1186180"/>
          </a:xfrm>
          <a:custGeom>
            <a:avLst/>
            <a:gdLst/>
            <a:ahLst/>
            <a:cxnLst/>
            <a:rect l="l" t="t" r="r" b="b"/>
            <a:pathLst>
              <a:path w="4408805" h="1186179">
                <a:moveTo>
                  <a:pt x="724853" y="747712"/>
                </a:moveTo>
                <a:lnTo>
                  <a:pt x="0" y="747712"/>
                </a:lnTo>
                <a:lnTo>
                  <a:pt x="0" y="0"/>
                </a:lnTo>
                <a:lnTo>
                  <a:pt x="4408398" y="0"/>
                </a:lnTo>
                <a:lnTo>
                  <a:pt x="4408398" y="4762"/>
                </a:lnTo>
                <a:lnTo>
                  <a:pt x="9525" y="4762"/>
                </a:lnTo>
                <a:lnTo>
                  <a:pt x="4762" y="9525"/>
                </a:lnTo>
                <a:lnTo>
                  <a:pt x="9525" y="9525"/>
                </a:lnTo>
                <a:lnTo>
                  <a:pt x="9525" y="738187"/>
                </a:lnTo>
                <a:lnTo>
                  <a:pt x="4762" y="738187"/>
                </a:lnTo>
                <a:lnTo>
                  <a:pt x="9525" y="742950"/>
                </a:lnTo>
                <a:lnTo>
                  <a:pt x="730514" y="742950"/>
                </a:lnTo>
                <a:lnTo>
                  <a:pt x="724853" y="747712"/>
                </a:lnTo>
                <a:close/>
              </a:path>
              <a:path w="4408805" h="1186179">
                <a:moveTo>
                  <a:pt x="9525" y="9525"/>
                </a:moveTo>
                <a:lnTo>
                  <a:pt x="4762" y="9525"/>
                </a:lnTo>
                <a:lnTo>
                  <a:pt x="9525" y="4762"/>
                </a:lnTo>
                <a:lnTo>
                  <a:pt x="9525" y="9525"/>
                </a:lnTo>
                <a:close/>
              </a:path>
              <a:path w="4408805" h="1186179">
                <a:moveTo>
                  <a:pt x="4398873" y="9525"/>
                </a:moveTo>
                <a:lnTo>
                  <a:pt x="9525" y="9525"/>
                </a:lnTo>
                <a:lnTo>
                  <a:pt x="9525" y="4762"/>
                </a:lnTo>
                <a:lnTo>
                  <a:pt x="4398873" y="4762"/>
                </a:lnTo>
                <a:lnTo>
                  <a:pt x="4398873" y="9525"/>
                </a:lnTo>
                <a:close/>
              </a:path>
              <a:path w="4408805" h="1186179">
                <a:moveTo>
                  <a:pt x="4398873" y="742950"/>
                </a:moveTo>
                <a:lnTo>
                  <a:pt x="4398873" y="4762"/>
                </a:lnTo>
                <a:lnTo>
                  <a:pt x="4403636" y="9525"/>
                </a:lnTo>
                <a:lnTo>
                  <a:pt x="4408398" y="9525"/>
                </a:lnTo>
                <a:lnTo>
                  <a:pt x="4408398" y="738187"/>
                </a:lnTo>
                <a:lnTo>
                  <a:pt x="4403636" y="738187"/>
                </a:lnTo>
                <a:lnTo>
                  <a:pt x="4398873" y="742950"/>
                </a:lnTo>
                <a:close/>
              </a:path>
              <a:path w="4408805" h="1186179">
                <a:moveTo>
                  <a:pt x="4408398" y="9525"/>
                </a:moveTo>
                <a:lnTo>
                  <a:pt x="4403636" y="9525"/>
                </a:lnTo>
                <a:lnTo>
                  <a:pt x="4398873" y="4762"/>
                </a:lnTo>
                <a:lnTo>
                  <a:pt x="4408398" y="4762"/>
                </a:lnTo>
                <a:lnTo>
                  <a:pt x="4408398" y="9525"/>
                </a:lnTo>
                <a:close/>
              </a:path>
              <a:path w="4408805" h="1186179">
                <a:moveTo>
                  <a:pt x="9525" y="742950"/>
                </a:moveTo>
                <a:lnTo>
                  <a:pt x="4762" y="738187"/>
                </a:lnTo>
                <a:lnTo>
                  <a:pt x="9525" y="738187"/>
                </a:lnTo>
                <a:lnTo>
                  <a:pt x="9525" y="742950"/>
                </a:lnTo>
                <a:close/>
              </a:path>
              <a:path w="4408805" h="1186179">
                <a:moveTo>
                  <a:pt x="730514" y="742950"/>
                </a:moveTo>
                <a:lnTo>
                  <a:pt x="9525" y="742950"/>
                </a:lnTo>
                <a:lnTo>
                  <a:pt x="9525" y="738187"/>
                </a:lnTo>
                <a:lnTo>
                  <a:pt x="750976" y="738187"/>
                </a:lnTo>
                <a:lnTo>
                  <a:pt x="749647" y="739305"/>
                </a:lnTo>
                <a:lnTo>
                  <a:pt x="734847" y="739305"/>
                </a:lnTo>
                <a:lnTo>
                  <a:pt x="730514" y="742950"/>
                </a:lnTo>
                <a:close/>
              </a:path>
              <a:path w="4408805" h="1186179">
                <a:moveTo>
                  <a:pt x="228316" y="1179347"/>
                </a:moveTo>
                <a:lnTo>
                  <a:pt x="226593" y="1179347"/>
                </a:lnTo>
                <a:lnTo>
                  <a:pt x="243008" y="1165537"/>
                </a:lnTo>
                <a:lnTo>
                  <a:pt x="1837004" y="738187"/>
                </a:lnTo>
                <a:lnTo>
                  <a:pt x="4398873" y="738187"/>
                </a:lnTo>
                <a:lnTo>
                  <a:pt x="4398873" y="742950"/>
                </a:lnTo>
                <a:lnTo>
                  <a:pt x="4408398" y="742950"/>
                </a:lnTo>
                <a:lnTo>
                  <a:pt x="4408398" y="747547"/>
                </a:lnTo>
                <a:lnTo>
                  <a:pt x="1838858" y="747547"/>
                </a:lnTo>
                <a:lnTo>
                  <a:pt x="1837626" y="747712"/>
                </a:lnTo>
                <a:lnTo>
                  <a:pt x="1838242" y="747712"/>
                </a:lnTo>
                <a:lnTo>
                  <a:pt x="228316" y="1179347"/>
                </a:lnTo>
                <a:close/>
              </a:path>
              <a:path w="4408805" h="1186179">
                <a:moveTo>
                  <a:pt x="4408398" y="742950"/>
                </a:moveTo>
                <a:lnTo>
                  <a:pt x="4398873" y="742950"/>
                </a:lnTo>
                <a:lnTo>
                  <a:pt x="4403636" y="738187"/>
                </a:lnTo>
                <a:lnTo>
                  <a:pt x="4408398" y="738187"/>
                </a:lnTo>
                <a:lnTo>
                  <a:pt x="4408398" y="742950"/>
                </a:lnTo>
                <a:close/>
              </a:path>
              <a:path w="4408805" h="1186179">
                <a:moveTo>
                  <a:pt x="204063" y="1185849"/>
                </a:moveTo>
                <a:lnTo>
                  <a:pt x="734847" y="739305"/>
                </a:lnTo>
                <a:lnTo>
                  <a:pt x="737908" y="747712"/>
                </a:lnTo>
                <a:lnTo>
                  <a:pt x="739654" y="747712"/>
                </a:lnTo>
                <a:lnTo>
                  <a:pt x="243008" y="1165537"/>
                </a:lnTo>
                <a:lnTo>
                  <a:pt x="222288" y="1171092"/>
                </a:lnTo>
                <a:lnTo>
                  <a:pt x="226593" y="1179347"/>
                </a:lnTo>
                <a:lnTo>
                  <a:pt x="228316" y="1179347"/>
                </a:lnTo>
                <a:lnTo>
                  <a:pt x="204063" y="1185849"/>
                </a:lnTo>
                <a:close/>
              </a:path>
              <a:path w="4408805" h="1186179">
                <a:moveTo>
                  <a:pt x="739654" y="747712"/>
                </a:moveTo>
                <a:lnTo>
                  <a:pt x="737908" y="747712"/>
                </a:lnTo>
                <a:lnTo>
                  <a:pt x="734847" y="739305"/>
                </a:lnTo>
                <a:lnTo>
                  <a:pt x="749647" y="739305"/>
                </a:lnTo>
                <a:lnTo>
                  <a:pt x="739654" y="747712"/>
                </a:lnTo>
                <a:close/>
              </a:path>
              <a:path w="4408805" h="1186179">
                <a:moveTo>
                  <a:pt x="1838242" y="747712"/>
                </a:moveTo>
                <a:lnTo>
                  <a:pt x="1837626" y="747712"/>
                </a:lnTo>
                <a:lnTo>
                  <a:pt x="1838858" y="747547"/>
                </a:lnTo>
                <a:lnTo>
                  <a:pt x="1838242" y="747712"/>
                </a:lnTo>
                <a:close/>
              </a:path>
              <a:path w="4408805" h="1186179">
                <a:moveTo>
                  <a:pt x="4408398" y="747712"/>
                </a:moveTo>
                <a:lnTo>
                  <a:pt x="1838242" y="747712"/>
                </a:lnTo>
                <a:lnTo>
                  <a:pt x="1838858" y="747547"/>
                </a:lnTo>
                <a:lnTo>
                  <a:pt x="4408398" y="747547"/>
                </a:lnTo>
                <a:lnTo>
                  <a:pt x="4408398" y="747712"/>
                </a:lnTo>
                <a:close/>
              </a:path>
              <a:path w="4408805" h="1186179">
                <a:moveTo>
                  <a:pt x="226593" y="1179347"/>
                </a:moveTo>
                <a:lnTo>
                  <a:pt x="222288" y="1171092"/>
                </a:lnTo>
                <a:lnTo>
                  <a:pt x="243008" y="1165537"/>
                </a:lnTo>
                <a:lnTo>
                  <a:pt x="226593" y="1179347"/>
                </a:lnTo>
                <a:close/>
              </a:path>
            </a:pathLst>
          </a:custGeom>
          <a:solidFill>
            <a:srgbClr val="0000FF"/>
          </a:solidFill>
        </p:spPr>
        <p:txBody>
          <a:bodyPr wrap="square" lIns="0" tIns="0" rIns="0" bIns="0" rtlCol="0"/>
          <a:lstStyle/>
          <a:p>
            <a:endParaRPr/>
          </a:p>
        </p:txBody>
      </p:sp>
      <p:sp>
        <p:nvSpPr>
          <p:cNvPr id="4" name="object 4"/>
          <p:cNvSpPr txBox="1"/>
          <p:nvPr/>
        </p:nvSpPr>
        <p:spPr>
          <a:xfrm>
            <a:off x="554990" y="878915"/>
            <a:ext cx="8197215" cy="2583815"/>
          </a:xfrm>
          <a:prstGeom prst="rect">
            <a:avLst/>
          </a:prstGeom>
        </p:spPr>
        <p:txBody>
          <a:bodyPr vert="horz" wrap="square" lIns="0" tIns="165100" rIns="0" bIns="0" rtlCol="0">
            <a:spAutoFit/>
          </a:bodyPr>
          <a:lstStyle/>
          <a:p>
            <a:pPr marL="12700">
              <a:lnSpc>
                <a:spcPct val="100000"/>
              </a:lnSpc>
              <a:spcBef>
                <a:spcPts val="1300"/>
              </a:spcBef>
            </a:pP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a:t>
            </a:r>
            <a:r>
              <a:rPr sz="2400" spc="-10" dirty="0">
                <a:solidFill>
                  <a:srgbClr val="0000CC"/>
                </a:solidFill>
                <a:latin typeface="Noto Sans Mono CJK HK"/>
                <a:cs typeface="Noto Sans Mono CJK HK"/>
              </a:rPr>
              <a:t>）</a:t>
            </a:r>
            <a:r>
              <a:rPr sz="2400" spc="-20" dirty="0">
                <a:solidFill>
                  <a:srgbClr val="0000CC"/>
                </a:solidFill>
                <a:latin typeface="Noto Sans Mono CJK HK"/>
                <a:cs typeface="Noto Sans Mono CJK HK"/>
              </a:rPr>
              <a:t>分辨率</a:t>
            </a:r>
            <a:endParaRPr sz="2400" dirty="0">
              <a:latin typeface="Noto Sans Mono CJK HK"/>
              <a:cs typeface="Noto Sans Mono CJK HK"/>
            </a:endParaRPr>
          </a:p>
          <a:p>
            <a:pPr marL="12700" marR="5080">
              <a:lnSpc>
                <a:spcPts val="2860"/>
              </a:lnSpc>
              <a:spcBef>
                <a:spcPts val="1310"/>
              </a:spcBef>
            </a:pPr>
            <a:r>
              <a:rPr sz="2400" spc="-215" dirty="0">
                <a:solidFill>
                  <a:srgbClr val="0000CC"/>
                </a:solidFill>
                <a:latin typeface="Noto Sans Mono CJK HK"/>
                <a:cs typeface="Noto Sans Mono CJK HK"/>
              </a:rPr>
              <a:t>指 </a:t>
            </a:r>
            <a:r>
              <a:rPr sz="2400" dirty="0">
                <a:solidFill>
                  <a:srgbClr val="0000CC"/>
                </a:solidFill>
                <a:latin typeface="Arial" panose="020B0604020202020204"/>
                <a:cs typeface="Arial" panose="020B0604020202020204"/>
              </a:rPr>
              <a:t>D/A</a:t>
            </a:r>
            <a:r>
              <a:rPr sz="2400" spc="-55" dirty="0">
                <a:solidFill>
                  <a:srgbClr val="0000CC"/>
                </a:solidFill>
                <a:latin typeface="Arial" panose="020B0604020202020204"/>
                <a:cs typeface="Arial" panose="020B0604020202020204"/>
              </a:rPr>
              <a:t> </a:t>
            </a:r>
            <a:r>
              <a:rPr sz="2400" spc="55" dirty="0">
                <a:solidFill>
                  <a:srgbClr val="0000CC"/>
                </a:solidFill>
                <a:latin typeface="Noto Sans Mono CJK HK"/>
                <a:cs typeface="Noto Sans Mono CJK HK"/>
              </a:rPr>
              <a:t>转换器模拟输出所能产生的</a:t>
            </a:r>
            <a:r>
              <a:rPr sz="2400" u="heavy" spc="55" dirty="0">
                <a:solidFill>
                  <a:srgbClr val="0000FF"/>
                </a:solidFill>
                <a:uFill>
                  <a:solidFill>
                    <a:srgbClr val="0000FF"/>
                  </a:solidFill>
                </a:uFill>
                <a:latin typeface="Noto Sans Mono CJK HK"/>
                <a:cs typeface="Noto Sans Mono CJK HK"/>
              </a:rPr>
              <a:t>最小电压变化量</a:t>
            </a:r>
            <a:r>
              <a:rPr sz="2400" u="none" spc="25" dirty="0">
                <a:solidFill>
                  <a:srgbClr val="0000CC"/>
                </a:solidFill>
                <a:latin typeface="Noto Sans Mono CJK HK"/>
                <a:cs typeface="Noto Sans Mono CJK HK"/>
              </a:rPr>
              <a:t>与满刻度</a:t>
            </a:r>
            <a:r>
              <a:rPr sz="2400" u="none" spc="-10" dirty="0">
                <a:solidFill>
                  <a:srgbClr val="0000CC"/>
                </a:solidFill>
                <a:latin typeface="Noto Sans Mono CJK HK"/>
                <a:cs typeface="Noto Sans Mono CJK HK"/>
              </a:rPr>
              <a:t>输出电压之比。</a:t>
            </a:r>
            <a:endParaRPr sz="2400" dirty="0">
              <a:latin typeface="Noto Sans Mono CJK HK"/>
              <a:cs typeface="Noto Sans Mono CJK HK"/>
            </a:endParaRPr>
          </a:p>
          <a:p>
            <a:pPr marL="2723515" marR="1316355" indent="76200">
              <a:lnSpc>
                <a:spcPct val="100000"/>
              </a:lnSpc>
              <a:spcBef>
                <a:spcPts val="3275"/>
              </a:spcBef>
            </a:pPr>
            <a:r>
              <a:rPr sz="2400" dirty="0">
                <a:solidFill>
                  <a:srgbClr val="0000FF"/>
                </a:solidFill>
                <a:latin typeface="Times New Roman" panose="02020603050405020304"/>
                <a:cs typeface="Times New Roman" panose="02020603050405020304"/>
              </a:rPr>
              <a:t>DAC</a:t>
            </a:r>
            <a:r>
              <a:rPr sz="2400" spc="-145" dirty="0">
                <a:solidFill>
                  <a:srgbClr val="0000FF"/>
                </a:solidFill>
                <a:latin typeface="Times New Roman" panose="02020603050405020304"/>
                <a:cs typeface="Times New Roman" panose="02020603050405020304"/>
              </a:rPr>
              <a:t> </a:t>
            </a:r>
            <a:r>
              <a:rPr sz="2400" spc="-5" dirty="0">
                <a:solidFill>
                  <a:srgbClr val="0000FF"/>
                </a:solidFill>
                <a:latin typeface="Noto Serif CJK JP"/>
                <a:cs typeface="Noto Serif CJK JP"/>
              </a:rPr>
              <a:t>的最小输出电压变化量，</a:t>
            </a:r>
            <a:r>
              <a:rPr sz="2400" spc="-15" dirty="0">
                <a:solidFill>
                  <a:srgbClr val="0000FF"/>
                </a:solidFill>
                <a:latin typeface="Noto Serif CJK JP"/>
                <a:cs typeface="Noto Serif CJK JP"/>
              </a:rPr>
              <a:t>也即 </a:t>
            </a:r>
            <a:r>
              <a:rPr sz="2400" dirty="0">
                <a:solidFill>
                  <a:srgbClr val="0000FF"/>
                </a:solidFill>
                <a:latin typeface="Times New Roman" panose="02020603050405020304"/>
                <a:cs typeface="Times New Roman" panose="02020603050405020304"/>
              </a:rPr>
              <a:t>DAC</a:t>
            </a:r>
            <a:r>
              <a:rPr sz="2400" spc="-20" dirty="0">
                <a:solidFill>
                  <a:srgbClr val="0000FF"/>
                </a:solidFill>
                <a:latin typeface="Times New Roman" panose="02020603050405020304"/>
                <a:cs typeface="Times New Roman" panose="02020603050405020304"/>
              </a:rPr>
              <a:t> </a:t>
            </a:r>
            <a:r>
              <a:rPr sz="2400" spc="-10" dirty="0">
                <a:solidFill>
                  <a:srgbClr val="0000FF"/>
                </a:solidFill>
                <a:latin typeface="Noto Serif CJK JP"/>
                <a:cs typeface="Noto Serif CJK JP"/>
              </a:rPr>
              <a:t>的最小输出电压值</a:t>
            </a:r>
            <a:endParaRPr sz="2400" dirty="0">
              <a:latin typeface="Noto Serif CJK JP"/>
              <a:cs typeface="Noto Serif CJK JP"/>
            </a:endParaRPr>
          </a:p>
        </p:txBody>
      </p:sp>
      <p:grpSp>
        <p:nvGrpSpPr>
          <p:cNvPr id="5" name="object 5"/>
          <p:cNvGrpSpPr/>
          <p:nvPr/>
        </p:nvGrpSpPr>
        <p:grpSpPr>
          <a:xfrm>
            <a:off x="1595577" y="3744467"/>
            <a:ext cx="6667500" cy="1604010"/>
            <a:chOff x="1595577" y="3744467"/>
            <a:chExt cx="6667500" cy="1604010"/>
          </a:xfrm>
        </p:grpSpPr>
        <p:sp>
          <p:nvSpPr>
            <p:cNvPr id="6" name="object 6"/>
            <p:cNvSpPr/>
            <p:nvPr/>
          </p:nvSpPr>
          <p:spPr>
            <a:xfrm>
              <a:off x="1595577" y="4563668"/>
              <a:ext cx="6667500" cy="784860"/>
            </a:xfrm>
            <a:custGeom>
              <a:avLst/>
              <a:gdLst/>
              <a:ahLst/>
              <a:cxnLst/>
              <a:rect l="l" t="t" r="r" b="b"/>
              <a:pathLst>
                <a:path w="6667500" h="784860">
                  <a:moveTo>
                    <a:pt x="1112024" y="328053"/>
                  </a:moveTo>
                  <a:lnTo>
                    <a:pt x="1682800" y="0"/>
                  </a:lnTo>
                  <a:lnTo>
                    <a:pt x="1713897" y="9283"/>
                  </a:lnTo>
                  <a:lnTo>
                    <a:pt x="1685772" y="9283"/>
                  </a:lnTo>
                  <a:lnTo>
                    <a:pt x="1682038" y="9715"/>
                  </a:lnTo>
                  <a:lnTo>
                    <a:pt x="1684001" y="10301"/>
                  </a:lnTo>
                  <a:lnTo>
                    <a:pt x="1132242" y="327418"/>
                  </a:lnTo>
                  <a:lnTo>
                    <a:pt x="1114399" y="327418"/>
                  </a:lnTo>
                  <a:lnTo>
                    <a:pt x="1112024" y="328053"/>
                  </a:lnTo>
                  <a:close/>
                </a:path>
                <a:path w="6667500" h="784860">
                  <a:moveTo>
                    <a:pt x="1684001" y="10301"/>
                  </a:moveTo>
                  <a:lnTo>
                    <a:pt x="1682038" y="9715"/>
                  </a:lnTo>
                  <a:lnTo>
                    <a:pt x="1685772" y="9283"/>
                  </a:lnTo>
                  <a:lnTo>
                    <a:pt x="1684001" y="10301"/>
                  </a:lnTo>
                  <a:close/>
                </a:path>
                <a:path w="6667500" h="784860">
                  <a:moveTo>
                    <a:pt x="6657835" y="336943"/>
                  </a:moveTo>
                  <a:lnTo>
                    <a:pt x="2778163" y="336943"/>
                  </a:lnTo>
                  <a:lnTo>
                    <a:pt x="1684001" y="10301"/>
                  </a:lnTo>
                  <a:lnTo>
                    <a:pt x="1685772" y="9283"/>
                  </a:lnTo>
                  <a:lnTo>
                    <a:pt x="1713897" y="9283"/>
                  </a:lnTo>
                  <a:lnTo>
                    <a:pt x="2779539" y="327418"/>
                  </a:lnTo>
                  <a:lnTo>
                    <a:pt x="2778861" y="327418"/>
                  </a:lnTo>
                  <a:lnTo>
                    <a:pt x="2780220" y="327621"/>
                  </a:lnTo>
                  <a:lnTo>
                    <a:pt x="6667360" y="327621"/>
                  </a:lnTo>
                  <a:lnTo>
                    <a:pt x="6667360" y="332181"/>
                  </a:lnTo>
                  <a:lnTo>
                    <a:pt x="6657835" y="332181"/>
                  </a:lnTo>
                  <a:lnTo>
                    <a:pt x="6657835" y="336943"/>
                  </a:lnTo>
                  <a:close/>
                </a:path>
                <a:path w="6667500" h="784860">
                  <a:moveTo>
                    <a:pt x="6667360" y="784618"/>
                  </a:moveTo>
                  <a:lnTo>
                    <a:pt x="0" y="784618"/>
                  </a:lnTo>
                  <a:lnTo>
                    <a:pt x="0" y="327418"/>
                  </a:lnTo>
                  <a:lnTo>
                    <a:pt x="1113129" y="327418"/>
                  </a:lnTo>
                  <a:lnTo>
                    <a:pt x="1112024" y="328053"/>
                  </a:lnTo>
                  <a:lnTo>
                    <a:pt x="1131137" y="328053"/>
                  </a:lnTo>
                  <a:lnTo>
                    <a:pt x="1123955" y="332181"/>
                  </a:lnTo>
                  <a:lnTo>
                    <a:pt x="9525" y="332181"/>
                  </a:lnTo>
                  <a:lnTo>
                    <a:pt x="4762" y="336943"/>
                  </a:lnTo>
                  <a:lnTo>
                    <a:pt x="9525" y="336943"/>
                  </a:lnTo>
                  <a:lnTo>
                    <a:pt x="9525" y="775093"/>
                  </a:lnTo>
                  <a:lnTo>
                    <a:pt x="4762" y="775093"/>
                  </a:lnTo>
                  <a:lnTo>
                    <a:pt x="9525" y="779856"/>
                  </a:lnTo>
                  <a:lnTo>
                    <a:pt x="6667360" y="779856"/>
                  </a:lnTo>
                  <a:lnTo>
                    <a:pt x="6667360" y="784618"/>
                  </a:lnTo>
                  <a:close/>
                </a:path>
                <a:path w="6667500" h="784860">
                  <a:moveTo>
                    <a:pt x="1131137" y="328053"/>
                  </a:moveTo>
                  <a:lnTo>
                    <a:pt x="1112024" y="328053"/>
                  </a:lnTo>
                  <a:lnTo>
                    <a:pt x="1114399" y="327418"/>
                  </a:lnTo>
                  <a:lnTo>
                    <a:pt x="1132242" y="327418"/>
                  </a:lnTo>
                  <a:lnTo>
                    <a:pt x="1131137" y="328053"/>
                  </a:lnTo>
                  <a:close/>
                </a:path>
                <a:path w="6667500" h="784860">
                  <a:moveTo>
                    <a:pt x="2780220" y="327621"/>
                  </a:moveTo>
                  <a:lnTo>
                    <a:pt x="2778861" y="327418"/>
                  </a:lnTo>
                  <a:lnTo>
                    <a:pt x="2779539" y="327418"/>
                  </a:lnTo>
                  <a:lnTo>
                    <a:pt x="2780220" y="327621"/>
                  </a:lnTo>
                  <a:close/>
                </a:path>
                <a:path w="6667500" h="784860">
                  <a:moveTo>
                    <a:pt x="6667360" y="327621"/>
                  </a:moveTo>
                  <a:lnTo>
                    <a:pt x="2780220" y="327621"/>
                  </a:lnTo>
                  <a:lnTo>
                    <a:pt x="2779539" y="327418"/>
                  </a:lnTo>
                  <a:lnTo>
                    <a:pt x="6667360" y="327418"/>
                  </a:lnTo>
                  <a:lnTo>
                    <a:pt x="6667360" y="327621"/>
                  </a:lnTo>
                  <a:close/>
                </a:path>
                <a:path w="6667500" h="784860">
                  <a:moveTo>
                    <a:pt x="9525" y="336943"/>
                  </a:moveTo>
                  <a:lnTo>
                    <a:pt x="4762" y="336943"/>
                  </a:lnTo>
                  <a:lnTo>
                    <a:pt x="9525" y="332181"/>
                  </a:lnTo>
                  <a:lnTo>
                    <a:pt x="9525" y="336943"/>
                  </a:lnTo>
                  <a:close/>
                </a:path>
                <a:path w="6667500" h="784860">
                  <a:moveTo>
                    <a:pt x="1115669" y="336943"/>
                  </a:moveTo>
                  <a:lnTo>
                    <a:pt x="9525" y="336943"/>
                  </a:lnTo>
                  <a:lnTo>
                    <a:pt x="9525" y="332181"/>
                  </a:lnTo>
                  <a:lnTo>
                    <a:pt x="1123955" y="332181"/>
                  </a:lnTo>
                  <a:lnTo>
                    <a:pt x="1115669" y="336943"/>
                  </a:lnTo>
                  <a:close/>
                </a:path>
                <a:path w="6667500" h="784860">
                  <a:moveTo>
                    <a:pt x="6657835" y="779856"/>
                  </a:moveTo>
                  <a:lnTo>
                    <a:pt x="6657835" y="332181"/>
                  </a:lnTo>
                  <a:lnTo>
                    <a:pt x="6662597" y="336943"/>
                  </a:lnTo>
                  <a:lnTo>
                    <a:pt x="6667360" y="336943"/>
                  </a:lnTo>
                  <a:lnTo>
                    <a:pt x="6667360" y="775093"/>
                  </a:lnTo>
                  <a:lnTo>
                    <a:pt x="6662597" y="775093"/>
                  </a:lnTo>
                  <a:lnTo>
                    <a:pt x="6657835" y="779856"/>
                  </a:lnTo>
                  <a:close/>
                </a:path>
                <a:path w="6667500" h="784860">
                  <a:moveTo>
                    <a:pt x="6667360" y="336943"/>
                  </a:moveTo>
                  <a:lnTo>
                    <a:pt x="6662597" y="336943"/>
                  </a:lnTo>
                  <a:lnTo>
                    <a:pt x="6657835" y="332181"/>
                  </a:lnTo>
                  <a:lnTo>
                    <a:pt x="6667360" y="332181"/>
                  </a:lnTo>
                  <a:lnTo>
                    <a:pt x="6667360" y="336943"/>
                  </a:lnTo>
                  <a:close/>
                </a:path>
                <a:path w="6667500" h="784860">
                  <a:moveTo>
                    <a:pt x="9525" y="779856"/>
                  </a:moveTo>
                  <a:lnTo>
                    <a:pt x="4762" y="775093"/>
                  </a:lnTo>
                  <a:lnTo>
                    <a:pt x="9525" y="775093"/>
                  </a:lnTo>
                  <a:lnTo>
                    <a:pt x="9525" y="779856"/>
                  </a:lnTo>
                  <a:close/>
                </a:path>
                <a:path w="6667500" h="784860">
                  <a:moveTo>
                    <a:pt x="6657835" y="779856"/>
                  </a:moveTo>
                  <a:lnTo>
                    <a:pt x="9525" y="779856"/>
                  </a:lnTo>
                  <a:lnTo>
                    <a:pt x="9525" y="775093"/>
                  </a:lnTo>
                  <a:lnTo>
                    <a:pt x="6657835" y="775093"/>
                  </a:lnTo>
                  <a:lnTo>
                    <a:pt x="6657835" y="779856"/>
                  </a:lnTo>
                  <a:close/>
                </a:path>
                <a:path w="6667500" h="784860">
                  <a:moveTo>
                    <a:pt x="6667360" y="779856"/>
                  </a:moveTo>
                  <a:lnTo>
                    <a:pt x="6657835" y="779856"/>
                  </a:lnTo>
                  <a:lnTo>
                    <a:pt x="6662597" y="775093"/>
                  </a:lnTo>
                  <a:lnTo>
                    <a:pt x="6667360" y="775093"/>
                  </a:lnTo>
                  <a:lnTo>
                    <a:pt x="6667360" y="779856"/>
                  </a:lnTo>
                  <a:close/>
                </a:path>
              </a:pathLst>
            </a:custGeom>
            <a:solidFill>
              <a:srgbClr val="0000FF"/>
            </a:solidFill>
          </p:spPr>
          <p:txBody>
            <a:bodyPr wrap="square" lIns="0" tIns="0" rIns="0" bIns="0" rtlCol="0"/>
            <a:lstStyle/>
            <a:p>
              <a:endParaRPr/>
            </a:p>
          </p:txBody>
        </p:sp>
        <p:pic>
          <p:nvPicPr>
            <p:cNvPr id="7" name="object 7"/>
            <p:cNvPicPr/>
            <p:nvPr/>
          </p:nvPicPr>
          <p:blipFill>
            <a:blip r:embed="rId2" cstate="print"/>
            <a:stretch>
              <a:fillRect/>
            </a:stretch>
          </p:blipFill>
          <p:spPr>
            <a:xfrm>
              <a:off x="1600200" y="3744467"/>
              <a:ext cx="3060192" cy="798576"/>
            </a:xfrm>
            <a:prstGeom prst="rect">
              <a:avLst/>
            </a:prstGeom>
          </p:spPr>
        </p:pic>
      </p:grpSp>
      <p:sp>
        <p:nvSpPr>
          <p:cNvPr id="8" name="object 8"/>
          <p:cNvSpPr/>
          <p:nvPr/>
        </p:nvSpPr>
        <p:spPr>
          <a:xfrm>
            <a:off x="8076234" y="5584393"/>
            <a:ext cx="864869" cy="504190"/>
          </a:xfrm>
          <a:custGeom>
            <a:avLst/>
            <a:gdLst/>
            <a:ahLst/>
            <a:cxnLst/>
            <a:rect l="l" t="t" r="r" b="b"/>
            <a:pathLst>
              <a:path w="864870" h="504189">
                <a:moveTo>
                  <a:pt x="864400" y="82550"/>
                </a:moveTo>
                <a:lnTo>
                  <a:pt x="855954" y="49530"/>
                </a:lnTo>
                <a:lnTo>
                  <a:pt x="854430" y="45732"/>
                </a:lnTo>
                <a:lnTo>
                  <a:pt x="853922" y="44450"/>
                </a:lnTo>
                <a:lnTo>
                  <a:pt x="851928" y="41910"/>
                </a:lnTo>
                <a:lnTo>
                  <a:pt x="849668" y="38100"/>
                </a:lnTo>
                <a:lnTo>
                  <a:pt x="847242" y="34290"/>
                </a:lnTo>
                <a:lnTo>
                  <a:pt x="844651" y="31750"/>
                </a:lnTo>
                <a:lnTo>
                  <a:pt x="841908" y="27940"/>
                </a:lnTo>
                <a:lnTo>
                  <a:pt x="839025" y="25400"/>
                </a:lnTo>
                <a:lnTo>
                  <a:pt x="836002" y="21590"/>
                </a:lnTo>
                <a:lnTo>
                  <a:pt x="832840" y="19050"/>
                </a:lnTo>
                <a:lnTo>
                  <a:pt x="829551" y="16510"/>
                </a:lnTo>
                <a:lnTo>
                  <a:pt x="826135" y="13982"/>
                </a:lnTo>
                <a:lnTo>
                  <a:pt x="822591" y="12700"/>
                </a:lnTo>
                <a:lnTo>
                  <a:pt x="818946" y="10160"/>
                </a:lnTo>
                <a:lnTo>
                  <a:pt x="817067" y="8890"/>
                </a:lnTo>
                <a:lnTo>
                  <a:pt x="815187" y="7632"/>
                </a:lnTo>
                <a:lnTo>
                  <a:pt x="811314" y="6350"/>
                </a:lnTo>
                <a:lnTo>
                  <a:pt x="807135" y="5080"/>
                </a:lnTo>
                <a:lnTo>
                  <a:pt x="803300" y="3810"/>
                </a:lnTo>
                <a:lnTo>
                  <a:pt x="790638" y="0"/>
                </a:lnTo>
                <a:lnTo>
                  <a:pt x="74002" y="0"/>
                </a:lnTo>
                <a:lnTo>
                  <a:pt x="41808" y="12700"/>
                </a:lnTo>
                <a:lnTo>
                  <a:pt x="38468" y="13982"/>
                </a:lnTo>
                <a:lnTo>
                  <a:pt x="35039" y="16510"/>
                </a:lnTo>
                <a:lnTo>
                  <a:pt x="31737" y="19050"/>
                </a:lnTo>
                <a:lnTo>
                  <a:pt x="28575" y="21590"/>
                </a:lnTo>
                <a:lnTo>
                  <a:pt x="25374" y="25400"/>
                </a:lnTo>
                <a:lnTo>
                  <a:pt x="19900" y="30480"/>
                </a:lnTo>
                <a:lnTo>
                  <a:pt x="17297" y="34290"/>
                </a:lnTo>
                <a:lnTo>
                  <a:pt x="14859" y="38100"/>
                </a:lnTo>
                <a:lnTo>
                  <a:pt x="12585" y="41910"/>
                </a:lnTo>
                <a:lnTo>
                  <a:pt x="10490" y="44450"/>
                </a:lnTo>
                <a:lnTo>
                  <a:pt x="8547" y="48260"/>
                </a:lnTo>
                <a:lnTo>
                  <a:pt x="6794" y="52082"/>
                </a:lnTo>
                <a:lnTo>
                  <a:pt x="5232" y="57150"/>
                </a:lnTo>
                <a:lnTo>
                  <a:pt x="3848" y="60960"/>
                </a:lnTo>
                <a:lnTo>
                  <a:pt x="2667" y="64782"/>
                </a:lnTo>
                <a:lnTo>
                  <a:pt x="1689" y="68580"/>
                </a:lnTo>
                <a:lnTo>
                  <a:pt x="355" y="77482"/>
                </a:lnTo>
                <a:lnTo>
                  <a:pt x="0" y="82550"/>
                </a:lnTo>
                <a:lnTo>
                  <a:pt x="0" y="421640"/>
                </a:lnTo>
                <a:lnTo>
                  <a:pt x="3784" y="441960"/>
                </a:lnTo>
                <a:lnTo>
                  <a:pt x="5156" y="447040"/>
                </a:lnTo>
                <a:lnTo>
                  <a:pt x="14732" y="464832"/>
                </a:lnTo>
                <a:lnTo>
                  <a:pt x="17170" y="468630"/>
                </a:lnTo>
                <a:lnTo>
                  <a:pt x="19748" y="472440"/>
                </a:lnTo>
                <a:lnTo>
                  <a:pt x="22491" y="474980"/>
                </a:lnTo>
                <a:lnTo>
                  <a:pt x="25374" y="478790"/>
                </a:lnTo>
                <a:lnTo>
                  <a:pt x="45466" y="492760"/>
                </a:lnTo>
                <a:lnTo>
                  <a:pt x="49225" y="495300"/>
                </a:lnTo>
                <a:lnTo>
                  <a:pt x="53086" y="496582"/>
                </a:lnTo>
                <a:lnTo>
                  <a:pt x="57048" y="499110"/>
                </a:lnTo>
                <a:lnTo>
                  <a:pt x="65239" y="501650"/>
                </a:lnTo>
                <a:lnTo>
                  <a:pt x="69469" y="501650"/>
                </a:lnTo>
                <a:lnTo>
                  <a:pt x="73761" y="502932"/>
                </a:lnTo>
                <a:lnTo>
                  <a:pt x="78130" y="502932"/>
                </a:lnTo>
                <a:lnTo>
                  <a:pt x="82562" y="504190"/>
                </a:lnTo>
                <a:lnTo>
                  <a:pt x="781608" y="504190"/>
                </a:lnTo>
                <a:lnTo>
                  <a:pt x="786041" y="502932"/>
                </a:lnTo>
                <a:lnTo>
                  <a:pt x="790409" y="502932"/>
                </a:lnTo>
                <a:lnTo>
                  <a:pt x="794702" y="501650"/>
                </a:lnTo>
                <a:lnTo>
                  <a:pt x="798931" y="501650"/>
                </a:lnTo>
                <a:lnTo>
                  <a:pt x="807135" y="499110"/>
                </a:lnTo>
                <a:lnTo>
                  <a:pt x="811098" y="496582"/>
                </a:lnTo>
                <a:lnTo>
                  <a:pt x="818743" y="494030"/>
                </a:lnTo>
                <a:lnTo>
                  <a:pt x="822401" y="491490"/>
                </a:lnTo>
                <a:lnTo>
                  <a:pt x="841756" y="474980"/>
                </a:lnTo>
                <a:lnTo>
                  <a:pt x="844511" y="472440"/>
                </a:lnTo>
                <a:lnTo>
                  <a:pt x="847102" y="468630"/>
                </a:lnTo>
                <a:lnTo>
                  <a:pt x="849541" y="466090"/>
                </a:lnTo>
                <a:lnTo>
                  <a:pt x="851814" y="462280"/>
                </a:lnTo>
                <a:lnTo>
                  <a:pt x="862965" y="433082"/>
                </a:lnTo>
                <a:lnTo>
                  <a:pt x="863485" y="430530"/>
                </a:lnTo>
                <a:lnTo>
                  <a:pt x="863612" y="429260"/>
                </a:lnTo>
                <a:lnTo>
                  <a:pt x="864044" y="425450"/>
                </a:lnTo>
                <a:lnTo>
                  <a:pt x="864387" y="421640"/>
                </a:lnTo>
                <a:lnTo>
                  <a:pt x="864400" y="82550"/>
                </a:lnTo>
                <a:close/>
              </a:path>
            </a:pathLst>
          </a:custGeom>
          <a:solidFill>
            <a:srgbClr val="0000FF"/>
          </a:solidFill>
        </p:spPr>
        <p:txBody>
          <a:bodyPr wrap="square" lIns="0" tIns="0" rIns="0" bIns="0" rtlCol="0"/>
          <a:lstStyle/>
          <a:p>
            <a:endParaRPr/>
          </a:p>
        </p:txBody>
      </p:sp>
      <p:sp>
        <p:nvSpPr>
          <p:cNvPr id="9" name="object 9"/>
          <p:cNvSpPr txBox="1"/>
          <p:nvPr/>
        </p:nvSpPr>
        <p:spPr>
          <a:xfrm>
            <a:off x="1663839" y="4900295"/>
            <a:ext cx="7162165" cy="1115060"/>
          </a:xfrm>
          <a:prstGeom prst="rect">
            <a:avLst/>
          </a:prstGeom>
        </p:spPr>
        <p:txBody>
          <a:bodyPr vert="horz" wrap="square" lIns="0" tIns="12700" rIns="0" bIns="0" rtlCol="0">
            <a:spAutoFit/>
          </a:bodyPr>
          <a:lstStyle/>
          <a:p>
            <a:pPr marL="12700">
              <a:lnSpc>
                <a:spcPct val="100000"/>
              </a:lnSpc>
              <a:spcBef>
                <a:spcPts val="100"/>
              </a:spcBef>
              <a:tabLst>
                <a:tab pos="4702810" algn="l"/>
              </a:tabLst>
            </a:pPr>
            <a:r>
              <a:rPr sz="2400" dirty="0">
                <a:solidFill>
                  <a:srgbClr val="0000FF"/>
                </a:solidFill>
                <a:latin typeface="Noto Serif CJK JP"/>
                <a:cs typeface="Noto Serif CJK JP"/>
              </a:rPr>
              <a:t>表示满度输出电压值，</a:t>
            </a:r>
            <a:r>
              <a:rPr sz="2400" dirty="0">
                <a:solidFill>
                  <a:srgbClr val="0000FF"/>
                </a:solidFill>
                <a:latin typeface="Times New Roman" panose="02020603050405020304"/>
                <a:cs typeface="Times New Roman" panose="02020603050405020304"/>
              </a:rPr>
              <a:t>FSR</a:t>
            </a:r>
            <a:r>
              <a:rPr sz="2400" spc="-20" dirty="0">
                <a:solidFill>
                  <a:srgbClr val="0000FF"/>
                </a:solidFill>
                <a:latin typeface="Times New Roman" panose="02020603050405020304"/>
                <a:cs typeface="Times New Roman" panose="02020603050405020304"/>
              </a:rPr>
              <a:t> </a:t>
            </a:r>
            <a:r>
              <a:rPr sz="2400" dirty="0">
                <a:solidFill>
                  <a:srgbClr val="0000FF"/>
                </a:solidFill>
                <a:latin typeface="Noto Serif CJK JP"/>
                <a:cs typeface="Noto Serif CJK JP"/>
              </a:rPr>
              <a:t>即</a:t>
            </a:r>
            <a:r>
              <a:rPr sz="2400" spc="-35" dirty="0">
                <a:solidFill>
                  <a:srgbClr val="0000FF"/>
                </a:solidFill>
                <a:latin typeface="Noto Serif CJK JP"/>
                <a:cs typeface="Noto Serif CJK JP"/>
              </a:rPr>
              <a:t> </a:t>
            </a:r>
            <a:r>
              <a:rPr sz="2400" spc="-20" dirty="0">
                <a:solidFill>
                  <a:srgbClr val="0033CC"/>
                </a:solidFill>
                <a:latin typeface="Times New Roman" panose="02020603050405020304"/>
                <a:cs typeface="Times New Roman" panose="02020603050405020304"/>
              </a:rPr>
              <a:t>F</a:t>
            </a:r>
            <a:r>
              <a:rPr sz="2400" spc="-20" dirty="0">
                <a:solidFill>
                  <a:srgbClr val="0000FF"/>
                </a:solidFill>
                <a:latin typeface="Times New Roman" panose="02020603050405020304"/>
                <a:cs typeface="Times New Roman" panose="02020603050405020304"/>
              </a:rPr>
              <a:t>ull</a:t>
            </a:r>
            <a:r>
              <a:rPr sz="2400" dirty="0">
                <a:solidFill>
                  <a:srgbClr val="0000FF"/>
                </a:solidFill>
                <a:latin typeface="Times New Roman" panose="02020603050405020304"/>
                <a:cs typeface="Times New Roman" panose="02020603050405020304"/>
              </a:rPr>
              <a:t>	</a:t>
            </a:r>
            <a:r>
              <a:rPr sz="2400" dirty="0">
                <a:solidFill>
                  <a:srgbClr val="0033CC"/>
                </a:solidFill>
                <a:latin typeface="Times New Roman" panose="02020603050405020304"/>
                <a:cs typeface="Times New Roman" panose="02020603050405020304"/>
              </a:rPr>
              <a:t>S</a:t>
            </a:r>
            <a:r>
              <a:rPr sz="2400" dirty="0">
                <a:solidFill>
                  <a:srgbClr val="0000FF"/>
                </a:solidFill>
                <a:latin typeface="Times New Roman" panose="02020603050405020304"/>
                <a:cs typeface="Times New Roman" panose="02020603050405020304"/>
              </a:rPr>
              <a:t>cale</a:t>
            </a:r>
            <a:r>
              <a:rPr sz="2400" spc="-35" dirty="0">
                <a:solidFill>
                  <a:srgbClr val="0000FF"/>
                </a:solidFill>
                <a:latin typeface="Times New Roman" panose="02020603050405020304"/>
                <a:cs typeface="Times New Roman" panose="02020603050405020304"/>
              </a:rPr>
              <a:t> </a:t>
            </a:r>
            <a:r>
              <a:rPr sz="2400" spc="-10" dirty="0">
                <a:solidFill>
                  <a:srgbClr val="0033CC"/>
                </a:solidFill>
                <a:latin typeface="Times New Roman" panose="02020603050405020304"/>
                <a:cs typeface="Times New Roman" panose="02020603050405020304"/>
              </a:rPr>
              <a:t>R</a:t>
            </a:r>
            <a:r>
              <a:rPr sz="2400" spc="-10" dirty="0">
                <a:solidFill>
                  <a:srgbClr val="0000FF"/>
                </a:solidFill>
                <a:latin typeface="Times New Roman" panose="02020603050405020304"/>
                <a:cs typeface="Times New Roman" panose="02020603050405020304"/>
              </a:rPr>
              <a:t>ange</a:t>
            </a:r>
            <a:endParaRPr sz="2400">
              <a:latin typeface="Times New Roman" panose="02020603050405020304"/>
              <a:cs typeface="Times New Roman" panose="02020603050405020304"/>
            </a:endParaRPr>
          </a:p>
          <a:p>
            <a:pPr>
              <a:lnSpc>
                <a:spcPct val="100000"/>
              </a:lnSpc>
              <a:spcBef>
                <a:spcPts val="55"/>
              </a:spcBef>
            </a:pPr>
            <a:endParaRPr sz="2400">
              <a:latin typeface="Times New Roman" panose="02020603050405020304"/>
              <a:cs typeface="Times New Roman" panose="02020603050405020304"/>
            </a:endParaRPr>
          </a:p>
          <a:p>
            <a:pPr marR="5080" algn="r">
              <a:lnSpc>
                <a:spcPct val="100000"/>
              </a:lnSpc>
              <a:spcBef>
                <a:spcPts val="5"/>
              </a:spcBef>
            </a:pPr>
            <a:r>
              <a:rPr sz="2400" spc="-25" dirty="0">
                <a:solidFill>
                  <a:srgbClr val="FFFFFF"/>
                </a:solidFill>
                <a:latin typeface="Noto Serif CJK JP"/>
                <a:cs typeface="Noto Serif CJK JP"/>
              </a:rPr>
              <a:t>图示</a:t>
            </a:r>
            <a:endParaRPr sz="2400">
              <a:latin typeface="Noto Serif CJK JP"/>
              <a:cs typeface="Noto Serif CJK JP"/>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22</a:t>
            </a:fld>
            <a:endParaRPr spc="-25" dirty="0"/>
          </a:p>
        </p:txBody>
      </p:sp>
      <p:sp>
        <p:nvSpPr>
          <p:cNvPr id="11" name="文本框 10">
            <a:extLst>
              <a:ext uri="{FF2B5EF4-FFF2-40B4-BE49-F238E27FC236}">
                <a16:creationId xmlns:a16="http://schemas.microsoft.com/office/drawing/2014/main" id="{063C24C8-EBB3-432A-9CE7-91994F6BD80F}"/>
              </a:ext>
            </a:extLst>
          </p:cNvPr>
          <p:cNvSpPr txBox="1"/>
          <p:nvPr/>
        </p:nvSpPr>
        <p:spPr>
          <a:xfrm>
            <a:off x="6781800" y="528028"/>
            <a:ext cx="2438400" cy="523220"/>
          </a:xfrm>
          <a:prstGeom prst="rect">
            <a:avLst/>
          </a:prstGeom>
          <a:noFill/>
        </p:spPr>
        <p:txBody>
          <a:bodyPr wrap="square" rtlCol="0">
            <a:spAutoFit/>
          </a:bodyPr>
          <a:lstStyle/>
          <a:p>
            <a:r>
              <a:rPr lang="zh-CN" altLang="en-US" sz="2800" b="1" dirty="0">
                <a:solidFill>
                  <a:srgbClr val="FF0000"/>
                </a:solidFill>
              </a:rPr>
              <a:t>技术指标要问</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870238" y="5187998"/>
            <a:ext cx="882908" cy="882908"/>
          </a:xfrm>
          <a:prstGeom prst="rect">
            <a:avLst/>
          </a:prstGeom>
        </p:spPr>
      </p:pic>
      <p:sp>
        <p:nvSpPr>
          <p:cNvPr id="3" name="object 3"/>
          <p:cNvSpPr/>
          <p:nvPr/>
        </p:nvSpPr>
        <p:spPr>
          <a:xfrm>
            <a:off x="1467611" y="1495044"/>
            <a:ext cx="6042660" cy="3868420"/>
          </a:xfrm>
          <a:custGeom>
            <a:avLst/>
            <a:gdLst/>
            <a:ahLst/>
            <a:cxnLst/>
            <a:rect l="l" t="t" r="r" b="b"/>
            <a:pathLst>
              <a:path w="6042659" h="3868420">
                <a:moveTo>
                  <a:pt x="6042660" y="3867911"/>
                </a:moveTo>
                <a:lnTo>
                  <a:pt x="0" y="3867911"/>
                </a:lnTo>
                <a:lnTo>
                  <a:pt x="0" y="0"/>
                </a:lnTo>
                <a:lnTo>
                  <a:pt x="6042660" y="0"/>
                </a:lnTo>
                <a:lnTo>
                  <a:pt x="6042660" y="3867911"/>
                </a:lnTo>
                <a:close/>
              </a:path>
            </a:pathLst>
          </a:custGeom>
          <a:solidFill>
            <a:srgbClr val="F8F8F8"/>
          </a:solidFill>
        </p:spPr>
        <p:txBody>
          <a:bodyPr wrap="square" lIns="0" tIns="0" rIns="0" bIns="0" rtlCol="0"/>
          <a:lstStyle/>
          <a:p>
            <a:endParaRPr/>
          </a:p>
        </p:txBody>
      </p:sp>
      <p:sp>
        <p:nvSpPr>
          <p:cNvPr id="4" name="object 4"/>
          <p:cNvSpPr txBox="1"/>
          <p:nvPr/>
        </p:nvSpPr>
        <p:spPr>
          <a:xfrm>
            <a:off x="2151760" y="1997824"/>
            <a:ext cx="180340" cy="2795270"/>
          </a:xfrm>
          <a:prstGeom prst="rect">
            <a:avLst/>
          </a:prstGeom>
        </p:spPr>
        <p:txBody>
          <a:bodyPr vert="horz" wrap="square" lIns="0" tIns="17145" rIns="0" bIns="0" rtlCol="0">
            <a:spAutoFit/>
          </a:bodyPr>
          <a:lstStyle/>
          <a:p>
            <a:pPr marL="12700">
              <a:lnSpc>
                <a:spcPts val="2760"/>
              </a:lnSpc>
              <a:spcBef>
                <a:spcPts val="135"/>
              </a:spcBef>
            </a:pPr>
            <a:r>
              <a:rPr sz="2400" spc="-50" dirty="0">
                <a:latin typeface="Times New Roman" panose="02020603050405020304"/>
                <a:cs typeface="Times New Roman" panose="02020603050405020304"/>
              </a:rPr>
              <a:t>7</a:t>
            </a:r>
            <a:endParaRPr sz="2400">
              <a:latin typeface="Times New Roman" panose="02020603050405020304"/>
              <a:cs typeface="Times New Roman" panose="02020603050405020304"/>
            </a:endParaRPr>
          </a:p>
          <a:p>
            <a:pPr marL="12700">
              <a:lnSpc>
                <a:spcPts val="2740"/>
              </a:lnSpc>
            </a:pPr>
            <a:r>
              <a:rPr sz="2400" spc="-50" dirty="0">
                <a:latin typeface="Times New Roman" panose="02020603050405020304"/>
                <a:cs typeface="Times New Roman" panose="02020603050405020304"/>
              </a:rPr>
              <a:t>6</a:t>
            </a:r>
            <a:endParaRPr sz="2400">
              <a:latin typeface="Times New Roman" panose="02020603050405020304"/>
              <a:cs typeface="Times New Roman" panose="02020603050405020304"/>
            </a:endParaRPr>
          </a:p>
          <a:p>
            <a:pPr marL="12700">
              <a:lnSpc>
                <a:spcPts val="2740"/>
              </a:lnSpc>
            </a:pPr>
            <a:r>
              <a:rPr sz="2400" spc="-50" dirty="0">
                <a:latin typeface="Times New Roman" panose="02020603050405020304"/>
                <a:cs typeface="Times New Roman" panose="02020603050405020304"/>
              </a:rPr>
              <a:t>5</a:t>
            </a:r>
            <a:endParaRPr sz="2400">
              <a:latin typeface="Times New Roman" panose="02020603050405020304"/>
              <a:cs typeface="Times New Roman" panose="02020603050405020304"/>
            </a:endParaRPr>
          </a:p>
          <a:p>
            <a:pPr marL="12700">
              <a:lnSpc>
                <a:spcPts val="2640"/>
              </a:lnSpc>
            </a:pPr>
            <a:r>
              <a:rPr sz="2400" spc="-50" dirty="0">
                <a:latin typeface="Times New Roman" panose="02020603050405020304"/>
                <a:cs typeface="Times New Roman" panose="02020603050405020304"/>
              </a:rPr>
              <a:t>4</a:t>
            </a:r>
            <a:endParaRPr sz="2400">
              <a:latin typeface="Times New Roman" panose="02020603050405020304"/>
              <a:cs typeface="Times New Roman" panose="02020603050405020304"/>
            </a:endParaRPr>
          </a:p>
          <a:p>
            <a:pPr marL="12700">
              <a:lnSpc>
                <a:spcPts val="2740"/>
              </a:lnSpc>
            </a:pPr>
            <a:r>
              <a:rPr sz="2400" spc="-50" dirty="0">
                <a:latin typeface="Times New Roman" panose="02020603050405020304"/>
                <a:cs typeface="Times New Roman" panose="02020603050405020304"/>
              </a:rPr>
              <a:t>3</a:t>
            </a:r>
            <a:endParaRPr sz="2400">
              <a:latin typeface="Times New Roman" panose="02020603050405020304"/>
              <a:cs typeface="Times New Roman" panose="02020603050405020304"/>
            </a:endParaRPr>
          </a:p>
          <a:p>
            <a:pPr marL="12700">
              <a:lnSpc>
                <a:spcPts val="2740"/>
              </a:lnSpc>
            </a:pPr>
            <a:r>
              <a:rPr sz="2400" spc="-50" dirty="0">
                <a:latin typeface="Times New Roman" panose="02020603050405020304"/>
                <a:cs typeface="Times New Roman" panose="02020603050405020304"/>
              </a:rPr>
              <a:t>2</a:t>
            </a:r>
            <a:endParaRPr sz="2400">
              <a:latin typeface="Times New Roman" panose="02020603050405020304"/>
              <a:cs typeface="Times New Roman" panose="02020603050405020304"/>
            </a:endParaRPr>
          </a:p>
          <a:p>
            <a:pPr marL="12700">
              <a:lnSpc>
                <a:spcPts val="2640"/>
              </a:lnSpc>
            </a:pPr>
            <a:r>
              <a:rPr sz="2400" spc="-50" dirty="0">
                <a:latin typeface="Times New Roman" panose="02020603050405020304"/>
                <a:cs typeface="Times New Roman" panose="02020603050405020304"/>
              </a:rPr>
              <a:t>1</a:t>
            </a:r>
            <a:endParaRPr sz="2400">
              <a:latin typeface="Times New Roman" panose="02020603050405020304"/>
              <a:cs typeface="Times New Roman" panose="02020603050405020304"/>
            </a:endParaRPr>
          </a:p>
          <a:p>
            <a:pPr marL="12700">
              <a:lnSpc>
                <a:spcPts val="2760"/>
              </a:lnSpc>
            </a:pPr>
            <a:r>
              <a:rPr sz="2400" spc="-50" dirty="0">
                <a:latin typeface="Times New Roman" panose="02020603050405020304"/>
                <a:cs typeface="Times New Roman" panose="02020603050405020304"/>
              </a:rPr>
              <a:t>0</a:t>
            </a:r>
            <a:endParaRPr sz="2400">
              <a:latin typeface="Times New Roman" panose="02020603050405020304"/>
              <a:cs typeface="Times New Roman" panose="02020603050405020304"/>
            </a:endParaRPr>
          </a:p>
        </p:txBody>
      </p:sp>
      <p:sp>
        <p:nvSpPr>
          <p:cNvPr id="5" name="object 5"/>
          <p:cNvSpPr txBox="1"/>
          <p:nvPr/>
        </p:nvSpPr>
        <p:spPr>
          <a:xfrm>
            <a:off x="2500134" y="4705718"/>
            <a:ext cx="4500880" cy="459105"/>
          </a:xfrm>
          <a:prstGeom prst="rect">
            <a:avLst/>
          </a:prstGeom>
        </p:spPr>
        <p:txBody>
          <a:bodyPr vert="horz" wrap="square" lIns="0" tIns="11430" rIns="0" bIns="0" rtlCol="0">
            <a:spAutoFit/>
          </a:bodyPr>
          <a:lstStyle/>
          <a:p>
            <a:pPr>
              <a:lnSpc>
                <a:spcPct val="100000"/>
              </a:lnSpc>
              <a:spcBef>
                <a:spcPts val="90"/>
              </a:spcBef>
            </a:pPr>
            <a:r>
              <a:rPr sz="2850" spc="-195" dirty="0">
                <a:latin typeface="Times New Roman" panose="02020603050405020304"/>
                <a:cs typeface="Times New Roman" panose="02020603050405020304"/>
              </a:rPr>
              <a:t>000</a:t>
            </a:r>
            <a:r>
              <a:rPr sz="2850" spc="5" dirty="0">
                <a:latin typeface="Times New Roman" panose="02020603050405020304"/>
                <a:cs typeface="Times New Roman" panose="02020603050405020304"/>
              </a:rPr>
              <a:t> </a:t>
            </a:r>
            <a:r>
              <a:rPr sz="2850" spc="-195" dirty="0">
                <a:latin typeface="Times New Roman" panose="02020603050405020304"/>
                <a:cs typeface="Times New Roman" panose="02020603050405020304"/>
              </a:rPr>
              <a:t>001</a:t>
            </a:r>
            <a:r>
              <a:rPr sz="2850" spc="20" dirty="0">
                <a:latin typeface="Times New Roman" panose="02020603050405020304"/>
                <a:cs typeface="Times New Roman" panose="02020603050405020304"/>
              </a:rPr>
              <a:t> </a:t>
            </a:r>
            <a:r>
              <a:rPr sz="2850" spc="-100" dirty="0">
                <a:latin typeface="Times New Roman" panose="02020603050405020304"/>
                <a:cs typeface="Times New Roman" panose="02020603050405020304"/>
              </a:rPr>
              <a:t>010</a:t>
            </a:r>
            <a:r>
              <a:rPr sz="2850" spc="-80" dirty="0">
                <a:latin typeface="Times New Roman" panose="02020603050405020304"/>
                <a:cs typeface="Times New Roman" panose="02020603050405020304"/>
              </a:rPr>
              <a:t> </a:t>
            </a:r>
            <a:r>
              <a:rPr sz="2850" spc="-195" dirty="0">
                <a:latin typeface="Times New Roman" panose="02020603050405020304"/>
                <a:cs typeface="Times New Roman" panose="02020603050405020304"/>
              </a:rPr>
              <a:t>011</a:t>
            </a:r>
            <a:r>
              <a:rPr sz="2850" spc="20" dirty="0">
                <a:latin typeface="Times New Roman" panose="02020603050405020304"/>
                <a:cs typeface="Times New Roman" panose="02020603050405020304"/>
              </a:rPr>
              <a:t> </a:t>
            </a:r>
            <a:r>
              <a:rPr sz="2850" spc="-195" dirty="0">
                <a:latin typeface="Times New Roman" panose="02020603050405020304"/>
                <a:cs typeface="Times New Roman" panose="02020603050405020304"/>
              </a:rPr>
              <a:t>100</a:t>
            </a:r>
            <a:r>
              <a:rPr sz="2850" spc="15" dirty="0">
                <a:latin typeface="Times New Roman" panose="02020603050405020304"/>
                <a:cs typeface="Times New Roman" panose="02020603050405020304"/>
              </a:rPr>
              <a:t> </a:t>
            </a:r>
            <a:r>
              <a:rPr sz="2850" spc="-100" dirty="0">
                <a:latin typeface="Times New Roman" panose="02020603050405020304"/>
                <a:cs typeface="Times New Roman" panose="02020603050405020304"/>
              </a:rPr>
              <a:t>101</a:t>
            </a:r>
            <a:r>
              <a:rPr sz="2850" spc="-25" dirty="0">
                <a:latin typeface="Times New Roman" panose="02020603050405020304"/>
                <a:cs typeface="Times New Roman" panose="02020603050405020304"/>
              </a:rPr>
              <a:t> </a:t>
            </a:r>
            <a:r>
              <a:rPr sz="2850" spc="-195" dirty="0">
                <a:latin typeface="Times New Roman" panose="02020603050405020304"/>
                <a:cs typeface="Times New Roman" panose="02020603050405020304"/>
              </a:rPr>
              <a:t>110</a:t>
            </a:r>
            <a:r>
              <a:rPr sz="2850" spc="20" dirty="0">
                <a:latin typeface="Times New Roman" panose="02020603050405020304"/>
                <a:cs typeface="Times New Roman" panose="02020603050405020304"/>
              </a:rPr>
              <a:t> </a:t>
            </a:r>
            <a:r>
              <a:rPr sz="2850" spc="-95" dirty="0">
                <a:latin typeface="Times New Roman" panose="02020603050405020304"/>
                <a:cs typeface="Times New Roman" panose="02020603050405020304"/>
              </a:rPr>
              <a:t>111</a:t>
            </a:r>
            <a:endParaRPr sz="2850">
              <a:latin typeface="Times New Roman" panose="02020603050405020304"/>
              <a:cs typeface="Times New Roman" panose="02020603050405020304"/>
            </a:endParaRPr>
          </a:p>
        </p:txBody>
      </p:sp>
      <p:grpSp>
        <p:nvGrpSpPr>
          <p:cNvPr id="6" name="object 6"/>
          <p:cNvGrpSpPr/>
          <p:nvPr/>
        </p:nvGrpSpPr>
        <p:grpSpPr>
          <a:xfrm>
            <a:off x="2422677" y="1597952"/>
            <a:ext cx="4958080" cy="3068955"/>
            <a:chOff x="2422677" y="1597952"/>
            <a:chExt cx="4958080" cy="3068955"/>
          </a:xfrm>
        </p:grpSpPr>
        <p:sp>
          <p:nvSpPr>
            <p:cNvPr id="7" name="object 7"/>
            <p:cNvSpPr/>
            <p:nvPr/>
          </p:nvSpPr>
          <p:spPr>
            <a:xfrm>
              <a:off x="2500134" y="1726895"/>
              <a:ext cx="4751705" cy="2837180"/>
            </a:xfrm>
            <a:custGeom>
              <a:avLst/>
              <a:gdLst/>
              <a:ahLst/>
              <a:cxnLst/>
              <a:rect l="l" t="t" r="r" b="b"/>
              <a:pathLst>
                <a:path w="4751705" h="2837179">
                  <a:moveTo>
                    <a:pt x="0" y="0"/>
                  </a:moveTo>
                  <a:lnTo>
                    <a:pt x="0" y="2836837"/>
                  </a:lnTo>
                  <a:lnTo>
                    <a:pt x="4751158" y="2836837"/>
                  </a:lnTo>
                </a:path>
              </a:pathLst>
            </a:custGeom>
            <a:ln w="25806">
              <a:solidFill>
                <a:srgbClr val="000000"/>
              </a:solidFill>
            </a:ln>
          </p:spPr>
          <p:txBody>
            <a:bodyPr wrap="square" lIns="0" tIns="0" rIns="0" bIns="0" rtlCol="0"/>
            <a:lstStyle/>
            <a:p>
              <a:endParaRPr/>
            </a:p>
          </p:txBody>
        </p:sp>
        <p:sp>
          <p:nvSpPr>
            <p:cNvPr id="8" name="object 8"/>
            <p:cNvSpPr/>
            <p:nvPr/>
          </p:nvSpPr>
          <p:spPr>
            <a:xfrm>
              <a:off x="2422677" y="1597951"/>
              <a:ext cx="4958080" cy="3068955"/>
            </a:xfrm>
            <a:custGeom>
              <a:avLst/>
              <a:gdLst/>
              <a:ahLst/>
              <a:cxnLst/>
              <a:rect l="l" t="t" r="r" b="b"/>
              <a:pathLst>
                <a:path w="4958080" h="3068954">
                  <a:moveTo>
                    <a:pt x="180746" y="2630525"/>
                  </a:moveTo>
                  <a:lnTo>
                    <a:pt x="77457" y="2630525"/>
                  </a:lnTo>
                  <a:lnTo>
                    <a:pt x="77457" y="2656306"/>
                  </a:lnTo>
                  <a:lnTo>
                    <a:pt x="180746" y="2656306"/>
                  </a:lnTo>
                  <a:lnTo>
                    <a:pt x="180746" y="2630525"/>
                  </a:lnTo>
                  <a:close/>
                </a:path>
                <a:path w="4958080" h="3068954">
                  <a:moveTo>
                    <a:pt x="180746" y="2295258"/>
                  </a:moveTo>
                  <a:lnTo>
                    <a:pt x="77457" y="2295258"/>
                  </a:lnTo>
                  <a:lnTo>
                    <a:pt x="77457" y="2321052"/>
                  </a:lnTo>
                  <a:lnTo>
                    <a:pt x="180746" y="2321052"/>
                  </a:lnTo>
                  <a:lnTo>
                    <a:pt x="180746" y="2295258"/>
                  </a:lnTo>
                  <a:close/>
                </a:path>
                <a:path w="4958080" h="3068954">
                  <a:moveTo>
                    <a:pt x="180746" y="1934210"/>
                  </a:moveTo>
                  <a:lnTo>
                    <a:pt x="77457" y="1934210"/>
                  </a:lnTo>
                  <a:lnTo>
                    <a:pt x="77457" y="1959991"/>
                  </a:lnTo>
                  <a:lnTo>
                    <a:pt x="180746" y="1959991"/>
                  </a:lnTo>
                  <a:lnTo>
                    <a:pt x="180746" y="1934210"/>
                  </a:lnTo>
                  <a:close/>
                </a:path>
                <a:path w="4958080" h="3068954">
                  <a:moveTo>
                    <a:pt x="180746" y="1624736"/>
                  </a:moveTo>
                  <a:lnTo>
                    <a:pt x="77457" y="1624736"/>
                  </a:lnTo>
                  <a:lnTo>
                    <a:pt x="77457" y="1650517"/>
                  </a:lnTo>
                  <a:lnTo>
                    <a:pt x="180746" y="1650517"/>
                  </a:lnTo>
                  <a:lnTo>
                    <a:pt x="180746" y="1624736"/>
                  </a:lnTo>
                  <a:close/>
                </a:path>
                <a:path w="4958080" h="3068954">
                  <a:moveTo>
                    <a:pt x="180746" y="1263675"/>
                  </a:moveTo>
                  <a:lnTo>
                    <a:pt x="77457" y="1263675"/>
                  </a:lnTo>
                  <a:lnTo>
                    <a:pt x="77457" y="1289469"/>
                  </a:lnTo>
                  <a:lnTo>
                    <a:pt x="180746" y="1289469"/>
                  </a:lnTo>
                  <a:lnTo>
                    <a:pt x="180746" y="1263675"/>
                  </a:lnTo>
                  <a:close/>
                </a:path>
                <a:path w="4958080" h="3068954">
                  <a:moveTo>
                    <a:pt x="180746" y="257886"/>
                  </a:moveTo>
                  <a:lnTo>
                    <a:pt x="77457" y="0"/>
                  </a:lnTo>
                  <a:lnTo>
                    <a:pt x="0" y="257886"/>
                  </a:lnTo>
                  <a:lnTo>
                    <a:pt x="77457" y="180517"/>
                  </a:lnTo>
                  <a:lnTo>
                    <a:pt x="180746" y="257886"/>
                  </a:lnTo>
                  <a:close/>
                </a:path>
                <a:path w="4958080" h="3068954">
                  <a:moveTo>
                    <a:pt x="361505" y="2630525"/>
                  </a:moveTo>
                  <a:lnTo>
                    <a:pt x="258216" y="2630525"/>
                  </a:lnTo>
                  <a:lnTo>
                    <a:pt x="232397" y="2630525"/>
                  </a:lnTo>
                  <a:lnTo>
                    <a:pt x="258216" y="2656306"/>
                  </a:lnTo>
                  <a:lnTo>
                    <a:pt x="361505" y="2656306"/>
                  </a:lnTo>
                  <a:lnTo>
                    <a:pt x="361505" y="2630525"/>
                  </a:lnTo>
                  <a:close/>
                </a:path>
                <a:path w="4958080" h="3068954">
                  <a:moveTo>
                    <a:pt x="361505" y="2295258"/>
                  </a:moveTo>
                  <a:lnTo>
                    <a:pt x="258216" y="2295258"/>
                  </a:lnTo>
                  <a:lnTo>
                    <a:pt x="232397" y="2295258"/>
                  </a:lnTo>
                  <a:lnTo>
                    <a:pt x="258216" y="2321052"/>
                  </a:lnTo>
                  <a:lnTo>
                    <a:pt x="361505" y="2321052"/>
                  </a:lnTo>
                  <a:lnTo>
                    <a:pt x="361505" y="2295258"/>
                  </a:lnTo>
                  <a:close/>
                </a:path>
                <a:path w="4958080" h="3068954">
                  <a:moveTo>
                    <a:pt x="361505" y="1934210"/>
                  </a:moveTo>
                  <a:lnTo>
                    <a:pt x="258216" y="1934210"/>
                  </a:lnTo>
                  <a:lnTo>
                    <a:pt x="232397" y="1934210"/>
                  </a:lnTo>
                  <a:lnTo>
                    <a:pt x="258216" y="1959991"/>
                  </a:lnTo>
                  <a:lnTo>
                    <a:pt x="361505" y="1959991"/>
                  </a:lnTo>
                  <a:lnTo>
                    <a:pt x="361505" y="1934210"/>
                  </a:lnTo>
                  <a:close/>
                </a:path>
                <a:path w="4958080" h="3068954">
                  <a:moveTo>
                    <a:pt x="361505" y="1624736"/>
                  </a:moveTo>
                  <a:lnTo>
                    <a:pt x="258216" y="1624736"/>
                  </a:lnTo>
                  <a:lnTo>
                    <a:pt x="232397" y="1624736"/>
                  </a:lnTo>
                  <a:lnTo>
                    <a:pt x="258216" y="1650517"/>
                  </a:lnTo>
                  <a:lnTo>
                    <a:pt x="361505" y="1650517"/>
                  </a:lnTo>
                  <a:lnTo>
                    <a:pt x="361505" y="1624736"/>
                  </a:lnTo>
                  <a:close/>
                </a:path>
                <a:path w="4958080" h="3068954">
                  <a:moveTo>
                    <a:pt x="361505" y="1263675"/>
                  </a:moveTo>
                  <a:lnTo>
                    <a:pt x="258216" y="1263675"/>
                  </a:lnTo>
                  <a:lnTo>
                    <a:pt x="232397" y="1263675"/>
                  </a:lnTo>
                  <a:lnTo>
                    <a:pt x="258216" y="1289469"/>
                  </a:lnTo>
                  <a:lnTo>
                    <a:pt x="361505" y="1289469"/>
                  </a:lnTo>
                  <a:lnTo>
                    <a:pt x="361505" y="1263675"/>
                  </a:lnTo>
                  <a:close/>
                </a:path>
                <a:path w="4958080" h="3068954">
                  <a:moveTo>
                    <a:pt x="542251" y="2630525"/>
                  </a:moveTo>
                  <a:lnTo>
                    <a:pt x="438962" y="2630525"/>
                  </a:lnTo>
                  <a:lnTo>
                    <a:pt x="413143" y="2630525"/>
                  </a:lnTo>
                  <a:lnTo>
                    <a:pt x="438962" y="2656306"/>
                  </a:lnTo>
                  <a:lnTo>
                    <a:pt x="542251" y="2656306"/>
                  </a:lnTo>
                  <a:lnTo>
                    <a:pt x="542251" y="2630525"/>
                  </a:lnTo>
                  <a:close/>
                </a:path>
                <a:path w="4958080" h="3068954">
                  <a:moveTo>
                    <a:pt x="542251" y="2295258"/>
                  </a:moveTo>
                  <a:lnTo>
                    <a:pt x="438962" y="2295258"/>
                  </a:lnTo>
                  <a:lnTo>
                    <a:pt x="413143" y="2295258"/>
                  </a:lnTo>
                  <a:lnTo>
                    <a:pt x="438962" y="2321052"/>
                  </a:lnTo>
                  <a:lnTo>
                    <a:pt x="542251" y="2321052"/>
                  </a:lnTo>
                  <a:lnTo>
                    <a:pt x="542251" y="2295258"/>
                  </a:lnTo>
                  <a:close/>
                </a:path>
                <a:path w="4958080" h="3068954">
                  <a:moveTo>
                    <a:pt x="542251" y="1934210"/>
                  </a:moveTo>
                  <a:lnTo>
                    <a:pt x="438962" y="1934210"/>
                  </a:lnTo>
                  <a:lnTo>
                    <a:pt x="413143" y="1934210"/>
                  </a:lnTo>
                  <a:lnTo>
                    <a:pt x="438962" y="1959991"/>
                  </a:lnTo>
                  <a:lnTo>
                    <a:pt x="542251" y="1959991"/>
                  </a:lnTo>
                  <a:lnTo>
                    <a:pt x="542251" y="1934210"/>
                  </a:lnTo>
                  <a:close/>
                </a:path>
                <a:path w="4958080" h="3068954">
                  <a:moveTo>
                    <a:pt x="542251" y="1624736"/>
                  </a:moveTo>
                  <a:lnTo>
                    <a:pt x="438962" y="1624736"/>
                  </a:lnTo>
                  <a:lnTo>
                    <a:pt x="413143" y="1624736"/>
                  </a:lnTo>
                  <a:lnTo>
                    <a:pt x="438962" y="1650517"/>
                  </a:lnTo>
                  <a:lnTo>
                    <a:pt x="542251" y="1650517"/>
                  </a:lnTo>
                  <a:lnTo>
                    <a:pt x="542251" y="1624736"/>
                  </a:lnTo>
                  <a:close/>
                </a:path>
                <a:path w="4958080" h="3068954">
                  <a:moveTo>
                    <a:pt x="542251" y="1263675"/>
                  </a:moveTo>
                  <a:lnTo>
                    <a:pt x="438962" y="1263675"/>
                  </a:lnTo>
                  <a:lnTo>
                    <a:pt x="413143" y="1263675"/>
                  </a:lnTo>
                  <a:lnTo>
                    <a:pt x="438962" y="1289469"/>
                  </a:lnTo>
                  <a:lnTo>
                    <a:pt x="542251" y="1289469"/>
                  </a:lnTo>
                  <a:lnTo>
                    <a:pt x="542251" y="1263675"/>
                  </a:lnTo>
                  <a:close/>
                </a:path>
                <a:path w="4958080" h="3068954">
                  <a:moveTo>
                    <a:pt x="722998" y="2914205"/>
                  </a:moveTo>
                  <a:lnTo>
                    <a:pt x="697179" y="2888411"/>
                  </a:lnTo>
                  <a:lnTo>
                    <a:pt x="697179" y="2939999"/>
                  </a:lnTo>
                  <a:lnTo>
                    <a:pt x="722998" y="2939999"/>
                  </a:lnTo>
                  <a:lnTo>
                    <a:pt x="722998" y="2914205"/>
                  </a:lnTo>
                  <a:close/>
                </a:path>
                <a:path w="4958080" h="3068954">
                  <a:moveTo>
                    <a:pt x="722998" y="2733675"/>
                  </a:moveTo>
                  <a:lnTo>
                    <a:pt x="697179" y="2707894"/>
                  </a:lnTo>
                  <a:lnTo>
                    <a:pt x="697179" y="2836837"/>
                  </a:lnTo>
                  <a:lnTo>
                    <a:pt x="722998" y="2836837"/>
                  </a:lnTo>
                  <a:lnTo>
                    <a:pt x="722998" y="2733675"/>
                  </a:lnTo>
                  <a:close/>
                </a:path>
                <a:path w="4958080" h="3068954">
                  <a:moveTo>
                    <a:pt x="722998" y="2630525"/>
                  </a:moveTo>
                  <a:lnTo>
                    <a:pt x="697179" y="2630525"/>
                  </a:lnTo>
                  <a:lnTo>
                    <a:pt x="593890" y="2630525"/>
                  </a:lnTo>
                  <a:lnTo>
                    <a:pt x="619709" y="2656306"/>
                  </a:lnTo>
                  <a:lnTo>
                    <a:pt x="697179" y="2656306"/>
                  </a:lnTo>
                  <a:lnTo>
                    <a:pt x="722998" y="2656306"/>
                  </a:lnTo>
                  <a:lnTo>
                    <a:pt x="722998" y="2630525"/>
                  </a:lnTo>
                  <a:close/>
                </a:path>
                <a:path w="4958080" h="3068954">
                  <a:moveTo>
                    <a:pt x="722998" y="2295258"/>
                  </a:moveTo>
                  <a:lnTo>
                    <a:pt x="619709" y="2295258"/>
                  </a:lnTo>
                  <a:lnTo>
                    <a:pt x="593890" y="2295258"/>
                  </a:lnTo>
                  <a:lnTo>
                    <a:pt x="619709" y="2321052"/>
                  </a:lnTo>
                  <a:lnTo>
                    <a:pt x="722998" y="2321052"/>
                  </a:lnTo>
                  <a:lnTo>
                    <a:pt x="722998" y="2295258"/>
                  </a:lnTo>
                  <a:close/>
                </a:path>
                <a:path w="4958080" h="3068954">
                  <a:moveTo>
                    <a:pt x="722998" y="1934210"/>
                  </a:moveTo>
                  <a:lnTo>
                    <a:pt x="619709" y="1934210"/>
                  </a:lnTo>
                  <a:lnTo>
                    <a:pt x="593890" y="1934210"/>
                  </a:lnTo>
                  <a:lnTo>
                    <a:pt x="619709" y="1959991"/>
                  </a:lnTo>
                  <a:lnTo>
                    <a:pt x="722998" y="1959991"/>
                  </a:lnTo>
                  <a:lnTo>
                    <a:pt x="722998" y="1934210"/>
                  </a:lnTo>
                  <a:close/>
                </a:path>
                <a:path w="4958080" h="3068954">
                  <a:moveTo>
                    <a:pt x="722998" y="1624736"/>
                  </a:moveTo>
                  <a:lnTo>
                    <a:pt x="619709" y="1624736"/>
                  </a:lnTo>
                  <a:lnTo>
                    <a:pt x="593890" y="1624736"/>
                  </a:lnTo>
                  <a:lnTo>
                    <a:pt x="619709" y="1650517"/>
                  </a:lnTo>
                  <a:lnTo>
                    <a:pt x="722998" y="1650517"/>
                  </a:lnTo>
                  <a:lnTo>
                    <a:pt x="722998" y="1624736"/>
                  </a:lnTo>
                  <a:close/>
                </a:path>
                <a:path w="4958080" h="3068954">
                  <a:moveTo>
                    <a:pt x="722998" y="1263675"/>
                  </a:moveTo>
                  <a:lnTo>
                    <a:pt x="619709" y="1263675"/>
                  </a:lnTo>
                  <a:lnTo>
                    <a:pt x="593890" y="1263675"/>
                  </a:lnTo>
                  <a:lnTo>
                    <a:pt x="619709" y="1289469"/>
                  </a:lnTo>
                  <a:lnTo>
                    <a:pt x="722998" y="1289469"/>
                  </a:lnTo>
                  <a:lnTo>
                    <a:pt x="722998" y="1263675"/>
                  </a:lnTo>
                  <a:close/>
                </a:path>
                <a:path w="4958080" h="3068954">
                  <a:moveTo>
                    <a:pt x="903744" y="2295258"/>
                  </a:moveTo>
                  <a:lnTo>
                    <a:pt x="800468" y="2295258"/>
                  </a:lnTo>
                  <a:lnTo>
                    <a:pt x="774649" y="2295258"/>
                  </a:lnTo>
                  <a:lnTo>
                    <a:pt x="800468" y="2321052"/>
                  </a:lnTo>
                  <a:lnTo>
                    <a:pt x="903744" y="2321052"/>
                  </a:lnTo>
                  <a:lnTo>
                    <a:pt x="903744" y="2295258"/>
                  </a:lnTo>
                  <a:close/>
                </a:path>
                <a:path w="4958080" h="3068954">
                  <a:moveTo>
                    <a:pt x="903744" y="1934210"/>
                  </a:moveTo>
                  <a:lnTo>
                    <a:pt x="800468" y="1934210"/>
                  </a:lnTo>
                  <a:lnTo>
                    <a:pt x="774649" y="1934210"/>
                  </a:lnTo>
                  <a:lnTo>
                    <a:pt x="800468" y="1959991"/>
                  </a:lnTo>
                  <a:lnTo>
                    <a:pt x="903744" y="1959991"/>
                  </a:lnTo>
                  <a:lnTo>
                    <a:pt x="903744" y="1934210"/>
                  </a:lnTo>
                  <a:close/>
                </a:path>
                <a:path w="4958080" h="3068954">
                  <a:moveTo>
                    <a:pt x="903744" y="1624736"/>
                  </a:moveTo>
                  <a:lnTo>
                    <a:pt x="800468" y="1624736"/>
                  </a:lnTo>
                  <a:lnTo>
                    <a:pt x="774649" y="1624736"/>
                  </a:lnTo>
                  <a:lnTo>
                    <a:pt x="800468" y="1650517"/>
                  </a:lnTo>
                  <a:lnTo>
                    <a:pt x="903744" y="1650517"/>
                  </a:lnTo>
                  <a:lnTo>
                    <a:pt x="903744" y="1624736"/>
                  </a:lnTo>
                  <a:close/>
                </a:path>
                <a:path w="4958080" h="3068954">
                  <a:moveTo>
                    <a:pt x="903744" y="1263675"/>
                  </a:moveTo>
                  <a:lnTo>
                    <a:pt x="800468" y="1263675"/>
                  </a:lnTo>
                  <a:lnTo>
                    <a:pt x="774649" y="1263675"/>
                  </a:lnTo>
                  <a:lnTo>
                    <a:pt x="800468" y="1289469"/>
                  </a:lnTo>
                  <a:lnTo>
                    <a:pt x="903744" y="1289469"/>
                  </a:lnTo>
                  <a:lnTo>
                    <a:pt x="903744" y="1263675"/>
                  </a:lnTo>
                  <a:close/>
                </a:path>
                <a:path w="4958080" h="3068954">
                  <a:moveTo>
                    <a:pt x="1084503" y="2295258"/>
                  </a:moveTo>
                  <a:lnTo>
                    <a:pt x="981214" y="2295258"/>
                  </a:lnTo>
                  <a:lnTo>
                    <a:pt x="955395" y="2295258"/>
                  </a:lnTo>
                  <a:lnTo>
                    <a:pt x="981214" y="2321052"/>
                  </a:lnTo>
                  <a:lnTo>
                    <a:pt x="1084503" y="2321052"/>
                  </a:lnTo>
                  <a:lnTo>
                    <a:pt x="1084503" y="2295258"/>
                  </a:lnTo>
                  <a:close/>
                </a:path>
                <a:path w="4958080" h="3068954">
                  <a:moveTo>
                    <a:pt x="1084503" y="1934210"/>
                  </a:moveTo>
                  <a:lnTo>
                    <a:pt x="981214" y="1934210"/>
                  </a:lnTo>
                  <a:lnTo>
                    <a:pt x="955395" y="1934210"/>
                  </a:lnTo>
                  <a:lnTo>
                    <a:pt x="981214" y="1959991"/>
                  </a:lnTo>
                  <a:lnTo>
                    <a:pt x="1084503" y="1959991"/>
                  </a:lnTo>
                  <a:lnTo>
                    <a:pt x="1084503" y="1934210"/>
                  </a:lnTo>
                  <a:close/>
                </a:path>
                <a:path w="4958080" h="3068954">
                  <a:moveTo>
                    <a:pt x="1084503" y="1624736"/>
                  </a:moveTo>
                  <a:lnTo>
                    <a:pt x="981214" y="1624736"/>
                  </a:lnTo>
                  <a:lnTo>
                    <a:pt x="955395" y="1624736"/>
                  </a:lnTo>
                  <a:lnTo>
                    <a:pt x="981214" y="1650517"/>
                  </a:lnTo>
                  <a:lnTo>
                    <a:pt x="1084503" y="1650517"/>
                  </a:lnTo>
                  <a:lnTo>
                    <a:pt x="1084503" y="1624736"/>
                  </a:lnTo>
                  <a:close/>
                </a:path>
                <a:path w="4958080" h="3068954">
                  <a:moveTo>
                    <a:pt x="1084503" y="1263675"/>
                  </a:moveTo>
                  <a:lnTo>
                    <a:pt x="981214" y="1263675"/>
                  </a:lnTo>
                  <a:lnTo>
                    <a:pt x="955395" y="1263675"/>
                  </a:lnTo>
                  <a:lnTo>
                    <a:pt x="981214" y="1289469"/>
                  </a:lnTo>
                  <a:lnTo>
                    <a:pt x="1084503" y="1289469"/>
                  </a:lnTo>
                  <a:lnTo>
                    <a:pt x="1084503" y="1263675"/>
                  </a:lnTo>
                  <a:close/>
                </a:path>
                <a:path w="4958080" h="3068954">
                  <a:moveTo>
                    <a:pt x="1265250" y="2295258"/>
                  </a:moveTo>
                  <a:lnTo>
                    <a:pt x="1161961" y="2295258"/>
                  </a:lnTo>
                  <a:lnTo>
                    <a:pt x="1136142" y="2295258"/>
                  </a:lnTo>
                  <a:lnTo>
                    <a:pt x="1161961" y="2321052"/>
                  </a:lnTo>
                  <a:lnTo>
                    <a:pt x="1265250" y="2321052"/>
                  </a:lnTo>
                  <a:lnTo>
                    <a:pt x="1265250" y="2295258"/>
                  </a:lnTo>
                  <a:close/>
                </a:path>
                <a:path w="4958080" h="3068954">
                  <a:moveTo>
                    <a:pt x="1265250" y="1934210"/>
                  </a:moveTo>
                  <a:lnTo>
                    <a:pt x="1161961" y="1934210"/>
                  </a:lnTo>
                  <a:lnTo>
                    <a:pt x="1136142" y="1934210"/>
                  </a:lnTo>
                  <a:lnTo>
                    <a:pt x="1161961" y="1959991"/>
                  </a:lnTo>
                  <a:lnTo>
                    <a:pt x="1265250" y="1959991"/>
                  </a:lnTo>
                  <a:lnTo>
                    <a:pt x="1265250" y="1934210"/>
                  </a:lnTo>
                  <a:close/>
                </a:path>
                <a:path w="4958080" h="3068954">
                  <a:moveTo>
                    <a:pt x="1265250" y="1624736"/>
                  </a:moveTo>
                  <a:lnTo>
                    <a:pt x="1161961" y="1624736"/>
                  </a:lnTo>
                  <a:lnTo>
                    <a:pt x="1136142" y="1624736"/>
                  </a:lnTo>
                  <a:lnTo>
                    <a:pt x="1161961" y="1650517"/>
                  </a:lnTo>
                  <a:lnTo>
                    <a:pt x="1265250" y="1650517"/>
                  </a:lnTo>
                  <a:lnTo>
                    <a:pt x="1265250" y="1624736"/>
                  </a:lnTo>
                  <a:close/>
                </a:path>
                <a:path w="4958080" h="3068954">
                  <a:moveTo>
                    <a:pt x="1265250" y="1263675"/>
                  </a:moveTo>
                  <a:lnTo>
                    <a:pt x="1161961" y="1263675"/>
                  </a:lnTo>
                  <a:lnTo>
                    <a:pt x="1136142" y="1263675"/>
                  </a:lnTo>
                  <a:lnTo>
                    <a:pt x="1161961" y="1289469"/>
                  </a:lnTo>
                  <a:lnTo>
                    <a:pt x="1265250" y="1289469"/>
                  </a:lnTo>
                  <a:lnTo>
                    <a:pt x="1265250" y="1263675"/>
                  </a:lnTo>
                  <a:close/>
                </a:path>
                <a:path w="4958080" h="3068954">
                  <a:moveTo>
                    <a:pt x="1342720" y="2862630"/>
                  </a:moveTo>
                  <a:lnTo>
                    <a:pt x="1316888" y="2836837"/>
                  </a:lnTo>
                  <a:lnTo>
                    <a:pt x="1316888" y="2914205"/>
                  </a:lnTo>
                  <a:lnTo>
                    <a:pt x="1342720" y="2914205"/>
                  </a:lnTo>
                  <a:lnTo>
                    <a:pt x="1342720" y="2862630"/>
                  </a:lnTo>
                  <a:close/>
                </a:path>
                <a:path w="4958080" h="3068954">
                  <a:moveTo>
                    <a:pt x="1342720" y="2682100"/>
                  </a:moveTo>
                  <a:lnTo>
                    <a:pt x="1316888" y="2656306"/>
                  </a:lnTo>
                  <a:lnTo>
                    <a:pt x="1316888" y="2785262"/>
                  </a:lnTo>
                  <a:lnTo>
                    <a:pt x="1342720" y="2785262"/>
                  </a:lnTo>
                  <a:lnTo>
                    <a:pt x="1342720" y="2682100"/>
                  </a:lnTo>
                  <a:close/>
                </a:path>
                <a:path w="4958080" h="3068954">
                  <a:moveTo>
                    <a:pt x="1342720" y="2501569"/>
                  </a:moveTo>
                  <a:lnTo>
                    <a:pt x="1316888" y="2475788"/>
                  </a:lnTo>
                  <a:lnTo>
                    <a:pt x="1316888" y="2604732"/>
                  </a:lnTo>
                  <a:lnTo>
                    <a:pt x="1342720" y="2604732"/>
                  </a:lnTo>
                  <a:lnTo>
                    <a:pt x="1342720" y="2501569"/>
                  </a:lnTo>
                  <a:close/>
                </a:path>
                <a:path w="4958080" h="3068954">
                  <a:moveTo>
                    <a:pt x="1342720" y="2321052"/>
                  </a:moveTo>
                  <a:lnTo>
                    <a:pt x="1316888" y="2295258"/>
                  </a:lnTo>
                  <a:lnTo>
                    <a:pt x="1316888" y="2424201"/>
                  </a:lnTo>
                  <a:lnTo>
                    <a:pt x="1342720" y="2424201"/>
                  </a:lnTo>
                  <a:lnTo>
                    <a:pt x="1342720" y="2321052"/>
                  </a:lnTo>
                  <a:close/>
                </a:path>
                <a:path w="4958080" h="3068954">
                  <a:moveTo>
                    <a:pt x="1445996" y="1934210"/>
                  </a:moveTo>
                  <a:lnTo>
                    <a:pt x="1342720" y="1934210"/>
                  </a:lnTo>
                  <a:lnTo>
                    <a:pt x="1316888" y="1934210"/>
                  </a:lnTo>
                  <a:lnTo>
                    <a:pt x="1342720" y="1959991"/>
                  </a:lnTo>
                  <a:lnTo>
                    <a:pt x="1445996" y="1959991"/>
                  </a:lnTo>
                  <a:lnTo>
                    <a:pt x="1445996" y="1934210"/>
                  </a:lnTo>
                  <a:close/>
                </a:path>
                <a:path w="4958080" h="3068954">
                  <a:moveTo>
                    <a:pt x="1445996" y="1624736"/>
                  </a:moveTo>
                  <a:lnTo>
                    <a:pt x="1342720" y="1624736"/>
                  </a:lnTo>
                  <a:lnTo>
                    <a:pt x="1316888" y="1624736"/>
                  </a:lnTo>
                  <a:lnTo>
                    <a:pt x="1342720" y="1650517"/>
                  </a:lnTo>
                  <a:lnTo>
                    <a:pt x="1445996" y="1650517"/>
                  </a:lnTo>
                  <a:lnTo>
                    <a:pt x="1445996" y="1624736"/>
                  </a:lnTo>
                  <a:close/>
                </a:path>
                <a:path w="4958080" h="3068954">
                  <a:moveTo>
                    <a:pt x="1445996" y="1263675"/>
                  </a:moveTo>
                  <a:lnTo>
                    <a:pt x="1342720" y="1263675"/>
                  </a:lnTo>
                  <a:lnTo>
                    <a:pt x="1316888" y="1263675"/>
                  </a:lnTo>
                  <a:lnTo>
                    <a:pt x="1342720" y="1289469"/>
                  </a:lnTo>
                  <a:lnTo>
                    <a:pt x="1445996" y="1289469"/>
                  </a:lnTo>
                  <a:lnTo>
                    <a:pt x="1445996" y="1263675"/>
                  </a:lnTo>
                  <a:close/>
                </a:path>
                <a:path w="4958080" h="3068954">
                  <a:moveTo>
                    <a:pt x="1626755" y="1934210"/>
                  </a:moveTo>
                  <a:lnTo>
                    <a:pt x="1523466" y="1934210"/>
                  </a:lnTo>
                  <a:lnTo>
                    <a:pt x="1497647" y="1934210"/>
                  </a:lnTo>
                  <a:lnTo>
                    <a:pt x="1523466" y="1959991"/>
                  </a:lnTo>
                  <a:lnTo>
                    <a:pt x="1626755" y="1959991"/>
                  </a:lnTo>
                  <a:lnTo>
                    <a:pt x="1626755" y="1934210"/>
                  </a:lnTo>
                  <a:close/>
                </a:path>
                <a:path w="4958080" h="3068954">
                  <a:moveTo>
                    <a:pt x="1626755" y="1624736"/>
                  </a:moveTo>
                  <a:lnTo>
                    <a:pt x="1523466" y="1624736"/>
                  </a:lnTo>
                  <a:lnTo>
                    <a:pt x="1497647" y="1624736"/>
                  </a:lnTo>
                  <a:lnTo>
                    <a:pt x="1523466" y="1650517"/>
                  </a:lnTo>
                  <a:lnTo>
                    <a:pt x="1626755" y="1650517"/>
                  </a:lnTo>
                  <a:lnTo>
                    <a:pt x="1626755" y="1624736"/>
                  </a:lnTo>
                  <a:close/>
                </a:path>
                <a:path w="4958080" h="3068954">
                  <a:moveTo>
                    <a:pt x="1626755" y="1263675"/>
                  </a:moveTo>
                  <a:lnTo>
                    <a:pt x="1523466" y="1263675"/>
                  </a:lnTo>
                  <a:lnTo>
                    <a:pt x="1497647" y="1263675"/>
                  </a:lnTo>
                  <a:lnTo>
                    <a:pt x="1523466" y="1289469"/>
                  </a:lnTo>
                  <a:lnTo>
                    <a:pt x="1626755" y="1289469"/>
                  </a:lnTo>
                  <a:lnTo>
                    <a:pt x="1626755" y="1263675"/>
                  </a:lnTo>
                  <a:close/>
                </a:path>
                <a:path w="4958080" h="3068954">
                  <a:moveTo>
                    <a:pt x="1807502" y="1934210"/>
                  </a:moveTo>
                  <a:lnTo>
                    <a:pt x="1704213" y="1934210"/>
                  </a:lnTo>
                  <a:lnTo>
                    <a:pt x="1678393" y="1934210"/>
                  </a:lnTo>
                  <a:lnTo>
                    <a:pt x="1704213" y="1959991"/>
                  </a:lnTo>
                  <a:lnTo>
                    <a:pt x="1807502" y="1959991"/>
                  </a:lnTo>
                  <a:lnTo>
                    <a:pt x="1807502" y="1934210"/>
                  </a:lnTo>
                  <a:close/>
                </a:path>
                <a:path w="4958080" h="3068954">
                  <a:moveTo>
                    <a:pt x="1807502" y="1624736"/>
                  </a:moveTo>
                  <a:lnTo>
                    <a:pt x="1704213" y="1624736"/>
                  </a:lnTo>
                  <a:lnTo>
                    <a:pt x="1678393" y="1624736"/>
                  </a:lnTo>
                  <a:lnTo>
                    <a:pt x="1704213" y="1650517"/>
                  </a:lnTo>
                  <a:lnTo>
                    <a:pt x="1807502" y="1650517"/>
                  </a:lnTo>
                  <a:lnTo>
                    <a:pt x="1807502" y="1624736"/>
                  </a:lnTo>
                  <a:close/>
                </a:path>
                <a:path w="4958080" h="3068954">
                  <a:moveTo>
                    <a:pt x="1807502" y="1263675"/>
                  </a:moveTo>
                  <a:lnTo>
                    <a:pt x="1704213" y="1263675"/>
                  </a:lnTo>
                  <a:lnTo>
                    <a:pt x="1678393" y="1263675"/>
                  </a:lnTo>
                  <a:lnTo>
                    <a:pt x="1704213" y="1289469"/>
                  </a:lnTo>
                  <a:lnTo>
                    <a:pt x="1807502" y="1289469"/>
                  </a:lnTo>
                  <a:lnTo>
                    <a:pt x="1807502" y="1263675"/>
                  </a:lnTo>
                  <a:close/>
                </a:path>
                <a:path w="4958080" h="3068954">
                  <a:moveTo>
                    <a:pt x="1962429" y="2965780"/>
                  </a:moveTo>
                  <a:lnTo>
                    <a:pt x="1936610" y="2939999"/>
                  </a:lnTo>
                  <a:lnTo>
                    <a:pt x="1936610" y="2991574"/>
                  </a:lnTo>
                  <a:lnTo>
                    <a:pt x="1962429" y="2991574"/>
                  </a:lnTo>
                  <a:lnTo>
                    <a:pt x="1962429" y="2965780"/>
                  </a:lnTo>
                  <a:close/>
                </a:path>
                <a:path w="4958080" h="3068954">
                  <a:moveTo>
                    <a:pt x="1962429" y="2785262"/>
                  </a:moveTo>
                  <a:lnTo>
                    <a:pt x="1936610" y="2759468"/>
                  </a:lnTo>
                  <a:lnTo>
                    <a:pt x="1936610" y="2888411"/>
                  </a:lnTo>
                  <a:lnTo>
                    <a:pt x="1962429" y="2888411"/>
                  </a:lnTo>
                  <a:lnTo>
                    <a:pt x="1962429" y="2785262"/>
                  </a:lnTo>
                  <a:close/>
                </a:path>
                <a:path w="4958080" h="3068954">
                  <a:moveTo>
                    <a:pt x="1962429" y="2604732"/>
                  </a:moveTo>
                  <a:lnTo>
                    <a:pt x="1936610" y="2578938"/>
                  </a:lnTo>
                  <a:lnTo>
                    <a:pt x="1936610" y="2707894"/>
                  </a:lnTo>
                  <a:lnTo>
                    <a:pt x="1962429" y="2707894"/>
                  </a:lnTo>
                  <a:lnTo>
                    <a:pt x="1962429" y="2604732"/>
                  </a:lnTo>
                  <a:close/>
                </a:path>
                <a:path w="4958080" h="3068954">
                  <a:moveTo>
                    <a:pt x="1962429" y="2424201"/>
                  </a:moveTo>
                  <a:lnTo>
                    <a:pt x="1936610" y="2398420"/>
                  </a:lnTo>
                  <a:lnTo>
                    <a:pt x="1936610" y="2527363"/>
                  </a:lnTo>
                  <a:lnTo>
                    <a:pt x="1962429" y="2527363"/>
                  </a:lnTo>
                  <a:lnTo>
                    <a:pt x="1962429" y="2424201"/>
                  </a:lnTo>
                  <a:close/>
                </a:path>
                <a:path w="4958080" h="3068954">
                  <a:moveTo>
                    <a:pt x="1962429" y="2243683"/>
                  </a:moveTo>
                  <a:lnTo>
                    <a:pt x="1936610" y="2217890"/>
                  </a:lnTo>
                  <a:lnTo>
                    <a:pt x="1936610" y="2346833"/>
                  </a:lnTo>
                  <a:lnTo>
                    <a:pt x="1962429" y="2346833"/>
                  </a:lnTo>
                  <a:lnTo>
                    <a:pt x="1962429" y="2243683"/>
                  </a:lnTo>
                  <a:close/>
                </a:path>
                <a:path w="4958080" h="3068954">
                  <a:moveTo>
                    <a:pt x="1962429" y="2063153"/>
                  </a:moveTo>
                  <a:lnTo>
                    <a:pt x="1936610" y="2037359"/>
                  </a:lnTo>
                  <a:lnTo>
                    <a:pt x="1936610" y="2166315"/>
                  </a:lnTo>
                  <a:lnTo>
                    <a:pt x="1962429" y="2166315"/>
                  </a:lnTo>
                  <a:lnTo>
                    <a:pt x="1962429" y="2063153"/>
                  </a:lnTo>
                  <a:close/>
                </a:path>
                <a:path w="4958080" h="3068954">
                  <a:moveTo>
                    <a:pt x="1962429" y="1934210"/>
                  </a:moveTo>
                  <a:lnTo>
                    <a:pt x="1936610" y="1934210"/>
                  </a:lnTo>
                  <a:lnTo>
                    <a:pt x="1859140" y="1934210"/>
                  </a:lnTo>
                  <a:lnTo>
                    <a:pt x="1884972" y="1959991"/>
                  </a:lnTo>
                  <a:lnTo>
                    <a:pt x="1936610" y="1959991"/>
                  </a:lnTo>
                  <a:lnTo>
                    <a:pt x="1936610" y="1985784"/>
                  </a:lnTo>
                  <a:lnTo>
                    <a:pt x="1962429" y="1985784"/>
                  </a:lnTo>
                  <a:lnTo>
                    <a:pt x="1962429" y="1934210"/>
                  </a:lnTo>
                  <a:close/>
                </a:path>
                <a:path w="4958080" h="3068954">
                  <a:moveTo>
                    <a:pt x="1988248" y="1624736"/>
                  </a:moveTo>
                  <a:lnTo>
                    <a:pt x="1884972" y="1624736"/>
                  </a:lnTo>
                  <a:lnTo>
                    <a:pt x="1859140" y="1624736"/>
                  </a:lnTo>
                  <a:lnTo>
                    <a:pt x="1884972" y="1650517"/>
                  </a:lnTo>
                  <a:lnTo>
                    <a:pt x="1988248" y="1650517"/>
                  </a:lnTo>
                  <a:lnTo>
                    <a:pt x="1988248" y="1624736"/>
                  </a:lnTo>
                  <a:close/>
                </a:path>
                <a:path w="4958080" h="3068954">
                  <a:moveTo>
                    <a:pt x="1988248" y="1263675"/>
                  </a:moveTo>
                  <a:lnTo>
                    <a:pt x="1884972" y="1263675"/>
                  </a:lnTo>
                  <a:lnTo>
                    <a:pt x="1859140" y="1263675"/>
                  </a:lnTo>
                  <a:lnTo>
                    <a:pt x="1884972" y="1289469"/>
                  </a:lnTo>
                  <a:lnTo>
                    <a:pt x="1988248" y="1289469"/>
                  </a:lnTo>
                  <a:lnTo>
                    <a:pt x="1988248" y="1263675"/>
                  </a:lnTo>
                  <a:close/>
                </a:path>
                <a:path w="4958080" h="3068954">
                  <a:moveTo>
                    <a:pt x="2169007" y="1624736"/>
                  </a:moveTo>
                  <a:lnTo>
                    <a:pt x="2065718" y="1624736"/>
                  </a:lnTo>
                  <a:lnTo>
                    <a:pt x="2039899" y="1624736"/>
                  </a:lnTo>
                  <a:lnTo>
                    <a:pt x="2065718" y="1650517"/>
                  </a:lnTo>
                  <a:lnTo>
                    <a:pt x="2169007" y="1650517"/>
                  </a:lnTo>
                  <a:lnTo>
                    <a:pt x="2169007" y="1624736"/>
                  </a:lnTo>
                  <a:close/>
                </a:path>
                <a:path w="4958080" h="3068954">
                  <a:moveTo>
                    <a:pt x="2169007" y="1263675"/>
                  </a:moveTo>
                  <a:lnTo>
                    <a:pt x="2065718" y="1263675"/>
                  </a:lnTo>
                  <a:lnTo>
                    <a:pt x="2039899" y="1263675"/>
                  </a:lnTo>
                  <a:lnTo>
                    <a:pt x="2065718" y="1289469"/>
                  </a:lnTo>
                  <a:lnTo>
                    <a:pt x="2169007" y="1289469"/>
                  </a:lnTo>
                  <a:lnTo>
                    <a:pt x="2169007" y="1263675"/>
                  </a:lnTo>
                  <a:close/>
                </a:path>
                <a:path w="4958080" h="3068954">
                  <a:moveTo>
                    <a:pt x="2349754" y="1624736"/>
                  </a:moveTo>
                  <a:lnTo>
                    <a:pt x="2246465" y="1624736"/>
                  </a:lnTo>
                  <a:lnTo>
                    <a:pt x="2220645" y="1624736"/>
                  </a:lnTo>
                  <a:lnTo>
                    <a:pt x="2246465" y="1650517"/>
                  </a:lnTo>
                  <a:lnTo>
                    <a:pt x="2349754" y="1650517"/>
                  </a:lnTo>
                  <a:lnTo>
                    <a:pt x="2349754" y="1624736"/>
                  </a:lnTo>
                  <a:close/>
                </a:path>
                <a:path w="4958080" h="3068954">
                  <a:moveTo>
                    <a:pt x="2349754" y="1263675"/>
                  </a:moveTo>
                  <a:lnTo>
                    <a:pt x="2246465" y="1263675"/>
                  </a:lnTo>
                  <a:lnTo>
                    <a:pt x="2220645" y="1263675"/>
                  </a:lnTo>
                  <a:lnTo>
                    <a:pt x="2246465" y="1289469"/>
                  </a:lnTo>
                  <a:lnTo>
                    <a:pt x="2349754" y="1289469"/>
                  </a:lnTo>
                  <a:lnTo>
                    <a:pt x="2349754" y="1263675"/>
                  </a:lnTo>
                  <a:close/>
                </a:path>
                <a:path w="4958080" h="3068954">
                  <a:moveTo>
                    <a:pt x="2530500" y="1624736"/>
                  </a:moveTo>
                  <a:lnTo>
                    <a:pt x="2427211" y="1624736"/>
                  </a:lnTo>
                  <a:lnTo>
                    <a:pt x="2401392" y="1624736"/>
                  </a:lnTo>
                  <a:lnTo>
                    <a:pt x="2427211" y="1650517"/>
                  </a:lnTo>
                  <a:lnTo>
                    <a:pt x="2530500" y="1650517"/>
                  </a:lnTo>
                  <a:lnTo>
                    <a:pt x="2530500" y="1624736"/>
                  </a:lnTo>
                  <a:close/>
                </a:path>
                <a:path w="4958080" h="3068954">
                  <a:moveTo>
                    <a:pt x="2582151" y="2939999"/>
                  </a:moveTo>
                  <a:lnTo>
                    <a:pt x="2556319" y="2914205"/>
                  </a:lnTo>
                  <a:lnTo>
                    <a:pt x="2556319" y="2965780"/>
                  </a:lnTo>
                  <a:lnTo>
                    <a:pt x="2582151" y="2965780"/>
                  </a:lnTo>
                  <a:lnTo>
                    <a:pt x="2582151" y="2939999"/>
                  </a:lnTo>
                  <a:close/>
                </a:path>
                <a:path w="4958080" h="3068954">
                  <a:moveTo>
                    <a:pt x="2582151" y="2759468"/>
                  </a:moveTo>
                  <a:lnTo>
                    <a:pt x="2556319" y="2733675"/>
                  </a:lnTo>
                  <a:lnTo>
                    <a:pt x="2556319" y="2862630"/>
                  </a:lnTo>
                  <a:lnTo>
                    <a:pt x="2582151" y="2862630"/>
                  </a:lnTo>
                  <a:lnTo>
                    <a:pt x="2582151" y="2759468"/>
                  </a:lnTo>
                  <a:close/>
                </a:path>
                <a:path w="4958080" h="3068954">
                  <a:moveTo>
                    <a:pt x="2582151" y="2578938"/>
                  </a:moveTo>
                  <a:lnTo>
                    <a:pt x="2556319" y="2553157"/>
                  </a:lnTo>
                  <a:lnTo>
                    <a:pt x="2556319" y="2682100"/>
                  </a:lnTo>
                  <a:lnTo>
                    <a:pt x="2582151" y="2682100"/>
                  </a:lnTo>
                  <a:lnTo>
                    <a:pt x="2582151" y="2578938"/>
                  </a:lnTo>
                  <a:close/>
                </a:path>
                <a:path w="4958080" h="3068954">
                  <a:moveTo>
                    <a:pt x="2582151" y="2398420"/>
                  </a:moveTo>
                  <a:lnTo>
                    <a:pt x="2556319" y="2372626"/>
                  </a:lnTo>
                  <a:lnTo>
                    <a:pt x="2556319" y="2501569"/>
                  </a:lnTo>
                  <a:lnTo>
                    <a:pt x="2582151" y="2501569"/>
                  </a:lnTo>
                  <a:lnTo>
                    <a:pt x="2582151" y="2398420"/>
                  </a:lnTo>
                  <a:close/>
                </a:path>
                <a:path w="4958080" h="3068954">
                  <a:moveTo>
                    <a:pt x="2582151" y="2217890"/>
                  </a:moveTo>
                  <a:lnTo>
                    <a:pt x="2556319" y="2192096"/>
                  </a:lnTo>
                  <a:lnTo>
                    <a:pt x="2556319" y="2321052"/>
                  </a:lnTo>
                  <a:lnTo>
                    <a:pt x="2582151" y="2321052"/>
                  </a:lnTo>
                  <a:lnTo>
                    <a:pt x="2582151" y="2217890"/>
                  </a:lnTo>
                  <a:close/>
                </a:path>
                <a:path w="4958080" h="3068954">
                  <a:moveTo>
                    <a:pt x="2582151" y="2037359"/>
                  </a:moveTo>
                  <a:lnTo>
                    <a:pt x="2556319" y="2011578"/>
                  </a:lnTo>
                  <a:lnTo>
                    <a:pt x="2556319" y="2140521"/>
                  </a:lnTo>
                  <a:lnTo>
                    <a:pt x="2582151" y="2140521"/>
                  </a:lnTo>
                  <a:lnTo>
                    <a:pt x="2582151" y="2037359"/>
                  </a:lnTo>
                  <a:close/>
                </a:path>
                <a:path w="4958080" h="3068954">
                  <a:moveTo>
                    <a:pt x="2582151" y="1856841"/>
                  </a:moveTo>
                  <a:lnTo>
                    <a:pt x="2556319" y="1831047"/>
                  </a:lnTo>
                  <a:lnTo>
                    <a:pt x="2556319" y="1959991"/>
                  </a:lnTo>
                  <a:lnTo>
                    <a:pt x="2582151" y="1959991"/>
                  </a:lnTo>
                  <a:lnTo>
                    <a:pt x="2582151" y="1856841"/>
                  </a:lnTo>
                  <a:close/>
                </a:path>
                <a:path w="4958080" h="3068954">
                  <a:moveTo>
                    <a:pt x="2582151" y="1676311"/>
                  </a:moveTo>
                  <a:lnTo>
                    <a:pt x="2556319" y="1650517"/>
                  </a:lnTo>
                  <a:lnTo>
                    <a:pt x="2556319" y="1779473"/>
                  </a:lnTo>
                  <a:lnTo>
                    <a:pt x="2582151" y="1779473"/>
                  </a:lnTo>
                  <a:lnTo>
                    <a:pt x="2582151" y="1676311"/>
                  </a:lnTo>
                  <a:close/>
                </a:path>
                <a:path w="4958080" h="3068954">
                  <a:moveTo>
                    <a:pt x="4957724" y="2965780"/>
                  </a:moveTo>
                  <a:lnTo>
                    <a:pt x="4699508" y="2888411"/>
                  </a:lnTo>
                  <a:lnTo>
                    <a:pt x="4776965" y="2965780"/>
                  </a:lnTo>
                  <a:lnTo>
                    <a:pt x="4699508" y="3068942"/>
                  </a:lnTo>
                  <a:lnTo>
                    <a:pt x="4957724" y="2965780"/>
                  </a:lnTo>
                  <a:close/>
                </a:path>
              </a:pathLst>
            </a:custGeom>
            <a:solidFill>
              <a:srgbClr val="000000"/>
            </a:solidFill>
          </p:spPr>
          <p:txBody>
            <a:bodyPr wrap="square" lIns="0" tIns="0" rIns="0" bIns="0" rtlCol="0"/>
            <a:lstStyle/>
            <a:p>
              <a:endParaRPr/>
            </a:p>
          </p:txBody>
        </p:sp>
        <p:sp>
          <p:nvSpPr>
            <p:cNvPr id="9" name="object 9"/>
            <p:cNvSpPr/>
            <p:nvPr/>
          </p:nvSpPr>
          <p:spPr>
            <a:xfrm>
              <a:off x="4643323" y="2861627"/>
              <a:ext cx="852169" cy="26034"/>
            </a:xfrm>
            <a:custGeom>
              <a:avLst/>
              <a:gdLst/>
              <a:ahLst/>
              <a:cxnLst/>
              <a:rect l="l" t="t" r="r" b="b"/>
              <a:pathLst>
                <a:path w="852170" h="26035">
                  <a:moveTo>
                    <a:pt x="129108" y="0"/>
                  </a:moveTo>
                  <a:lnTo>
                    <a:pt x="25819" y="0"/>
                  </a:lnTo>
                  <a:lnTo>
                    <a:pt x="0" y="0"/>
                  </a:lnTo>
                  <a:lnTo>
                    <a:pt x="25819" y="25793"/>
                  </a:lnTo>
                  <a:lnTo>
                    <a:pt x="129108" y="25793"/>
                  </a:lnTo>
                  <a:lnTo>
                    <a:pt x="129108" y="0"/>
                  </a:lnTo>
                  <a:close/>
                </a:path>
                <a:path w="852170" h="26035">
                  <a:moveTo>
                    <a:pt x="309854" y="0"/>
                  </a:moveTo>
                  <a:lnTo>
                    <a:pt x="206565" y="0"/>
                  </a:lnTo>
                  <a:lnTo>
                    <a:pt x="180746" y="0"/>
                  </a:lnTo>
                  <a:lnTo>
                    <a:pt x="206565" y="25793"/>
                  </a:lnTo>
                  <a:lnTo>
                    <a:pt x="309854" y="25793"/>
                  </a:lnTo>
                  <a:lnTo>
                    <a:pt x="309854" y="0"/>
                  </a:lnTo>
                  <a:close/>
                </a:path>
                <a:path w="852170" h="26035">
                  <a:moveTo>
                    <a:pt x="490601" y="0"/>
                  </a:moveTo>
                  <a:lnTo>
                    <a:pt x="387324" y="0"/>
                  </a:lnTo>
                  <a:lnTo>
                    <a:pt x="361505" y="0"/>
                  </a:lnTo>
                  <a:lnTo>
                    <a:pt x="387324" y="25793"/>
                  </a:lnTo>
                  <a:lnTo>
                    <a:pt x="490601" y="25793"/>
                  </a:lnTo>
                  <a:lnTo>
                    <a:pt x="490601" y="0"/>
                  </a:lnTo>
                  <a:close/>
                </a:path>
                <a:path w="852170" h="26035">
                  <a:moveTo>
                    <a:pt x="671360" y="0"/>
                  </a:moveTo>
                  <a:lnTo>
                    <a:pt x="568071" y="0"/>
                  </a:lnTo>
                  <a:lnTo>
                    <a:pt x="542251" y="0"/>
                  </a:lnTo>
                  <a:lnTo>
                    <a:pt x="568071" y="25793"/>
                  </a:lnTo>
                  <a:lnTo>
                    <a:pt x="671360" y="25793"/>
                  </a:lnTo>
                  <a:lnTo>
                    <a:pt x="671360" y="0"/>
                  </a:lnTo>
                  <a:close/>
                </a:path>
                <a:path w="852170" h="26035">
                  <a:moveTo>
                    <a:pt x="852106" y="0"/>
                  </a:moveTo>
                  <a:lnTo>
                    <a:pt x="748817" y="0"/>
                  </a:lnTo>
                  <a:lnTo>
                    <a:pt x="722998" y="0"/>
                  </a:lnTo>
                  <a:lnTo>
                    <a:pt x="748817" y="25793"/>
                  </a:lnTo>
                  <a:lnTo>
                    <a:pt x="852106" y="25793"/>
                  </a:lnTo>
                  <a:lnTo>
                    <a:pt x="852106" y="0"/>
                  </a:lnTo>
                  <a:close/>
                </a:path>
              </a:pathLst>
            </a:custGeom>
            <a:solidFill>
              <a:srgbClr val="000000"/>
            </a:solidFill>
          </p:spPr>
          <p:txBody>
            <a:bodyPr wrap="square" lIns="0" tIns="0" rIns="0" bIns="0" rtlCol="0"/>
            <a:lstStyle/>
            <a:p>
              <a:endParaRPr/>
            </a:p>
          </p:txBody>
        </p:sp>
        <p:pic>
          <p:nvPicPr>
            <p:cNvPr id="10" name="object 10"/>
            <p:cNvPicPr/>
            <p:nvPr/>
          </p:nvPicPr>
          <p:blipFill>
            <a:blip r:embed="rId3" cstate="print"/>
            <a:stretch>
              <a:fillRect/>
            </a:stretch>
          </p:blipFill>
          <p:spPr>
            <a:xfrm>
              <a:off x="5547067" y="2861627"/>
              <a:ext cx="77470" cy="77368"/>
            </a:xfrm>
            <a:prstGeom prst="rect">
              <a:avLst/>
            </a:prstGeom>
          </p:spPr>
        </p:pic>
        <p:sp>
          <p:nvSpPr>
            <p:cNvPr id="11" name="object 11"/>
            <p:cNvSpPr/>
            <p:nvPr/>
          </p:nvSpPr>
          <p:spPr>
            <a:xfrm>
              <a:off x="2500134" y="2139530"/>
              <a:ext cx="4364355" cy="2450465"/>
            </a:xfrm>
            <a:custGeom>
              <a:avLst/>
              <a:gdLst/>
              <a:ahLst/>
              <a:cxnLst/>
              <a:rect l="l" t="t" r="r" b="b"/>
              <a:pathLst>
                <a:path w="4364355" h="2450465">
                  <a:moveTo>
                    <a:pt x="103289" y="361048"/>
                  </a:moveTo>
                  <a:lnTo>
                    <a:pt x="0" y="361048"/>
                  </a:lnTo>
                  <a:lnTo>
                    <a:pt x="0" y="386842"/>
                  </a:lnTo>
                  <a:lnTo>
                    <a:pt x="103289" y="386842"/>
                  </a:lnTo>
                  <a:lnTo>
                    <a:pt x="103289" y="361048"/>
                  </a:lnTo>
                  <a:close/>
                </a:path>
                <a:path w="4364355" h="2450465">
                  <a:moveTo>
                    <a:pt x="103289" y="0"/>
                  </a:moveTo>
                  <a:lnTo>
                    <a:pt x="0" y="0"/>
                  </a:lnTo>
                  <a:lnTo>
                    <a:pt x="0" y="25781"/>
                  </a:lnTo>
                  <a:lnTo>
                    <a:pt x="103289" y="25781"/>
                  </a:lnTo>
                  <a:lnTo>
                    <a:pt x="103289" y="0"/>
                  </a:lnTo>
                  <a:close/>
                </a:path>
                <a:path w="4364355" h="2450465">
                  <a:moveTo>
                    <a:pt x="284048" y="361048"/>
                  </a:moveTo>
                  <a:lnTo>
                    <a:pt x="180759" y="361048"/>
                  </a:lnTo>
                  <a:lnTo>
                    <a:pt x="154940" y="361048"/>
                  </a:lnTo>
                  <a:lnTo>
                    <a:pt x="180759" y="386842"/>
                  </a:lnTo>
                  <a:lnTo>
                    <a:pt x="284048" y="386842"/>
                  </a:lnTo>
                  <a:lnTo>
                    <a:pt x="284048" y="361048"/>
                  </a:lnTo>
                  <a:close/>
                </a:path>
                <a:path w="4364355" h="2450465">
                  <a:moveTo>
                    <a:pt x="284048" y="0"/>
                  </a:moveTo>
                  <a:lnTo>
                    <a:pt x="180759" y="0"/>
                  </a:lnTo>
                  <a:lnTo>
                    <a:pt x="154940" y="0"/>
                  </a:lnTo>
                  <a:lnTo>
                    <a:pt x="180759" y="25781"/>
                  </a:lnTo>
                  <a:lnTo>
                    <a:pt x="284048" y="25781"/>
                  </a:lnTo>
                  <a:lnTo>
                    <a:pt x="284048" y="0"/>
                  </a:lnTo>
                  <a:close/>
                </a:path>
                <a:path w="4364355" h="2450465">
                  <a:moveTo>
                    <a:pt x="464794" y="361048"/>
                  </a:moveTo>
                  <a:lnTo>
                    <a:pt x="361505" y="361048"/>
                  </a:lnTo>
                  <a:lnTo>
                    <a:pt x="335686" y="361048"/>
                  </a:lnTo>
                  <a:lnTo>
                    <a:pt x="361505" y="386842"/>
                  </a:lnTo>
                  <a:lnTo>
                    <a:pt x="464794" y="386842"/>
                  </a:lnTo>
                  <a:lnTo>
                    <a:pt x="464794" y="361048"/>
                  </a:lnTo>
                  <a:close/>
                </a:path>
                <a:path w="4364355" h="2450465">
                  <a:moveTo>
                    <a:pt x="464794" y="0"/>
                  </a:moveTo>
                  <a:lnTo>
                    <a:pt x="361505" y="0"/>
                  </a:lnTo>
                  <a:lnTo>
                    <a:pt x="335686" y="0"/>
                  </a:lnTo>
                  <a:lnTo>
                    <a:pt x="361505" y="25781"/>
                  </a:lnTo>
                  <a:lnTo>
                    <a:pt x="464794" y="25781"/>
                  </a:lnTo>
                  <a:lnTo>
                    <a:pt x="464794" y="0"/>
                  </a:lnTo>
                  <a:close/>
                </a:path>
                <a:path w="4364355" h="2450465">
                  <a:moveTo>
                    <a:pt x="645541" y="361048"/>
                  </a:moveTo>
                  <a:lnTo>
                    <a:pt x="542251" y="361048"/>
                  </a:lnTo>
                  <a:lnTo>
                    <a:pt x="516432" y="361048"/>
                  </a:lnTo>
                  <a:lnTo>
                    <a:pt x="542251" y="386842"/>
                  </a:lnTo>
                  <a:lnTo>
                    <a:pt x="645541" y="386842"/>
                  </a:lnTo>
                  <a:lnTo>
                    <a:pt x="645541" y="361048"/>
                  </a:lnTo>
                  <a:close/>
                </a:path>
                <a:path w="4364355" h="2450465">
                  <a:moveTo>
                    <a:pt x="645541" y="0"/>
                  </a:moveTo>
                  <a:lnTo>
                    <a:pt x="542251" y="0"/>
                  </a:lnTo>
                  <a:lnTo>
                    <a:pt x="516432" y="0"/>
                  </a:lnTo>
                  <a:lnTo>
                    <a:pt x="542251" y="25781"/>
                  </a:lnTo>
                  <a:lnTo>
                    <a:pt x="645541" y="25781"/>
                  </a:lnTo>
                  <a:lnTo>
                    <a:pt x="645541" y="0"/>
                  </a:lnTo>
                  <a:close/>
                </a:path>
                <a:path w="4364355" h="2450465">
                  <a:moveTo>
                    <a:pt x="826287" y="361048"/>
                  </a:moveTo>
                  <a:lnTo>
                    <a:pt x="723011" y="361048"/>
                  </a:lnTo>
                  <a:lnTo>
                    <a:pt x="697191" y="361048"/>
                  </a:lnTo>
                  <a:lnTo>
                    <a:pt x="723011" y="386842"/>
                  </a:lnTo>
                  <a:lnTo>
                    <a:pt x="826287" y="386842"/>
                  </a:lnTo>
                  <a:lnTo>
                    <a:pt x="826287" y="361048"/>
                  </a:lnTo>
                  <a:close/>
                </a:path>
                <a:path w="4364355" h="2450465">
                  <a:moveTo>
                    <a:pt x="826287" y="0"/>
                  </a:moveTo>
                  <a:lnTo>
                    <a:pt x="723011" y="0"/>
                  </a:lnTo>
                  <a:lnTo>
                    <a:pt x="697191" y="0"/>
                  </a:lnTo>
                  <a:lnTo>
                    <a:pt x="723011" y="25781"/>
                  </a:lnTo>
                  <a:lnTo>
                    <a:pt x="826287" y="25781"/>
                  </a:lnTo>
                  <a:lnTo>
                    <a:pt x="826287" y="0"/>
                  </a:lnTo>
                  <a:close/>
                </a:path>
                <a:path w="4364355" h="2450465">
                  <a:moveTo>
                    <a:pt x="1007046" y="361048"/>
                  </a:moveTo>
                  <a:lnTo>
                    <a:pt x="903757" y="361048"/>
                  </a:lnTo>
                  <a:lnTo>
                    <a:pt x="877938" y="361048"/>
                  </a:lnTo>
                  <a:lnTo>
                    <a:pt x="903757" y="386842"/>
                  </a:lnTo>
                  <a:lnTo>
                    <a:pt x="1007046" y="386842"/>
                  </a:lnTo>
                  <a:lnTo>
                    <a:pt x="1007046" y="361048"/>
                  </a:lnTo>
                  <a:close/>
                </a:path>
                <a:path w="4364355" h="2450465">
                  <a:moveTo>
                    <a:pt x="1007046" y="0"/>
                  </a:moveTo>
                  <a:lnTo>
                    <a:pt x="903757" y="0"/>
                  </a:lnTo>
                  <a:lnTo>
                    <a:pt x="877938" y="0"/>
                  </a:lnTo>
                  <a:lnTo>
                    <a:pt x="903757" y="25781"/>
                  </a:lnTo>
                  <a:lnTo>
                    <a:pt x="1007046" y="25781"/>
                  </a:lnTo>
                  <a:lnTo>
                    <a:pt x="1007046" y="0"/>
                  </a:lnTo>
                  <a:close/>
                </a:path>
                <a:path w="4364355" h="2450465">
                  <a:moveTo>
                    <a:pt x="1187792" y="361048"/>
                  </a:moveTo>
                  <a:lnTo>
                    <a:pt x="1084503" y="361048"/>
                  </a:lnTo>
                  <a:lnTo>
                    <a:pt x="1058684" y="361048"/>
                  </a:lnTo>
                  <a:lnTo>
                    <a:pt x="1084503" y="386842"/>
                  </a:lnTo>
                  <a:lnTo>
                    <a:pt x="1187792" y="386842"/>
                  </a:lnTo>
                  <a:lnTo>
                    <a:pt x="1187792" y="361048"/>
                  </a:lnTo>
                  <a:close/>
                </a:path>
                <a:path w="4364355" h="2450465">
                  <a:moveTo>
                    <a:pt x="1187792" y="0"/>
                  </a:moveTo>
                  <a:lnTo>
                    <a:pt x="1084503" y="0"/>
                  </a:lnTo>
                  <a:lnTo>
                    <a:pt x="1058684" y="0"/>
                  </a:lnTo>
                  <a:lnTo>
                    <a:pt x="1084503" y="25781"/>
                  </a:lnTo>
                  <a:lnTo>
                    <a:pt x="1187792" y="25781"/>
                  </a:lnTo>
                  <a:lnTo>
                    <a:pt x="1187792" y="0"/>
                  </a:lnTo>
                  <a:close/>
                </a:path>
                <a:path w="4364355" h="2450465">
                  <a:moveTo>
                    <a:pt x="1368539" y="361048"/>
                  </a:moveTo>
                  <a:lnTo>
                    <a:pt x="1265262" y="361048"/>
                  </a:lnTo>
                  <a:lnTo>
                    <a:pt x="1239431" y="361048"/>
                  </a:lnTo>
                  <a:lnTo>
                    <a:pt x="1265262" y="386842"/>
                  </a:lnTo>
                  <a:lnTo>
                    <a:pt x="1368539" y="386842"/>
                  </a:lnTo>
                  <a:lnTo>
                    <a:pt x="1368539" y="361048"/>
                  </a:lnTo>
                  <a:close/>
                </a:path>
                <a:path w="4364355" h="2450465">
                  <a:moveTo>
                    <a:pt x="1368539" y="0"/>
                  </a:moveTo>
                  <a:lnTo>
                    <a:pt x="1265262" y="0"/>
                  </a:lnTo>
                  <a:lnTo>
                    <a:pt x="1239431" y="0"/>
                  </a:lnTo>
                  <a:lnTo>
                    <a:pt x="1265262" y="25781"/>
                  </a:lnTo>
                  <a:lnTo>
                    <a:pt x="1368539" y="25781"/>
                  </a:lnTo>
                  <a:lnTo>
                    <a:pt x="1368539" y="0"/>
                  </a:lnTo>
                  <a:close/>
                </a:path>
                <a:path w="4364355" h="2450465">
                  <a:moveTo>
                    <a:pt x="1549298" y="361048"/>
                  </a:moveTo>
                  <a:lnTo>
                    <a:pt x="1446009" y="361048"/>
                  </a:lnTo>
                  <a:lnTo>
                    <a:pt x="1420190" y="361048"/>
                  </a:lnTo>
                  <a:lnTo>
                    <a:pt x="1446009" y="386842"/>
                  </a:lnTo>
                  <a:lnTo>
                    <a:pt x="1549298" y="386842"/>
                  </a:lnTo>
                  <a:lnTo>
                    <a:pt x="1549298" y="361048"/>
                  </a:lnTo>
                  <a:close/>
                </a:path>
                <a:path w="4364355" h="2450465">
                  <a:moveTo>
                    <a:pt x="1549298" y="0"/>
                  </a:moveTo>
                  <a:lnTo>
                    <a:pt x="1446009" y="0"/>
                  </a:lnTo>
                  <a:lnTo>
                    <a:pt x="1420190" y="0"/>
                  </a:lnTo>
                  <a:lnTo>
                    <a:pt x="1446009" y="25781"/>
                  </a:lnTo>
                  <a:lnTo>
                    <a:pt x="1549298" y="25781"/>
                  </a:lnTo>
                  <a:lnTo>
                    <a:pt x="1549298" y="0"/>
                  </a:lnTo>
                  <a:close/>
                </a:path>
                <a:path w="4364355" h="2450465">
                  <a:moveTo>
                    <a:pt x="1730044" y="361048"/>
                  </a:moveTo>
                  <a:lnTo>
                    <a:pt x="1626755" y="361048"/>
                  </a:lnTo>
                  <a:lnTo>
                    <a:pt x="1600936" y="361048"/>
                  </a:lnTo>
                  <a:lnTo>
                    <a:pt x="1626755" y="386842"/>
                  </a:lnTo>
                  <a:lnTo>
                    <a:pt x="1730044" y="386842"/>
                  </a:lnTo>
                  <a:lnTo>
                    <a:pt x="1730044" y="361048"/>
                  </a:lnTo>
                  <a:close/>
                </a:path>
                <a:path w="4364355" h="2450465">
                  <a:moveTo>
                    <a:pt x="1730044" y="0"/>
                  </a:moveTo>
                  <a:lnTo>
                    <a:pt x="1626755" y="0"/>
                  </a:lnTo>
                  <a:lnTo>
                    <a:pt x="1600936" y="0"/>
                  </a:lnTo>
                  <a:lnTo>
                    <a:pt x="1626755" y="25781"/>
                  </a:lnTo>
                  <a:lnTo>
                    <a:pt x="1730044" y="25781"/>
                  </a:lnTo>
                  <a:lnTo>
                    <a:pt x="1730044" y="0"/>
                  </a:lnTo>
                  <a:close/>
                </a:path>
                <a:path w="4364355" h="2450465">
                  <a:moveTo>
                    <a:pt x="1910791" y="361048"/>
                  </a:moveTo>
                  <a:lnTo>
                    <a:pt x="1807514" y="361048"/>
                  </a:lnTo>
                  <a:lnTo>
                    <a:pt x="1781683" y="361048"/>
                  </a:lnTo>
                  <a:lnTo>
                    <a:pt x="1807514" y="386842"/>
                  </a:lnTo>
                  <a:lnTo>
                    <a:pt x="1910791" y="386842"/>
                  </a:lnTo>
                  <a:lnTo>
                    <a:pt x="1910791" y="361048"/>
                  </a:lnTo>
                  <a:close/>
                </a:path>
                <a:path w="4364355" h="2450465">
                  <a:moveTo>
                    <a:pt x="1910791" y="0"/>
                  </a:moveTo>
                  <a:lnTo>
                    <a:pt x="1807514" y="0"/>
                  </a:lnTo>
                  <a:lnTo>
                    <a:pt x="1781683" y="0"/>
                  </a:lnTo>
                  <a:lnTo>
                    <a:pt x="1807514" y="25781"/>
                  </a:lnTo>
                  <a:lnTo>
                    <a:pt x="1910791" y="25781"/>
                  </a:lnTo>
                  <a:lnTo>
                    <a:pt x="1910791" y="0"/>
                  </a:lnTo>
                  <a:close/>
                </a:path>
                <a:path w="4364355" h="2450465">
                  <a:moveTo>
                    <a:pt x="2091550" y="361048"/>
                  </a:moveTo>
                  <a:lnTo>
                    <a:pt x="1988261" y="361048"/>
                  </a:lnTo>
                  <a:lnTo>
                    <a:pt x="1962442" y="361048"/>
                  </a:lnTo>
                  <a:lnTo>
                    <a:pt x="1988261" y="386842"/>
                  </a:lnTo>
                  <a:lnTo>
                    <a:pt x="2091550" y="386842"/>
                  </a:lnTo>
                  <a:lnTo>
                    <a:pt x="2091550" y="361048"/>
                  </a:lnTo>
                  <a:close/>
                </a:path>
                <a:path w="4364355" h="2450465">
                  <a:moveTo>
                    <a:pt x="2091550" y="0"/>
                  </a:moveTo>
                  <a:lnTo>
                    <a:pt x="1988261" y="0"/>
                  </a:lnTo>
                  <a:lnTo>
                    <a:pt x="1962442" y="0"/>
                  </a:lnTo>
                  <a:lnTo>
                    <a:pt x="1988261" y="25781"/>
                  </a:lnTo>
                  <a:lnTo>
                    <a:pt x="2091550" y="25781"/>
                  </a:lnTo>
                  <a:lnTo>
                    <a:pt x="2091550" y="0"/>
                  </a:lnTo>
                  <a:close/>
                </a:path>
                <a:path w="4364355" h="2450465">
                  <a:moveTo>
                    <a:pt x="2272296" y="361048"/>
                  </a:moveTo>
                  <a:lnTo>
                    <a:pt x="2169007" y="361048"/>
                  </a:lnTo>
                  <a:lnTo>
                    <a:pt x="2143188" y="361048"/>
                  </a:lnTo>
                  <a:lnTo>
                    <a:pt x="2169007" y="386842"/>
                  </a:lnTo>
                  <a:lnTo>
                    <a:pt x="2272296" y="386842"/>
                  </a:lnTo>
                  <a:lnTo>
                    <a:pt x="2272296" y="361048"/>
                  </a:lnTo>
                  <a:close/>
                </a:path>
                <a:path w="4364355" h="2450465">
                  <a:moveTo>
                    <a:pt x="2272296" y="0"/>
                  </a:moveTo>
                  <a:lnTo>
                    <a:pt x="2169007" y="0"/>
                  </a:lnTo>
                  <a:lnTo>
                    <a:pt x="2143188" y="0"/>
                  </a:lnTo>
                  <a:lnTo>
                    <a:pt x="2169007" y="25781"/>
                  </a:lnTo>
                  <a:lnTo>
                    <a:pt x="2272296" y="25781"/>
                  </a:lnTo>
                  <a:lnTo>
                    <a:pt x="2272296" y="0"/>
                  </a:lnTo>
                  <a:close/>
                </a:path>
                <a:path w="4364355" h="2450465">
                  <a:moveTo>
                    <a:pt x="2453043" y="361048"/>
                  </a:moveTo>
                  <a:lnTo>
                    <a:pt x="2349754" y="361048"/>
                  </a:lnTo>
                  <a:lnTo>
                    <a:pt x="2323935" y="361048"/>
                  </a:lnTo>
                  <a:lnTo>
                    <a:pt x="2349754" y="386842"/>
                  </a:lnTo>
                  <a:lnTo>
                    <a:pt x="2453043" y="386842"/>
                  </a:lnTo>
                  <a:lnTo>
                    <a:pt x="2453043" y="361048"/>
                  </a:lnTo>
                  <a:close/>
                </a:path>
                <a:path w="4364355" h="2450465">
                  <a:moveTo>
                    <a:pt x="2453043" y="0"/>
                  </a:moveTo>
                  <a:lnTo>
                    <a:pt x="2349754" y="0"/>
                  </a:lnTo>
                  <a:lnTo>
                    <a:pt x="2323935" y="0"/>
                  </a:lnTo>
                  <a:lnTo>
                    <a:pt x="2349754" y="25781"/>
                  </a:lnTo>
                  <a:lnTo>
                    <a:pt x="2453043" y="25781"/>
                  </a:lnTo>
                  <a:lnTo>
                    <a:pt x="2453043" y="0"/>
                  </a:lnTo>
                  <a:close/>
                </a:path>
                <a:path w="4364355" h="2450465">
                  <a:moveTo>
                    <a:pt x="2633789" y="361048"/>
                  </a:moveTo>
                  <a:lnTo>
                    <a:pt x="2530513" y="361048"/>
                  </a:lnTo>
                  <a:lnTo>
                    <a:pt x="2504694" y="361048"/>
                  </a:lnTo>
                  <a:lnTo>
                    <a:pt x="2530513" y="386842"/>
                  </a:lnTo>
                  <a:lnTo>
                    <a:pt x="2633789" y="386842"/>
                  </a:lnTo>
                  <a:lnTo>
                    <a:pt x="2633789" y="361048"/>
                  </a:lnTo>
                  <a:close/>
                </a:path>
                <a:path w="4364355" h="2450465">
                  <a:moveTo>
                    <a:pt x="2633789" y="0"/>
                  </a:moveTo>
                  <a:lnTo>
                    <a:pt x="2530513" y="0"/>
                  </a:lnTo>
                  <a:lnTo>
                    <a:pt x="2504694" y="0"/>
                  </a:lnTo>
                  <a:lnTo>
                    <a:pt x="2530513" y="25781"/>
                  </a:lnTo>
                  <a:lnTo>
                    <a:pt x="2633789" y="25781"/>
                  </a:lnTo>
                  <a:lnTo>
                    <a:pt x="2633789" y="0"/>
                  </a:lnTo>
                  <a:close/>
                </a:path>
                <a:path w="4364355" h="2450465">
                  <a:moveTo>
                    <a:pt x="2814548" y="361048"/>
                  </a:moveTo>
                  <a:lnTo>
                    <a:pt x="2711259" y="361048"/>
                  </a:lnTo>
                  <a:lnTo>
                    <a:pt x="2685440" y="361048"/>
                  </a:lnTo>
                  <a:lnTo>
                    <a:pt x="2711259" y="386842"/>
                  </a:lnTo>
                  <a:lnTo>
                    <a:pt x="2814548" y="386842"/>
                  </a:lnTo>
                  <a:lnTo>
                    <a:pt x="2814548" y="361048"/>
                  </a:lnTo>
                  <a:close/>
                </a:path>
                <a:path w="4364355" h="2450465">
                  <a:moveTo>
                    <a:pt x="2814548" y="0"/>
                  </a:moveTo>
                  <a:lnTo>
                    <a:pt x="2711259" y="0"/>
                  </a:lnTo>
                  <a:lnTo>
                    <a:pt x="2685440" y="0"/>
                  </a:lnTo>
                  <a:lnTo>
                    <a:pt x="2711259" y="25781"/>
                  </a:lnTo>
                  <a:lnTo>
                    <a:pt x="2814548" y="25781"/>
                  </a:lnTo>
                  <a:lnTo>
                    <a:pt x="2814548" y="0"/>
                  </a:lnTo>
                  <a:close/>
                </a:path>
                <a:path w="4364355" h="2450465">
                  <a:moveTo>
                    <a:pt x="2995295" y="361048"/>
                  </a:moveTo>
                  <a:lnTo>
                    <a:pt x="2892006" y="361048"/>
                  </a:lnTo>
                  <a:lnTo>
                    <a:pt x="2866186" y="361048"/>
                  </a:lnTo>
                  <a:lnTo>
                    <a:pt x="2892006" y="386842"/>
                  </a:lnTo>
                  <a:lnTo>
                    <a:pt x="2995295" y="386842"/>
                  </a:lnTo>
                  <a:lnTo>
                    <a:pt x="2995295" y="361048"/>
                  </a:lnTo>
                  <a:close/>
                </a:path>
                <a:path w="4364355" h="2450465">
                  <a:moveTo>
                    <a:pt x="2995295" y="0"/>
                  </a:moveTo>
                  <a:lnTo>
                    <a:pt x="2892006" y="0"/>
                  </a:lnTo>
                  <a:lnTo>
                    <a:pt x="2866186" y="0"/>
                  </a:lnTo>
                  <a:lnTo>
                    <a:pt x="2892006" y="25781"/>
                  </a:lnTo>
                  <a:lnTo>
                    <a:pt x="2995295" y="25781"/>
                  </a:lnTo>
                  <a:lnTo>
                    <a:pt x="2995295" y="0"/>
                  </a:lnTo>
                  <a:close/>
                </a:path>
                <a:path w="4364355" h="2450465">
                  <a:moveTo>
                    <a:pt x="3124403" y="2321052"/>
                  </a:moveTo>
                  <a:lnTo>
                    <a:pt x="3098584" y="2295258"/>
                  </a:lnTo>
                  <a:lnTo>
                    <a:pt x="3098584" y="2424201"/>
                  </a:lnTo>
                  <a:lnTo>
                    <a:pt x="3124403" y="2424201"/>
                  </a:lnTo>
                  <a:lnTo>
                    <a:pt x="3124403" y="2321052"/>
                  </a:lnTo>
                  <a:close/>
                </a:path>
                <a:path w="4364355" h="2450465">
                  <a:moveTo>
                    <a:pt x="3124403" y="2140521"/>
                  </a:moveTo>
                  <a:lnTo>
                    <a:pt x="3098584" y="2114727"/>
                  </a:lnTo>
                  <a:lnTo>
                    <a:pt x="3098584" y="2243683"/>
                  </a:lnTo>
                  <a:lnTo>
                    <a:pt x="3124403" y="2243683"/>
                  </a:lnTo>
                  <a:lnTo>
                    <a:pt x="3124403" y="2140521"/>
                  </a:lnTo>
                  <a:close/>
                </a:path>
                <a:path w="4364355" h="2450465">
                  <a:moveTo>
                    <a:pt x="3124403" y="1959991"/>
                  </a:moveTo>
                  <a:lnTo>
                    <a:pt x="3098584" y="1934210"/>
                  </a:lnTo>
                  <a:lnTo>
                    <a:pt x="3098584" y="2063153"/>
                  </a:lnTo>
                  <a:lnTo>
                    <a:pt x="3124403" y="2063153"/>
                  </a:lnTo>
                  <a:lnTo>
                    <a:pt x="3124403" y="1959991"/>
                  </a:lnTo>
                  <a:close/>
                </a:path>
                <a:path w="4364355" h="2450465">
                  <a:moveTo>
                    <a:pt x="3124403" y="1779473"/>
                  </a:moveTo>
                  <a:lnTo>
                    <a:pt x="3098584" y="1753679"/>
                  </a:lnTo>
                  <a:lnTo>
                    <a:pt x="3098584" y="1882622"/>
                  </a:lnTo>
                  <a:lnTo>
                    <a:pt x="3124403" y="1882622"/>
                  </a:lnTo>
                  <a:lnTo>
                    <a:pt x="3124403" y="1779473"/>
                  </a:lnTo>
                  <a:close/>
                </a:path>
                <a:path w="4364355" h="2450465">
                  <a:moveTo>
                    <a:pt x="3124403" y="1598942"/>
                  </a:moveTo>
                  <a:lnTo>
                    <a:pt x="3098584" y="1573149"/>
                  </a:lnTo>
                  <a:lnTo>
                    <a:pt x="3098584" y="1702104"/>
                  </a:lnTo>
                  <a:lnTo>
                    <a:pt x="3124403" y="1702104"/>
                  </a:lnTo>
                  <a:lnTo>
                    <a:pt x="3124403" y="1598942"/>
                  </a:lnTo>
                  <a:close/>
                </a:path>
                <a:path w="4364355" h="2450465">
                  <a:moveTo>
                    <a:pt x="3124403" y="1418412"/>
                  </a:moveTo>
                  <a:lnTo>
                    <a:pt x="3098584" y="1392631"/>
                  </a:lnTo>
                  <a:lnTo>
                    <a:pt x="3098584" y="1521574"/>
                  </a:lnTo>
                  <a:lnTo>
                    <a:pt x="3124403" y="1521574"/>
                  </a:lnTo>
                  <a:lnTo>
                    <a:pt x="3124403" y="1418412"/>
                  </a:lnTo>
                  <a:close/>
                </a:path>
                <a:path w="4364355" h="2450465">
                  <a:moveTo>
                    <a:pt x="3124403" y="1237894"/>
                  </a:moveTo>
                  <a:lnTo>
                    <a:pt x="3098584" y="1212100"/>
                  </a:lnTo>
                  <a:lnTo>
                    <a:pt x="3098584" y="1341043"/>
                  </a:lnTo>
                  <a:lnTo>
                    <a:pt x="3124403" y="1341043"/>
                  </a:lnTo>
                  <a:lnTo>
                    <a:pt x="3124403" y="1237894"/>
                  </a:lnTo>
                  <a:close/>
                </a:path>
                <a:path w="4364355" h="2450465">
                  <a:moveTo>
                    <a:pt x="3124403" y="1057363"/>
                  </a:moveTo>
                  <a:lnTo>
                    <a:pt x="3098584" y="1031570"/>
                  </a:lnTo>
                  <a:lnTo>
                    <a:pt x="3098584" y="1160526"/>
                  </a:lnTo>
                  <a:lnTo>
                    <a:pt x="3124403" y="1160526"/>
                  </a:lnTo>
                  <a:lnTo>
                    <a:pt x="3124403" y="1057363"/>
                  </a:lnTo>
                  <a:close/>
                </a:path>
                <a:path w="4364355" h="2450465">
                  <a:moveTo>
                    <a:pt x="3124403" y="876833"/>
                  </a:moveTo>
                  <a:lnTo>
                    <a:pt x="3098584" y="851052"/>
                  </a:lnTo>
                  <a:lnTo>
                    <a:pt x="3098584" y="979995"/>
                  </a:lnTo>
                  <a:lnTo>
                    <a:pt x="3124403" y="979995"/>
                  </a:lnTo>
                  <a:lnTo>
                    <a:pt x="3124403" y="876833"/>
                  </a:lnTo>
                  <a:close/>
                </a:path>
                <a:path w="4364355" h="2450465">
                  <a:moveTo>
                    <a:pt x="3176041" y="361048"/>
                  </a:moveTo>
                  <a:lnTo>
                    <a:pt x="3072765" y="361048"/>
                  </a:lnTo>
                  <a:lnTo>
                    <a:pt x="3046933" y="361048"/>
                  </a:lnTo>
                  <a:lnTo>
                    <a:pt x="3072765" y="386842"/>
                  </a:lnTo>
                  <a:lnTo>
                    <a:pt x="3176041" y="386842"/>
                  </a:lnTo>
                  <a:lnTo>
                    <a:pt x="3176041" y="361048"/>
                  </a:lnTo>
                  <a:close/>
                </a:path>
                <a:path w="4364355" h="2450465">
                  <a:moveTo>
                    <a:pt x="3176041" y="0"/>
                  </a:moveTo>
                  <a:lnTo>
                    <a:pt x="3072765" y="0"/>
                  </a:lnTo>
                  <a:lnTo>
                    <a:pt x="3046933" y="0"/>
                  </a:lnTo>
                  <a:lnTo>
                    <a:pt x="3072765" y="25781"/>
                  </a:lnTo>
                  <a:lnTo>
                    <a:pt x="3176041" y="25781"/>
                  </a:lnTo>
                  <a:lnTo>
                    <a:pt x="3176041" y="0"/>
                  </a:lnTo>
                  <a:close/>
                </a:path>
                <a:path w="4364355" h="2450465">
                  <a:moveTo>
                    <a:pt x="3356800" y="361048"/>
                  </a:moveTo>
                  <a:lnTo>
                    <a:pt x="3253511" y="361048"/>
                  </a:lnTo>
                  <a:lnTo>
                    <a:pt x="3227692" y="361048"/>
                  </a:lnTo>
                  <a:lnTo>
                    <a:pt x="3253511" y="386842"/>
                  </a:lnTo>
                  <a:lnTo>
                    <a:pt x="3356800" y="386842"/>
                  </a:lnTo>
                  <a:lnTo>
                    <a:pt x="3356800" y="361048"/>
                  </a:lnTo>
                  <a:close/>
                </a:path>
                <a:path w="4364355" h="2450465">
                  <a:moveTo>
                    <a:pt x="3356800" y="0"/>
                  </a:moveTo>
                  <a:lnTo>
                    <a:pt x="3253511" y="0"/>
                  </a:lnTo>
                  <a:lnTo>
                    <a:pt x="3227692" y="0"/>
                  </a:lnTo>
                  <a:lnTo>
                    <a:pt x="3253511" y="25781"/>
                  </a:lnTo>
                  <a:lnTo>
                    <a:pt x="3356800" y="25781"/>
                  </a:lnTo>
                  <a:lnTo>
                    <a:pt x="3356800" y="0"/>
                  </a:lnTo>
                  <a:close/>
                </a:path>
                <a:path w="4364355" h="2450465">
                  <a:moveTo>
                    <a:pt x="3537547" y="361048"/>
                  </a:moveTo>
                  <a:lnTo>
                    <a:pt x="3434257" y="361048"/>
                  </a:lnTo>
                  <a:lnTo>
                    <a:pt x="3408438" y="361048"/>
                  </a:lnTo>
                  <a:lnTo>
                    <a:pt x="3434257" y="386842"/>
                  </a:lnTo>
                  <a:lnTo>
                    <a:pt x="3537547" y="386842"/>
                  </a:lnTo>
                  <a:lnTo>
                    <a:pt x="3537547" y="361048"/>
                  </a:lnTo>
                  <a:close/>
                </a:path>
                <a:path w="4364355" h="2450465">
                  <a:moveTo>
                    <a:pt x="3537547" y="0"/>
                  </a:moveTo>
                  <a:lnTo>
                    <a:pt x="3434257" y="0"/>
                  </a:lnTo>
                  <a:lnTo>
                    <a:pt x="3408438" y="0"/>
                  </a:lnTo>
                  <a:lnTo>
                    <a:pt x="3434257" y="25781"/>
                  </a:lnTo>
                  <a:lnTo>
                    <a:pt x="3537547" y="25781"/>
                  </a:lnTo>
                  <a:lnTo>
                    <a:pt x="3537547" y="0"/>
                  </a:lnTo>
                  <a:close/>
                </a:path>
                <a:path w="4364355" h="2450465">
                  <a:moveTo>
                    <a:pt x="3718293" y="361048"/>
                  </a:moveTo>
                  <a:lnTo>
                    <a:pt x="3615017" y="361048"/>
                  </a:lnTo>
                  <a:lnTo>
                    <a:pt x="3589185" y="361048"/>
                  </a:lnTo>
                  <a:lnTo>
                    <a:pt x="3615017" y="386842"/>
                  </a:lnTo>
                  <a:lnTo>
                    <a:pt x="3718293" y="386842"/>
                  </a:lnTo>
                  <a:lnTo>
                    <a:pt x="3718293" y="361048"/>
                  </a:lnTo>
                  <a:close/>
                </a:path>
                <a:path w="4364355" h="2450465">
                  <a:moveTo>
                    <a:pt x="3718293" y="0"/>
                  </a:moveTo>
                  <a:lnTo>
                    <a:pt x="3615017" y="0"/>
                  </a:lnTo>
                  <a:lnTo>
                    <a:pt x="3589185" y="0"/>
                  </a:lnTo>
                  <a:lnTo>
                    <a:pt x="3615017" y="25781"/>
                  </a:lnTo>
                  <a:lnTo>
                    <a:pt x="3718293" y="25781"/>
                  </a:lnTo>
                  <a:lnTo>
                    <a:pt x="3718293" y="0"/>
                  </a:lnTo>
                  <a:close/>
                </a:path>
                <a:path w="4364355" h="2450465">
                  <a:moveTo>
                    <a:pt x="3744112" y="2424201"/>
                  </a:moveTo>
                  <a:lnTo>
                    <a:pt x="3718293" y="2398420"/>
                  </a:lnTo>
                  <a:lnTo>
                    <a:pt x="3718293" y="2449995"/>
                  </a:lnTo>
                  <a:lnTo>
                    <a:pt x="3744112" y="2449995"/>
                  </a:lnTo>
                  <a:lnTo>
                    <a:pt x="3744112" y="2424201"/>
                  </a:lnTo>
                  <a:close/>
                </a:path>
                <a:path w="4364355" h="2450465">
                  <a:moveTo>
                    <a:pt x="3744112" y="2243683"/>
                  </a:moveTo>
                  <a:lnTo>
                    <a:pt x="3718293" y="2217890"/>
                  </a:lnTo>
                  <a:lnTo>
                    <a:pt x="3718293" y="2346833"/>
                  </a:lnTo>
                  <a:lnTo>
                    <a:pt x="3744112" y="2346833"/>
                  </a:lnTo>
                  <a:lnTo>
                    <a:pt x="3744112" y="2243683"/>
                  </a:lnTo>
                  <a:close/>
                </a:path>
                <a:path w="4364355" h="2450465">
                  <a:moveTo>
                    <a:pt x="3744112" y="2063153"/>
                  </a:moveTo>
                  <a:lnTo>
                    <a:pt x="3718293" y="2037359"/>
                  </a:lnTo>
                  <a:lnTo>
                    <a:pt x="3718293" y="2166315"/>
                  </a:lnTo>
                  <a:lnTo>
                    <a:pt x="3744112" y="2166315"/>
                  </a:lnTo>
                  <a:lnTo>
                    <a:pt x="3744112" y="2063153"/>
                  </a:lnTo>
                  <a:close/>
                </a:path>
                <a:path w="4364355" h="2450465">
                  <a:moveTo>
                    <a:pt x="3744112" y="1882622"/>
                  </a:moveTo>
                  <a:lnTo>
                    <a:pt x="3718293" y="1856841"/>
                  </a:lnTo>
                  <a:lnTo>
                    <a:pt x="3718293" y="1985784"/>
                  </a:lnTo>
                  <a:lnTo>
                    <a:pt x="3744112" y="1985784"/>
                  </a:lnTo>
                  <a:lnTo>
                    <a:pt x="3744112" y="1882622"/>
                  </a:lnTo>
                  <a:close/>
                </a:path>
                <a:path w="4364355" h="2450465">
                  <a:moveTo>
                    <a:pt x="3744112" y="1702104"/>
                  </a:moveTo>
                  <a:lnTo>
                    <a:pt x="3718293" y="1676311"/>
                  </a:lnTo>
                  <a:lnTo>
                    <a:pt x="3718293" y="1805254"/>
                  </a:lnTo>
                  <a:lnTo>
                    <a:pt x="3744112" y="1805254"/>
                  </a:lnTo>
                  <a:lnTo>
                    <a:pt x="3744112" y="1702104"/>
                  </a:lnTo>
                  <a:close/>
                </a:path>
                <a:path w="4364355" h="2450465">
                  <a:moveTo>
                    <a:pt x="3744112" y="1521574"/>
                  </a:moveTo>
                  <a:lnTo>
                    <a:pt x="3718293" y="1495780"/>
                  </a:lnTo>
                  <a:lnTo>
                    <a:pt x="3718293" y="1624736"/>
                  </a:lnTo>
                  <a:lnTo>
                    <a:pt x="3744112" y="1624736"/>
                  </a:lnTo>
                  <a:lnTo>
                    <a:pt x="3744112" y="1521574"/>
                  </a:lnTo>
                  <a:close/>
                </a:path>
                <a:path w="4364355" h="2450465">
                  <a:moveTo>
                    <a:pt x="3744112" y="1341043"/>
                  </a:moveTo>
                  <a:lnTo>
                    <a:pt x="3718293" y="1315262"/>
                  </a:lnTo>
                  <a:lnTo>
                    <a:pt x="3718293" y="1444205"/>
                  </a:lnTo>
                  <a:lnTo>
                    <a:pt x="3744112" y="1444205"/>
                  </a:lnTo>
                  <a:lnTo>
                    <a:pt x="3744112" y="1341043"/>
                  </a:lnTo>
                  <a:close/>
                </a:path>
                <a:path w="4364355" h="2450465">
                  <a:moveTo>
                    <a:pt x="3744112" y="1160526"/>
                  </a:moveTo>
                  <a:lnTo>
                    <a:pt x="3718293" y="1134732"/>
                  </a:lnTo>
                  <a:lnTo>
                    <a:pt x="3718293" y="1263675"/>
                  </a:lnTo>
                  <a:lnTo>
                    <a:pt x="3744112" y="1263675"/>
                  </a:lnTo>
                  <a:lnTo>
                    <a:pt x="3744112" y="1160526"/>
                  </a:lnTo>
                  <a:close/>
                </a:path>
                <a:path w="4364355" h="2450465">
                  <a:moveTo>
                    <a:pt x="3744112" y="979995"/>
                  </a:moveTo>
                  <a:lnTo>
                    <a:pt x="3718293" y="954201"/>
                  </a:lnTo>
                  <a:lnTo>
                    <a:pt x="3718293" y="1083157"/>
                  </a:lnTo>
                  <a:lnTo>
                    <a:pt x="3744112" y="1083157"/>
                  </a:lnTo>
                  <a:lnTo>
                    <a:pt x="3744112" y="979995"/>
                  </a:lnTo>
                  <a:close/>
                </a:path>
                <a:path w="4364355" h="2450465">
                  <a:moveTo>
                    <a:pt x="3744112" y="799465"/>
                  </a:moveTo>
                  <a:lnTo>
                    <a:pt x="3718293" y="773684"/>
                  </a:lnTo>
                  <a:lnTo>
                    <a:pt x="3718293" y="902627"/>
                  </a:lnTo>
                  <a:lnTo>
                    <a:pt x="3744112" y="902627"/>
                  </a:lnTo>
                  <a:lnTo>
                    <a:pt x="3744112" y="799465"/>
                  </a:lnTo>
                  <a:close/>
                </a:path>
                <a:path w="4364355" h="2450465">
                  <a:moveTo>
                    <a:pt x="3744112" y="618947"/>
                  </a:moveTo>
                  <a:lnTo>
                    <a:pt x="3718293" y="593153"/>
                  </a:lnTo>
                  <a:lnTo>
                    <a:pt x="3718293" y="722096"/>
                  </a:lnTo>
                  <a:lnTo>
                    <a:pt x="3744112" y="722096"/>
                  </a:lnTo>
                  <a:lnTo>
                    <a:pt x="3744112" y="618947"/>
                  </a:lnTo>
                  <a:close/>
                </a:path>
                <a:path w="4364355" h="2450465">
                  <a:moveTo>
                    <a:pt x="3744112" y="438416"/>
                  </a:moveTo>
                  <a:lnTo>
                    <a:pt x="3718293" y="412623"/>
                  </a:lnTo>
                  <a:lnTo>
                    <a:pt x="3718293" y="541578"/>
                  </a:lnTo>
                  <a:lnTo>
                    <a:pt x="3744112" y="541578"/>
                  </a:lnTo>
                  <a:lnTo>
                    <a:pt x="3744112" y="438416"/>
                  </a:lnTo>
                  <a:close/>
                </a:path>
                <a:path w="4364355" h="2450465">
                  <a:moveTo>
                    <a:pt x="3899052" y="0"/>
                  </a:moveTo>
                  <a:lnTo>
                    <a:pt x="3795763" y="0"/>
                  </a:lnTo>
                  <a:lnTo>
                    <a:pt x="3769944" y="0"/>
                  </a:lnTo>
                  <a:lnTo>
                    <a:pt x="3795763" y="25781"/>
                  </a:lnTo>
                  <a:lnTo>
                    <a:pt x="3899052" y="25781"/>
                  </a:lnTo>
                  <a:lnTo>
                    <a:pt x="3899052" y="0"/>
                  </a:lnTo>
                  <a:close/>
                </a:path>
                <a:path w="4364355" h="2450465">
                  <a:moveTo>
                    <a:pt x="4079798" y="0"/>
                  </a:moveTo>
                  <a:lnTo>
                    <a:pt x="3976509" y="0"/>
                  </a:lnTo>
                  <a:lnTo>
                    <a:pt x="3950690" y="0"/>
                  </a:lnTo>
                  <a:lnTo>
                    <a:pt x="3976509" y="25781"/>
                  </a:lnTo>
                  <a:lnTo>
                    <a:pt x="4079798" y="25781"/>
                  </a:lnTo>
                  <a:lnTo>
                    <a:pt x="4079798" y="0"/>
                  </a:lnTo>
                  <a:close/>
                </a:path>
                <a:path w="4364355" h="2450465">
                  <a:moveTo>
                    <a:pt x="4260545" y="0"/>
                  </a:moveTo>
                  <a:lnTo>
                    <a:pt x="4157243" y="0"/>
                  </a:lnTo>
                  <a:lnTo>
                    <a:pt x="4131437" y="0"/>
                  </a:lnTo>
                  <a:lnTo>
                    <a:pt x="4157243" y="25781"/>
                  </a:lnTo>
                  <a:lnTo>
                    <a:pt x="4260545" y="25781"/>
                  </a:lnTo>
                  <a:lnTo>
                    <a:pt x="4260545" y="0"/>
                  </a:lnTo>
                  <a:close/>
                </a:path>
                <a:path w="4364355" h="2450465">
                  <a:moveTo>
                    <a:pt x="4363834" y="722096"/>
                  </a:moveTo>
                  <a:lnTo>
                    <a:pt x="4338015" y="696315"/>
                  </a:lnTo>
                  <a:lnTo>
                    <a:pt x="4338015" y="825258"/>
                  </a:lnTo>
                  <a:lnTo>
                    <a:pt x="4363834" y="825258"/>
                  </a:lnTo>
                  <a:lnTo>
                    <a:pt x="4363834" y="722096"/>
                  </a:lnTo>
                  <a:close/>
                </a:path>
                <a:path w="4364355" h="2450465">
                  <a:moveTo>
                    <a:pt x="4363834" y="541578"/>
                  </a:moveTo>
                  <a:lnTo>
                    <a:pt x="4338015" y="515785"/>
                  </a:lnTo>
                  <a:lnTo>
                    <a:pt x="4338015" y="644728"/>
                  </a:lnTo>
                  <a:lnTo>
                    <a:pt x="4363834" y="644728"/>
                  </a:lnTo>
                  <a:lnTo>
                    <a:pt x="4363834" y="541578"/>
                  </a:lnTo>
                  <a:close/>
                </a:path>
                <a:path w="4364355" h="2450465">
                  <a:moveTo>
                    <a:pt x="4363834" y="361048"/>
                  </a:moveTo>
                  <a:lnTo>
                    <a:pt x="4338015" y="335254"/>
                  </a:lnTo>
                  <a:lnTo>
                    <a:pt x="4338015" y="464210"/>
                  </a:lnTo>
                  <a:lnTo>
                    <a:pt x="4363834" y="464210"/>
                  </a:lnTo>
                  <a:lnTo>
                    <a:pt x="4363834" y="361048"/>
                  </a:lnTo>
                  <a:close/>
                </a:path>
                <a:path w="4364355" h="2450465">
                  <a:moveTo>
                    <a:pt x="4363834" y="180517"/>
                  </a:moveTo>
                  <a:lnTo>
                    <a:pt x="4338015" y="154736"/>
                  </a:lnTo>
                  <a:lnTo>
                    <a:pt x="4338015" y="283679"/>
                  </a:lnTo>
                  <a:lnTo>
                    <a:pt x="4363834" y="283679"/>
                  </a:lnTo>
                  <a:lnTo>
                    <a:pt x="4363834" y="180517"/>
                  </a:lnTo>
                  <a:close/>
                </a:path>
                <a:path w="4364355" h="2450465">
                  <a:moveTo>
                    <a:pt x="4363834" y="0"/>
                  </a:moveTo>
                  <a:lnTo>
                    <a:pt x="4338015" y="0"/>
                  </a:lnTo>
                  <a:lnTo>
                    <a:pt x="4338015" y="103149"/>
                  </a:lnTo>
                  <a:lnTo>
                    <a:pt x="4363834" y="103149"/>
                  </a:lnTo>
                  <a:lnTo>
                    <a:pt x="4363834" y="0"/>
                  </a:lnTo>
                  <a:close/>
                </a:path>
              </a:pathLst>
            </a:custGeom>
            <a:solidFill>
              <a:srgbClr val="000000"/>
            </a:solidFill>
          </p:spPr>
          <p:txBody>
            <a:bodyPr wrap="square" lIns="0" tIns="0" rIns="0" bIns="0" rtlCol="0"/>
            <a:lstStyle/>
            <a:p>
              <a:endParaRPr/>
            </a:p>
          </p:txBody>
        </p:sp>
        <p:sp>
          <p:nvSpPr>
            <p:cNvPr id="12" name="object 12"/>
            <p:cNvSpPr/>
            <p:nvPr/>
          </p:nvSpPr>
          <p:spPr>
            <a:xfrm>
              <a:off x="6838150" y="2835846"/>
              <a:ext cx="26034" cy="1728470"/>
            </a:xfrm>
            <a:custGeom>
              <a:avLst/>
              <a:gdLst/>
              <a:ahLst/>
              <a:cxnLst/>
              <a:rect l="l" t="t" r="r" b="b"/>
              <a:pathLst>
                <a:path w="26034" h="1728470">
                  <a:moveTo>
                    <a:pt x="25819" y="1650517"/>
                  </a:moveTo>
                  <a:lnTo>
                    <a:pt x="0" y="1624736"/>
                  </a:lnTo>
                  <a:lnTo>
                    <a:pt x="0" y="1727885"/>
                  </a:lnTo>
                  <a:lnTo>
                    <a:pt x="25819" y="1727885"/>
                  </a:lnTo>
                  <a:lnTo>
                    <a:pt x="25819" y="1650517"/>
                  </a:lnTo>
                  <a:close/>
                </a:path>
                <a:path w="26034" h="1728470">
                  <a:moveTo>
                    <a:pt x="25819" y="1469999"/>
                  </a:moveTo>
                  <a:lnTo>
                    <a:pt x="0" y="1444205"/>
                  </a:lnTo>
                  <a:lnTo>
                    <a:pt x="0" y="1573149"/>
                  </a:lnTo>
                  <a:lnTo>
                    <a:pt x="25819" y="1573149"/>
                  </a:lnTo>
                  <a:lnTo>
                    <a:pt x="25819" y="1469999"/>
                  </a:lnTo>
                  <a:close/>
                </a:path>
                <a:path w="26034" h="1728470">
                  <a:moveTo>
                    <a:pt x="25819" y="1289469"/>
                  </a:moveTo>
                  <a:lnTo>
                    <a:pt x="0" y="1263675"/>
                  </a:lnTo>
                  <a:lnTo>
                    <a:pt x="0" y="1392631"/>
                  </a:lnTo>
                  <a:lnTo>
                    <a:pt x="25819" y="1392631"/>
                  </a:lnTo>
                  <a:lnTo>
                    <a:pt x="25819" y="1289469"/>
                  </a:lnTo>
                  <a:close/>
                </a:path>
                <a:path w="26034" h="1728470">
                  <a:moveTo>
                    <a:pt x="25819" y="1108938"/>
                  </a:moveTo>
                  <a:lnTo>
                    <a:pt x="0" y="1083157"/>
                  </a:lnTo>
                  <a:lnTo>
                    <a:pt x="0" y="1212100"/>
                  </a:lnTo>
                  <a:lnTo>
                    <a:pt x="25819" y="1212100"/>
                  </a:lnTo>
                  <a:lnTo>
                    <a:pt x="25819" y="1108938"/>
                  </a:lnTo>
                  <a:close/>
                </a:path>
                <a:path w="26034" h="1728470">
                  <a:moveTo>
                    <a:pt x="25819" y="928420"/>
                  </a:moveTo>
                  <a:lnTo>
                    <a:pt x="0" y="902627"/>
                  </a:lnTo>
                  <a:lnTo>
                    <a:pt x="0" y="1031570"/>
                  </a:lnTo>
                  <a:lnTo>
                    <a:pt x="25819" y="1031570"/>
                  </a:lnTo>
                  <a:lnTo>
                    <a:pt x="25819" y="928420"/>
                  </a:lnTo>
                  <a:close/>
                </a:path>
                <a:path w="26034" h="1728470">
                  <a:moveTo>
                    <a:pt x="25819" y="747890"/>
                  </a:moveTo>
                  <a:lnTo>
                    <a:pt x="0" y="722096"/>
                  </a:lnTo>
                  <a:lnTo>
                    <a:pt x="0" y="851052"/>
                  </a:lnTo>
                  <a:lnTo>
                    <a:pt x="25819" y="851052"/>
                  </a:lnTo>
                  <a:lnTo>
                    <a:pt x="25819" y="747890"/>
                  </a:lnTo>
                  <a:close/>
                </a:path>
                <a:path w="26034" h="1728470">
                  <a:moveTo>
                    <a:pt x="25819" y="567359"/>
                  </a:moveTo>
                  <a:lnTo>
                    <a:pt x="0" y="541578"/>
                  </a:lnTo>
                  <a:lnTo>
                    <a:pt x="0" y="670521"/>
                  </a:lnTo>
                  <a:lnTo>
                    <a:pt x="25819" y="670521"/>
                  </a:lnTo>
                  <a:lnTo>
                    <a:pt x="25819" y="567359"/>
                  </a:lnTo>
                  <a:close/>
                </a:path>
                <a:path w="26034" h="1728470">
                  <a:moveTo>
                    <a:pt x="25819" y="386842"/>
                  </a:moveTo>
                  <a:lnTo>
                    <a:pt x="0" y="361048"/>
                  </a:lnTo>
                  <a:lnTo>
                    <a:pt x="0" y="489991"/>
                  </a:lnTo>
                  <a:lnTo>
                    <a:pt x="25819" y="489991"/>
                  </a:lnTo>
                  <a:lnTo>
                    <a:pt x="25819" y="386842"/>
                  </a:lnTo>
                  <a:close/>
                </a:path>
                <a:path w="26034" h="1728470">
                  <a:moveTo>
                    <a:pt x="25819" y="206311"/>
                  </a:moveTo>
                  <a:lnTo>
                    <a:pt x="0" y="180517"/>
                  </a:lnTo>
                  <a:lnTo>
                    <a:pt x="0" y="309473"/>
                  </a:lnTo>
                  <a:lnTo>
                    <a:pt x="25819" y="309473"/>
                  </a:lnTo>
                  <a:lnTo>
                    <a:pt x="25819" y="206311"/>
                  </a:lnTo>
                  <a:close/>
                </a:path>
                <a:path w="26034" h="1728470">
                  <a:moveTo>
                    <a:pt x="25819" y="25781"/>
                  </a:moveTo>
                  <a:lnTo>
                    <a:pt x="0" y="0"/>
                  </a:lnTo>
                  <a:lnTo>
                    <a:pt x="0" y="128943"/>
                  </a:lnTo>
                  <a:lnTo>
                    <a:pt x="25819" y="128943"/>
                  </a:lnTo>
                  <a:lnTo>
                    <a:pt x="25819" y="25781"/>
                  </a:lnTo>
                  <a:close/>
                </a:path>
              </a:pathLst>
            </a:custGeom>
            <a:solidFill>
              <a:srgbClr val="000000"/>
            </a:solidFill>
          </p:spPr>
          <p:txBody>
            <a:bodyPr wrap="square" lIns="0" tIns="0" rIns="0" bIns="0" rtlCol="0"/>
            <a:lstStyle/>
            <a:p>
              <a:endParaRPr/>
            </a:p>
          </p:txBody>
        </p:sp>
        <p:sp>
          <p:nvSpPr>
            <p:cNvPr id="13" name="object 13"/>
            <p:cNvSpPr/>
            <p:nvPr/>
          </p:nvSpPr>
          <p:spPr>
            <a:xfrm>
              <a:off x="2500134" y="2139530"/>
              <a:ext cx="4338320" cy="2424430"/>
            </a:xfrm>
            <a:custGeom>
              <a:avLst/>
              <a:gdLst/>
              <a:ahLst/>
              <a:cxnLst/>
              <a:rect l="l" t="t" r="r" b="b"/>
              <a:pathLst>
                <a:path w="4338320" h="2424429">
                  <a:moveTo>
                    <a:pt x="0" y="2424201"/>
                  </a:moveTo>
                  <a:lnTo>
                    <a:pt x="4338015" y="0"/>
                  </a:lnTo>
                </a:path>
              </a:pathLst>
            </a:custGeom>
            <a:ln w="25806">
              <a:solidFill>
                <a:srgbClr val="000000"/>
              </a:solidFill>
            </a:ln>
          </p:spPr>
          <p:txBody>
            <a:bodyPr wrap="square" lIns="0" tIns="0" rIns="0" bIns="0" rtlCol="0"/>
            <a:lstStyle/>
            <a:p>
              <a:endParaRPr/>
            </a:p>
          </p:txBody>
        </p:sp>
      </p:grpSp>
      <p:sp>
        <p:nvSpPr>
          <p:cNvPr id="14" name="object 14"/>
          <p:cNvSpPr txBox="1">
            <a:spLocks noGrp="1"/>
          </p:cNvSpPr>
          <p:nvPr>
            <p:ph type="title"/>
          </p:nvPr>
        </p:nvSpPr>
        <p:spPr>
          <a:xfrm>
            <a:off x="1570989" y="1533613"/>
            <a:ext cx="748030" cy="396875"/>
          </a:xfrm>
          <a:prstGeom prst="rect">
            <a:avLst/>
          </a:prstGeom>
        </p:spPr>
        <p:txBody>
          <a:bodyPr vert="horz" wrap="square" lIns="0" tIns="17145" rIns="0" bIns="0" rtlCol="0">
            <a:spAutoFit/>
          </a:bodyPr>
          <a:lstStyle/>
          <a:p>
            <a:pPr marL="25400">
              <a:lnSpc>
                <a:spcPct val="100000"/>
              </a:lnSpc>
              <a:spcBef>
                <a:spcPts val="135"/>
              </a:spcBef>
            </a:pPr>
            <a:r>
              <a:rPr sz="2400" i="1" spc="-10" dirty="0">
                <a:solidFill>
                  <a:srgbClr val="000000"/>
                </a:solidFill>
                <a:latin typeface="Times New Roman" panose="02020603050405020304"/>
                <a:cs typeface="Times New Roman" panose="02020603050405020304"/>
              </a:rPr>
              <a:t>u</a:t>
            </a:r>
            <a:r>
              <a:rPr sz="2700" spc="-15" baseline="-19000" dirty="0">
                <a:solidFill>
                  <a:srgbClr val="000000"/>
                </a:solidFill>
                <a:latin typeface="Times New Roman" panose="02020603050405020304"/>
                <a:cs typeface="Times New Roman" panose="02020603050405020304"/>
              </a:rPr>
              <a:t>o</a:t>
            </a:r>
            <a:r>
              <a:rPr sz="2400" spc="-10" dirty="0">
                <a:solidFill>
                  <a:srgbClr val="000000"/>
                </a:solidFill>
                <a:latin typeface="Times New Roman" panose="02020603050405020304"/>
                <a:cs typeface="Times New Roman" panose="02020603050405020304"/>
              </a:rPr>
              <a:t>(V)</a:t>
            </a:r>
            <a:endParaRPr sz="2400">
              <a:latin typeface="Times New Roman" panose="02020603050405020304"/>
              <a:cs typeface="Times New Roman" panose="02020603050405020304"/>
            </a:endParaRPr>
          </a:p>
        </p:txBody>
      </p:sp>
      <p:sp>
        <p:nvSpPr>
          <p:cNvPr id="15" name="object 15"/>
          <p:cNvSpPr txBox="1"/>
          <p:nvPr/>
        </p:nvSpPr>
        <p:spPr>
          <a:xfrm>
            <a:off x="7122185" y="4060990"/>
            <a:ext cx="236854" cy="396875"/>
          </a:xfrm>
          <a:prstGeom prst="rect">
            <a:avLst/>
          </a:prstGeom>
        </p:spPr>
        <p:txBody>
          <a:bodyPr vert="horz" wrap="square" lIns="0" tIns="17145" rIns="0" bIns="0" rtlCol="0">
            <a:spAutoFit/>
          </a:bodyPr>
          <a:lstStyle/>
          <a:p>
            <a:pPr>
              <a:lnSpc>
                <a:spcPct val="100000"/>
              </a:lnSpc>
              <a:spcBef>
                <a:spcPts val="135"/>
              </a:spcBef>
            </a:pPr>
            <a:r>
              <a:rPr sz="2400" spc="-50" dirty="0">
                <a:latin typeface="Times New Roman" panose="02020603050405020304"/>
                <a:cs typeface="Times New Roman" panose="02020603050405020304"/>
              </a:rPr>
              <a:t>D</a:t>
            </a:r>
            <a:endParaRPr sz="2400">
              <a:latin typeface="Times New Roman" panose="02020603050405020304"/>
              <a:cs typeface="Times New Roman" panose="02020603050405020304"/>
            </a:endParaRPr>
          </a:p>
        </p:txBody>
      </p:sp>
      <p:sp>
        <p:nvSpPr>
          <p:cNvPr id="16" name="object 16"/>
          <p:cNvSpPr/>
          <p:nvPr/>
        </p:nvSpPr>
        <p:spPr>
          <a:xfrm>
            <a:off x="1454912" y="1482089"/>
            <a:ext cx="6068060" cy="3893820"/>
          </a:xfrm>
          <a:custGeom>
            <a:avLst/>
            <a:gdLst/>
            <a:ahLst/>
            <a:cxnLst/>
            <a:rect l="l" t="t" r="r" b="b"/>
            <a:pathLst>
              <a:path w="6068059" h="3893820">
                <a:moveTo>
                  <a:pt x="6057900" y="12954"/>
                </a:moveTo>
                <a:lnTo>
                  <a:pt x="6055360" y="12954"/>
                </a:lnTo>
                <a:lnTo>
                  <a:pt x="6055360" y="3880866"/>
                </a:lnTo>
                <a:lnTo>
                  <a:pt x="6057900" y="3880866"/>
                </a:lnTo>
                <a:lnTo>
                  <a:pt x="6057900" y="12954"/>
                </a:lnTo>
                <a:close/>
              </a:path>
              <a:path w="6068059" h="3893820">
                <a:moveTo>
                  <a:pt x="6057900" y="10160"/>
                </a:moveTo>
                <a:lnTo>
                  <a:pt x="10160" y="10160"/>
                </a:lnTo>
                <a:lnTo>
                  <a:pt x="10160" y="12700"/>
                </a:lnTo>
                <a:lnTo>
                  <a:pt x="10160" y="3881120"/>
                </a:lnTo>
                <a:lnTo>
                  <a:pt x="10160" y="3883660"/>
                </a:lnTo>
                <a:lnTo>
                  <a:pt x="6057900" y="3883660"/>
                </a:lnTo>
                <a:lnTo>
                  <a:pt x="6057900" y="3881120"/>
                </a:lnTo>
                <a:lnTo>
                  <a:pt x="12700" y="3881120"/>
                </a:lnTo>
                <a:lnTo>
                  <a:pt x="12700" y="12700"/>
                </a:lnTo>
                <a:lnTo>
                  <a:pt x="6057900" y="12700"/>
                </a:lnTo>
                <a:lnTo>
                  <a:pt x="6057900" y="10160"/>
                </a:lnTo>
                <a:close/>
              </a:path>
              <a:path w="6068059" h="3893820">
                <a:moveTo>
                  <a:pt x="6068060" y="7874"/>
                </a:moveTo>
                <a:lnTo>
                  <a:pt x="6060440" y="7874"/>
                </a:lnTo>
                <a:lnTo>
                  <a:pt x="6060440" y="3885946"/>
                </a:lnTo>
                <a:lnTo>
                  <a:pt x="6068060" y="3885958"/>
                </a:lnTo>
                <a:lnTo>
                  <a:pt x="6068060" y="7874"/>
                </a:lnTo>
                <a:close/>
              </a:path>
              <a:path w="6068059" h="3893820">
                <a:moveTo>
                  <a:pt x="6068060" y="0"/>
                </a:moveTo>
                <a:lnTo>
                  <a:pt x="0" y="0"/>
                </a:lnTo>
                <a:lnTo>
                  <a:pt x="0" y="7620"/>
                </a:lnTo>
                <a:lnTo>
                  <a:pt x="0" y="3886212"/>
                </a:lnTo>
                <a:lnTo>
                  <a:pt x="0" y="3893820"/>
                </a:lnTo>
                <a:lnTo>
                  <a:pt x="6068060" y="3893820"/>
                </a:lnTo>
                <a:lnTo>
                  <a:pt x="6068060" y="3886212"/>
                </a:lnTo>
                <a:lnTo>
                  <a:pt x="7620" y="3886212"/>
                </a:lnTo>
                <a:lnTo>
                  <a:pt x="7620" y="7620"/>
                </a:lnTo>
                <a:lnTo>
                  <a:pt x="6068060" y="7620"/>
                </a:lnTo>
                <a:lnTo>
                  <a:pt x="6068060" y="0"/>
                </a:lnTo>
                <a:close/>
              </a:path>
            </a:pathLst>
          </a:custGeom>
          <a:solidFill>
            <a:srgbClr val="0000CC"/>
          </a:solidFill>
        </p:spPr>
        <p:txBody>
          <a:bodyPr wrap="square" lIns="0" tIns="0" rIns="0" bIns="0" rtlCol="0"/>
          <a:lstStyle/>
          <a:p>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5602" y="1049896"/>
            <a:ext cx="5339715" cy="105791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a:t>
            </a:r>
            <a:r>
              <a:rPr sz="2400" spc="-10" dirty="0">
                <a:solidFill>
                  <a:srgbClr val="0000CC"/>
                </a:solidFill>
                <a:latin typeface="Noto Sans Mono CJK HK"/>
                <a:cs typeface="Noto Sans Mono CJK HK"/>
              </a:rPr>
              <a:t>）</a:t>
            </a:r>
            <a:r>
              <a:rPr sz="2400" spc="-20" dirty="0">
                <a:solidFill>
                  <a:srgbClr val="0000CC"/>
                </a:solidFill>
                <a:latin typeface="Noto Sans Mono CJK HK"/>
                <a:cs typeface="Noto Sans Mono CJK HK"/>
              </a:rPr>
              <a:t>分辨率</a:t>
            </a:r>
            <a:endParaRPr sz="2400">
              <a:latin typeface="Noto Sans Mono CJK HK"/>
              <a:cs typeface="Noto Sans Mono CJK HK"/>
            </a:endParaRPr>
          </a:p>
          <a:p>
            <a:pPr marL="821690">
              <a:lnSpc>
                <a:spcPct val="100000"/>
              </a:lnSpc>
              <a:spcBef>
                <a:spcPts val="2365"/>
              </a:spcBef>
            </a:pPr>
            <a:r>
              <a:rPr sz="2400" dirty="0">
                <a:solidFill>
                  <a:srgbClr val="FF0000"/>
                </a:solidFill>
                <a:latin typeface="Noto Sans Mono CJK HK"/>
                <a:cs typeface="Noto Sans Mono CJK HK"/>
              </a:rPr>
              <a:t>例</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10</a:t>
            </a:r>
            <a:r>
              <a:rPr sz="2400" dirty="0">
                <a:solidFill>
                  <a:srgbClr val="0000CC"/>
                </a:solidFill>
                <a:latin typeface="Noto Sans Mono CJK HK"/>
                <a:cs typeface="Noto Sans Mono CJK HK"/>
              </a:rPr>
              <a:t>位</a:t>
            </a:r>
            <a:r>
              <a:rPr sz="2400" spc="-10" dirty="0">
                <a:solidFill>
                  <a:srgbClr val="0000CC"/>
                </a:solidFill>
                <a:latin typeface="Arial" panose="020B0604020202020204"/>
                <a:cs typeface="Arial" panose="020B0604020202020204"/>
              </a:rPr>
              <a:t>D/A</a:t>
            </a:r>
            <a:r>
              <a:rPr sz="2400" spc="-10" dirty="0">
                <a:solidFill>
                  <a:srgbClr val="0000CC"/>
                </a:solidFill>
                <a:latin typeface="Noto Sans Mono CJK HK"/>
                <a:cs typeface="Noto Sans Mono CJK HK"/>
              </a:rPr>
              <a:t>转换器的分辨率为：</a:t>
            </a:r>
            <a:endParaRPr sz="2400">
              <a:latin typeface="Noto Sans Mono CJK HK"/>
              <a:cs typeface="Noto Sans Mono CJK HK"/>
            </a:endParaRPr>
          </a:p>
        </p:txBody>
      </p:sp>
      <p:sp>
        <p:nvSpPr>
          <p:cNvPr id="3" name="object 3"/>
          <p:cNvSpPr txBox="1">
            <a:spLocks noGrp="1"/>
          </p:cNvSpPr>
          <p:nvPr>
            <p:ph type="title"/>
          </p:nvPr>
        </p:nvSpPr>
        <p:spPr>
          <a:xfrm>
            <a:off x="419569" y="191401"/>
            <a:ext cx="5260975" cy="442595"/>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9.2.4</a:t>
            </a:r>
            <a:r>
              <a:rPr spc="15" dirty="0">
                <a:latin typeface="Arial" panose="020B0604020202020204"/>
                <a:cs typeface="Arial" panose="020B0604020202020204"/>
              </a:rPr>
              <a:t> </a:t>
            </a:r>
            <a:r>
              <a:rPr spc="-10" dirty="0">
                <a:latin typeface="Arial" panose="020B0604020202020204"/>
                <a:cs typeface="Arial" panose="020B0604020202020204"/>
              </a:rPr>
              <a:t>D/A</a:t>
            </a:r>
            <a:r>
              <a:rPr spc="-35" dirty="0"/>
              <a:t>转换器的主要技术指标</a:t>
            </a:r>
          </a:p>
        </p:txBody>
      </p:sp>
      <p:sp>
        <p:nvSpPr>
          <p:cNvPr id="4" name="object 4"/>
          <p:cNvSpPr txBox="1"/>
          <p:nvPr/>
        </p:nvSpPr>
        <p:spPr>
          <a:xfrm>
            <a:off x="645299" y="3896829"/>
            <a:ext cx="7762875" cy="755015"/>
          </a:xfrm>
          <a:prstGeom prst="rect">
            <a:avLst/>
          </a:prstGeom>
        </p:spPr>
        <p:txBody>
          <a:bodyPr vert="horz" wrap="square" lIns="0" tIns="26670" rIns="0" bIns="0" rtlCol="0">
            <a:spAutoFit/>
          </a:bodyPr>
          <a:lstStyle/>
          <a:p>
            <a:pPr marL="12700" marR="5080">
              <a:lnSpc>
                <a:spcPts val="2860"/>
              </a:lnSpc>
              <a:spcBef>
                <a:spcPts val="210"/>
              </a:spcBef>
            </a:pPr>
            <a:r>
              <a:rPr sz="2400" u="heavy" spc="50" dirty="0">
                <a:solidFill>
                  <a:srgbClr val="0000FF"/>
                </a:solidFill>
                <a:uFill>
                  <a:solidFill>
                    <a:srgbClr val="0000FF"/>
                  </a:solidFill>
                </a:uFill>
                <a:latin typeface="Arial" panose="020B0604020202020204"/>
                <a:cs typeface="Arial" panose="020B0604020202020204"/>
                <a:hlinkClick r:id="rId2" action="ppaction://hlinksldjump"/>
              </a:rPr>
              <a:t>DAC</a:t>
            </a:r>
            <a:r>
              <a:rPr sz="2400" u="heavy" spc="190" dirty="0">
                <a:solidFill>
                  <a:srgbClr val="0000FF"/>
                </a:solidFill>
                <a:uFill>
                  <a:solidFill>
                    <a:srgbClr val="0000FF"/>
                  </a:solidFill>
                </a:uFill>
                <a:latin typeface="Arial" panose="020B0604020202020204"/>
                <a:cs typeface="Arial" panose="020B0604020202020204"/>
                <a:hlinkClick r:id="rId2" action="ppaction://hlinksldjump"/>
              </a:rPr>
              <a:t> </a:t>
            </a:r>
            <a:r>
              <a:rPr sz="2400" u="heavy" spc="85" dirty="0">
                <a:solidFill>
                  <a:srgbClr val="0000FF"/>
                </a:solidFill>
                <a:uFill>
                  <a:solidFill>
                    <a:srgbClr val="0000FF"/>
                  </a:solidFill>
                </a:uFill>
                <a:latin typeface="Noto Sans Mono CJK HK"/>
                <a:cs typeface="Noto Sans Mono CJK HK"/>
                <a:hlinkClick r:id="rId2" action="ppaction://hlinksldjump"/>
              </a:rPr>
              <a:t>的位数越多，分辨率值就越小，能分辨的最小输出</a:t>
            </a:r>
            <a:r>
              <a:rPr sz="2400" u="heavy" spc="600" dirty="0">
                <a:solidFill>
                  <a:srgbClr val="0000FF"/>
                </a:solidFill>
                <a:uFill>
                  <a:solidFill>
                    <a:srgbClr val="0000FF"/>
                  </a:solidFill>
                </a:uFill>
                <a:latin typeface="Noto Sans Mono CJK HK"/>
                <a:cs typeface="Noto Sans Mono CJK HK"/>
                <a:hlinkClick r:id="rId2" action="ppaction://hlinksldjump"/>
              </a:rPr>
              <a:t>                      </a:t>
            </a:r>
            <a:r>
              <a:rPr sz="2400" u="heavy" spc="-10" dirty="0">
                <a:solidFill>
                  <a:srgbClr val="0000FF"/>
                </a:solidFill>
                <a:uFill>
                  <a:solidFill>
                    <a:srgbClr val="0000FF"/>
                  </a:solidFill>
                </a:uFill>
                <a:latin typeface="Noto Sans Mono CJK HK"/>
                <a:cs typeface="Noto Sans Mono CJK HK"/>
                <a:hlinkClick r:id="rId2" action="ppaction://hlinksldjump"/>
              </a:rPr>
              <a:t>电压值也越小。</a:t>
            </a:r>
            <a:endParaRPr sz="2400">
              <a:latin typeface="Noto Sans Mono CJK HK"/>
              <a:cs typeface="Noto Sans Mono CJK HK"/>
            </a:endParaRPr>
          </a:p>
        </p:txBody>
      </p:sp>
      <p:pic>
        <p:nvPicPr>
          <p:cNvPr id="5" name="object 5"/>
          <p:cNvPicPr/>
          <p:nvPr/>
        </p:nvPicPr>
        <p:blipFill>
          <a:blip r:embed="rId3" cstate="print"/>
          <a:stretch>
            <a:fillRect/>
          </a:stretch>
        </p:blipFill>
        <p:spPr>
          <a:xfrm>
            <a:off x="7182611" y="4747259"/>
            <a:ext cx="1589531" cy="1376172"/>
          </a:xfrm>
          <a:prstGeom prst="rect">
            <a:avLst/>
          </a:prstGeom>
        </p:spPr>
      </p:pic>
      <p:pic>
        <p:nvPicPr>
          <p:cNvPr id="6" name="object 6"/>
          <p:cNvPicPr/>
          <p:nvPr/>
        </p:nvPicPr>
        <p:blipFill>
          <a:blip r:embed="rId4" cstate="print"/>
          <a:stretch>
            <a:fillRect/>
          </a:stretch>
        </p:blipFill>
        <p:spPr>
          <a:xfrm>
            <a:off x="1938153" y="2453258"/>
            <a:ext cx="3505566" cy="847725"/>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24</a:t>
            </a:fld>
            <a:endParaRPr spc="-25" dirty="0"/>
          </a:p>
        </p:txBody>
      </p:sp>
      <p:sp>
        <p:nvSpPr>
          <p:cNvPr id="8" name="文本框 7">
            <a:extLst>
              <a:ext uri="{FF2B5EF4-FFF2-40B4-BE49-F238E27FC236}">
                <a16:creationId xmlns:a16="http://schemas.microsoft.com/office/drawing/2014/main" id="{3C5810C4-E315-4771-9B89-9C3B826690F5}"/>
              </a:ext>
            </a:extLst>
          </p:cNvPr>
          <p:cNvSpPr txBox="1"/>
          <p:nvPr/>
        </p:nvSpPr>
        <p:spPr>
          <a:xfrm>
            <a:off x="6096000" y="1295400"/>
            <a:ext cx="2312174" cy="1938992"/>
          </a:xfrm>
          <a:prstGeom prst="rect">
            <a:avLst/>
          </a:prstGeom>
          <a:noFill/>
        </p:spPr>
        <p:txBody>
          <a:bodyPr wrap="square" rtlCol="0">
            <a:spAutoFit/>
          </a:bodyPr>
          <a:lstStyle/>
          <a:p>
            <a:r>
              <a:rPr lang="zh-CN" altLang="en-US" sz="6000" dirty="0">
                <a:solidFill>
                  <a:srgbClr val="FF0000"/>
                </a:solidFill>
              </a:rPr>
              <a:t>很重要</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8084" y="909828"/>
            <a:ext cx="8440420" cy="4251325"/>
          </a:xfrm>
          <a:prstGeom prst="rect">
            <a:avLst/>
          </a:prstGeom>
        </p:spPr>
        <p:txBody>
          <a:bodyPr vert="horz" wrap="square" lIns="0" tIns="119380" rIns="0" bIns="0" rtlCol="0">
            <a:spAutoFit/>
          </a:bodyPr>
          <a:lstStyle/>
          <a:p>
            <a:pPr marL="25400">
              <a:lnSpc>
                <a:spcPct val="100000"/>
              </a:lnSpc>
              <a:spcBef>
                <a:spcPts val="940"/>
              </a:spcBef>
            </a:pP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2</a:t>
            </a:r>
            <a:r>
              <a:rPr sz="2400" spc="-10" dirty="0">
                <a:solidFill>
                  <a:srgbClr val="0000CC"/>
                </a:solidFill>
                <a:latin typeface="Noto Sans Mono CJK HK"/>
                <a:cs typeface="Noto Sans Mono CJK HK"/>
              </a:rPr>
              <a:t>）</a:t>
            </a:r>
            <a:r>
              <a:rPr sz="2400" spc="-15" dirty="0">
                <a:solidFill>
                  <a:srgbClr val="0000CC"/>
                </a:solidFill>
                <a:latin typeface="Noto Sans Mono CJK HK"/>
                <a:cs typeface="Noto Sans Mono CJK HK"/>
              </a:rPr>
              <a:t>转换精度</a:t>
            </a:r>
            <a:endParaRPr sz="2400">
              <a:latin typeface="Noto Sans Mono CJK HK"/>
              <a:cs typeface="Noto Sans Mono CJK HK"/>
            </a:endParaRPr>
          </a:p>
          <a:p>
            <a:pPr marL="835025" marR="309245" indent="34925">
              <a:lnSpc>
                <a:spcPct val="109000"/>
              </a:lnSpc>
              <a:spcBef>
                <a:spcPts val="570"/>
              </a:spcBef>
            </a:pPr>
            <a:r>
              <a:rPr sz="2400" dirty="0">
                <a:solidFill>
                  <a:srgbClr val="0000CC"/>
                </a:solidFill>
                <a:latin typeface="Arial" panose="020B0604020202020204"/>
                <a:cs typeface="Arial" panose="020B0604020202020204"/>
              </a:rPr>
              <a:t>D/A</a:t>
            </a:r>
            <a:r>
              <a:rPr sz="2400" dirty="0">
                <a:solidFill>
                  <a:srgbClr val="0000CC"/>
                </a:solidFill>
                <a:latin typeface="Noto Sans Mono CJK HK"/>
                <a:cs typeface="Noto Sans Mono CJK HK"/>
              </a:rPr>
              <a:t>转换器输出模拟电压的</a:t>
            </a:r>
            <a:r>
              <a:rPr sz="2400" dirty="0">
                <a:solidFill>
                  <a:srgbClr val="0000FF"/>
                </a:solidFill>
                <a:latin typeface="Noto Sans Mono CJK HK"/>
                <a:cs typeface="Noto Sans Mono CJK HK"/>
              </a:rPr>
              <a:t>实际值</a:t>
            </a:r>
            <a:r>
              <a:rPr sz="2400" dirty="0">
                <a:solidFill>
                  <a:srgbClr val="0000CC"/>
                </a:solidFill>
                <a:latin typeface="Noto Sans Mono CJK HK"/>
                <a:cs typeface="Noto Sans Mono CJK HK"/>
              </a:rPr>
              <a:t>与</a:t>
            </a:r>
            <a:r>
              <a:rPr sz="2400" u="heavy" dirty="0">
                <a:solidFill>
                  <a:srgbClr val="0000FF"/>
                </a:solidFill>
                <a:uFill>
                  <a:solidFill>
                    <a:srgbClr val="0000FF"/>
                  </a:solidFill>
                </a:uFill>
                <a:latin typeface="Noto Sans Mono CJK HK"/>
                <a:cs typeface="Noto Sans Mono CJK HK"/>
                <a:hlinkClick r:id="rId2" action="ppaction://hlinksldjump"/>
              </a:rPr>
              <a:t>理想值</a:t>
            </a:r>
            <a:r>
              <a:rPr sz="2400" u="none" spc="-10" dirty="0">
                <a:solidFill>
                  <a:srgbClr val="0000CC"/>
                </a:solidFill>
                <a:latin typeface="Noto Sans Mono CJK HK"/>
                <a:cs typeface="Noto Sans Mono CJK HK"/>
              </a:rPr>
              <a:t>之差，即最大静态转换误差。</a:t>
            </a:r>
            <a:endParaRPr sz="2400">
              <a:latin typeface="Noto Sans Mono CJK HK"/>
              <a:cs typeface="Noto Sans Mono CJK HK"/>
            </a:endParaRPr>
          </a:p>
          <a:p>
            <a:pPr marL="1073785" marR="117475" indent="-363855" algn="just">
              <a:lnSpc>
                <a:spcPct val="100000"/>
              </a:lnSpc>
              <a:spcBef>
                <a:spcPts val="3010"/>
              </a:spcBef>
              <a:buFont typeface="Wingdings" panose="05000000000000000000"/>
              <a:buChar char=""/>
              <a:tabLst>
                <a:tab pos="1073785" algn="l"/>
                <a:tab pos="1546860" algn="l"/>
              </a:tabLst>
            </a:pPr>
            <a:r>
              <a:rPr sz="2400" dirty="0">
                <a:solidFill>
                  <a:srgbClr val="0000CC"/>
                </a:solidFill>
                <a:latin typeface="Noto Sans Mono CJK HK"/>
                <a:cs typeface="Noto Sans Mono CJK HK"/>
              </a:rPr>
              <a:t>	</a:t>
            </a:r>
            <a:r>
              <a:rPr sz="2400" spc="-40" dirty="0">
                <a:solidFill>
                  <a:srgbClr val="0000CC"/>
                </a:solidFill>
                <a:latin typeface="Noto Sans Mono CJK HK"/>
                <a:cs typeface="Noto Sans Mono CJK HK"/>
              </a:rPr>
              <a:t>它是一个综合指标，不仅与 </a:t>
            </a:r>
            <a:r>
              <a:rPr sz="2400" spc="-10" dirty="0">
                <a:solidFill>
                  <a:srgbClr val="0000CC"/>
                </a:solidFill>
                <a:latin typeface="Arial" panose="020B0604020202020204"/>
                <a:cs typeface="Arial" panose="020B0604020202020204"/>
              </a:rPr>
              <a:t>DAC</a:t>
            </a:r>
            <a:r>
              <a:rPr sz="2400" spc="20" dirty="0">
                <a:solidFill>
                  <a:srgbClr val="0000CC"/>
                </a:solidFill>
                <a:latin typeface="Arial" panose="020B0604020202020204"/>
                <a:cs typeface="Arial" panose="020B0604020202020204"/>
              </a:rPr>
              <a:t> </a:t>
            </a:r>
            <a:r>
              <a:rPr sz="2400" spc="-160" dirty="0">
                <a:solidFill>
                  <a:srgbClr val="0000CC"/>
                </a:solidFill>
                <a:latin typeface="Noto Sans Mono CJK HK"/>
                <a:cs typeface="Noto Sans Mono CJK HK"/>
              </a:rPr>
              <a:t>中元件参数的精度</a:t>
            </a:r>
            <a:r>
              <a:rPr sz="2400" spc="60" dirty="0">
                <a:solidFill>
                  <a:srgbClr val="0000CC"/>
                </a:solidFill>
                <a:latin typeface="Noto Sans Mono CJK HK"/>
                <a:cs typeface="Noto Sans Mono CJK HK"/>
              </a:rPr>
              <a:t>有关，而且与环境温度、求和运算放大器的温度漂移</a:t>
            </a:r>
            <a:r>
              <a:rPr sz="2400" dirty="0">
                <a:solidFill>
                  <a:srgbClr val="0000CC"/>
                </a:solidFill>
                <a:latin typeface="Noto Sans Mono CJK HK"/>
                <a:cs typeface="Noto Sans Mono CJK HK"/>
              </a:rPr>
              <a:t>以及转换器的位数有关。</a:t>
            </a:r>
            <a:endParaRPr sz="2400">
              <a:latin typeface="Noto Sans Mono CJK HK"/>
              <a:cs typeface="Noto Sans Mono CJK HK"/>
            </a:endParaRPr>
          </a:p>
          <a:p>
            <a:pPr marL="1546860" indent="-836930" algn="just">
              <a:lnSpc>
                <a:spcPct val="100000"/>
              </a:lnSpc>
              <a:spcBef>
                <a:spcPts val="1215"/>
              </a:spcBef>
              <a:buFont typeface="Wingdings" panose="05000000000000000000"/>
              <a:buChar char=""/>
              <a:tabLst>
                <a:tab pos="1546860" algn="l"/>
              </a:tabLst>
            </a:pPr>
            <a:r>
              <a:rPr sz="2400" spc="-60" dirty="0">
                <a:solidFill>
                  <a:srgbClr val="0000CC"/>
                </a:solidFill>
                <a:latin typeface="Noto Sans Mono CJK HK"/>
                <a:cs typeface="Noto Sans Mono CJK HK"/>
              </a:rPr>
              <a:t>要获得较高精度的 </a:t>
            </a:r>
            <a:r>
              <a:rPr sz="2400" dirty="0">
                <a:solidFill>
                  <a:srgbClr val="0000CC"/>
                </a:solidFill>
                <a:latin typeface="Arial" panose="020B0604020202020204"/>
                <a:cs typeface="Arial" panose="020B0604020202020204"/>
              </a:rPr>
              <a:t>D/A</a:t>
            </a:r>
            <a:r>
              <a:rPr sz="2400" spc="-165" dirty="0">
                <a:solidFill>
                  <a:srgbClr val="0000CC"/>
                </a:solidFill>
                <a:latin typeface="Arial" panose="020B0604020202020204"/>
                <a:cs typeface="Arial" panose="020B0604020202020204"/>
              </a:rPr>
              <a:t> </a:t>
            </a:r>
            <a:r>
              <a:rPr sz="2400" spc="-45" dirty="0">
                <a:solidFill>
                  <a:srgbClr val="0000CC"/>
                </a:solidFill>
                <a:latin typeface="Noto Sans Mono CJK HK"/>
                <a:cs typeface="Noto Sans Mono CJK HK"/>
              </a:rPr>
              <a:t>转换结果，除了正确选用 </a:t>
            </a:r>
            <a:r>
              <a:rPr sz="2400" spc="-805" dirty="0">
                <a:solidFill>
                  <a:srgbClr val="0000CC"/>
                </a:solidFill>
                <a:latin typeface="Arial" panose="020B0604020202020204"/>
                <a:cs typeface="Arial" panose="020B0604020202020204"/>
              </a:rPr>
              <a:t>DAC</a:t>
            </a:r>
            <a:endParaRPr sz="2400">
              <a:latin typeface="Arial" panose="020B0604020202020204"/>
              <a:cs typeface="Arial" panose="020B0604020202020204"/>
            </a:endParaRPr>
          </a:p>
          <a:p>
            <a:pPr marL="1073785">
              <a:lnSpc>
                <a:spcPct val="100000"/>
              </a:lnSpc>
            </a:pPr>
            <a:r>
              <a:rPr sz="2400" spc="-5" dirty="0">
                <a:solidFill>
                  <a:srgbClr val="0000CC"/>
                </a:solidFill>
                <a:latin typeface="Noto Sans Mono CJK HK"/>
                <a:cs typeface="Noto Sans Mono CJK HK"/>
              </a:rPr>
              <a:t>的位数外，还要选用低漂移高精度的求和运算放大器。</a:t>
            </a:r>
            <a:endParaRPr sz="2400">
              <a:latin typeface="Noto Sans Mono CJK HK"/>
              <a:cs typeface="Noto Sans Mono CJK HK"/>
            </a:endParaRPr>
          </a:p>
          <a:p>
            <a:pPr marL="1546860" indent="-836930" algn="just">
              <a:lnSpc>
                <a:spcPct val="100000"/>
              </a:lnSpc>
              <a:spcBef>
                <a:spcPts val="1200"/>
              </a:spcBef>
              <a:buFont typeface="Wingdings" panose="05000000000000000000"/>
              <a:buChar char=""/>
              <a:tabLst>
                <a:tab pos="1546860" algn="l"/>
              </a:tabLst>
            </a:pPr>
            <a:r>
              <a:rPr sz="2400" spc="-110" dirty="0">
                <a:solidFill>
                  <a:srgbClr val="0000CC"/>
                </a:solidFill>
                <a:latin typeface="Noto Sans Mono CJK HK"/>
                <a:cs typeface="Noto Sans Mono CJK HK"/>
              </a:rPr>
              <a:t>通常要求 </a:t>
            </a:r>
            <a:r>
              <a:rPr sz="2400" spc="-20" dirty="0">
                <a:solidFill>
                  <a:srgbClr val="0000CC"/>
                </a:solidFill>
                <a:latin typeface="Arial" panose="020B0604020202020204"/>
                <a:cs typeface="Arial" panose="020B0604020202020204"/>
              </a:rPr>
              <a:t>DAC</a:t>
            </a:r>
            <a:r>
              <a:rPr sz="2400" spc="-90" dirty="0">
                <a:solidFill>
                  <a:srgbClr val="0000CC"/>
                </a:solidFill>
                <a:latin typeface="Noto Sans Mono CJK HK"/>
                <a:cs typeface="Noto Sans Mono CJK HK"/>
              </a:rPr>
              <a:t>的误差小于 </a:t>
            </a:r>
            <a:r>
              <a:rPr sz="2400" u="heavy" dirty="0">
                <a:solidFill>
                  <a:srgbClr val="0000FF"/>
                </a:solidFill>
                <a:uFill>
                  <a:solidFill>
                    <a:srgbClr val="0000FF"/>
                  </a:solidFill>
                </a:uFill>
                <a:latin typeface="Arial" panose="020B0604020202020204"/>
                <a:cs typeface="Arial" panose="020B0604020202020204"/>
                <a:hlinkClick r:id="rId2" action="ppaction://hlinksldjump"/>
              </a:rPr>
              <a:t>U</a:t>
            </a:r>
            <a:r>
              <a:rPr sz="2325" u="heavy" baseline="-18000" dirty="0">
                <a:solidFill>
                  <a:srgbClr val="0000FF"/>
                </a:solidFill>
                <a:uFill>
                  <a:solidFill>
                    <a:srgbClr val="0000FF"/>
                  </a:solidFill>
                </a:uFill>
                <a:latin typeface="Arial" panose="020B0604020202020204"/>
                <a:cs typeface="Arial" panose="020B0604020202020204"/>
                <a:hlinkClick r:id="rId2" action="ppaction://hlinksldjump"/>
              </a:rPr>
              <a:t>LSB</a:t>
            </a:r>
            <a:r>
              <a:rPr sz="2325" u="none" spc="337" baseline="-18000" dirty="0">
                <a:solidFill>
                  <a:srgbClr val="0000FF"/>
                </a:solidFill>
                <a:latin typeface="Arial" panose="020B0604020202020204"/>
                <a:cs typeface="Arial" panose="020B0604020202020204"/>
              </a:rPr>
              <a:t> </a:t>
            </a:r>
            <a:r>
              <a:rPr sz="2400" u="none" spc="-5" dirty="0">
                <a:solidFill>
                  <a:srgbClr val="0000CC"/>
                </a:solidFill>
                <a:latin typeface="Arial" panose="020B0604020202020204"/>
                <a:cs typeface="Arial" panose="020B0604020202020204"/>
              </a:rPr>
              <a:t>/ </a:t>
            </a:r>
            <a:r>
              <a:rPr sz="2400" u="none" spc="-20" dirty="0">
                <a:solidFill>
                  <a:srgbClr val="0000CC"/>
                </a:solidFill>
                <a:latin typeface="Arial" panose="020B0604020202020204"/>
                <a:cs typeface="Arial" panose="020B0604020202020204"/>
              </a:rPr>
              <a:t>2</a:t>
            </a:r>
            <a:r>
              <a:rPr sz="2400" u="none" spc="-50" dirty="0">
                <a:solidFill>
                  <a:srgbClr val="0000CC"/>
                </a:solidFill>
                <a:latin typeface="Noto Sans Mono CJK HK"/>
                <a:cs typeface="Noto Sans Mono CJK HK"/>
              </a:rPr>
              <a:t>。</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25</a:t>
            </a:fld>
            <a:endParaRPr spc="-25" dirty="0"/>
          </a:p>
        </p:txBody>
      </p:sp>
      <p:sp>
        <p:nvSpPr>
          <p:cNvPr id="3" name="object 3"/>
          <p:cNvSpPr txBox="1">
            <a:spLocks noGrp="1"/>
          </p:cNvSpPr>
          <p:nvPr>
            <p:ph type="title"/>
          </p:nvPr>
        </p:nvSpPr>
        <p:spPr>
          <a:xfrm>
            <a:off x="419569" y="191401"/>
            <a:ext cx="5260975" cy="442595"/>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9.2.4</a:t>
            </a:r>
            <a:r>
              <a:rPr spc="15" dirty="0">
                <a:latin typeface="Arial" panose="020B0604020202020204"/>
                <a:cs typeface="Arial" panose="020B0604020202020204"/>
              </a:rPr>
              <a:t> </a:t>
            </a:r>
            <a:r>
              <a:rPr spc="-10" dirty="0">
                <a:latin typeface="Arial" panose="020B0604020202020204"/>
                <a:cs typeface="Arial" panose="020B0604020202020204"/>
              </a:rPr>
              <a:t>D/A</a:t>
            </a:r>
            <a:r>
              <a:rPr spc="-35" dirty="0"/>
              <a:t>转换器的主要技术指标</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5282" y="169671"/>
            <a:ext cx="735965" cy="451484"/>
          </a:xfrm>
          <a:prstGeom prst="rect">
            <a:avLst/>
          </a:prstGeom>
        </p:spPr>
        <p:txBody>
          <a:bodyPr vert="horz" wrap="square" lIns="0" tIns="12065" rIns="0" bIns="0" rtlCol="0">
            <a:spAutoFit/>
          </a:bodyPr>
          <a:lstStyle/>
          <a:p>
            <a:pPr marL="12700">
              <a:lnSpc>
                <a:spcPct val="100000"/>
              </a:lnSpc>
              <a:spcBef>
                <a:spcPts val="95"/>
              </a:spcBef>
            </a:pPr>
            <a:r>
              <a:rPr sz="2800" spc="-45" dirty="0">
                <a:solidFill>
                  <a:srgbClr val="0000CC"/>
                </a:solidFill>
                <a:latin typeface="Noto Sans Mono CJK HK"/>
                <a:cs typeface="Noto Sans Mono CJK HK"/>
              </a:rPr>
              <a:t>精度</a:t>
            </a:r>
            <a:endParaRPr sz="2800">
              <a:latin typeface="Noto Sans Mono CJK HK"/>
              <a:cs typeface="Noto Sans Mono CJK HK"/>
            </a:endParaRPr>
          </a:p>
        </p:txBody>
      </p:sp>
      <p:sp>
        <p:nvSpPr>
          <p:cNvPr id="3" name="object 3"/>
          <p:cNvSpPr/>
          <p:nvPr/>
        </p:nvSpPr>
        <p:spPr>
          <a:xfrm>
            <a:off x="2007107" y="1223772"/>
            <a:ext cx="4932045" cy="3157855"/>
          </a:xfrm>
          <a:custGeom>
            <a:avLst/>
            <a:gdLst/>
            <a:ahLst/>
            <a:cxnLst/>
            <a:rect l="l" t="t" r="r" b="b"/>
            <a:pathLst>
              <a:path w="4932045" h="3157854">
                <a:moveTo>
                  <a:pt x="4931664" y="3157728"/>
                </a:moveTo>
                <a:lnTo>
                  <a:pt x="0" y="3157728"/>
                </a:lnTo>
                <a:lnTo>
                  <a:pt x="0" y="0"/>
                </a:lnTo>
                <a:lnTo>
                  <a:pt x="4931664" y="0"/>
                </a:lnTo>
                <a:lnTo>
                  <a:pt x="4931664" y="3157728"/>
                </a:lnTo>
                <a:close/>
              </a:path>
            </a:pathLst>
          </a:custGeom>
          <a:solidFill>
            <a:srgbClr val="F8F8F8"/>
          </a:solidFill>
        </p:spPr>
        <p:txBody>
          <a:bodyPr wrap="square" lIns="0" tIns="0" rIns="0" bIns="0" rtlCol="0"/>
          <a:lstStyle/>
          <a:p>
            <a:endParaRPr/>
          </a:p>
        </p:txBody>
      </p:sp>
      <p:sp>
        <p:nvSpPr>
          <p:cNvPr id="4" name="object 4"/>
          <p:cNvSpPr txBox="1"/>
          <p:nvPr/>
        </p:nvSpPr>
        <p:spPr>
          <a:xfrm>
            <a:off x="2836976" y="3842537"/>
            <a:ext cx="3688079" cy="379730"/>
          </a:xfrm>
          <a:prstGeom prst="rect">
            <a:avLst/>
          </a:prstGeom>
        </p:spPr>
        <p:txBody>
          <a:bodyPr vert="horz" wrap="square" lIns="0" tIns="15240" rIns="0" bIns="0" rtlCol="0">
            <a:spAutoFit/>
          </a:bodyPr>
          <a:lstStyle/>
          <a:p>
            <a:pPr marL="12700">
              <a:lnSpc>
                <a:spcPct val="100000"/>
              </a:lnSpc>
              <a:spcBef>
                <a:spcPts val="120"/>
              </a:spcBef>
            </a:pPr>
            <a:r>
              <a:rPr sz="2300" spc="-135" dirty="0">
                <a:latin typeface="Times New Roman" panose="02020603050405020304"/>
                <a:cs typeface="Times New Roman" panose="02020603050405020304"/>
              </a:rPr>
              <a:t>000</a:t>
            </a:r>
            <a:r>
              <a:rPr sz="2300" spc="-10" dirty="0">
                <a:latin typeface="Times New Roman" panose="02020603050405020304"/>
                <a:cs typeface="Times New Roman" panose="02020603050405020304"/>
              </a:rPr>
              <a:t> </a:t>
            </a:r>
            <a:r>
              <a:rPr sz="2300" spc="-135" dirty="0">
                <a:latin typeface="Times New Roman" panose="02020603050405020304"/>
                <a:cs typeface="Times New Roman" panose="02020603050405020304"/>
              </a:rPr>
              <a:t>001</a:t>
            </a:r>
            <a:r>
              <a:rPr sz="2300" spc="-10" dirty="0">
                <a:latin typeface="Times New Roman" panose="02020603050405020304"/>
                <a:cs typeface="Times New Roman" panose="02020603050405020304"/>
              </a:rPr>
              <a:t> </a:t>
            </a:r>
            <a:r>
              <a:rPr sz="2300" spc="-55" dirty="0">
                <a:latin typeface="Times New Roman" panose="02020603050405020304"/>
                <a:cs typeface="Times New Roman" panose="02020603050405020304"/>
              </a:rPr>
              <a:t>010</a:t>
            </a:r>
            <a:r>
              <a:rPr sz="2300" spc="-90" dirty="0">
                <a:latin typeface="Times New Roman" panose="02020603050405020304"/>
                <a:cs typeface="Times New Roman" panose="02020603050405020304"/>
              </a:rPr>
              <a:t> </a:t>
            </a:r>
            <a:r>
              <a:rPr sz="2300" spc="-135" dirty="0">
                <a:latin typeface="Times New Roman" panose="02020603050405020304"/>
                <a:cs typeface="Times New Roman" panose="02020603050405020304"/>
              </a:rPr>
              <a:t>011</a:t>
            </a:r>
            <a:r>
              <a:rPr sz="2300" spc="-5" dirty="0">
                <a:latin typeface="Times New Roman" panose="02020603050405020304"/>
                <a:cs typeface="Times New Roman" panose="02020603050405020304"/>
              </a:rPr>
              <a:t> </a:t>
            </a:r>
            <a:r>
              <a:rPr sz="2300" spc="-135" dirty="0">
                <a:latin typeface="Times New Roman" panose="02020603050405020304"/>
                <a:cs typeface="Times New Roman" panose="02020603050405020304"/>
              </a:rPr>
              <a:t>100</a:t>
            </a:r>
            <a:r>
              <a:rPr sz="2300" spc="-10" dirty="0">
                <a:latin typeface="Times New Roman" panose="02020603050405020304"/>
                <a:cs typeface="Times New Roman" panose="02020603050405020304"/>
              </a:rPr>
              <a:t> </a:t>
            </a:r>
            <a:r>
              <a:rPr sz="2300" spc="-55" dirty="0">
                <a:latin typeface="Times New Roman" panose="02020603050405020304"/>
                <a:cs typeface="Times New Roman" panose="02020603050405020304"/>
              </a:rPr>
              <a:t>101</a:t>
            </a:r>
            <a:r>
              <a:rPr sz="2300" spc="-30" dirty="0">
                <a:latin typeface="Times New Roman" panose="02020603050405020304"/>
                <a:cs typeface="Times New Roman" panose="02020603050405020304"/>
              </a:rPr>
              <a:t> </a:t>
            </a:r>
            <a:r>
              <a:rPr sz="2300" spc="-135" dirty="0">
                <a:latin typeface="Times New Roman" panose="02020603050405020304"/>
                <a:cs typeface="Times New Roman" panose="02020603050405020304"/>
              </a:rPr>
              <a:t>110</a:t>
            </a:r>
            <a:r>
              <a:rPr sz="2300" spc="-10" dirty="0">
                <a:latin typeface="Times New Roman" panose="02020603050405020304"/>
                <a:cs typeface="Times New Roman" panose="02020603050405020304"/>
              </a:rPr>
              <a:t> </a:t>
            </a:r>
            <a:r>
              <a:rPr sz="2300" spc="-80" dirty="0">
                <a:latin typeface="Times New Roman" panose="02020603050405020304"/>
                <a:cs typeface="Times New Roman" panose="02020603050405020304"/>
              </a:rPr>
              <a:t>111</a:t>
            </a:r>
            <a:endParaRPr sz="2300">
              <a:latin typeface="Times New Roman" panose="02020603050405020304"/>
              <a:cs typeface="Times New Roman" panose="02020603050405020304"/>
            </a:endParaRPr>
          </a:p>
        </p:txBody>
      </p:sp>
      <p:grpSp>
        <p:nvGrpSpPr>
          <p:cNvPr id="5" name="object 5"/>
          <p:cNvGrpSpPr/>
          <p:nvPr/>
        </p:nvGrpSpPr>
        <p:grpSpPr>
          <a:xfrm>
            <a:off x="2786456" y="1307960"/>
            <a:ext cx="4046220" cy="2505710"/>
            <a:chOff x="2786456" y="1307960"/>
            <a:chExt cx="4046220" cy="2505710"/>
          </a:xfrm>
        </p:grpSpPr>
        <p:sp>
          <p:nvSpPr>
            <p:cNvPr id="6" name="object 6"/>
            <p:cNvSpPr/>
            <p:nvPr/>
          </p:nvSpPr>
          <p:spPr>
            <a:xfrm>
              <a:off x="2849676" y="1413230"/>
              <a:ext cx="3877945" cy="2315845"/>
            </a:xfrm>
            <a:custGeom>
              <a:avLst/>
              <a:gdLst/>
              <a:ahLst/>
              <a:cxnLst/>
              <a:rect l="l" t="t" r="r" b="b"/>
              <a:pathLst>
                <a:path w="3877945" h="2315845">
                  <a:moveTo>
                    <a:pt x="0" y="0"/>
                  </a:moveTo>
                  <a:lnTo>
                    <a:pt x="0" y="2315756"/>
                  </a:lnTo>
                  <a:lnTo>
                    <a:pt x="3877436" y="2315756"/>
                  </a:lnTo>
                </a:path>
              </a:pathLst>
            </a:custGeom>
            <a:ln w="21056">
              <a:solidFill>
                <a:srgbClr val="000000"/>
              </a:solidFill>
            </a:ln>
          </p:spPr>
          <p:txBody>
            <a:bodyPr wrap="square" lIns="0" tIns="0" rIns="0" bIns="0" rtlCol="0"/>
            <a:lstStyle/>
            <a:p>
              <a:endParaRPr/>
            </a:p>
          </p:txBody>
        </p:sp>
        <p:sp>
          <p:nvSpPr>
            <p:cNvPr id="7" name="object 7"/>
            <p:cNvSpPr/>
            <p:nvPr/>
          </p:nvSpPr>
          <p:spPr>
            <a:xfrm>
              <a:off x="2786456" y="1307960"/>
              <a:ext cx="4046220" cy="2505710"/>
            </a:xfrm>
            <a:custGeom>
              <a:avLst/>
              <a:gdLst/>
              <a:ahLst/>
              <a:cxnLst/>
              <a:rect l="l" t="t" r="r" b="b"/>
              <a:pathLst>
                <a:path w="4046220" h="2505710">
                  <a:moveTo>
                    <a:pt x="147510" y="2147341"/>
                  </a:moveTo>
                  <a:lnTo>
                    <a:pt x="63220" y="2147341"/>
                  </a:lnTo>
                  <a:lnTo>
                    <a:pt x="63220" y="2168398"/>
                  </a:lnTo>
                  <a:lnTo>
                    <a:pt x="147510" y="2168398"/>
                  </a:lnTo>
                  <a:lnTo>
                    <a:pt x="147510" y="2147341"/>
                  </a:lnTo>
                  <a:close/>
                </a:path>
                <a:path w="4046220" h="2505710">
                  <a:moveTo>
                    <a:pt x="147510" y="1873669"/>
                  </a:moveTo>
                  <a:lnTo>
                    <a:pt x="63220" y="1873669"/>
                  </a:lnTo>
                  <a:lnTo>
                    <a:pt x="63220" y="1894713"/>
                  </a:lnTo>
                  <a:lnTo>
                    <a:pt x="147510" y="1894713"/>
                  </a:lnTo>
                  <a:lnTo>
                    <a:pt x="147510" y="1873669"/>
                  </a:lnTo>
                  <a:close/>
                </a:path>
                <a:path w="4046220" h="2505710">
                  <a:moveTo>
                    <a:pt x="147510" y="1578927"/>
                  </a:moveTo>
                  <a:lnTo>
                    <a:pt x="63220" y="1578927"/>
                  </a:lnTo>
                  <a:lnTo>
                    <a:pt x="63220" y="1599984"/>
                  </a:lnTo>
                  <a:lnTo>
                    <a:pt x="147510" y="1599984"/>
                  </a:lnTo>
                  <a:lnTo>
                    <a:pt x="147510" y="1578927"/>
                  </a:lnTo>
                  <a:close/>
                </a:path>
                <a:path w="4046220" h="2505710">
                  <a:moveTo>
                    <a:pt x="147510" y="1326299"/>
                  </a:moveTo>
                  <a:lnTo>
                    <a:pt x="63220" y="1326299"/>
                  </a:lnTo>
                  <a:lnTo>
                    <a:pt x="63220" y="1347355"/>
                  </a:lnTo>
                  <a:lnTo>
                    <a:pt x="147510" y="1347355"/>
                  </a:lnTo>
                  <a:lnTo>
                    <a:pt x="147510" y="1326299"/>
                  </a:lnTo>
                  <a:close/>
                </a:path>
                <a:path w="4046220" h="2505710">
                  <a:moveTo>
                    <a:pt x="147510" y="1031570"/>
                  </a:moveTo>
                  <a:lnTo>
                    <a:pt x="63220" y="1031570"/>
                  </a:lnTo>
                  <a:lnTo>
                    <a:pt x="63220" y="1052626"/>
                  </a:lnTo>
                  <a:lnTo>
                    <a:pt x="147510" y="1052626"/>
                  </a:lnTo>
                  <a:lnTo>
                    <a:pt x="147510" y="1031570"/>
                  </a:lnTo>
                  <a:close/>
                </a:path>
                <a:path w="4046220" h="2505710">
                  <a:moveTo>
                    <a:pt x="147510" y="210527"/>
                  </a:moveTo>
                  <a:lnTo>
                    <a:pt x="63220" y="0"/>
                  </a:lnTo>
                  <a:lnTo>
                    <a:pt x="0" y="210527"/>
                  </a:lnTo>
                  <a:lnTo>
                    <a:pt x="63220" y="147370"/>
                  </a:lnTo>
                  <a:lnTo>
                    <a:pt x="147510" y="210527"/>
                  </a:lnTo>
                  <a:close/>
                </a:path>
                <a:path w="4046220" h="2505710">
                  <a:moveTo>
                    <a:pt x="295021" y="2147341"/>
                  </a:moveTo>
                  <a:lnTo>
                    <a:pt x="210731" y="2147341"/>
                  </a:lnTo>
                  <a:lnTo>
                    <a:pt x="189661" y="2147341"/>
                  </a:lnTo>
                  <a:lnTo>
                    <a:pt x="210731" y="2168398"/>
                  </a:lnTo>
                  <a:lnTo>
                    <a:pt x="295021" y="2168398"/>
                  </a:lnTo>
                  <a:lnTo>
                    <a:pt x="295021" y="2147341"/>
                  </a:lnTo>
                  <a:close/>
                </a:path>
                <a:path w="4046220" h="2505710">
                  <a:moveTo>
                    <a:pt x="295021" y="1873669"/>
                  </a:moveTo>
                  <a:lnTo>
                    <a:pt x="210731" y="1873669"/>
                  </a:lnTo>
                  <a:lnTo>
                    <a:pt x="189661" y="1873669"/>
                  </a:lnTo>
                  <a:lnTo>
                    <a:pt x="210731" y="1894713"/>
                  </a:lnTo>
                  <a:lnTo>
                    <a:pt x="295021" y="1894713"/>
                  </a:lnTo>
                  <a:lnTo>
                    <a:pt x="295021" y="1873669"/>
                  </a:lnTo>
                  <a:close/>
                </a:path>
                <a:path w="4046220" h="2505710">
                  <a:moveTo>
                    <a:pt x="295021" y="1578927"/>
                  </a:moveTo>
                  <a:lnTo>
                    <a:pt x="210731" y="1578927"/>
                  </a:lnTo>
                  <a:lnTo>
                    <a:pt x="189661" y="1578927"/>
                  </a:lnTo>
                  <a:lnTo>
                    <a:pt x="210731" y="1599984"/>
                  </a:lnTo>
                  <a:lnTo>
                    <a:pt x="295021" y="1599984"/>
                  </a:lnTo>
                  <a:lnTo>
                    <a:pt x="295021" y="1578927"/>
                  </a:lnTo>
                  <a:close/>
                </a:path>
                <a:path w="4046220" h="2505710">
                  <a:moveTo>
                    <a:pt x="295021" y="1326299"/>
                  </a:moveTo>
                  <a:lnTo>
                    <a:pt x="210731" y="1326299"/>
                  </a:lnTo>
                  <a:lnTo>
                    <a:pt x="189661" y="1326299"/>
                  </a:lnTo>
                  <a:lnTo>
                    <a:pt x="210731" y="1347355"/>
                  </a:lnTo>
                  <a:lnTo>
                    <a:pt x="295021" y="1347355"/>
                  </a:lnTo>
                  <a:lnTo>
                    <a:pt x="295021" y="1326299"/>
                  </a:lnTo>
                  <a:close/>
                </a:path>
                <a:path w="4046220" h="2505710">
                  <a:moveTo>
                    <a:pt x="295021" y="1031570"/>
                  </a:moveTo>
                  <a:lnTo>
                    <a:pt x="210731" y="1031570"/>
                  </a:lnTo>
                  <a:lnTo>
                    <a:pt x="189661" y="1031570"/>
                  </a:lnTo>
                  <a:lnTo>
                    <a:pt x="210731" y="1052626"/>
                  </a:lnTo>
                  <a:lnTo>
                    <a:pt x="295021" y="1052626"/>
                  </a:lnTo>
                  <a:lnTo>
                    <a:pt x="295021" y="1031570"/>
                  </a:lnTo>
                  <a:close/>
                </a:path>
                <a:path w="4046220" h="2505710">
                  <a:moveTo>
                    <a:pt x="442544" y="2147341"/>
                  </a:moveTo>
                  <a:lnTo>
                    <a:pt x="358241" y="2147341"/>
                  </a:lnTo>
                  <a:lnTo>
                    <a:pt x="337172" y="2147341"/>
                  </a:lnTo>
                  <a:lnTo>
                    <a:pt x="358241" y="2168398"/>
                  </a:lnTo>
                  <a:lnTo>
                    <a:pt x="442544" y="2168398"/>
                  </a:lnTo>
                  <a:lnTo>
                    <a:pt x="442544" y="2147341"/>
                  </a:lnTo>
                  <a:close/>
                </a:path>
                <a:path w="4046220" h="2505710">
                  <a:moveTo>
                    <a:pt x="442544" y="1873669"/>
                  </a:moveTo>
                  <a:lnTo>
                    <a:pt x="358241" y="1873669"/>
                  </a:lnTo>
                  <a:lnTo>
                    <a:pt x="337172" y="1873669"/>
                  </a:lnTo>
                  <a:lnTo>
                    <a:pt x="358241" y="1894713"/>
                  </a:lnTo>
                  <a:lnTo>
                    <a:pt x="442544" y="1894713"/>
                  </a:lnTo>
                  <a:lnTo>
                    <a:pt x="442544" y="1873669"/>
                  </a:lnTo>
                  <a:close/>
                </a:path>
                <a:path w="4046220" h="2505710">
                  <a:moveTo>
                    <a:pt x="442544" y="1578927"/>
                  </a:moveTo>
                  <a:lnTo>
                    <a:pt x="358241" y="1578927"/>
                  </a:lnTo>
                  <a:lnTo>
                    <a:pt x="337172" y="1578927"/>
                  </a:lnTo>
                  <a:lnTo>
                    <a:pt x="358241" y="1599984"/>
                  </a:lnTo>
                  <a:lnTo>
                    <a:pt x="442544" y="1599984"/>
                  </a:lnTo>
                  <a:lnTo>
                    <a:pt x="442544" y="1578927"/>
                  </a:lnTo>
                  <a:close/>
                </a:path>
                <a:path w="4046220" h="2505710">
                  <a:moveTo>
                    <a:pt x="442544" y="1326299"/>
                  </a:moveTo>
                  <a:lnTo>
                    <a:pt x="358241" y="1326299"/>
                  </a:lnTo>
                  <a:lnTo>
                    <a:pt x="337172" y="1326299"/>
                  </a:lnTo>
                  <a:lnTo>
                    <a:pt x="358241" y="1347355"/>
                  </a:lnTo>
                  <a:lnTo>
                    <a:pt x="442544" y="1347355"/>
                  </a:lnTo>
                  <a:lnTo>
                    <a:pt x="442544" y="1326299"/>
                  </a:lnTo>
                  <a:close/>
                </a:path>
                <a:path w="4046220" h="2505710">
                  <a:moveTo>
                    <a:pt x="442544" y="1031570"/>
                  </a:moveTo>
                  <a:lnTo>
                    <a:pt x="358241" y="1031570"/>
                  </a:lnTo>
                  <a:lnTo>
                    <a:pt x="337172" y="1031570"/>
                  </a:lnTo>
                  <a:lnTo>
                    <a:pt x="358241" y="1052626"/>
                  </a:lnTo>
                  <a:lnTo>
                    <a:pt x="442544" y="1052626"/>
                  </a:lnTo>
                  <a:lnTo>
                    <a:pt x="442544" y="1031570"/>
                  </a:lnTo>
                  <a:close/>
                </a:path>
                <a:path w="4046220" h="2505710">
                  <a:moveTo>
                    <a:pt x="590054" y="2378926"/>
                  </a:moveTo>
                  <a:lnTo>
                    <a:pt x="568972" y="2357869"/>
                  </a:lnTo>
                  <a:lnTo>
                    <a:pt x="568972" y="2399969"/>
                  </a:lnTo>
                  <a:lnTo>
                    <a:pt x="590054" y="2399969"/>
                  </a:lnTo>
                  <a:lnTo>
                    <a:pt x="590054" y="2378926"/>
                  </a:lnTo>
                  <a:close/>
                </a:path>
                <a:path w="4046220" h="2505710">
                  <a:moveTo>
                    <a:pt x="590054" y="2231555"/>
                  </a:moveTo>
                  <a:lnTo>
                    <a:pt x="568972" y="2210498"/>
                  </a:lnTo>
                  <a:lnTo>
                    <a:pt x="568972" y="2315768"/>
                  </a:lnTo>
                  <a:lnTo>
                    <a:pt x="590054" y="2315768"/>
                  </a:lnTo>
                  <a:lnTo>
                    <a:pt x="590054" y="2231555"/>
                  </a:lnTo>
                  <a:close/>
                </a:path>
                <a:path w="4046220" h="2505710">
                  <a:moveTo>
                    <a:pt x="590054" y="2147341"/>
                  </a:moveTo>
                  <a:lnTo>
                    <a:pt x="568972" y="2147341"/>
                  </a:lnTo>
                  <a:lnTo>
                    <a:pt x="484682" y="2147341"/>
                  </a:lnTo>
                  <a:lnTo>
                    <a:pt x="505739" y="2168398"/>
                  </a:lnTo>
                  <a:lnTo>
                    <a:pt x="568972" y="2168398"/>
                  </a:lnTo>
                  <a:lnTo>
                    <a:pt x="590054" y="2168398"/>
                  </a:lnTo>
                  <a:lnTo>
                    <a:pt x="590054" y="2147341"/>
                  </a:lnTo>
                  <a:close/>
                </a:path>
                <a:path w="4046220" h="2505710">
                  <a:moveTo>
                    <a:pt x="590054" y="1873669"/>
                  </a:moveTo>
                  <a:lnTo>
                    <a:pt x="505739" y="1873669"/>
                  </a:lnTo>
                  <a:lnTo>
                    <a:pt x="484682" y="1873669"/>
                  </a:lnTo>
                  <a:lnTo>
                    <a:pt x="505739" y="1894713"/>
                  </a:lnTo>
                  <a:lnTo>
                    <a:pt x="590054" y="1894713"/>
                  </a:lnTo>
                  <a:lnTo>
                    <a:pt x="590054" y="1873669"/>
                  </a:lnTo>
                  <a:close/>
                </a:path>
                <a:path w="4046220" h="2505710">
                  <a:moveTo>
                    <a:pt x="590054" y="1578927"/>
                  </a:moveTo>
                  <a:lnTo>
                    <a:pt x="505739" y="1578927"/>
                  </a:lnTo>
                  <a:lnTo>
                    <a:pt x="484682" y="1578927"/>
                  </a:lnTo>
                  <a:lnTo>
                    <a:pt x="505739" y="1599984"/>
                  </a:lnTo>
                  <a:lnTo>
                    <a:pt x="590054" y="1599984"/>
                  </a:lnTo>
                  <a:lnTo>
                    <a:pt x="590054" y="1578927"/>
                  </a:lnTo>
                  <a:close/>
                </a:path>
                <a:path w="4046220" h="2505710">
                  <a:moveTo>
                    <a:pt x="590054" y="1326299"/>
                  </a:moveTo>
                  <a:lnTo>
                    <a:pt x="505739" y="1326299"/>
                  </a:lnTo>
                  <a:lnTo>
                    <a:pt x="484682" y="1326299"/>
                  </a:lnTo>
                  <a:lnTo>
                    <a:pt x="505739" y="1347355"/>
                  </a:lnTo>
                  <a:lnTo>
                    <a:pt x="590054" y="1347355"/>
                  </a:lnTo>
                  <a:lnTo>
                    <a:pt x="590054" y="1326299"/>
                  </a:lnTo>
                  <a:close/>
                </a:path>
                <a:path w="4046220" h="2505710">
                  <a:moveTo>
                    <a:pt x="590054" y="1031570"/>
                  </a:moveTo>
                  <a:lnTo>
                    <a:pt x="505739" y="1031570"/>
                  </a:lnTo>
                  <a:lnTo>
                    <a:pt x="484682" y="1031570"/>
                  </a:lnTo>
                  <a:lnTo>
                    <a:pt x="505739" y="1052626"/>
                  </a:lnTo>
                  <a:lnTo>
                    <a:pt x="590054" y="1052626"/>
                  </a:lnTo>
                  <a:lnTo>
                    <a:pt x="590054" y="1031570"/>
                  </a:lnTo>
                  <a:close/>
                </a:path>
                <a:path w="4046220" h="2505710">
                  <a:moveTo>
                    <a:pt x="737565" y="1873669"/>
                  </a:moveTo>
                  <a:lnTo>
                    <a:pt x="653262" y="1873669"/>
                  </a:lnTo>
                  <a:lnTo>
                    <a:pt x="632193" y="1873669"/>
                  </a:lnTo>
                  <a:lnTo>
                    <a:pt x="653262" y="1894713"/>
                  </a:lnTo>
                  <a:lnTo>
                    <a:pt x="737565" y="1894713"/>
                  </a:lnTo>
                  <a:lnTo>
                    <a:pt x="737565" y="1873669"/>
                  </a:lnTo>
                  <a:close/>
                </a:path>
                <a:path w="4046220" h="2505710">
                  <a:moveTo>
                    <a:pt x="737565" y="1578927"/>
                  </a:moveTo>
                  <a:lnTo>
                    <a:pt x="653262" y="1578927"/>
                  </a:lnTo>
                  <a:lnTo>
                    <a:pt x="632193" y="1578927"/>
                  </a:lnTo>
                  <a:lnTo>
                    <a:pt x="653262" y="1599984"/>
                  </a:lnTo>
                  <a:lnTo>
                    <a:pt x="737565" y="1599984"/>
                  </a:lnTo>
                  <a:lnTo>
                    <a:pt x="737565" y="1578927"/>
                  </a:lnTo>
                  <a:close/>
                </a:path>
                <a:path w="4046220" h="2505710">
                  <a:moveTo>
                    <a:pt x="737565" y="1326299"/>
                  </a:moveTo>
                  <a:lnTo>
                    <a:pt x="653262" y="1326299"/>
                  </a:lnTo>
                  <a:lnTo>
                    <a:pt x="632193" y="1326299"/>
                  </a:lnTo>
                  <a:lnTo>
                    <a:pt x="653262" y="1347355"/>
                  </a:lnTo>
                  <a:lnTo>
                    <a:pt x="737565" y="1347355"/>
                  </a:lnTo>
                  <a:lnTo>
                    <a:pt x="737565" y="1326299"/>
                  </a:lnTo>
                  <a:close/>
                </a:path>
                <a:path w="4046220" h="2505710">
                  <a:moveTo>
                    <a:pt x="737565" y="1031570"/>
                  </a:moveTo>
                  <a:lnTo>
                    <a:pt x="653262" y="1031570"/>
                  </a:lnTo>
                  <a:lnTo>
                    <a:pt x="632193" y="1031570"/>
                  </a:lnTo>
                  <a:lnTo>
                    <a:pt x="653262" y="1052626"/>
                  </a:lnTo>
                  <a:lnTo>
                    <a:pt x="737565" y="1052626"/>
                  </a:lnTo>
                  <a:lnTo>
                    <a:pt x="737565" y="1031570"/>
                  </a:lnTo>
                  <a:close/>
                </a:path>
                <a:path w="4046220" h="2505710">
                  <a:moveTo>
                    <a:pt x="885075" y="1873669"/>
                  </a:moveTo>
                  <a:lnTo>
                    <a:pt x="800785" y="1873669"/>
                  </a:lnTo>
                  <a:lnTo>
                    <a:pt x="779703" y="1873669"/>
                  </a:lnTo>
                  <a:lnTo>
                    <a:pt x="800785" y="1894713"/>
                  </a:lnTo>
                  <a:lnTo>
                    <a:pt x="885075" y="1894713"/>
                  </a:lnTo>
                  <a:lnTo>
                    <a:pt x="885075" y="1873669"/>
                  </a:lnTo>
                  <a:close/>
                </a:path>
                <a:path w="4046220" h="2505710">
                  <a:moveTo>
                    <a:pt x="885075" y="1578927"/>
                  </a:moveTo>
                  <a:lnTo>
                    <a:pt x="800785" y="1578927"/>
                  </a:lnTo>
                  <a:lnTo>
                    <a:pt x="779703" y="1578927"/>
                  </a:lnTo>
                  <a:lnTo>
                    <a:pt x="800785" y="1599984"/>
                  </a:lnTo>
                  <a:lnTo>
                    <a:pt x="885075" y="1599984"/>
                  </a:lnTo>
                  <a:lnTo>
                    <a:pt x="885075" y="1578927"/>
                  </a:lnTo>
                  <a:close/>
                </a:path>
                <a:path w="4046220" h="2505710">
                  <a:moveTo>
                    <a:pt x="885075" y="1326299"/>
                  </a:moveTo>
                  <a:lnTo>
                    <a:pt x="800785" y="1326299"/>
                  </a:lnTo>
                  <a:lnTo>
                    <a:pt x="779703" y="1326299"/>
                  </a:lnTo>
                  <a:lnTo>
                    <a:pt x="800785" y="1347355"/>
                  </a:lnTo>
                  <a:lnTo>
                    <a:pt x="885075" y="1347355"/>
                  </a:lnTo>
                  <a:lnTo>
                    <a:pt x="885075" y="1326299"/>
                  </a:lnTo>
                  <a:close/>
                </a:path>
                <a:path w="4046220" h="2505710">
                  <a:moveTo>
                    <a:pt x="885075" y="1031570"/>
                  </a:moveTo>
                  <a:lnTo>
                    <a:pt x="800785" y="1031570"/>
                  </a:lnTo>
                  <a:lnTo>
                    <a:pt x="779703" y="1031570"/>
                  </a:lnTo>
                  <a:lnTo>
                    <a:pt x="800785" y="1052626"/>
                  </a:lnTo>
                  <a:lnTo>
                    <a:pt x="885075" y="1052626"/>
                  </a:lnTo>
                  <a:lnTo>
                    <a:pt x="885075" y="1031570"/>
                  </a:lnTo>
                  <a:close/>
                </a:path>
                <a:path w="4046220" h="2505710">
                  <a:moveTo>
                    <a:pt x="1032586" y="1873669"/>
                  </a:moveTo>
                  <a:lnTo>
                    <a:pt x="948296" y="1873669"/>
                  </a:lnTo>
                  <a:lnTo>
                    <a:pt x="927214" y="1873669"/>
                  </a:lnTo>
                  <a:lnTo>
                    <a:pt x="948296" y="1894713"/>
                  </a:lnTo>
                  <a:lnTo>
                    <a:pt x="1032586" y="1894713"/>
                  </a:lnTo>
                  <a:lnTo>
                    <a:pt x="1032586" y="1873669"/>
                  </a:lnTo>
                  <a:close/>
                </a:path>
                <a:path w="4046220" h="2505710">
                  <a:moveTo>
                    <a:pt x="1032586" y="1578927"/>
                  </a:moveTo>
                  <a:lnTo>
                    <a:pt x="948296" y="1578927"/>
                  </a:lnTo>
                  <a:lnTo>
                    <a:pt x="927214" y="1578927"/>
                  </a:lnTo>
                  <a:lnTo>
                    <a:pt x="948296" y="1599984"/>
                  </a:lnTo>
                  <a:lnTo>
                    <a:pt x="1032586" y="1599984"/>
                  </a:lnTo>
                  <a:lnTo>
                    <a:pt x="1032586" y="1578927"/>
                  </a:lnTo>
                  <a:close/>
                </a:path>
                <a:path w="4046220" h="2505710">
                  <a:moveTo>
                    <a:pt x="1032586" y="1326299"/>
                  </a:moveTo>
                  <a:lnTo>
                    <a:pt x="948296" y="1326299"/>
                  </a:lnTo>
                  <a:lnTo>
                    <a:pt x="927214" y="1326299"/>
                  </a:lnTo>
                  <a:lnTo>
                    <a:pt x="948296" y="1347355"/>
                  </a:lnTo>
                  <a:lnTo>
                    <a:pt x="1032586" y="1347355"/>
                  </a:lnTo>
                  <a:lnTo>
                    <a:pt x="1032586" y="1326299"/>
                  </a:lnTo>
                  <a:close/>
                </a:path>
                <a:path w="4046220" h="2505710">
                  <a:moveTo>
                    <a:pt x="1032586" y="1031570"/>
                  </a:moveTo>
                  <a:lnTo>
                    <a:pt x="948296" y="1031570"/>
                  </a:lnTo>
                  <a:lnTo>
                    <a:pt x="927214" y="1031570"/>
                  </a:lnTo>
                  <a:lnTo>
                    <a:pt x="948296" y="1052626"/>
                  </a:lnTo>
                  <a:lnTo>
                    <a:pt x="1032586" y="1052626"/>
                  </a:lnTo>
                  <a:lnTo>
                    <a:pt x="1032586" y="1031570"/>
                  </a:lnTo>
                  <a:close/>
                </a:path>
                <a:path w="4046220" h="2505710">
                  <a:moveTo>
                    <a:pt x="1095806" y="2336812"/>
                  </a:moveTo>
                  <a:lnTo>
                    <a:pt x="1074724" y="2315768"/>
                  </a:lnTo>
                  <a:lnTo>
                    <a:pt x="1074724" y="2378926"/>
                  </a:lnTo>
                  <a:lnTo>
                    <a:pt x="1095806" y="2378926"/>
                  </a:lnTo>
                  <a:lnTo>
                    <a:pt x="1095806" y="2336812"/>
                  </a:lnTo>
                  <a:close/>
                </a:path>
                <a:path w="4046220" h="2505710">
                  <a:moveTo>
                    <a:pt x="1095806" y="2189454"/>
                  </a:moveTo>
                  <a:lnTo>
                    <a:pt x="1074724" y="2168398"/>
                  </a:lnTo>
                  <a:lnTo>
                    <a:pt x="1074724" y="2273655"/>
                  </a:lnTo>
                  <a:lnTo>
                    <a:pt x="1095806" y="2273655"/>
                  </a:lnTo>
                  <a:lnTo>
                    <a:pt x="1095806" y="2189454"/>
                  </a:lnTo>
                  <a:close/>
                </a:path>
                <a:path w="4046220" h="2505710">
                  <a:moveTo>
                    <a:pt x="1095806" y="2042083"/>
                  </a:moveTo>
                  <a:lnTo>
                    <a:pt x="1074724" y="2021027"/>
                  </a:lnTo>
                  <a:lnTo>
                    <a:pt x="1074724" y="2126297"/>
                  </a:lnTo>
                  <a:lnTo>
                    <a:pt x="1095806" y="2126297"/>
                  </a:lnTo>
                  <a:lnTo>
                    <a:pt x="1095806" y="2042083"/>
                  </a:lnTo>
                  <a:close/>
                </a:path>
                <a:path w="4046220" h="2505710">
                  <a:moveTo>
                    <a:pt x="1095806" y="1894713"/>
                  </a:moveTo>
                  <a:lnTo>
                    <a:pt x="1074724" y="1873669"/>
                  </a:lnTo>
                  <a:lnTo>
                    <a:pt x="1074724" y="1978926"/>
                  </a:lnTo>
                  <a:lnTo>
                    <a:pt x="1095806" y="1978926"/>
                  </a:lnTo>
                  <a:lnTo>
                    <a:pt x="1095806" y="1894713"/>
                  </a:lnTo>
                  <a:close/>
                </a:path>
                <a:path w="4046220" h="2505710">
                  <a:moveTo>
                    <a:pt x="1180096" y="1578927"/>
                  </a:moveTo>
                  <a:lnTo>
                    <a:pt x="1095806" y="1578927"/>
                  </a:lnTo>
                  <a:lnTo>
                    <a:pt x="1074724" y="1578927"/>
                  </a:lnTo>
                  <a:lnTo>
                    <a:pt x="1095806" y="1599984"/>
                  </a:lnTo>
                  <a:lnTo>
                    <a:pt x="1180096" y="1599984"/>
                  </a:lnTo>
                  <a:lnTo>
                    <a:pt x="1180096" y="1578927"/>
                  </a:lnTo>
                  <a:close/>
                </a:path>
                <a:path w="4046220" h="2505710">
                  <a:moveTo>
                    <a:pt x="1180096" y="1326299"/>
                  </a:moveTo>
                  <a:lnTo>
                    <a:pt x="1095806" y="1326299"/>
                  </a:lnTo>
                  <a:lnTo>
                    <a:pt x="1074724" y="1326299"/>
                  </a:lnTo>
                  <a:lnTo>
                    <a:pt x="1095806" y="1347355"/>
                  </a:lnTo>
                  <a:lnTo>
                    <a:pt x="1180096" y="1347355"/>
                  </a:lnTo>
                  <a:lnTo>
                    <a:pt x="1180096" y="1326299"/>
                  </a:lnTo>
                  <a:close/>
                </a:path>
                <a:path w="4046220" h="2505710">
                  <a:moveTo>
                    <a:pt x="1180096" y="1031570"/>
                  </a:moveTo>
                  <a:lnTo>
                    <a:pt x="1095806" y="1031570"/>
                  </a:lnTo>
                  <a:lnTo>
                    <a:pt x="1074724" y="1031570"/>
                  </a:lnTo>
                  <a:lnTo>
                    <a:pt x="1095806" y="1052626"/>
                  </a:lnTo>
                  <a:lnTo>
                    <a:pt x="1180096" y="1052626"/>
                  </a:lnTo>
                  <a:lnTo>
                    <a:pt x="1180096" y="1031570"/>
                  </a:lnTo>
                  <a:close/>
                </a:path>
                <a:path w="4046220" h="2505710">
                  <a:moveTo>
                    <a:pt x="1327607" y="1578927"/>
                  </a:moveTo>
                  <a:lnTo>
                    <a:pt x="1243317" y="1578927"/>
                  </a:lnTo>
                  <a:lnTo>
                    <a:pt x="1222235" y="1578927"/>
                  </a:lnTo>
                  <a:lnTo>
                    <a:pt x="1243317" y="1599984"/>
                  </a:lnTo>
                  <a:lnTo>
                    <a:pt x="1327607" y="1599984"/>
                  </a:lnTo>
                  <a:lnTo>
                    <a:pt x="1327607" y="1578927"/>
                  </a:lnTo>
                  <a:close/>
                </a:path>
                <a:path w="4046220" h="2505710">
                  <a:moveTo>
                    <a:pt x="1327607" y="1326299"/>
                  </a:moveTo>
                  <a:lnTo>
                    <a:pt x="1243317" y="1326299"/>
                  </a:lnTo>
                  <a:lnTo>
                    <a:pt x="1222235" y="1326299"/>
                  </a:lnTo>
                  <a:lnTo>
                    <a:pt x="1243317" y="1347355"/>
                  </a:lnTo>
                  <a:lnTo>
                    <a:pt x="1327607" y="1347355"/>
                  </a:lnTo>
                  <a:lnTo>
                    <a:pt x="1327607" y="1326299"/>
                  </a:lnTo>
                  <a:close/>
                </a:path>
                <a:path w="4046220" h="2505710">
                  <a:moveTo>
                    <a:pt x="1327607" y="1031570"/>
                  </a:moveTo>
                  <a:lnTo>
                    <a:pt x="1243317" y="1031570"/>
                  </a:lnTo>
                  <a:lnTo>
                    <a:pt x="1222235" y="1031570"/>
                  </a:lnTo>
                  <a:lnTo>
                    <a:pt x="1243317" y="1052626"/>
                  </a:lnTo>
                  <a:lnTo>
                    <a:pt x="1327607" y="1052626"/>
                  </a:lnTo>
                  <a:lnTo>
                    <a:pt x="1327607" y="1031570"/>
                  </a:lnTo>
                  <a:close/>
                </a:path>
                <a:path w="4046220" h="2505710">
                  <a:moveTo>
                    <a:pt x="1475117" y="1578927"/>
                  </a:moveTo>
                  <a:lnTo>
                    <a:pt x="1390827" y="1578927"/>
                  </a:lnTo>
                  <a:lnTo>
                    <a:pt x="1369745" y="1578927"/>
                  </a:lnTo>
                  <a:lnTo>
                    <a:pt x="1390827" y="1599984"/>
                  </a:lnTo>
                  <a:lnTo>
                    <a:pt x="1475117" y="1599984"/>
                  </a:lnTo>
                  <a:lnTo>
                    <a:pt x="1475117" y="1578927"/>
                  </a:lnTo>
                  <a:close/>
                </a:path>
                <a:path w="4046220" h="2505710">
                  <a:moveTo>
                    <a:pt x="1475117" y="1326299"/>
                  </a:moveTo>
                  <a:lnTo>
                    <a:pt x="1390827" y="1326299"/>
                  </a:lnTo>
                  <a:lnTo>
                    <a:pt x="1369745" y="1326299"/>
                  </a:lnTo>
                  <a:lnTo>
                    <a:pt x="1390827" y="1347355"/>
                  </a:lnTo>
                  <a:lnTo>
                    <a:pt x="1475117" y="1347355"/>
                  </a:lnTo>
                  <a:lnTo>
                    <a:pt x="1475117" y="1326299"/>
                  </a:lnTo>
                  <a:close/>
                </a:path>
                <a:path w="4046220" h="2505710">
                  <a:moveTo>
                    <a:pt x="1475117" y="1031570"/>
                  </a:moveTo>
                  <a:lnTo>
                    <a:pt x="1390827" y="1031570"/>
                  </a:lnTo>
                  <a:lnTo>
                    <a:pt x="1369745" y="1031570"/>
                  </a:lnTo>
                  <a:lnTo>
                    <a:pt x="1390827" y="1052626"/>
                  </a:lnTo>
                  <a:lnTo>
                    <a:pt x="1475117" y="1052626"/>
                  </a:lnTo>
                  <a:lnTo>
                    <a:pt x="1475117" y="1031570"/>
                  </a:lnTo>
                  <a:close/>
                </a:path>
                <a:path w="4046220" h="2505710">
                  <a:moveTo>
                    <a:pt x="1601558" y="2421026"/>
                  </a:moveTo>
                  <a:lnTo>
                    <a:pt x="1580476" y="2399969"/>
                  </a:lnTo>
                  <a:lnTo>
                    <a:pt x="1580476" y="2442083"/>
                  </a:lnTo>
                  <a:lnTo>
                    <a:pt x="1601558" y="2442083"/>
                  </a:lnTo>
                  <a:lnTo>
                    <a:pt x="1601558" y="2421026"/>
                  </a:lnTo>
                  <a:close/>
                </a:path>
                <a:path w="4046220" h="2505710">
                  <a:moveTo>
                    <a:pt x="1601558" y="2273655"/>
                  </a:moveTo>
                  <a:lnTo>
                    <a:pt x="1580476" y="2252611"/>
                  </a:lnTo>
                  <a:lnTo>
                    <a:pt x="1580476" y="2357869"/>
                  </a:lnTo>
                  <a:lnTo>
                    <a:pt x="1601558" y="2357869"/>
                  </a:lnTo>
                  <a:lnTo>
                    <a:pt x="1601558" y="2273655"/>
                  </a:lnTo>
                  <a:close/>
                </a:path>
                <a:path w="4046220" h="2505710">
                  <a:moveTo>
                    <a:pt x="1601558" y="2126297"/>
                  </a:moveTo>
                  <a:lnTo>
                    <a:pt x="1580476" y="2105240"/>
                  </a:lnTo>
                  <a:lnTo>
                    <a:pt x="1580476" y="2210498"/>
                  </a:lnTo>
                  <a:lnTo>
                    <a:pt x="1601558" y="2210498"/>
                  </a:lnTo>
                  <a:lnTo>
                    <a:pt x="1601558" y="2126297"/>
                  </a:lnTo>
                  <a:close/>
                </a:path>
                <a:path w="4046220" h="2505710">
                  <a:moveTo>
                    <a:pt x="1601558" y="1978926"/>
                  </a:moveTo>
                  <a:lnTo>
                    <a:pt x="1580476" y="1957870"/>
                  </a:lnTo>
                  <a:lnTo>
                    <a:pt x="1580476" y="2063140"/>
                  </a:lnTo>
                  <a:lnTo>
                    <a:pt x="1601558" y="2063140"/>
                  </a:lnTo>
                  <a:lnTo>
                    <a:pt x="1601558" y="1978926"/>
                  </a:lnTo>
                  <a:close/>
                </a:path>
                <a:path w="4046220" h="2505710">
                  <a:moveTo>
                    <a:pt x="1601558" y="1831555"/>
                  </a:moveTo>
                  <a:lnTo>
                    <a:pt x="1580476" y="1810512"/>
                  </a:lnTo>
                  <a:lnTo>
                    <a:pt x="1580476" y="1915769"/>
                  </a:lnTo>
                  <a:lnTo>
                    <a:pt x="1601558" y="1915769"/>
                  </a:lnTo>
                  <a:lnTo>
                    <a:pt x="1601558" y="1831555"/>
                  </a:lnTo>
                  <a:close/>
                </a:path>
                <a:path w="4046220" h="2505710">
                  <a:moveTo>
                    <a:pt x="1601558" y="1684197"/>
                  </a:moveTo>
                  <a:lnTo>
                    <a:pt x="1580476" y="1663141"/>
                  </a:lnTo>
                  <a:lnTo>
                    <a:pt x="1580476" y="1768398"/>
                  </a:lnTo>
                  <a:lnTo>
                    <a:pt x="1601558" y="1768398"/>
                  </a:lnTo>
                  <a:lnTo>
                    <a:pt x="1601558" y="1684197"/>
                  </a:lnTo>
                  <a:close/>
                </a:path>
                <a:path w="4046220" h="2505710">
                  <a:moveTo>
                    <a:pt x="1601558" y="1578927"/>
                  </a:moveTo>
                  <a:lnTo>
                    <a:pt x="1580476" y="1578927"/>
                  </a:lnTo>
                  <a:lnTo>
                    <a:pt x="1517256" y="1578927"/>
                  </a:lnTo>
                  <a:lnTo>
                    <a:pt x="1538338" y="1599984"/>
                  </a:lnTo>
                  <a:lnTo>
                    <a:pt x="1580476" y="1599984"/>
                  </a:lnTo>
                  <a:lnTo>
                    <a:pt x="1580476" y="1621040"/>
                  </a:lnTo>
                  <a:lnTo>
                    <a:pt x="1601558" y="1621040"/>
                  </a:lnTo>
                  <a:lnTo>
                    <a:pt x="1601558" y="1578927"/>
                  </a:lnTo>
                  <a:close/>
                </a:path>
                <a:path w="4046220" h="2505710">
                  <a:moveTo>
                    <a:pt x="1622628" y="1326299"/>
                  </a:moveTo>
                  <a:lnTo>
                    <a:pt x="1538338" y="1326299"/>
                  </a:lnTo>
                  <a:lnTo>
                    <a:pt x="1517256" y="1326299"/>
                  </a:lnTo>
                  <a:lnTo>
                    <a:pt x="1538338" y="1347355"/>
                  </a:lnTo>
                  <a:lnTo>
                    <a:pt x="1622628" y="1347355"/>
                  </a:lnTo>
                  <a:lnTo>
                    <a:pt x="1622628" y="1326299"/>
                  </a:lnTo>
                  <a:close/>
                </a:path>
                <a:path w="4046220" h="2505710">
                  <a:moveTo>
                    <a:pt x="1622628" y="1031570"/>
                  </a:moveTo>
                  <a:lnTo>
                    <a:pt x="1538338" y="1031570"/>
                  </a:lnTo>
                  <a:lnTo>
                    <a:pt x="1517256" y="1031570"/>
                  </a:lnTo>
                  <a:lnTo>
                    <a:pt x="1538338" y="1052626"/>
                  </a:lnTo>
                  <a:lnTo>
                    <a:pt x="1622628" y="1052626"/>
                  </a:lnTo>
                  <a:lnTo>
                    <a:pt x="1622628" y="1031570"/>
                  </a:lnTo>
                  <a:close/>
                </a:path>
                <a:path w="4046220" h="2505710">
                  <a:moveTo>
                    <a:pt x="1770138" y="1326299"/>
                  </a:moveTo>
                  <a:lnTo>
                    <a:pt x="1685848" y="1326299"/>
                  </a:lnTo>
                  <a:lnTo>
                    <a:pt x="1664766" y="1326299"/>
                  </a:lnTo>
                  <a:lnTo>
                    <a:pt x="1685848" y="1347355"/>
                  </a:lnTo>
                  <a:lnTo>
                    <a:pt x="1770138" y="1347355"/>
                  </a:lnTo>
                  <a:lnTo>
                    <a:pt x="1770138" y="1326299"/>
                  </a:lnTo>
                  <a:close/>
                </a:path>
                <a:path w="4046220" h="2505710">
                  <a:moveTo>
                    <a:pt x="1770138" y="1031570"/>
                  </a:moveTo>
                  <a:lnTo>
                    <a:pt x="1685848" y="1031570"/>
                  </a:lnTo>
                  <a:lnTo>
                    <a:pt x="1664766" y="1031570"/>
                  </a:lnTo>
                  <a:lnTo>
                    <a:pt x="1685848" y="1052626"/>
                  </a:lnTo>
                  <a:lnTo>
                    <a:pt x="1770138" y="1052626"/>
                  </a:lnTo>
                  <a:lnTo>
                    <a:pt x="1770138" y="1031570"/>
                  </a:lnTo>
                  <a:close/>
                </a:path>
                <a:path w="4046220" h="2505710">
                  <a:moveTo>
                    <a:pt x="1917649" y="1326299"/>
                  </a:moveTo>
                  <a:lnTo>
                    <a:pt x="1833359" y="1326299"/>
                  </a:lnTo>
                  <a:lnTo>
                    <a:pt x="1812277" y="1326299"/>
                  </a:lnTo>
                  <a:lnTo>
                    <a:pt x="1833359" y="1347355"/>
                  </a:lnTo>
                  <a:lnTo>
                    <a:pt x="1917649" y="1347355"/>
                  </a:lnTo>
                  <a:lnTo>
                    <a:pt x="1917649" y="1326299"/>
                  </a:lnTo>
                  <a:close/>
                </a:path>
                <a:path w="4046220" h="2505710">
                  <a:moveTo>
                    <a:pt x="1917649" y="1031570"/>
                  </a:moveTo>
                  <a:lnTo>
                    <a:pt x="1833359" y="1031570"/>
                  </a:lnTo>
                  <a:lnTo>
                    <a:pt x="1812277" y="1031570"/>
                  </a:lnTo>
                  <a:lnTo>
                    <a:pt x="1833359" y="1052626"/>
                  </a:lnTo>
                  <a:lnTo>
                    <a:pt x="1917649" y="1052626"/>
                  </a:lnTo>
                  <a:lnTo>
                    <a:pt x="1917649" y="1031570"/>
                  </a:lnTo>
                  <a:close/>
                </a:path>
                <a:path w="4046220" h="2505710">
                  <a:moveTo>
                    <a:pt x="2065159" y="1326299"/>
                  </a:moveTo>
                  <a:lnTo>
                    <a:pt x="1980869" y="1326299"/>
                  </a:lnTo>
                  <a:lnTo>
                    <a:pt x="1959800" y="1326299"/>
                  </a:lnTo>
                  <a:lnTo>
                    <a:pt x="1980869" y="1347355"/>
                  </a:lnTo>
                  <a:lnTo>
                    <a:pt x="2065159" y="1347355"/>
                  </a:lnTo>
                  <a:lnTo>
                    <a:pt x="2065159" y="1326299"/>
                  </a:lnTo>
                  <a:close/>
                </a:path>
                <a:path w="4046220" h="2505710">
                  <a:moveTo>
                    <a:pt x="2107311" y="2399969"/>
                  </a:moveTo>
                  <a:lnTo>
                    <a:pt x="2086229" y="2378926"/>
                  </a:lnTo>
                  <a:lnTo>
                    <a:pt x="2086229" y="2421026"/>
                  </a:lnTo>
                  <a:lnTo>
                    <a:pt x="2107311" y="2421026"/>
                  </a:lnTo>
                  <a:lnTo>
                    <a:pt x="2107311" y="2399969"/>
                  </a:lnTo>
                  <a:close/>
                </a:path>
                <a:path w="4046220" h="2505710">
                  <a:moveTo>
                    <a:pt x="2107311" y="2252611"/>
                  </a:moveTo>
                  <a:lnTo>
                    <a:pt x="2086229" y="2231555"/>
                  </a:lnTo>
                  <a:lnTo>
                    <a:pt x="2086229" y="2336812"/>
                  </a:lnTo>
                  <a:lnTo>
                    <a:pt x="2107311" y="2336812"/>
                  </a:lnTo>
                  <a:lnTo>
                    <a:pt x="2107311" y="2252611"/>
                  </a:lnTo>
                  <a:close/>
                </a:path>
                <a:path w="4046220" h="2505710">
                  <a:moveTo>
                    <a:pt x="2107311" y="2105240"/>
                  </a:moveTo>
                  <a:lnTo>
                    <a:pt x="2086229" y="2084184"/>
                  </a:lnTo>
                  <a:lnTo>
                    <a:pt x="2086229" y="2189454"/>
                  </a:lnTo>
                  <a:lnTo>
                    <a:pt x="2107311" y="2189454"/>
                  </a:lnTo>
                  <a:lnTo>
                    <a:pt x="2107311" y="2105240"/>
                  </a:lnTo>
                  <a:close/>
                </a:path>
                <a:path w="4046220" h="2505710">
                  <a:moveTo>
                    <a:pt x="2107311" y="1957870"/>
                  </a:moveTo>
                  <a:lnTo>
                    <a:pt x="2086229" y="1936826"/>
                  </a:lnTo>
                  <a:lnTo>
                    <a:pt x="2086229" y="2042083"/>
                  </a:lnTo>
                  <a:lnTo>
                    <a:pt x="2107311" y="2042083"/>
                  </a:lnTo>
                  <a:lnTo>
                    <a:pt x="2107311" y="1957870"/>
                  </a:lnTo>
                  <a:close/>
                </a:path>
                <a:path w="4046220" h="2505710">
                  <a:moveTo>
                    <a:pt x="2107311" y="1810512"/>
                  </a:moveTo>
                  <a:lnTo>
                    <a:pt x="2086229" y="1789455"/>
                  </a:lnTo>
                  <a:lnTo>
                    <a:pt x="2086229" y="1894713"/>
                  </a:lnTo>
                  <a:lnTo>
                    <a:pt x="2107311" y="1894713"/>
                  </a:lnTo>
                  <a:lnTo>
                    <a:pt x="2107311" y="1810512"/>
                  </a:lnTo>
                  <a:close/>
                </a:path>
                <a:path w="4046220" h="2505710">
                  <a:moveTo>
                    <a:pt x="2107311" y="1663141"/>
                  </a:moveTo>
                  <a:lnTo>
                    <a:pt x="2086229" y="1642084"/>
                  </a:lnTo>
                  <a:lnTo>
                    <a:pt x="2086229" y="1747354"/>
                  </a:lnTo>
                  <a:lnTo>
                    <a:pt x="2107311" y="1747354"/>
                  </a:lnTo>
                  <a:lnTo>
                    <a:pt x="2107311" y="1663141"/>
                  </a:lnTo>
                  <a:close/>
                </a:path>
                <a:path w="4046220" h="2505710">
                  <a:moveTo>
                    <a:pt x="2107311" y="1515770"/>
                  </a:moveTo>
                  <a:lnTo>
                    <a:pt x="2086229" y="1494726"/>
                  </a:lnTo>
                  <a:lnTo>
                    <a:pt x="2086229" y="1599984"/>
                  </a:lnTo>
                  <a:lnTo>
                    <a:pt x="2107311" y="1599984"/>
                  </a:lnTo>
                  <a:lnTo>
                    <a:pt x="2107311" y="1515770"/>
                  </a:lnTo>
                  <a:close/>
                </a:path>
                <a:path w="4046220" h="2505710">
                  <a:moveTo>
                    <a:pt x="2107311" y="1368412"/>
                  </a:moveTo>
                  <a:lnTo>
                    <a:pt x="2086229" y="1347355"/>
                  </a:lnTo>
                  <a:lnTo>
                    <a:pt x="2086229" y="1452613"/>
                  </a:lnTo>
                  <a:lnTo>
                    <a:pt x="2107311" y="1452613"/>
                  </a:lnTo>
                  <a:lnTo>
                    <a:pt x="2107311" y="1368412"/>
                  </a:lnTo>
                  <a:close/>
                </a:path>
                <a:path w="4046220" h="2505710">
                  <a:moveTo>
                    <a:pt x="4046016" y="2421026"/>
                  </a:moveTo>
                  <a:lnTo>
                    <a:pt x="3835298" y="2357869"/>
                  </a:lnTo>
                  <a:lnTo>
                    <a:pt x="3898506" y="2421026"/>
                  </a:lnTo>
                  <a:lnTo>
                    <a:pt x="3835298" y="2505240"/>
                  </a:lnTo>
                  <a:lnTo>
                    <a:pt x="4046016" y="2421026"/>
                  </a:lnTo>
                  <a:close/>
                </a:path>
              </a:pathLst>
            </a:custGeom>
            <a:solidFill>
              <a:srgbClr val="000000"/>
            </a:solidFill>
          </p:spPr>
          <p:txBody>
            <a:bodyPr wrap="square" lIns="0" tIns="0" rIns="0" bIns="0" rtlCol="0"/>
            <a:lstStyle/>
            <a:p>
              <a:endParaRPr/>
            </a:p>
          </p:txBody>
        </p:sp>
        <p:sp>
          <p:nvSpPr>
            <p:cNvPr id="8" name="object 8"/>
            <p:cNvSpPr/>
            <p:nvPr/>
          </p:nvSpPr>
          <p:spPr>
            <a:xfrm>
              <a:off x="2849677" y="1750059"/>
              <a:ext cx="3329940" cy="2000250"/>
            </a:xfrm>
            <a:custGeom>
              <a:avLst/>
              <a:gdLst/>
              <a:ahLst/>
              <a:cxnLst/>
              <a:rect l="l" t="t" r="r" b="b"/>
              <a:pathLst>
                <a:path w="3329940" h="2000250">
                  <a:moveTo>
                    <a:pt x="84289" y="294741"/>
                  </a:moveTo>
                  <a:lnTo>
                    <a:pt x="0" y="294741"/>
                  </a:lnTo>
                  <a:lnTo>
                    <a:pt x="0" y="315785"/>
                  </a:lnTo>
                  <a:lnTo>
                    <a:pt x="84289" y="315785"/>
                  </a:lnTo>
                  <a:lnTo>
                    <a:pt x="84289" y="294741"/>
                  </a:lnTo>
                  <a:close/>
                </a:path>
                <a:path w="3329940" h="2000250">
                  <a:moveTo>
                    <a:pt x="84289" y="0"/>
                  </a:moveTo>
                  <a:lnTo>
                    <a:pt x="0" y="0"/>
                  </a:lnTo>
                  <a:lnTo>
                    <a:pt x="0" y="21056"/>
                  </a:lnTo>
                  <a:lnTo>
                    <a:pt x="84289" y="21056"/>
                  </a:lnTo>
                  <a:lnTo>
                    <a:pt x="84289" y="0"/>
                  </a:lnTo>
                  <a:close/>
                </a:path>
                <a:path w="3329940" h="2000250">
                  <a:moveTo>
                    <a:pt x="231800" y="294741"/>
                  </a:moveTo>
                  <a:lnTo>
                    <a:pt x="147510" y="294741"/>
                  </a:lnTo>
                  <a:lnTo>
                    <a:pt x="126441" y="294741"/>
                  </a:lnTo>
                  <a:lnTo>
                    <a:pt x="147510" y="315785"/>
                  </a:lnTo>
                  <a:lnTo>
                    <a:pt x="231800" y="315785"/>
                  </a:lnTo>
                  <a:lnTo>
                    <a:pt x="231800" y="294741"/>
                  </a:lnTo>
                  <a:close/>
                </a:path>
                <a:path w="3329940" h="2000250">
                  <a:moveTo>
                    <a:pt x="231800" y="0"/>
                  </a:moveTo>
                  <a:lnTo>
                    <a:pt x="147510" y="0"/>
                  </a:lnTo>
                  <a:lnTo>
                    <a:pt x="126441" y="0"/>
                  </a:lnTo>
                  <a:lnTo>
                    <a:pt x="147510" y="21056"/>
                  </a:lnTo>
                  <a:lnTo>
                    <a:pt x="231800" y="21056"/>
                  </a:lnTo>
                  <a:lnTo>
                    <a:pt x="231800" y="0"/>
                  </a:lnTo>
                  <a:close/>
                </a:path>
                <a:path w="3329940" h="2000250">
                  <a:moveTo>
                    <a:pt x="379323" y="294741"/>
                  </a:moveTo>
                  <a:lnTo>
                    <a:pt x="295021" y="294741"/>
                  </a:lnTo>
                  <a:lnTo>
                    <a:pt x="273951" y="294741"/>
                  </a:lnTo>
                  <a:lnTo>
                    <a:pt x="295021" y="315785"/>
                  </a:lnTo>
                  <a:lnTo>
                    <a:pt x="379323" y="315785"/>
                  </a:lnTo>
                  <a:lnTo>
                    <a:pt x="379323" y="294741"/>
                  </a:lnTo>
                  <a:close/>
                </a:path>
                <a:path w="3329940" h="2000250">
                  <a:moveTo>
                    <a:pt x="379323" y="0"/>
                  </a:moveTo>
                  <a:lnTo>
                    <a:pt x="295021" y="0"/>
                  </a:lnTo>
                  <a:lnTo>
                    <a:pt x="273951" y="0"/>
                  </a:lnTo>
                  <a:lnTo>
                    <a:pt x="295021" y="21056"/>
                  </a:lnTo>
                  <a:lnTo>
                    <a:pt x="379323" y="21056"/>
                  </a:lnTo>
                  <a:lnTo>
                    <a:pt x="379323" y="0"/>
                  </a:lnTo>
                  <a:close/>
                </a:path>
                <a:path w="3329940" h="2000250">
                  <a:moveTo>
                    <a:pt x="526834" y="294741"/>
                  </a:moveTo>
                  <a:lnTo>
                    <a:pt x="442518" y="294741"/>
                  </a:lnTo>
                  <a:lnTo>
                    <a:pt x="421462" y="294741"/>
                  </a:lnTo>
                  <a:lnTo>
                    <a:pt x="442518" y="315785"/>
                  </a:lnTo>
                  <a:lnTo>
                    <a:pt x="526834" y="315785"/>
                  </a:lnTo>
                  <a:lnTo>
                    <a:pt x="526834" y="294741"/>
                  </a:lnTo>
                  <a:close/>
                </a:path>
                <a:path w="3329940" h="2000250">
                  <a:moveTo>
                    <a:pt x="526834" y="0"/>
                  </a:moveTo>
                  <a:lnTo>
                    <a:pt x="442518" y="0"/>
                  </a:lnTo>
                  <a:lnTo>
                    <a:pt x="421462" y="0"/>
                  </a:lnTo>
                  <a:lnTo>
                    <a:pt x="442518" y="21056"/>
                  </a:lnTo>
                  <a:lnTo>
                    <a:pt x="526834" y="21056"/>
                  </a:lnTo>
                  <a:lnTo>
                    <a:pt x="526834" y="0"/>
                  </a:lnTo>
                  <a:close/>
                </a:path>
                <a:path w="3329940" h="2000250">
                  <a:moveTo>
                    <a:pt x="674344" y="294741"/>
                  </a:moveTo>
                  <a:lnTo>
                    <a:pt x="590042" y="294741"/>
                  </a:lnTo>
                  <a:lnTo>
                    <a:pt x="568972" y="294741"/>
                  </a:lnTo>
                  <a:lnTo>
                    <a:pt x="590042" y="315785"/>
                  </a:lnTo>
                  <a:lnTo>
                    <a:pt x="674344" y="315785"/>
                  </a:lnTo>
                  <a:lnTo>
                    <a:pt x="674344" y="294741"/>
                  </a:lnTo>
                  <a:close/>
                </a:path>
                <a:path w="3329940" h="2000250">
                  <a:moveTo>
                    <a:pt x="674344" y="0"/>
                  </a:moveTo>
                  <a:lnTo>
                    <a:pt x="590042" y="0"/>
                  </a:lnTo>
                  <a:lnTo>
                    <a:pt x="568972" y="0"/>
                  </a:lnTo>
                  <a:lnTo>
                    <a:pt x="590042" y="21056"/>
                  </a:lnTo>
                  <a:lnTo>
                    <a:pt x="674344" y="21056"/>
                  </a:lnTo>
                  <a:lnTo>
                    <a:pt x="674344" y="0"/>
                  </a:lnTo>
                  <a:close/>
                </a:path>
                <a:path w="3329940" h="2000250">
                  <a:moveTo>
                    <a:pt x="821855" y="294741"/>
                  </a:moveTo>
                  <a:lnTo>
                    <a:pt x="737565" y="294741"/>
                  </a:lnTo>
                  <a:lnTo>
                    <a:pt x="716483" y="294741"/>
                  </a:lnTo>
                  <a:lnTo>
                    <a:pt x="737565" y="315785"/>
                  </a:lnTo>
                  <a:lnTo>
                    <a:pt x="821855" y="315785"/>
                  </a:lnTo>
                  <a:lnTo>
                    <a:pt x="821855" y="294741"/>
                  </a:lnTo>
                  <a:close/>
                </a:path>
                <a:path w="3329940" h="2000250">
                  <a:moveTo>
                    <a:pt x="821855" y="0"/>
                  </a:moveTo>
                  <a:lnTo>
                    <a:pt x="737565" y="0"/>
                  </a:lnTo>
                  <a:lnTo>
                    <a:pt x="716483" y="0"/>
                  </a:lnTo>
                  <a:lnTo>
                    <a:pt x="737565" y="21056"/>
                  </a:lnTo>
                  <a:lnTo>
                    <a:pt x="821855" y="21056"/>
                  </a:lnTo>
                  <a:lnTo>
                    <a:pt x="821855" y="0"/>
                  </a:lnTo>
                  <a:close/>
                </a:path>
                <a:path w="3329940" h="2000250">
                  <a:moveTo>
                    <a:pt x="969365" y="294741"/>
                  </a:moveTo>
                  <a:lnTo>
                    <a:pt x="885075" y="294741"/>
                  </a:lnTo>
                  <a:lnTo>
                    <a:pt x="863993" y="294741"/>
                  </a:lnTo>
                  <a:lnTo>
                    <a:pt x="885075" y="315785"/>
                  </a:lnTo>
                  <a:lnTo>
                    <a:pt x="969365" y="315785"/>
                  </a:lnTo>
                  <a:lnTo>
                    <a:pt x="969365" y="294741"/>
                  </a:lnTo>
                  <a:close/>
                </a:path>
                <a:path w="3329940" h="2000250">
                  <a:moveTo>
                    <a:pt x="969365" y="0"/>
                  </a:moveTo>
                  <a:lnTo>
                    <a:pt x="885075" y="0"/>
                  </a:lnTo>
                  <a:lnTo>
                    <a:pt x="863993" y="0"/>
                  </a:lnTo>
                  <a:lnTo>
                    <a:pt x="885075" y="21056"/>
                  </a:lnTo>
                  <a:lnTo>
                    <a:pt x="969365" y="21056"/>
                  </a:lnTo>
                  <a:lnTo>
                    <a:pt x="969365" y="0"/>
                  </a:lnTo>
                  <a:close/>
                </a:path>
                <a:path w="3329940" h="2000250">
                  <a:moveTo>
                    <a:pt x="1116876" y="294741"/>
                  </a:moveTo>
                  <a:lnTo>
                    <a:pt x="1032586" y="294741"/>
                  </a:lnTo>
                  <a:lnTo>
                    <a:pt x="1011504" y="294741"/>
                  </a:lnTo>
                  <a:lnTo>
                    <a:pt x="1032586" y="315785"/>
                  </a:lnTo>
                  <a:lnTo>
                    <a:pt x="1116876" y="315785"/>
                  </a:lnTo>
                  <a:lnTo>
                    <a:pt x="1116876" y="294741"/>
                  </a:lnTo>
                  <a:close/>
                </a:path>
                <a:path w="3329940" h="2000250">
                  <a:moveTo>
                    <a:pt x="1116876" y="0"/>
                  </a:moveTo>
                  <a:lnTo>
                    <a:pt x="1032586" y="0"/>
                  </a:lnTo>
                  <a:lnTo>
                    <a:pt x="1011504" y="0"/>
                  </a:lnTo>
                  <a:lnTo>
                    <a:pt x="1032586" y="21056"/>
                  </a:lnTo>
                  <a:lnTo>
                    <a:pt x="1116876" y="21056"/>
                  </a:lnTo>
                  <a:lnTo>
                    <a:pt x="1116876" y="0"/>
                  </a:lnTo>
                  <a:close/>
                </a:path>
                <a:path w="3329940" h="2000250">
                  <a:moveTo>
                    <a:pt x="1264386" y="294741"/>
                  </a:moveTo>
                  <a:lnTo>
                    <a:pt x="1180096" y="294741"/>
                  </a:lnTo>
                  <a:lnTo>
                    <a:pt x="1159014" y="294741"/>
                  </a:lnTo>
                  <a:lnTo>
                    <a:pt x="1180096" y="315785"/>
                  </a:lnTo>
                  <a:lnTo>
                    <a:pt x="1264386" y="315785"/>
                  </a:lnTo>
                  <a:lnTo>
                    <a:pt x="1264386" y="294741"/>
                  </a:lnTo>
                  <a:close/>
                </a:path>
                <a:path w="3329940" h="2000250">
                  <a:moveTo>
                    <a:pt x="1264386" y="0"/>
                  </a:moveTo>
                  <a:lnTo>
                    <a:pt x="1180096" y="0"/>
                  </a:lnTo>
                  <a:lnTo>
                    <a:pt x="1159014" y="0"/>
                  </a:lnTo>
                  <a:lnTo>
                    <a:pt x="1180096" y="21056"/>
                  </a:lnTo>
                  <a:lnTo>
                    <a:pt x="1264386" y="21056"/>
                  </a:lnTo>
                  <a:lnTo>
                    <a:pt x="1264386" y="0"/>
                  </a:lnTo>
                  <a:close/>
                </a:path>
                <a:path w="3329940" h="2000250">
                  <a:moveTo>
                    <a:pt x="1411897" y="294741"/>
                  </a:moveTo>
                  <a:lnTo>
                    <a:pt x="1327607" y="294741"/>
                  </a:lnTo>
                  <a:lnTo>
                    <a:pt x="1306525" y="294741"/>
                  </a:lnTo>
                  <a:lnTo>
                    <a:pt x="1327607" y="315785"/>
                  </a:lnTo>
                  <a:lnTo>
                    <a:pt x="1411897" y="315785"/>
                  </a:lnTo>
                  <a:lnTo>
                    <a:pt x="1411897" y="294741"/>
                  </a:lnTo>
                  <a:close/>
                </a:path>
                <a:path w="3329940" h="2000250">
                  <a:moveTo>
                    <a:pt x="1411897" y="0"/>
                  </a:moveTo>
                  <a:lnTo>
                    <a:pt x="1327607" y="0"/>
                  </a:lnTo>
                  <a:lnTo>
                    <a:pt x="1306525" y="0"/>
                  </a:lnTo>
                  <a:lnTo>
                    <a:pt x="1327607" y="21056"/>
                  </a:lnTo>
                  <a:lnTo>
                    <a:pt x="1411897" y="21056"/>
                  </a:lnTo>
                  <a:lnTo>
                    <a:pt x="1411897" y="0"/>
                  </a:lnTo>
                  <a:close/>
                </a:path>
                <a:path w="3329940" h="2000250">
                  <a:moveTo>
                    <a:pt x="1559407" y="294741"/>
                  </a:moveTo>
                  <a:lnTo>
                    <a:pt x="1475117" y="294741"/>
                  </a:lnTo>
                  <a:lnTo>
                    <a:pt x="1454035" y="294741"/>
                  </a:lnTo>
                  <a:lnTo>
                    <a:pt x="1475117" y="315785"/>
                  </a:lnTo>
                  <a:lnTo>
                    <a:pt x="1559407" y="315785"/>
                  </a:lnTo>
                  <a:lnTo>
                    <a:pt x="1559407" y="294741"/>
                  </a:lnTo>
                  <a:close/>
                </a:path>
                <a:path w="3329940" h="2000250">
                  <a:moveTo>
                    <a:pt x="1559407" y="0"/>
                  </a:moveTo>
                  <a:lnTo>
                    <a:pt x="1475117" y="0"/>
                  </a:lnTo>
                  <a:lnTo>
                    <a:pt x="1454035" y="0"/>
                  </a:lnTo>
                  <a:lnTo>
                    <a:pt x="1475117" y="21056"/>
                  </a:lnTo>
                  <a:lnTo>
                    <a:pt x="1559407" y="21056"/>
                  </a:lnTo>
                  <a:lnTo>
                    <a:pt x="1559407" y="0"/>
                  </a:lnTo>
                  <a:close/>
                </a:path>
                <a:path w="3329940" h="2000250">
                  <a:moveTo>
                    <a:pt x="1706918" y="294741"/>
                  </a:moveTo>
                  <a:lnTo>
                    <a:pt x="1622628" y="294741"/>
                  </a:lnTo>
                  <a:lnTo>
                    <a:pt x="1601546" y="294741"/>
                  </a:lnTo>
                  <a:lnTo>
                    <a:pt x="1622628" y="315785"/>
                  </a:lnTo>
                  <a:lnTo>
                    <a:pt x="1706918" y="315785"/>
                  </a:lnTo>
                  <a:lnTo>
                    <a:pt x="1706918" y="294741"/>
                  </a:lnTo>
                  <a:close/>
                </a:path>
                <a:path w="3329940" h="2000250">
                  <a:moveTo>
                    <a:pt x="1706918" y="0"/>
                  </a:moveTo>
                  <a:lnTo>
                    <a:pt x="1622628" y="0"/>
                  </a:lnTo>
                  <a:lnTo>
                    <a:pt x="1601546" y="0"/>
                  </a:lnTo>
                  <a:lnTo>
                    <a:pt x="1622628" y="21056"/>
                  </a:lnTo>
                  <a:lnTo>
                    <a:pt x="1706918" y="21056"/>
                  </a:lnTo>
                  <a:lnTo>
                    <a:pt x="1706918" y="0"/>
                  </a:lnTo>
                  <a:close/>
                </a:path>
                <a:path w="3329940" h="2000250">
                  <a:moveTo>
                    <a:pt x="1854428" y="589470"/>
                  </a:moveTo>
                  <a:lnTo>
                    <a:pt x="1770138" y="589470"/>
                  </a:lnTo>
                  <a:lnTo>
                    <a:pt x="1749056" y="589470"/>
                  </a:lnTo>
                  <a:lnTo>
                    <a:pt x="1770138" y="610527"/>
                  </a:lnTo>
                  <a:lnTo>
                    <a:pt x="1854428" y="610527"/>
                  </a:lnTo>
                  <a:lnTo>
                    <a:pt x="1854428" y="589470"/>
                  </a:lnTo>
                  <a:close/>
                </a:path>
                <a:path w="3329940" h="2000250">
                  <a:moveTo>
                    <a:pt x="1854428" y="294741"/>
                  </a:moveTo>
                  <a:lnTo>
                    <a:pt x="1770138" y="294741"/>
                  </a:lnTo>
                  <a:lnTo>
                    <a:pt x="1749056" y="294741"/>
                  </a:lnTo>
                  <a:lnTo>
                    <a:pt x="1770138" y="315785"/>
                  </a:lnTo>
                  <a:lnTo>
                    <a:pt x="1854428" y="315785"/>
                  </a:lnTo>
                  <a:lnTo>
                    <a:pt x="1854428" y="294741"/>
                  </a:lnTo>
                  <a:close/>
                </a:path>
                <a:path w="3329940" h="2000250">
                  <a:moveTo>
                    <a:pt x="1854428" y="0"/>
                  </a:moveTo>
                  <a:lnTo>
                    <a:pt x="1770138" y="0"/>
                  </a:lnTo>
                  <a:lnTo>
                    <a:pt x="1749056" y="0"/>
                  </a:lnTo>
                  <a:lnTo>
                    <a:pt x="1770138" y="21056"/>
                  </a:lnTo>
                  <a:lnTo>
                    <a:pt x="1854428" y="21056"/>
                  </a:lnTo>
                  <a:lnTo>
                    <a:pt x="1854428" y="0"/>
                  </a:lnTo>
                  <a:close/>
                </a:path>
                <a:path w="3329940" h="2000250">
                  <a:moveTo>
                    <a:pt x="2001939" y="589470"/>
                  </a:moveTo>
                  <a:lnTo>
                    <a:pt x="1917649" y="589470"/>
                  </a:lnTo>
                  <a:lnTo>
                    <a:pt x="1896579" y="589470"/>
                  </a:lnTo>
                  <a:lnTo>
                    <a:pt x="1917649" y="610527"/>
                  </a:lnTo>
                  <a:lnTo>
                    <a:pt x="2001939" y="610527"/>
                  </a:lnTo>
                  <a:lnTo>
                    <a:pt x="2001939" y="589470"/>
                  </a:lnTo>
                  <a:close/>
                </a:path>
                <a:path w="3329940" h="2000250">
                  <a:moveTo>
                    <a:pt x="2001939" y="294741"/>
                  </a:moveTo>
                  <a:lnTo>
                    <a:pt x="1917649" y="294741"/>
                  </a:lnTo>
                  <a:lnTo>
                    <a:pt x="1896579" y="294741"/>
                  </a:lnTo>
                  <a:lnTo>
                    <a:pt x="1917649" y="315785"/>
                  </a:lnTo>
                  <a:lnTo>
                    <a:pt x="2001939" y="315785"/>
                  </a:lnTo>
                  <a:lnTo>
                    <a:pt x="2001939" y="294741"/>
                  </a:lnTo>
                  <a:close/>
                </a:path>
                <a:path w="3329940" h="2000250">
                  <a:moveTo>
                    <a:pt x="2001939" y="0"/>
                  </a:moveTo>
                  <a:lnTo>
                    <a:pt x="1917649" y="0"/>
                  </a:lnTo>
                  <a:lnTo>
                    <a:pt x="1896579" y="0"/>
                  </a:lnTo>
                  <a:lnTo>
                    <a:pt x="1917649" y="21056"/>
                  </a:lnTo>
                  <a:lnTo>
                    <a:pt x="2001939" y="21056"/>
                  </a:lnTo>
                  <a:lnTo>
                    <a:pt x="2001939" y="0"/>
                  </a:lnTo>
                  <a:close/>
                </a:path>
                <a:path w="3329940" h="2000250">
                  <a:moveTo>
                    <a:pt x="2149449" y="589470"/>
                  </a:moveTo>
                  <a:lnTo>
                    <a:pt x="2065159" y="589470"/>
                  </a:lnTo>
                  <a:lnTo>
                    <a:pt x="2044090" y="589470"/>
                  </a:lnTo>
                  <a:lnTo>
                    <a:pt x="2065159" y="610527"/>
                  </a:lnTo>
                  <a:lnTo>
                    <a:pt x="2149449" y="610527"/>
                  </a:lnTo>
                  <a:lnTo>
                    <a:pt x="2149449" y="589470"/>
                  </a:lnTo>
                  <a:close/>
                </a:path>
                <a:path w="3329940" h="2000250">
                  <a:moveTo>
                    <a:pt x="2149449" y="294741"/>
                  </a:moveTo>
                  <a:lnTo>
                    <a:pt x="2065159" y="294741"/>
                  </a:lnTo>
                  <a:lnTo>
                    <a:pt x="2044090" y="294741"/>
                  </a:lnTo>
                  <a:lnTo>
                    <a:pt x="2065159" y="315785"/>
                  </a:lnTo>
                  <a:lnTo>
                    <a:pt x="2149449" y="315785"/>
                  </a:lnTo>
                  <a:lnTo>
                    <a:pt x="2149449" y="294741"/>
                  </a:lnTo>
                  <a:close/>
                </a:path>
                <a:path w="3329940" h="2000250">
                  <a:moveTo>
                    <a:pt x="2149449" y="0"/>
                  </a:moveTo>
                  <a:lnTo>
                    <a:pt x="2065159" y="0"/>
                  </a:lnTo>
                  <a:lnTo>
                    <a:pt x="2044090" y="0"/>
                  </a:lnTo>
                  <a:lnTo>
                    <a:pt x="2065159" y="21056"/>
                  </a:lnTo>
                  <a:lnTo>
                    <a:pt x="2149449" y="21056"/>
                  </a:lnTo>
                  <a:lnTo>
                    <a:pt x="2149449" y="0"/>
                  </a:lnTo>
                  <a:close/>
                </a:path>
                <a:path w="3329940" h="2000250">
                  <a:moveTo>
                    <a:pt x="2296960" y="589470"/>
                  </a:moveTo>
                  <a:lnTo>
                    <a:pt x="2212670" y="589470"/>
                  </a:lnTo>
                  <a:lnTo>
                    <a:pt x="2191601" y="589470"/>
                  </a:lnTo>
                  <a:lnTo>
                    <a:pt x="2212670" y="610527"/>
                  </a:lnTo>
                  <a:lnTo>
                    <a:pt x="2296960" y="610527"/>
                  </a:lnTo>
                  <a:lnTo>
                    <a:pt x="2296960" y="589470"/>
                  </a:lnTo>
                  <a:close/>
                </a:path>
                <a:path w="3329940" h="2000250">
                  <a:moveTo>
                    <a:pt x="2296960" y="294741"/>
                  </a:moveTo>
                  <a:lnTo>
                    <a:pt x="2212670" y="294741"/>
                  </a:lnTo>
                  <a:lnTo>
                    <a:pt x="2191601" y="294741"/>
                  </a:lnTo>
                  <a:lnTo>
                    <a:pt x="2212670" y="315785"/>
                  </a:lnTo>
                  <a:lnTo>
                    <a:pt x="2296960" y="315785"/>
                  </a:lnTo>
                  <a:lnTo>
                    <a:pt x="2296960" y="294741"/>
                  </a:lnTo>
                  <a:close/>
                </a:path>
                <a:path w="3329940" h="2000250">
                  <a:moveTo>
                    <a:pt x="2296960" y="0"/>
                  </a:moveTo>
                  <a:lnTo>
                    <a:pt x="2212670" y="0"/>
                  </a:lnTo>
                  <a:lnTo>
                    <a:pt x="2191601" y="0"/>
                  </a:lnTo>
                  <a:lnTo>
                    <a:pt x="2212670" y="21056"/>
                  </a:lnTo>
                  <a:lnTo>
                    <a:pt x="2296960" y="21056"/>
                  </a:lnTo>
                  <a:lnTo>
                    <a:pt x="2296960" y="0"/>
                  </a:lnTo>
                  <a:close/>
                </a:path>
                <a:path w="3329940" h="2000250">
                  <a:moveTo>
                    <a:pt x="2444470" y="589470"/>
                  </a:moveTo>
                  <a:lnTo>
                    <a:pt x="2360180" y="589470"/>
                  </a:lnTo>
                  <a:lnTo>
                    <a:pt x="2339111" y="589470"/>
                  </a:lnTo>
                  <a:lnTo>
                    <a:pt x="2360180" y="610527"/>
                  </a:lnTo>
                  <a:lnTo>
                    <a:pt x="2444470" y="610527"/>
                  </a:lnTo>
                  <a:lnTo>
                    <a:pt x="2444470" y="589470"/>
                  </a:lnTo>
                  <a:close/>
                </a:path>
                <a:path w="3329940" h="2000250">
                  <a:moveTo>
                    <a:pt x="2444470" y="294741"/>
                  </a:moveTo>
                  <a:lnTo>
                    <a:pt x="2360180" y="294741"/>
                  </a:lnTo>
                  <a:lnTo>
                    <a:pt x="2339111" y="294741"/>
                  </a:lnTo>
                  <a:lnTo>
                    <a:pt x="2360180" y="315785"/>
                  </a:lnTo>
                  <a:lnTo>
                    <a:pt x="2444470" y="315785"/>
                  </a:lnTo>
                  <a:lnTo>
                    <a:pt x="2444470" y="294741"/>
                  </a:lnTo>
                  <a:close/>
                </a:path>
                <a:path w="3329940" h="2000250">
                  <a:moveTo>
                    <a:pt x="2444470" y="0"/>
                  </a:moveTo>
                  <a:lnTo>
                    <a:pt x="2360180" y="0"/>
                  </a:lnTo>
                  <a:lnTo>
                    <a:pt x="2339111" y="0"/>
                  </a:lnTo>
                  <a:lnTo>
                    <a:pt x="2360180" y="21056"/>
                  </a:lnTo>
                  <a:lnTo>
                    <a:pt x="2444470" y="21056"/>
                  </a:lnTo>
                  <a:lnTo>
                    <a:pt x="2444470" y="0"/>
                  </a:lnTo>
                  <a:close/>
                </a:path>
                <a:path w="3329940" h="2000250">
                  <a:moveTo>
                    <a:pt x="2549842" y="1894713"/>
                  </a:moveTo>
                  <a:lnTo>
                    <a:pt x="2528760" y="1873669"/>
                  </a:lnTo>
                  <a:lnTo>
                    <a:pt x="2528760" y="1978926"/>
                  </a:lnTo>
                  <a:lnTo>
                    <a:pt x="2549842" y="1978926"/>
                  </a:lnTo>
                  <a:lnTo>
                    <a:pt x="2549842" y="1894713"/>
                  </a:lnTo>
                  <a:close/>
                </a:path>
                <a:path w="3329940" h="2000250">
                  <a:moveTo>
                    <a:pt x="2549842" y="1747354"/>
                  </a:moveTo>
                  <a:lnTo>
                    <a:pt x="2528760" y="1726298"/>
                  </a:lnTo>
                  <a:lnTo>
                    <a:pt x="2528760" y="1831555"/>
                  </a:lnTo>
                  <a:lnTo>
                    <a:pt x="2549842" y="1831555"/>
                  </a:lnTo>
                  <a:lnTo>
                    <a:pt x="2549842" y="1747354"/>
                  </a:lnTo>
                  <a:close/>
                </a:path>
                <a:path w="3329940" h="2000250">
                  <a:moveTo>
                    <a:pt x="2549842" y="1599984"/>
                  </a:moveTo>
                  <a:lnTo>
                    <a:pt x="2528760" y="1578927"/>
                  </a:lnTo>
                  <a:lnTo>
                    <a:pt x="2528760" y="1684197"/>
                  </a:lnTo>
                  <a:lnTo>
                    <a:pt x="2549842" y="1684197"/>
                  </a:lnTo>
                  <a:lnTo>
                    <a:pt x="2549842" y="1599984"/>
                  </a:lnTo>
                  <a:close/>
                </a:path>
                <a:path w="3329940" h="2000250">
                  <a:moveTo>
                    <a:pt x="2549842" y="1452613"/>
                  </a:moveTo>
                  <a:lnTo>
                    <a:pt x="2528760" y="1431569"/>
                  </a:lnTo>
                  <a:lnTo>
                    <a:pt x="2528760" y="1536827"/>
                  </a:lnTo>
                  <a:lnTo>
                    <a:pt x="2549842" y="1536827"/>
                  </a:lnTo>
                  <a:lnTo>
                    <a:pt x="2549842" y="1452613"/>
                  </a:lnTo>
                  <a:close/>
                </a:path>
                <a:path w="3329940" h="2000250">
                  <a:moveTo>
                    <a:pt x="2549842" y="1305255"/>
                  </a:moveTo>
                  <a:lnTo>
                    <a:pt x="2528760" y="1284198"/>
                  </a:lnTo>
                  <a:lnTo>
                    <a:pt x="2528760" y="1389456"/>
                  </a:lnTo>
                  <a:lnTo>
                    <a:pt x="2549842" y="1389456"/>
                  </a:lnTo>
                  <a:lnTo>
                    <a:pt x="2549842" y="1305255"/>
                  </a:lnTo>
                  <a:close/>
                </a:path>
                <a:path w="3329940" h="2000250">
                  <a:moveTo>
                    <a:pt x="2549842" y="1157884"/>
                  </a:moveTo>
                  <a:lnTo>
                    <a:pt x="2528760" y="1136827"/>
                  </a:lnTo>
                  <a:lnTo>
                    <a:pt x="2528760" y="1242098"/>
                  </a:lnTo>
                  <a:lnTo>
                    <a:pt x="2549842" y="1242098"/>
                  </a:lnTo>
                  <a:lnTo>
                    <a:pt x="2549842" y="1157884"/>
                  </a:lnTo>
                  <a:close/>
                </a:path>
                <a:path w="3329940" h="2000250">
                  <a:moveTo>
                    <a:pt x="2549842" y="1010513"/>
                  </a:moveTo>
                  <a:lnTo>
                    <a:pt x="2528760" y="989469"/>
                  </a:lnTo>
                  <a:lnTo>
                    <a:pt x="2528760" y="1094727"/>
                  </a:lnTo>
                  <a:lnTo>
                    <a:pt x="2549842" y="1094727"/>
                  </a:lnTo>
                  <a:lnTo>
                    <a:pt x="2549842" y="1010513"/>
                  </a:lnTo>
                  <a:close/>
                </a:path>
                <a:path w="3329940" h="2000250">
                  <a:moveTo>
                    <a:pt x="2549842" y="863155"/>
                  </a:moveTo>
                  <a:lnTo>
                    <a:pt x="2528760" y="842098"/>
                  </a:lnTo>
                  <a:lnTo>
                    <a:pt x="2528760" y="947356"/>
                  </a:lnTo>
                  <a:lnTo>
                    <a:pt x="2549842" y="947356"/>
                  </a:lnTo>
                  <a:lnTo>
                    <a:pt x="2549842" y="863155"/>
                  </a:lnTo>
                  <a:close/>
                </a:path>
                <a:path w="3329940" h="2000250">
                  <a:moveTo>
                    <a:pt x="2549842" y="715784"/>
                  </a:moveTo>
                  <a:lnTo>
                    <a:pt x="2528760" y="694728"/>
                  </a:lnTo>
                  <a:lnTo>
                    <a:pt x="2528760" y="799998"/>
                  </a:lnTo>
                  <a:lnTo>
                    <a:pt x="2549842" y="799998"/>
                  </a:lnTo>
                  <a:lnTo>
                    <a:pt x="2549842" y="715784"/>
                  </a:lnTo>
                  <a:close/>
                </a:path>
                <a:path w="3329940" h="2000250">
                  <a:moveTo>
                    <a:pt x="2549842" y="589470"/>
                  </a:moveTo>
                  <a:lnTo>
                    <a:pt x="2528760" y="589470"/>
                  </a:lnTo>
                  <a:lnTo>
                    <a:pt x="2486622" y="589470"/>
                  </a:lnTo>
                  <a:lnTo>
                    <a:pt x="2507691" y="610527"/>
                  </a:lnTo>
                  <a:lnTo>
                    <a:pt x="2528760" y="610527"/>
                  </a:lnTo>
                  <a:lnTo>
                    <a:pt x="2528760" y="652627"/>
                  </a:lnTo>
                  <a:lnTo>
                    <a:pt x="2549842" y="652627"/>
                  </a:lnTo>
                  <a:lnTo>
                    <a:pt x="2549842" y="589470"/>
                  </a:lnTo>
                  <a:close/>
                </a:path>
                <a:path w="3329940" h="2000250">
                  <a:moveTo>
                    <a:pt x="2591981" y="294741"/>
                  </a:moveTo>
                  <a:lnTo>
                    <a:pt x="2507691" y="294741"/>
                  </a:lnTo>
                  <a:lnTo>
                    <a:pt x="2486622" y="294741"/>
                  </a:lnTo>
                  <a:lnTo>
                    <a:pt x="2507691" y="315785"/>
                  </a:lnTo>
                  <a:lnTo>
                    <a:pt x="2591981" y="315785"/>
                  </a:lnTo>
                  <a:lnTo>
                    <a:pt x="2591981" y="294741"/>
                  </a:lnTo>
                  <a:close/>
                </a:path>
                <a:path w="3329940" h="2000250">
                  <a:moveTo>
                    <a:pt x="2591981" y="0"/>
                  </a:moveTo>
                  <a:lnTo>
                    <a:pt x="2507691" y="0"/>
                  </a:lnTo>
                  <a:lnTo>
                    <a:pt x="2486622" y="0"/>
                  </a:lnTo>
                  <a:lnTo>
                    <a:pt x="2507691" y="21056"/>
                  </a:lnTo>
                  <a:lnTo>
                    <a:pt x="2591981" y="21056"/>
                  </a:lnTo>
                  <a:lnTo>
                    <a:pt x="2591981" y="0"/>
                  </a:lnTo>
                  <a:close/>
                </a:path>
                <a:path w="3329940" h="2000250">
                  <a:moveTo>
                    <a:pt x="2739491" y="294741"/>
                  </a:moveTo>
                  <a:lnTo>
                    <a:pt x="2655201" y="294741"/>
                  </a:lnTo>
                  <a:lnTo>
                    <a:pt x="2634132" y="294741"/>
                  </a:lnTo>
                  <a:lnTo>
                    <a:pt x="2655201" y="315785"/>
                  </a:lnTo>
                  <a:lnTo>
                    <a:pt x="2739491" y="315785"/>
                  </a:lnTo>
                  <a:lnTo>
                    <a:pt x="2739491" y="294741"/>
                  </a:lnTo>
                  <a:close/>
                </a:path>
                <a:path w="3329940" h="2000250">
                  <a:moveTo>
                    <a:pt x="2739491" y="0"/>
                  </a:moveTo>
                  <a:lnTo>
                    <a:pt x="2655201" y="0"/>
                  </a:lnTo>
                  <a:lnTo>
                    <a:pt x="2634132" y="0"/>
                  </a:lnTo>
                  <a:lnTo>
                    <a:pt x="2655201" y="21056"/>
                  </a:lnTo>
                  <a:lnTo>
                    <a:pt x="2739491" y="21056"/>
                  </a:lnTo>
                  <a:lnTo>
                    <a:pt x="2739491" y="0"/>
                  </a:lnTo>
                  <a:close/>
                </a:path>
                <a:path w="3329940" h="2000250">
                  <a:moveTo>
                    <a:pt x="2887002" y="294741"/>
                  </a:moveTo>
                  <a:lnTo>
                    <a:pt x="2802712" y="294741"/>
                  </a:lnTo>
                  <a:lnTo>
                    <a:pt x="2781643" y="294741"/>
                  </a:lnTo>
                  <a:lnTo>
                    <a:pt x="2802712" y="315785"/>
                  </a:lnTo>
                  <a:lnTo>
                    <a:pt x="2887002" y="315785"/>
                  </a:lnTo>
                  <a:lnTo>
                    <a:pt x="2887002" y="294741"/>
                  </a:lnTo>
                  <a:close/>
                </a:path>
                <a:path w="3329940" h="2000250">
                  <a:moveTo>
                    <a:pt x="2887002" y="0"/>
                  </a:moveTo>
                  <a:lnTo>
                    <a:pt x="2802712" y="0"/>
                  </a:lnTo>
                  <a:lnTo>
                    <a:pt x="2781643" y="0"/>
                  </a:lnTo>
                  <a:lnTo>
                    <a:pt x="2802712" y="21056"/>
                  </a:lnTo>
                  <a:lnTo>
                    <a:pt x="2887002" y="21056"/>
                  </a:lnTo>
                  <a:lnTo>
                    <a:pt x="2887002" y="0"/>
                  </a:lnTo>
                  <a:close/>
                </a:path>
                <a:path w="3329940" h="2000250">
                  <a:moveTo>
                    <a:pt x="3034512" y="294741"/>
                  </a:moveTo>
                  <a:lnTo>
                    <a:pt x="2950222" y="294741"/>
                  </a:lnTo>
                  <a:lnTo>
                    <a:pt x="2929153" y="294741"/>
                  </a:lnTo>
                  <a:lnTo>
                    <a:pt x="2950222" y="315785"/>
                  </a:lnTo>
                  <a:lnTo>
                    <a:pt x="3034512" y="315785"/>
                  </a:lnTo>
                  <a:lnTo>
                    <a:pt x="3034512" y="294741"/>
                  </a:lnTo>
                  <a:close/>
                </a:path>
                <a:path w="3329940" h="2000250">
                  <a:moveTo>
                    <a:pt x="3034512" y="0"/>
                  </a:moveTo>
                  <a:lnTo>
                    <a:pt x="2950222" y="0"/>
                  </a:lnTo>
                  <a:lnTo>
                    <a:pt x="2929153" y="0"/>
                  </a:lnTo>
                  <a:lnTo>
                    <a:pt x="2950222" y="21056"/>
                  </a:lnTo>
                  <a:lnTo>
                    <a:pt x="3034512" y="21056"/>
                  </a:lnTo>
                  <a:lnTo>
                    <a:pt x="3034512" y="0"/>
                  </a:lnTo>
                  <a:close/>
                </a:path>
                <a:path w="3329940" h="2000250">
                  <a:moveTo>
                    <a:pt x="3055594" y="1978926"/>
                  </a:moveTo>
                  <a:lnTo>
                    <a:pt x="3034512" y="1957870"/>
                  </a:lnTo>
                  <a:lnTo>
                    <a:pt x="3034512" y="1999983"/>
                  </a:lnTo>
                  <a:lnTo>
                    <a:pt x="3055594" y="1999983"/>
                  </a:lnTo>
                  <a:lnTo>
                    <a:pt x="3055594" y="1978926"/>
                  </a:lnTo>
                  <a:close/>
                </a:path>
                <a:path w="3329940" h="2000250">
                  <a:moveTo>
                    <a:pt x="3055594" y="1831555"/>
                  </a:moveTo>
                  <a:lnTo>
                    <a:pt x="3034512" y="1810512"/>
                  </a:lnTo>
                  <a:lnTo>
                    <a:pt x="3034512" y="1915769"/>
                  </a:lnTo>
                  <a:lnTo>
                    <a:pt x="3055594" y="1915769"/>
                  </a:lnTo>
                  <a:lnTo>
                    <a:pt x="3055594" y="1831555"/>
                  </a:lnTo>
                  <a:close/>
                </a:path>
                <a:path w="3329940" h="2000250">
                  <a:moveTo>
                    <a:pt x="3055594" y="1684197"/>
                  </a:moveTo>
                  <a:lnTo>
                    <a:pt x="3034512" y="1663141"/>
                  </a:lnTo>
                  <a:lnTo>
                    <a:pt x="3034512" y="1768398"/>
                  </a:lnTo>
                  <a:lnTo>
                    <a:pt x="3055594" y="1768398"/>
                  </a:lnTo>
                  <a:lnTo>
                    <a:pt x="3055594" y="1684197"/>
                  </a:lnTo>
                  <a:close/>
                </a:path>
                <a:path w="3329940" h="2000250">
                  <a:moveTo>
                    <a:pt x="3055594" y="1536827"/>
                  </a:moveTo>
                  <a:lnTo>
                    <a:pt x="3034512" y="1515770"/>
                  </a:lnTo>
                  <a:lnTo>
                    <a:pt x="3034512" y="1621040"/>
                  </a:lnTo>
                  <a:lnTo>
                    <a:pt x="3055594" y="1621040"/>
                  </a:lnTo>
                  <a:lnTo>
                    <a:pt x="3055594" y="1536827"/>
                  </a:lnTo>
                  <a:close/>
                </a:path>
                <a:path w="3329940" h="2000250">
                  <a:moveTo>
                    <a:pt x="3055594" y="1389456"/>
                  </a:moveTo>
                  <a:lnTo>
                    <a:pt x="3034512" y="1368412"/>
                  </a:lnTo>
                  <a:lnTo>
                    <a:pt x="3034512" y="1473669"/>
                  </a:lnTo>
                  <a:lnTo>
                    <a:pt x="3055594" y="1473669"/>
                  </a:lnTo>
                  <a:lnTo>
                    <a:pt x="3055594" y="1389456"/>
                  </a:lnTo>
                  <a:close/>
                </a:path>
                <a:path w="3329940" h="2000250">
                  <a:moveTo>
                    <a:pt x="3055594" y="1242098"/>
                  </a:moveTo>
                  <a:lnTo>
                    <a:pt x="3034512" y="1221041"/>
                  </a:lnTo>
                  <a:lnTo>
                    <a:pt x="3034512" y="1326299"/>
                  </a:lnTo>
                  <a:lnTo>
                    <a:pt x="3055594" y="1326299"/>
                  </a:lnTo>
                  <a:lnTo>
                    <a:pt x="3055594" y="1242098"/>
                  </a:lnTo>
                  <a:close/>
                </a:path>
                <a:path w="3329940" h="2000250">
                  <a:moveTo>
                    <a:pt x="3055594" y="1094727"/>
                  </a:moveTo>
                  <a:lnTo>
                    <a:pt x="3034512" y="1073670"/>
                  </a:lnTo>
                  <a:lnTo>
                    <a:pt x="3034512" y="1178941"/>
                  </a:lnTo>
                  <a:lnTo>
                    <a:pt x="3055594" y="1178941"/>
                  </a:lnTo>
                  <a:lnTo>
                    <a:pt x="3055594" y="1094727"/>
                  </a:lnTo>
                  <a:close/>
                </a:path>
                <a:path w="3329940" h="2000250">
                  <a:moveTo>
                    <a:pt x="3055594" y="947356"/>
                  </a:moveTo>
                  <a:lnTo>
                    <a:pt x="3034512" y="926312"/>
                  </a:lnTo>
                  <a:lnTo>
                    <a:pt x="3034512" y="1031570"/>
                  </a:lnTo>
                  <a:lnTo>
                    <a:pt x="3055594" y="1031570"/>
                  </a:lnTo>
                  <a:lnTo>
                    <a:pt x="3055594" y="947356"/>
                  </a:lnTo>
                  <a:close/>
                </a:path>
                <a:path w="3329940" h="2000250">
                  <a:moveTo>
                    <a:pt x="3055594" y="799998"/>
                  </a:moveTo>
                  <a:lnTo>
                    <a:pt x="3034512" y="778941"/>
                  </a:lnTo>
                  <a:lnTo>
                    <a:pt x="3034512" y="884199"/>
                  </a:lnTo>
                  <a:lnTo>
                    <a:pt x="3055594" y="884199"/>
                  </a:lnTo>
                  <a:lnTo>
                    <a:pt x="3055594" y="799998"/>
                  </a:lnTo>
                  <a:close/>
                </a:path>
                <a:path w="3329940" h="2000250">
                  <a:moveTo>
                    <a:pt x="3055594" y="652627"/>
                  </a:moveTo>
                  <a:lnTo>
                    <a:pt x="3034512" y="631571"/>
                  </a:lnTo>
                  <a:lnTo>
                    <a:pt x="3034512" y="736841"/>
                  </a:lnTo>
                  <a:lnTo>
                    <a:pt x="3055594" y="736841"/>
                  </a:lnTo>
                  <a:lnTo>
                    <a:pt x="3055594" y="652627"/>
                  </a:lnTo>
                  <a:close/>
                </a:path>
                <a:path w="3329940" h="2000250">
                  <a:moveTo>
                    <a:pt x="3055594" y="505256"/>
                  </a:moveTo>
                  <a:lnTo>
                    <a:pt x="3034512" y="484212"/>
                  </a:lnTo>
                  <a:lnTo>
                    <a:pt x="3034512" y="589470"/>
                  </a:lnTo>
                  <a:lnTo>
                    <a:pt x="3055594" y="589470"/>
                  </a:lnTo>
                  <a:lnTo>
                    <a:pt x="3055594" y="505256"/>
                  </a:lnTo>
                  <a:close/>
                </a:path>
                <a:path w="3329940" h="2000250">
                  <a:moveTo>
                    <a:pt x="3055594" y="357898"/>
                  </a:moveTo>
                  <a:lnTo>
                    <a:pt x="3034512" y="336842"/>
                  </a:lnTo>
                  <a:lnTo>
                    <a:pt x="3034512" y="442099"/>
                  </a:lnTo>
                  <a:lnTo>
                    <a:pt x="3055594" y="442099"/>
                  </a:lnTo>
                  <a:lnTo>
                    <a:pt x="3055594" y="357898"/>
                  </a:lnTo>
                  <a:close/>
                </a:path>
                <a:path w="3329940" h="2000250">
                  <a:moveTo>
                    <a:pt x="3182023" y="0"/>
                  </a:moveTo>
                  <a:lnTo>
                    <a:pt x="3097733" y="0"/>
                  </a:lnTo>
                  <a:lnTo>
                    <a:pt x="3076664" y="0"/>
                  </a:lnTo>
                  <a:lnTo>
                    <a:pt x="3097733" y="21056"/>
                  </a:lnTo>
                  <a:lnTo>
                    <a:pt x="3182023" y="21056"/>
                  </a:lnTo>
                  <a:lnTo>
                    <a:pt x="3182023" y="0"/>
                  </a:lnTo>
                  <a:close/>
                </a:path>
                <a:path w="3329940" h="2000250">
                  <a:moveTo>
                    <a:pt x="3329533" y="0"/>
                  </a:moveTo>
                  <a:lnTo>
                    <a:pt x="3245243" y="0"/>
                  </a:lnTo>
                  <a:lnTo>
                    <a:pt x="3224174" y="0"/>
                  </a:lnTo>
                  <a:lnTo>
                    <a:pt x="3245243" y="21056"/>
                  </a:lnTo>
                  <a:lnTo>
                    <a:pt x="3329533" y="21056"/>
                  </a:lnTo>
                  <a:lnTo>
                    <a:pt x="3329533" y="0"/>
                  </a:lnTo>
                  <a:close/>
                </a:path>
              </a:pathLst>
            </a:custGeom>
            <a:solidFill>
              <a:srgbClr val="000000"/>
            </a:solidFill>
          </p:spPr>
          <p:txBody>
            <a:bodyPr wrap="square" lIns="0" tIns="0" rIns="0" bIns="0" rtlCol="0"/>
            <a:lstStyle/>
            <a:p>
              <a:endParaRPr/>
            </a:p>
          </p:txBody>
        </p:sp>
        <p:sp>
          <p:nvSpPr>
            <p:cNvPr id="9" name="object 9"/>
            <p:cNvSpPr/>
            <p:nvPr/>
          </p:nvSpPr>
          <p:spPr>
            <a:xfrm>
              <a:off x="6073851" y="1750059"/>
              <a:ext cx="337185" cy="1979295"/>
            </a:xfrm>
            <a:custGeom>
              <a:avLst/>
              <a:gdLst/>
              <a:ahLst/>
              <a:cxnLst/>
              <a:rect l="l" t="t" r="r" b="b"/>
              <a:pathLst>
                <a:path w="337185" h="1979295">
                  <a:moveTo>
                    <a:pt x="105359" y="0"/>
                  </a:moveTo>
                  <a:lnTo>
                    <a:pt x="21069" y="0"/>
                  </a:lnTo>
                  <a:lnTo>
                    <a:pt x="0" y="0"/>
                  </a:lnTo>
                  <a:lnTo>
                    <a:pt x="21069" y="21056"/>
                  </a:lnTo>
                  <a:lnTo>
                    <a:pt x="105359" y="21056"/>
                  </a:lnTo>
                  <a:lnTo>
                    <a:pt x="105359" y="0"/>
                  </a:lnTo>
                  <a:close/>
                </a:path>
                <a:path w="337185" h="1979295">
                  <a:moveTo>
                    <a:pt x="252869" y="0"/>
                  </a:moveTo>
                  <a:lnTo>
                    <a:pt x="168579" y="0"/>
                  </a:lnTo>
                  <a:lnTo>
                    <a:pt x="147510" y="0"/>
                  </a:lnTo>
                  <a:lnTo>
                    <a:pt x="168579" y="21056"/>
                  </a:lnTo>
                  <a:lnTo>
                    <a:pt x="252869" y="21056"/>
                  </a:lnTo>
                  <a:lnTo>
                    <a:pt x="252869" y="0"/>
                  </a:lnTo>
                  <a:close/>
                </a:path>
                <a:path w="337185" h="1979295">
                  <a:moveTo>
                    <a:pt x="337172" y="1915769"/>
                  </a:moveTo>
                  <a:lnTo>
                    <a:pt x="316090" y="1894713"/>
                  </a:lnTo>
                  <a:lnTo>
                    <a:pt x="316090" y="1978926"/>
                  </a:lnTo>
                  <a:lnTo>
                    <a:pt x="337172" y="1978926"/>
                  </a:lnTo>
                  <a:lnTo>
                    <a:pt x="337172" y="1915769"/>
                  </a:lnTo>
                  <a:close/>
                </a:path>
                <a:path w="337185" h="1979295">
                  <a:moveTo>
                    <a:pt x="337172" y="1768398"/>
                  </a:moveTo>
                  <a:lnTo>
                    <a:pt x="316090" y="1747354"/>
                  </a:lnTo>
                  <a:lnTo>
                    <a:pt x="316090" y="1852612"/>
                  </a:lnTo>
                  <a:lnTo>
                    <a:pt x="337172" y="1852612"/>
                  </a:lnTo>
                  <a:lnTo>
                    <a:pt x="337172" y="1768398"/>
                  </a:lnTo>
                  <a:close/>
                </a:path>
                <a:path w="337185" h="1979295">
                  <a:moveTo>
                    <a:pt x="337172" y="1621040"/>
                  </a:moveTo>
                  <a:lnTo>
                    <a:pt x="316090" y="1599984"/>
                  </a:lnTo>
                  <a:lnTo>
                    <a:pt x="316090" y="1705241"/>
                  </a:lnTo>
                  <a:lnTo>
                    <a:pt x="337172" y="1705241"/>
                  </a:lnTo>
                  <a:lnTo>
                    <a:pt x="337172" y="1621040"/>
                  </a:lnTo>
                  <a:close/>
                </a:path>
                <a:path w="337185" h="1979295">
                  <a:moveTo>
                    <a:pt x="337172" y="1473669"/>
                  </a:moveTo>
                  <a:lnTo>
                    <a:pt x="316090" y="1452613"/>
                  </a:lnTo>
                  <a:lnTo>
                    <a:pt x="316090" y="1557883"/>
                  </a:lnTo>
                  <a:lnTo>
                    <a:pt x="337172" y="1557883"/>
                  </a:lnTo>
                  <a:lnTo>
                    <a:pt x="337172" y="1473669"/>
                  </a:lnTo>
                  <a:close/>
                </a:path>
                <a:path w="337185" h="1979295">
                  <a:moveTo>
                    <a:pt x="337172" y="1326299"/>
                  </a:moveTo>
                  <a:lnTo>
                    <a:pt x="316090" y="1305255"/>
                  </a:lnTo>
                  <a:lnTo>
                    <a:pt x="316090" y="1410512"/>
                  </a:lnTo>
                  <a:lnTo>
                    <a:pt x="337172" y="1410512"/>
                  </a:lnTo>
                  <a:lnTo>
                    <a:pt x="337172" y="1326299"/>
                  </a:lnTo>
                  <a:close/>
                </a:path>
                <a:path w="337185" h="1979295">
                  <a:moveTo>
                    <a:pt x="337172" y="1178941"/>
                  </a:moveTo>
                  <a:lnTo>
                    <a:pt x="316090" y="1157884"/>
                  </a:lnTo>
                  <a:lnTo>
                    <a:pt x="316090" y="1263142"/>
                  </a:lnTo>
                  <a:lnTo>
                    <a:pt x="337172" y="1263142"/>
                  </a:lnTo>
                  <a:lnTo>
                    <a:pt x="337172" y="1178941"/>
                  </a:lnTo>
                  <a:close/>
                </a:path>
                <a:path w="337185" h="1979295">
                  <a:moveTo>
                    <a:pt x="337172" y="1031570"/>
                  </a:moveTo>
                  <a:lnTo>
                    <a:pt x="316090" y="1010513"/>
                  </a:lnTo>
                  <a:lnTo>
                    <a:pt x="316090" y="1115783"/>
                  </a:lnTo>
                  <a:lnTo>
                    <a:pt x="337172" y="1115783"/>
                  </a:lnTo>
                  <a:lnTo>
                    <a:pt x="337172" y="1031570"/>
                  </a:lnTo>
                  <a:close/>
                </a:path>
                <a:path w="337185" h="1979295">
                  <a:moveTo>
                    <a:pt x="337172" y="884199"/>
                  </a:moveTo>
                  <a:lnTo>
                    <a:pt x="316090" y="863155"/>
                  </a:lnTo>
                  <a:lnTo>
                    <a:pt x="316090" y="968413"/>
                  </a:lnTo>
                  <a:lnTo>
                    <a:pt x="337172" y="968413"/>
                  </a:lnTo>
                  <a:lnTo>
                    <a:pt x="337172" y="884199"/>
                  </a:lnTo>
                  <a:close/>
                </a:path>
                <a:path w="337185" h="1979295">
                  <a:moveTo>
                    <a:pt x="337172" y="736841"/>
                  </a:moveTo>
                  <a:lnTo>
                    <a:pt x="316090" y="715784"/>
                  </a:lnTo>
                  <a:lnTo>
                    <a:pt x="316090" y="821042"/>
                  </a:lnTo>
                  <a:lnTo>
                    <a:pt x="337172" y="821042"/>
                  </a:lnTo>
                  <a:lnTo>
                    <a:pt x="337172" y="736841"/>
                  </a:lnTo>
                  <a:close/>
                </a:path>
                <a:path w="337185" h="1979295">
                  <a:moveTo>
                    <a:pt x="337172" y="589470"/>
                  </a:moveTo>
                  <a:lnTo>
                    <a:pt x="316090" y="568413"/>
                  </a:lnTo>
                  <a:lnTo>
                    <a:pt x="316090" y="673684"/>
                  </a:lnTo>
                  <a:lnTo>
                    <a:pt x="337172" y="673684"/>
                  </a:lnTo>
                  <a:lnTo>
                    <a:pt x="337172" y="589470"/>
                  </a:lnTo>
                  <a:close/>
                </a:path>
                <a:path w="337185" h="1979295">
                  <a:moveTo>
                    <a:pt x="337172" y="442099"/>
                  </a:moveTo>
                  <a:lnTo>
                    <a:pt x="316090" y="421055"/>
                  </a:lnTo>
                  <a:lnTo>
                    <a:pt x="316090" y="526313"/>
                  </a:lnTo>
                  <a:lnTo>
                    <a:pt x="337172" y="526313"/>
                  </a:lnTo>
                  <a:lnTo>
                    <a:pt x="337172" y="442099"/>
                  </a:lnTo>
                  <a:close/>
                </a:path>
                <a:path w="337185" h="1979295">
                  <a:moveTo>
                    <a:pt x="337172" y="294741"/>
                  </a:moveTo>
                  <a:lnTo>
                    <a:pt x="316090" y="273685"/>
                  </a:lnTo>
                  <a:lnTo>
                    <a:pt x="316090" y="378942"/>
                  </a:lnTo>
                  <a:lnTo>
                    <a:pt x="337172" y="378942"/>
                  </a:lnTo>
                  <a:lnTo>
                    <a:pt x="337172" y="294741"/>
                  </a:lnTo>
                  <a:close/>
                </a:path>
                <a:path w="337185" h="1979295">
                  <a:moveTo>
                    <a:pt x="337172" y="147370"/>
                  </a:moveTo>
                  <a:lnTo>
                    <a:pt x="316090" y="126314"/>
                  </a:lnTo>
                  <a:lnTo>
                    <a:pt x="316090" y="231584"/>
                  </a:lnTo>
                  <a:lnTo>
                    <a:pt x="337172" y="231584"/>
                  </a:lnTo>
                  <a:lnTo>
                    <a:pt x="337172" y="147370"/>
                  </a:lnTo>
                  <a:close/>
                </a:path>
                <a:path w="337185" h="1979295">
                  <a:moveTo>
                    <a:pt x="337172" y="0"/>
                  </a:moveTo>
                  <a:lnTo>
                    <a:pt x="316090" y="0"/>
                  </a:lnTo>
                  <a:lnTo>
                    <a:pt x="316090" y="84213"/>
                  </a:lnTo>
                  <a:lnTo>
                    <a:pt x="337172" y="84213"/>
                  </a:lnTo>
                  <a:lnTo>
                    <a:pt x="337172" y="0"/>
                  </a:lnTo>
                  <a:close/>
                </a:path>
              </a:pathLst>
            </a:custGeom>
            <a:solidFill>
              <a:srgbClr val="000000"/>
            </a:solidFill>
          </p:spPr>
          <p:txBody>
            <a:bodyPr wrap="square" lIns="0" tIns="0" rIns="0" bIns="0" rtlCol="0"/>
            <a:lstStyle/>
            <a:p>
              <a:endParaRPr/>
            </a:p>
          </p:txBody>
        </p:sp>
        <p:sp>
          <p:nvSpPr>
            <p:cNvPr id="10" name="object 10"/>
            <p:cNvSpPr/>
            <p:nvPr/>
          </p:nvSpPr>
          <p:spPr>
            <a:xfrm>
              <a:off x="2849676" y="1750059"/>
              <a:ext cx="3540760" cy="1979295"/>
            </a:xfrm>
            <a:custGeom>
              <a:avLst/>
              <a:gdLst/>
              <a:ahLst/>
              <a:cxnLst/>
              <a:rect l="l" t="t" r="r" b="b"/>
              <a:pathLst>
                <a:path w="3540760" h="1979295">
                  <a:moveTo>
                    <a:pt x="0" y="1978926"/>
                  </a:moveTo>
                  <a:lnTo>
                    <a:pt x="3540264" y="0"/>
                  </a:lnTo>
                </a:path>
              </a:pathLst>
            </a:custGeom>
            <a:ln w="21056">
              <a:solidFill>
                <a:srgbClr val="000000"/>
              </a:solidFill>
            </a:ln>
          </p:spPr>
          <p:txBody>
            <a:bodyPr wrap="square" lIns="0" tIns="0" rIns="0" bIns="0" rtlCol="0"/>
            <a:lstStyle/>
            <a:p>
              <a:endParaRPr/>
            </a:p>
          </p:txBody>
        </p:sp>
      </p:grpSp>
      <p:sp>
        <p:nvSpPr>
          <p:cNvPr id="11" name="object 11"/>
          <p:cNvSpPr txBox="1"/>
          <p:nvPr/>
        </p:nvSpPr>
        <p:spPr>
          <a:xfrm>
            <a:off x="2074024" y="1177381"/>
            <a:ext cx="666750" cy="2741295"/>
          </a:xfrm>
          <a:prstGeom prst="rect">
            <a:avLst/>
          </a:prstGeom>
        </p:spPr>
        <p:txBody>
          <a:bodyPr vert="horz" wrap="square" lIns="0" tIns="93345" rIns="0" bIns="0" rtlCol="0">
            <a:spAutoFit/>
          </a:bodyPr>
          <a:lstStyle/>
          <a:p>
            <a:pPr marR="51435" algn="r">
              <a:lnSpc>
                <a:spcPct val="100000"/>
              </a:lnSpc>
              <a:spcBef>
                <a:spcPts val="735"/>
              </a:spcBef>
            </a:pPr>
            <a:r>
              <a:rPr sz="1950" i="1" spc="-10" dirty="0">
                <a:latin typeface="Times New Roman" panose="02020603050405020304"/>
                <a:cs typeface="Times New Roman" panose="02020603050405020304"/>
              </a:rPr>
              <a:t>u</a:t>
            </a:r>
            <a:r>
              <a:rPr sz="2250" spc="-15" baseline="-19000" dirty="0">
                <a:latin typeface="Times New Roman" panose="02020603050405020304"/>
                <a:cs typeface="Times New Roman" panose="02020603050405020304"/>
              </a:rPr>
              <a:t>o</a:t>
            </a:r>
            <a:r>
              <a:rPr sz="1950" spc="-10" dirty="0">
                <a:latin typeface="Times New Roman" panose="02020603050405020304"/>
                <a:cs typeface="Times New Roman" panose="02020603050405020304"/>
              </a:rPr>
              <a:t>(V)</a:t>
            </a:r>
            <a:endParaRPr sz="1950">
              <a:latin typeface="Times New Roman" panose="02020603050405020304"/>
              <a:cs typeface="Times New Roman" panose="02020603050405020304"/>
            </a:endParaRPr>
          </a:p>
          <a:p>
            <a:pPr marR="30480" algn="r">
              <a:lnSpc>
                <a:spcPts val="2250"/>
              </a:lnSpc>
              <a:spcBef>
                <a:spcPts val="645"/>
              </a:spcBef>
            </a:pPr>
            <a:r>
              <a:rPr sz="1950" spc="-50" dirty="0">
                <a:latin typeface="Times New Roman" panose="02020603050405020304"/>
                <a:cs typeface="Times New Roman" panose="02020603050405020304"/>
              </a:rPr>
              <a:t>7</a:t>
            </a:r>
            <a:endParaRPr sz="1950">
              <a:latin typeface="Times New Roman" panose="02020603050405020304"/>
              <a:cs typeface="Times New Roman" panose="02020603050405020304"/>
            </a:endParaRPr>
          </a:p>
          <a:p>
            <a:pPr marR="30480" algn="r">
              <a:lnSpc>
                <a:spcPts val="2240"/>
              </a:lnSpc>
            </a:pPr>
            <a:r>
              <a:rPr sz="1950" spc="-50" dirty="0">
                <a:latin typeface="Times New Roman" panose="02020603050405020304"/>
                <a:cs typeface="Times New Roman" panose="02020603050405020304"/>
              </a:rPr>
              <a:t>6</a:t>
            </a:r>
            <a:endParaRPr sz="1950">
              <a:latin typeface="Times New Roman" panose="02020603050405020304"/>
              <a:cs typeface="Times New Roman" panose="02020603050405020304"/>
            </a:endParaRPr>
          </a:p>
          <a:p>
            <a:pPr marR="30480" algn="r">
              <a:lnSpc>
                <a:spcPts val="2240"/>
              </a:lnSpc>
            </a:pPr>
            <a:r>
              <a:rPr sz="1950" spc="-50" dirty="0">
                <a:latin typeface="Times New Roman" panose="02020603050405020304"/>
                <a:cs typeface="Times New Roman" panose="02020603050405020304"/>
              </a:rPr>
              <a:t>5</a:t>
            </a:r>
            <a:endParaRPr sz="1950">
              <a:latin typeface="Times New Roman" panose="02020603050405020304"/>
              <a:cs typeface="Times New Roman" panose="02020603050405020304"/>
            </a:endParaRPr>
          </a:p>
          <a:p>
            <a:pPr marR="30480" algn="r">
              <a:lnSpc>
                <a:spcPts val="2155"/>
              </a:lnSpc>
            </a:pPr>
            <a:r>
              <a:rPr sz="1950" spc="-50" dirty="0">
                <a:latin typeface="Times New Roman" panose="02020603050405020304"/>
                <a:cs typeface="Times New Roman" panose="02020603050405020304"/>
              </a:rPr>
              <a:t>4</a:t>
            </a:r>
            <a:endParaRPr sz="1950">
              <a:latin typeface="Times New Roman" panose="02020603050405020304"/>
              <a:cs typeface="Times New Roman" panose="02020603050405020304"/>
            </a:endParaRPr>
          </a:p>
          <a:p>
            <a:pPr marR="30480" algn="r">
              <a:lnSpc>
                <a:spcPts val="2240"/>
              </a:lnSpc>
            </a:pPr>
            <a:r>
              <a:rPr sz="1950" spc="-50" dirty="0">
                <a:latin typeface="Times New Roman" panose="02020603050405020304"/>
                <a:cs typeface="Times New Roman" panose="02020603050405020304"/>
              </a:rPr>
              <a:t>3</a:t>
            </a:r>
            <a:endParaRPr sz="1950">
              <a:latin typeface="Times New Roman" panose="02020603050405020304"/>
              <a:cs typeface="Times New Roman" panose="02020603050405020304"/>
            </a:endParaRPr>
          </a:p>
          <a:p>
            <a:pPr marR="30480" algn="r">
              <a:lnSpc>
                <a:spcPts val="2240"/>
              </a:lnSpc>
            </a:pPr>
            <a:r>
              <a:rPr sz="1950" spc="-50" dirty="0">
                <a:latin typeface="Times New Roman" panose="02020603050405020304"/>
                <a:cs typeface="Times New Roman" panose="02020603050405020304"/>
              </a:rPr>
              <a:t>2</a:t>
            </a:r>
            <a:endParaRPr sz="1950">
              <a:latin typeface="Times New Roman" panose="02020603050405020304"/>
              <a:cs typeface="Times New Roman" panose="02020603050405020304"/>
            </a:endParaRPr>
          </a:p>
          <a:p>
            <a:pPr marR="30480" algn="r">
              <a:lnSpc>
                <a:spcPts val="2155"/>
              </a:lnSpc>
            </a:pPr>
            <a:r>
              <a:rPr sz="1950" spc="-50" dirty="0">
                <a:latin typeface="Times New Roman" panose="02020603050405020304"/>
                <a:cs typeface="Times New Roman" panose="02020603050405020304"/>
              </a:rPr>
              <a:t>1</a:t>
            </a:r>
            <a:endParaRPr sz="1950">
              <a:latin typeface="Times New Roman" panose="02020603050405020304"/>
              <a:cs typeface="Times New Roman" panose="02020603050405020304"/>
            </a:endParaRPr>
          </a:p>
          <a:p>
            <a:pPr marR="30480" algn="r">
              <a:lnSpc>
                <a:spcPts val="2250"/>
              </a:lnSpc>
            </a:pPr>
            <a:r>
              <a:rPr sz="1950" spc="-50" dirty="0">
                <a:latin typeface="Times New Roman" panose="02020603050405020304"/>
                <a:cs typeface="Times New Roman" panose="02020603050405020304"/>
              </a:rPr>
              <a:t>0</a:t>
            </a:r>
            <a:endParaRPr sz="1950">
              <a:latin typeface="Times New Roman" panose="02020603050405020304"/>
              <a:cs typeface="Times New Roman" panose="02020603050405020304"/>
            </a:endParaRPr>
          </a:p>
        </p:txBody>
      </p:sp>
      <p:sp>
        <p:nvSpPr>
          <p:cNvPr id="12" name="object 12"/>
          <p:cNvSpPr txBox="1"/>
          <p:nvPr/>
        </p:nvSpPr>
        <p:spPr>
          <a:xfrm>
            <a:off x="6609054" y="3316236"/>
            <a:ext cx="208279" cy="328930"/>
          </a:xfrm>
          <a:prstGeom prst="rect">
            <a:avLst/>
          </a:prstGeom>
        </p:spPr>
        <p:txBody>
          <a:bodyPr vert="horz" wrap="square" lIns="0" tIns="17780" rIns="0" bIns="0" rtlCol="0">
            <a:spAutoFit/>
          </a:bodyPr>
          <a:lstStyle/>
          <a:p>
            <a:pPr marL="12700">
              <a:lnSpc>
                <a:spcPct val="100000"/>
              </a:lnSpc>
              <a:spcBef>
                <a:spcPts val="140"/>
              </a:spcBef>
            </a:pPr>
            <a:r>
              <a:rPr sz="1950" spc="-50" dirty="0">
                <a:latin typeface="Times New Roman" panose="02020603050405020304"/>
                <a:cs typeface="Times New Roman" panose="02020603050405020304"/>
              </a:rPr>
              <a:t>D</a:t>
            </a:r>
            <a:endParaRPr sz="1950">
              <a:latin typeface="Times New Roman" panose="02020603050405020304"/>
              <a:cs typeface="Times New Roman" panose="02020603050405020304"/>
            </a:endParaRPr>
          </a:p>
        </p:txBody>
      </p:sp>
      <p:sp>
        <p:nvSpPr>
          <p:cNvPr id="13" name="object 13"/>
          <p:cNvSpPr/>
          <p:nvPr/>
        </p:nvSpPr>
        <p:spPr>
          <a:xfrm>
            <a:off x="3436683" y="5178387"/>
            <a:ext cx="1019175" cy="0"/>
          </a:xfrm>
          <a:custGeom>
            <a:avLst/>
            <a:gdLst/>
            <a:ahLst/>
            <a:cxnLst/>
            <a:rect l="l" t="t" r="r" b="b"/>
            <a:pathLst>
              <a:path w="1019175">
                <a:moveTo>
                  <a:pt x="0" y="0"/>
                </a:moveTo>
                <a:lnTo>
                  <a:pt x="1018705" y="0"/>
                </a:lnTo>
              </a:path>
            </a:pathLst>
          </a:custGeom>
          <a:ln w="14338">
            <a:solidFill>
              <a:srgbClr val="000000"/>
            </a:solidFill>
          </a:ln>
        </p:spPr>
        <p:txBody>
          <a:bodyPr wrap="square" lIns="0" tIns="0" rIns="0" bIns="0" rtlCol="0"/>
          <a:lstStyle/>
          <a:p>
            <a:endParaRPr/>
          </a:p>
        </p:txBody>
      </p:sp>
      <p:sp>
        <p:nvSpPr>
          <p:cNvPr id="14" name="object 14"/>
          <p:cNvSpPr txBox="1"/>
          <p:nvPr/>
        </p:nvSpPr>
        <p:spPr>
          <a:xfrm>
            <a:off x="3634435" y="5180329"/>
            <a:ext cx="626745" cy="441325"/>
          </a:xfrm>
          <a:prstGeom prst="rect">
            <a:avLst/>
          </a:prstGeom>
        </p:spPr>
        <p:txBody>
          <a:bodyPr vert="horz" wrap="square" lIns="0" tIns="15875" rIns="0" bIns="0" rtlCol="0">
            <a:spAutoFit/>
          </a:bodyPr>
          <a:lstStyle/>
          <a:p>
            <a:pPr marL="38100">
              <a:lnSpc>
                <a:spcPct val="100000"/>
              </a:lnSpc>
              <a:spcBef>
                <a:spcPts val="125"/>
              </a:spcBef>
            </a:pPr>
            <a:r>
              <a:rPr sz="2700" dirty="0">
                <a:latin typeface="Times New Roman" panose="02020603050405020304"/>
                <a:cs typeface="Times New Roman" panose="02020603050405020304"/>
              </a:rPr>
              <a:t>2</a:t>
            </a:r>
            <a:r>
              <a:rPr sz="2400" baseline="42000" dirty="0">
                <a:latin typeface="Times New Roman" panose="02020603050405020304"/>
                <a:cs typeface="Times New Roman" panose="02020603050405020304"/>
              </a:rPr>
              <a:t>4</a:t>
            </a:r>
            <a:r>
              <a:rPr sz="2400" spc="142" baseline="42000"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R</a:t>
            </a:r>
            <a:endParaRPr sz="2700">
              <a:latin typeface="Times New Roman" panose="02020603050405020304"/>
              <a:cs typeface="Times New Roman" panose="02020603050405020304"/>
            </a:endParaRPr>
          </a:p>
        </p:txBody>
      </p:sp>
      <p:sp>
        <p:nvSpPr>
          <p:cNvPr id="15" name="object 15"/>
          <p:cNvSpPr txBox="1"/>
          <p:nvPr/>
        </p:nvSpPr>
        <p:spPr>
          <a:xfrm>
            <a:off x="5318823" y="4896535"/>
            <a:ext cx="127000" cy="267970"/>
          </a:xfrm>
          <a:prstGeom prst="rect">
            <a:avLst/>
          </a:prstGeom>
        </p:spPr>
        <p:txBody>
          <a:bodyPr vert="horz" wrap="square" lIns="0" tIns="11430" rIns="0" bIns="0" rtlCol="0">
            <a:spAutoFit/>
          </a:bodyPr>
          <a:lstStyle/>
          <a:p>
            <a:pPr marL="12700">
              <a:lnSpc>
                <a:spcPct val="100000"/>
              </a:lnSpc>
              <a:spcBef>
                <a:spcPts val="90"/>
              </a:spcBef>
            </a:pPr>
            <a:r>
              <a:rPr sz="1600" spc="-50" dirty="0">
                <a:latin typeface="Times New Roman" panose="02020603050405020304"/>
                <a:cs typeface="Times New Roman" panose="02020603050405020304"/>
              </a:rPr>
              <a:t>3</a:t>
            </a:r>
            <a:endParaRPr sz="1600">
              <a:latin typeface="Times New Roman" panose="02020603050405020304"/>
              <a:cs typeface="Times New Roman" panose="02020603050405020304"/>
            </a:endParaRPr>
          </a:p>
        </p:txBody>
      </p:sp>
      <p:sp>
        <p:nvSpPr>
          <p:cNvPr id="16" name="object 16"/>
          <p:cNvSpPr txBox="1"/>
          <p:nvPr/>
        </p:nvSpPr>
        <p:spPr>
          <a:xfrm>
            <a:off x="4804079" y="5136540"/>
            <a:ext cx="3629660" cy="267970"/>
          </a:xfrm>
          <a:prstGeom prst="rect">
            <a:avLst/>
          </a:prstGeom>
        </p:spPr>
        <p:txBody>
          <a:bodyPr vert="horz" wrap="square" lIns="0" tIns="11430" rIns="0" bIns="0" rtlCol="0">
            <a:spAutoFit/>
          </a:bodyPr>
          <a:lstStyle/>
          <a:p>
            <a:pPr marL="12700">
              <a:lnSpc>
                <a:spcPct val="100000"/>
              </a:lnSpc>
              <a:spcBef>
                <a:spcPts val="90"/>
              </a:spcBef>
              <a:tabLst>
                <a:tab pos="1194435" algn="l"/>
                <a:tab pos="2372360" algn="l"/>
                <a:tab pos="3514725" algn="l"/>
              </a:tabLst>
            </a:pPr>
            <a:r>
              <a:rPr sz="1600" spc="-50" dirty="0">
                <a:latin typeface="Times New Roman" panose="02020603050405020304"/>
                <a:cs typeface="Times New Roman" panose="02020603050405020304"/>
              </a:rPr>
              <a:t>3</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2</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1</a:t>
            </a:r>
            <a:r>
              <a:rPr sz="1600" dirty="0">
                <a:latin typeface="Times New Roman" panose="02020603050405020304"/>
                <a:cs typeface="Times New Roman" panose="02020603050405020304"/>
              </a:rPr>
              <a:t>	</a:t>
            </a:r>
            <a:r>
              <a:rPr sz="1600" spc="-5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p:txBody>
      </p:sp>
      <p:sp>
        <p:nvSpPr>
          <p:cNvPr id="17" name="object 17"/>
          <p:cNvSpPr txBox="1"/>
          <p:nvPr/>
        </p:nvSpPr>
        <p:spPr>
          <a:xfrm>
            <a:off x="4469307" y="4906289"/>
            <a:ext cx="4665980" cy="441325"/>
          </a:xfrm>
          <a:prstGeom prst="rect">
            <a:avLst/>
          </a:prstGeom>
        </p:spPr>
        <p:txBody>
          <a:bodyPr vert="horz" wrap="square" lIns="0" tIns="15875" rIns="0" bIns="0" rtlCol="0">
            <a:spAutoFit/>
          </a:bodyPr>
          <a:lstStyle/>
          <a:p>
            <a:pPr marL="38100">
              <a:lnSpc>
                <a:spcPct val="100000"/>
              </a:lnSpc>
              <a:spcBef>
                <a:spcPts val="125"/>
              </a:spcBef>
              <a:tabLst>
                <a:tab pos="535305" algn="l"/>
                <a:tab pos="1066165" algn="l"/>
                <a:tab pos="1722755" algn="l"/>
                <a:tab pos="2886075" algn="l"/>
                <a:tab pos="4044315" algn="l"/>
              </a:tabLst>
            </a:pPr>
            <a:r>
              <a:rPr sz="2700" spc="-25" dirty="0">
                <a:latin typeface="Times New Roman" panose="02020603050405020304"/>
                <a:cs typeface="Times New Roman" panose="02020603050405020304"/>
              </a:rPr>
              <a:t>(</a:t>
            </a:r>
            <a:r>
              <a:rPr sz="2700" i="1" spc="-25"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204" dirty="0">
                <a:latin typeface="Times New Roman" panose="02020603050405020304"/>
                <a:cs typeface="Times New Roman" panose="02020603050405020304"/>
              </a:rPr>
              <a:t> </a:t>
            </a:r>
            <a:r>
              <a:rPr sz="2700" spc="-60" dirty="0">
                <a:latin typeface="Times New Roman" panose="02020603050405020304"/>
                <a:cs typeface="Times New Roman" panose="02020603050405020304"/>
              </a:rPr>
              <a:t>2</a:t>
            </a:r>
            <a:r>
              <a:rPr sz="27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50"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80" dirty="0">
                <a:latin typeface="Times New Roman" panose="02020603050405020304"/>
                <a:cs typeface="Times New Roman" panose="02020603050405020304"/>
              </a:rPr>
              <a:t> </a:t>
            </a:r>
            <a:r>
              <a:rPr sz="2700" dirty="0">
                <a:latin typeface="Times New Roman" panose="02020603050405020304"/>
                <a:cs typeface="Times New Roman" panose="02020603050405020304"/>
              </a:rPr>
              <a:t>2</a:t>
            </a:r>
            <a:r>
              <a:rPr sz="2400" baseline="42000" dirty="0">
                <a:latin typeface="Times New Roman" panose="02020603050405020304"/>
                <a:cs typeface="Times New Roman" panose="02020603050405020304"/>
              </a:rPr>
              <a:t>2</a:t>
            </a:r>
            <a:r>
              <a:rPr sz="2400" spc="75" baseline="42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5"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95" dirty="0">
                <a:latin typeface="Times New Roman" panose="02020603050405020304"/>
                <a:cs typeface="Times New Roman" panose="02020603050405020304"/>
              </a:rPr>
              <a:t> </a:t>
            </a:r>
            <a:r>
              <a:rPr sz="2700" dirty="0">
                <a:latin typeface="Times New Roman" panose="02020603050405020304"/>
                <a:cs typeface="Times New Roman" panose="02020603050405020304"/>
              </a:rPr>
              <a:t>2</a:t>
            </a:r>
            <a:r>
              <a:rPr sz="2400" baseline="42000" dirty="0">
                <a:latin typeface="Times New Roman" panose="02020603050405020304"/>
                <a:cs typeface="Times New Roman" panose="02020603050405020304"/>
              </a:rPr>
              <a:t>1</a:t>
            </a:r>
            <a:r>
              <a:rPr sz="2400" spc="405" baseline="42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75" dirty="0">
                <a:latin typeface="Times New Roman" panose="02020603050405020304"/>
                <a:cs typeface="Times New Roman" panose="02020603050405020304"/>
              </a:rPr>
              <a:t> </a:t>
            </a:r>
            <a:r>
              <a:rPr sz="2700" i="1" spc="-50" dirty="0">
                <a:latin typeface="Times New Roman" panose="02020603050405020304"/>
                <a:cs typeface="Times New Roman" panose="02020603050405020304"/>
              </a:rPr>
              <a:t>d</a:t>
            </a:r>
            <a:r>
              <a:rPr sz="2700" i="1"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165" dirty="0">
                <a:latin typeface="Times New Roman" panose="02020603050405020304"/>
                <a:cs typeface="Times New Roman" panose="02020603050405020304"/>
              </a:rPr>
              <a:t> </a:t>
            </a:r>
            <a:r>
              <a:rPr sz="2700" dirty="0">
                <a:latin typeface="Times New Roman" panose="02020603050405020304"/>
                <a:cs typeface="Times New Roman" panose="02020603050405020304"/>
              </a:rPr>
              <a:t>2</a:t>
            </a:r>
            <a:r>
              <a:rPr sz="2400" baseline="42000" dirty="0">
                <a:latin typeface="Times New Roman" panose="02020603050405020304"/>
                <a:cs typeface="Times New Roman" panose="02020603050405020304"/>
              </a:rPr>
              <a:t>0</a:t>
            </a:r>
            <a:r>
              <a:rPr sz="2400" spc="-135" baseline="42000" dirty="0">
                <a:latin typeface="Times New Roman" panose="02020603050405020304"/>
                <a:cs typeface="Times New Roman" panose="02020603050405020304"/>
              </a:rPr>
              <a:t> </a:t>
            </a:r>
            <a:r>
              <a:rPr sz="2700" spc="-50" dirty="0">
                <a:latin typeface="Times New Roman" panose="02020603050405020304"/>
                <a:cs typeface="Times New Roman" panose="02020603050405020304"/>
              </a:rPr>
              <a:t>)</a:t>
            </a:r>
            <a:endParaRPr sz="2700">
              <a:latin typeface="Times New Roman" panose="02020603050405020304"/>
              <a:cs typeface="Times New Roman" panose="02020603050405020304"/>
            </a:endParaRPr>
          </a:p>
        </p:txBody>
      </p:sp>
      <p:sp>
        <p:nvSpPr>
          <p:cNvPr id="18" name="object 18"/>
          <p:cNvSpPr txBox="1"/>
          <p:nvPr/>
        </p:nvSpPr>
        <p:spPr>
          <a:xfrm>
            <a:off x="3390519" y="4771072"/>
            <a:ext cx="1031875" cy="441325"/>
          </a:xfrm>
          <a:prstGeom prst="rect">
            <a:avLst/>
          </a:prstGeom>
        </p:spPr>
        <p:txBody>
          <a:bodyPr vert="horz" wrap="square" lIns="0" tIns="15875" rIns="0" bIns="0" rtlCol="0">
            <a:spAutoFit/>
          </a:bodyPr>
          <a:lstStyle/>
          <a:p>
            <a:pPr marL="38100">
              <a:lnSpc>
                <a:spcPct val="100000"/>
              </a:lnSpc>
              <a:spcBef>
                <a:spcPts val="125"/>
              </a:spcBef>
            </a:pPr>
            <a:r>
              <a:rPr sz="4050" i="1" spc="-15" baseline="14000" dirty="0">
                <a:latin typeface="Times New Roman" panose="02020603050405020304"/>
                <a:cs typeface="Times New Roman" panose="02020603050405020304"/>
              </a:rPr>
              <a:t>V</a:t>
            </a:r>
            <a:r>
              <a:rPr sz="1600" i="1" spc="-10" dirty="0">
                <a:latin typeface="Times New Roman" panose="02020603050405020304"/>
                <a:cs typeface="Times New Roman" panose="02020603050405020304"/>
              </a:rPr>
              <a:t>REF</a:t>
            </a:r>
            <a:r>
              <a:rPr sz="1600" i="1" spc="-65" dirty="0">
                <a:latin typeface="Times New Roman" panose="02020603050405020304"/>
                <a:cs typeface="Times New Roman" panose="02020603050405020304"/>
              </a:rPr>
              <a:t> </a:t>
            </a:r>
            <a:r>
              <a:rPr sz="4050" i="1" spc="-37" baseline="14000" dirty="0">
                <a:latin typeface="Times New Roman" panose="02020603050405020304"/>
                <a:cs typeface="Times New Roman" panose="02020603050405020304"/>
              </a:rPr>
              <a:t>R</a:t>
            </a:r>
            <a:r>
              <a:rPr sz="1600" i="1" spc="-25"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19" name="object 19"/>
          <p:cNvSpPr txBox="1"/>
          <p:nvPr/>
        </p:nvSpPr>
        <p:spPr>
          <a:xfrm>
            <a:off x="2588209" y="5136540"/>
            <a:ext cx="149225" cy="267970"/>
          </a:xfrm>
          <a:prstGeom prst="rect">
            <a:avLst/>
          </a:prstGeom>
        </p:spPr>
        <p:txBody>
          <a:bodyPr vert="horz" wrap="square" lIns="0" tIns="11430" rIns="0" bIns="0" rtlCol="0">
            <a:spAutoFit/>
          </a:bodyPr>
          <a:lstStyle/>
          <a:p>
            <a:pPr marL="12700">
              <a:lnSpc>
                <a:spcPct val="100000"/>
              </a:lnSpc>
              <a:spcBef>
                <a:spcPts val="90"/>
              </a:spcBef>
            </a:pPr>
            <a:r>
              <a:rPr sz="1600" i="1" spc="-50"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20" name="object 20"/>
          <p:cNvSpPr txBox="1"/>
          <p:nvPr/>
        </p:nvSpPr>
        <p:spPr>
          <a:xfrm>
            <a:off x="287604" y="4906289"/>
            <a:ext cx="3136900" cy="441325"/>
          </a:xfrm>
          <a:prstGeom prst="rect">
            <a:avLst/>
          </a:prstGeom>
        </p:spPr>
        <p:txBody>
          <a:bodyPr vert="horz" wrap="square" lIns="0" tIns="15875" rIns="0" bIns="0" rtlCol="0">
            <a:spAutoFit/>
          </a:bodyPr>
          <a:lstStyle/>
          <a:p>
            <a:pPr marL="50800">
              <a:lnSpc>
                <a:spcPct val="100000"/>
              </a:lnSpc>
              <a:spcBef>
                <a:spcPts val="125"/>
              </a:spcBef>
              <a:tabLst>
                <a:tab pos="1628775" algn="l"/>
                <a:tab pos="2462530" algn="l"/>
              </a:tabLst>
            </a:pPr>
            <a:r>
              <a:rPr sz="2700" i="1" dirty="0">
                <a:latin typeface="Times New Roman" panose="02020603050405020304"/>
                <a:cs typeface="Times New Roman" panose="02020603050405020304"/>
              </a:rPr>
              <a:t>u</a:t>
            </a:r>
            <a:r>
              <a:rPr sz="2400" baseline="-24000" dirty="0">
                <a:latin typeface="Times New Roman" panose="02020603050405020304"/>
                <a:cs typeface="Times New Roman" panose="02020603050405020304"/>
              </a:rPr>
              <a:t>o</a:t>
            </a:r>
            <a:r>
              <a:rPr sz="2400" spc="75" baseline="-24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65" dirty="0">
                <a:latin typeface="Times New Roman" panose="02020603050405020304"/>
                <a:cs typeface="Times New Roman" panose="02020603050405020304"/>
              </a:rPr>
              <a:t> </a:t>
            </a:r>
            <a:r>
              <a:rPr sz="2700" spc="40" dirty="0">
                <a:latin typeface="Symbol" panose="05050102010706020507"/>
                <a:cs typeface="Symbol" panose="05050102010706020507"/>
              </a:rPr>
              <a:t></a:t>
            </a:r>
            <a:r>
              <a:rPr sz="2700" i="1" spc="40" dirty="0">
                <a:latin typeface="Times New Roman" panose="02020603050405020304"/>
                <a:cs typeface="Times New Roman" panose="02020603050405020304"/>
              </a:rPr>
              <a:t>R</a:t>
            </a:r>
            <a:r>
              <a:rPr sz="2400" i="1" spc="60" baseline="-24000" dirty="0">
                <a:latin typeface="Times New Roman" panose="02020603050405020304"/>
                <a:cs typeface="Times New Roman" panose="02020603050405020304"/>
              </a:rPr>
              <a:t>F</a:t>
            </a:r>
            <a:r>
              <a:rPr sz="2700" i="1" spc="40" dirty="0">
                <a:latin typeface="Times New Roman" panose="02020603050405020304"/>
                <a:cs typeface="Times New Roman" panose="02020603050405020304"/>
              </a:rPr>
              <a:t>i</a:t>
            </a:r>
            <a:r>
              <a:rPr sz="2400" i="1" spc="60" baseline="-24000" dirty="0">
                <a:latin typeface="Times New Roman" panose="02020603050405020304"/>
                <a:cs typeface="Times New Roman" panose="02020603050405020304"/>
              </a:rPr>
              <a:t>F</a:t>
            </a:r>
            <a:r>
              <a:rPr sz="2400" i="1" baseline="-24000"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75" dirty="0">
                <a:latin typeface="Times New Roman" panose="02020603050405020304"/>
                <a:cs typeface="Times New Roman" panose="02020603050405020304"/>
              </a:rPr>
              <a:t> </a:t>
            </a:r>
            <a:r>
              <a:rPr sz="2700" spc="50" dirty="0">
                <a:latin typeface="Symbol" panose="05050102010706020507"/>
                <a:cs typeface="Symbol" panose="05050102010706020507"/>
              </a:rPr>
              <a:t></a:t>
            </a:r>
            <a:r>
              <a:rPr sz="2700" i="1" spc="50" dirty="0">
                <a:latin typeface="Times New Roman" panose="02020603050405020304"/>
                <a:cs typeface="Times New Roman" panose="02020603050405020304"/>
              </a:rPr>
              <a:t>R</a:t>
            </a:r>
            <a:r>
              <a:rPr sz="2700" i="1" dirty="0">
                <a:latin typeface="Times New Roman" panose="02020603050405020304"/>
                <a:cs typeface="Times New Roman" panose="02020603050405020304"/>
              </a:rPr>
              <a:t>	i</a:t>
            </a:r>
            <a:r>
              <a:rPr sz="2700" i="1" spc="-25" dirty="0">
                <a:latin typeface="Times New Roman" panose="02020603050405020304"/>
                <a:cs typeface="Times New Roman" panose="02020603050405020304"/>
              </a:rPr>
              <a:t> </a:t>
            </a:r>
            <a:r>
              <a:rPr sz="2700" dirty="0">
                <a:latin typeface="Symbol" panose="05050102010706020507"/>
                <a:cs typeface="Symbol" panose="05050102010706020507"/>
              </a:rPr>
              <a:t></a:t>
            </a:r>
            <a:r>
              <a:rPr sz="2700" spc="-75" dirty="0">
                <a:latin typeface="Times New Roman" panose="02020603050405020304"/>
                <a:cs typeface="Times New Roman" panose="02020603050405020304"/>
              </a:rPr>
              <a:t> </a:t>
            </a:r>
            <a:r>
              <a:rPr sz="2700" spc="-50" dirty="0">
                <a:latin typeface="Symbol" panose="05050102010706020507"/>
                <a:cs typeface="Symbol" panose="05050102010706020507"/>
              </a:rPr>
              <a:t></a:t>
            </a:r>
            <a:endParaRPr sz="2700">
              <a:latin typeface="Symbol" panose="05050102010706020507"/>
              <a:cs typeface="Symbol" panose="05050102010706020507"/>
            </a:endParaRPr>
          </a:p>
        </p:txBody>
      </p:sp>
      <p:pic>
        <p:nvPicPr>
          <p:cNvPr id="21" name="object 21"/>
          <p:cNvPicPr/>
          <p:nvPr/>
        </p:nvPicPr>
        <p:blipFill>
          <a:blip r:embed="rId2" cstate="print"/>
          <a:stretch>
            <a:fillRect/>
          </a:stretch>
        </p:blipFill>
        <p:spPr>
          <a:xfrm>
            <a:off x="7780321" y="3517693"/>
            <a:ext cx="882908" cy="882908"/>
          </a:xfrm>
          <a:prstGeom prst="rect">
            <a:avLst/>
          </a:prstGeom>
        </p:spPr>
      </p:pic>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569" y="191401"/>
            <a:ext cx="5260975" cy="442595"/>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9.2.4</a:t>
            </a:r>
            <a:r>
              <a:rPr spc="15" dirty="0">
                <a:latin typeface="Arial" panose="020B0604020202020204"/>
                <a:cs typeface="Arial" panose="020B0604020202020204"/>
              </a:rPr>
              <a:t> </a:t>
            </a:r>
            <a:r>
              <a:rPr spc="-10" dirty="0">
                <a:latin typeface="Arial" panose="020B0604020202020204"/>
                <a:cs typeface="Arial" panose="020B0604020202020204"/>
              </a:rPr>
              <a:t>D/A</a:t>
            </a:r>
            <a:r>
              <a:rPr spc="-35" dirty="0"/>
              <a:t>转换器的主要技术指标</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27</a:t>
            </a:fld>
            <a:endParaRPr spc="-25" dirty="0"/>
          </a:p>
        </p:txBody>
      </p:sp>
      <p:sp>
        <p:nvSpPr>
          <p:cNvPr id="3" name="object 3"/>
          <p:cNvSpPr txBox="1"/>
          <p:nvPr/>
        </p:nvSpPr>
        <p:spPr>
          <a:xfrm>
            <a:off x="285115" y="1060767"/>
            <a:ext cx="8259445" cy="145669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3</a:t>
            </a:r>
            <a:r>
              <a:rPr sz="2400" spc="-10" dirty="0">
                <a:solidFill>
                  <a:srgbClr val="0000CC"/>
                </a:solidFill>
                <a:latin typeface="Noto Sans Mono CJK HK"/>
                <a:cs typeface="Noto Sans Mono CJK HK"/>
              </a:rPr>
              <a:t>）输出建立时间</a:t>
            </a:r>
            <a:endParaRPr sz="2400">
              <a:latin typeface="Noto Sans Mono CJK HK"/>
              <a:cs typeface="Noto Sans Mono CJK HK"/>
            </a:endParaRPr>
          </a:p>
          <a:p>
            <a:pPr marL="822325" marR="5080" indent="-49530">
              <a:lnSpc>
                <a:spcPct val="129000"/>
              </a:lnSpc>
              <a:spcBef>
                <a:spcPts val="970"/>
              </a:spcBef>
            </a:pPr>
            <a:r>
              <a:rPr sz="2400" spc="45" dirty="0">
                <a:solidFill>
                  <a:srgbClr val="0000CC"/>
                </a:solidFill>
                <a:latin typeface="Noto Sans Mono CJK HK"/>
                <a:cs typeface="Noto Sans Mono CJK HK"/>
              </a:rPr>
              <a:t>从输入数字信号起，到输出电压或电流模拟值稳定在额</a:t>
            </a:r>
            <a:r>
              <a:rPr sz="2400" dirty="0">
                <a:solidFill>
                  <a:srgbClr val="0000CC"/>
                </a:solidFill>
                <a:latin typeface="Noto Sans Mono CJK HK"/>
                <a:cs typeface="Noto Sans Mono CJK HK"/>
              </a:rPr>
              <a:t>定值的</a:t>
            </a:r>
            <a:r>
              <a:rPr sz="2400" u="heavy" spc="-10" dirty="0">
                <a:solidFill>
                  <a:srgbClr val="0000FF"/>
                </a:solidFill>
                <a:uFill>
                  <a:solidFill>
                    <a:srgbClr val="0000FF"/>
                  </a:solidFill>
                </a:uFill>
                <a:latin typeface="Symbol" panose="05050102010706020507"/>
                <a:cs typeface="Symbol" panose="05050102010706020507"/>
                <a:hlinkClick r:id="rId2" action="ppaction://hlinksldjump"/>
              </a:rPr>
              <a:t></a:t>
            </a:r>
            <a:r>
              <a:rPr sz="2400" u="heavy" spc="-10" dirty="0">
                <a:solidFill>
                  <a:srgbClr val="0000FF"/>
                </a:solidFill>
                <a:uFill>
                  <a:solidFill>
                    <a:srgbClr val="0000FF"/>
                  </a:solidFill>
                </a:uFill>
                <a:latin typeface="Arial" panose="020B0604020202020204"/>
                <a:cs typeface="Arial" panose="020B0604020202020204"/>
                <a:hlinkClick r:id="rId2" action="ppaction://hlinksldjump"/>
              </a:rPr>
              <a:t>1/2LSB</a:t>
            </a:r>
            <a:r>
              <a:rPr sz="2400" u="none" spc="-5" dirty="0">
                <a:solidFill>
                  <a:srgbClr val="0000CC"/>
                </a:solidFill>
                <a:latin typeface="Noto Sans Mono CJK HK"/>
                <a:cs typeface="Noto Sans Mono CJK HK"/>
              </a:rPr>
              <a:t>所需要的时间，称为输出建立时间。</a:t>
            </a:r>
            <a:endParaRPr sz="2400">
              <a:latin typeface="Noto Sans Mono CJK HK"/>
              <a:cs typeface="Noto Sans Mono CJK HK"/>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990" y="882014"/>
            <a:ext cx="8261350" cy="4412615"/>
          </a:xfrm>
          <a:prstGeom prst="rect">
            <a:avLst/>
          </a:prstGeom>
        </p:spPr>
        <p:txBody>
          <a:bodyPr vert="horz" wrap="square" lIns="0" tIns="201295" rIns="0" bIns="0" rtlCol="0">
            <a:spAutoFit/>
          </a:bodyPr>
          <a:lstStyle/>
          <a:p>
            <a:pPr marL="791210" indent="-778510">
              <a:lnSpc>
                <a:spcPct val="100000"/>
              </a:lnSpc>
              <a:spcBef>
                <a:spcPts val="1585"/>
              </a:spcBef>
              <a:buSzPct val="96000"/>
              <a:buAutoNum type="arabicPlain" startAt="4"/>
              <a:tabLst>
                <a:tab pos="791210" algn="l"/>
              </a:tabLst>
            </a:pPr>
            <a:r>
              <a:rPr sz="2400" spc="-10" dirty="0">
                <a:solidFill>
                  <a:srgbClr val="0000CC"/>
                </a:solidFill>
                <a:latin typeface="Noto Sans Mono CJK HK"/>
                <a:cs typeface="Noto Sans Mono CJK HK"/>
              </a:rPr>
              <a:t>温度灵敏度</a:t>
            </a:r>
            <a:endParaRPr sz="2400">
              <a:latin typeface="Noto Sans Mono CJK HK"/>
              <a:cs typeface="Noto Sans Mono CJK HK"/>
            </a:endParaRPr>
          </a:p>
          <a:p>
            <a:pPr marL="12700">
              <a:lnSpc>
                <a:spcPct val="100000"/>
              </a:lnSpc>
              <a:spcBef>
                <a:spcPts val="1485"/>
              </a:spcBef>
            </a:pPr>
            <a:r>
              <a:rPr sz="2400" dirty="0">
                <a:solidFill>
                  <a:srgbClr val="0000CC"/>
                </a:solidFill>
                <a:latin typeface="Noto Sans Mono CJK HK"/>
                <a:cs typeface="Noto Sans Mono CJK HK"/>
              </a:rPr>
              <a:t>这个参数表明</a:t>
            </a:r>
            <a:r>
              <a:rPr sz="2400" spc="-10" dirty="0">
                <a:solidFill>
                  <a:srgbClr val="0000CC"/>
                </a:solidFill>
                <a:latin typeface="Arial" panose="020B0604020202020204"/>
                <a:cs typeface="Arial" panose="020B0604020202020204"/>
              </a:rPr>
              <a:t>D/A</a:t>
            </a:r>
            <a:r>
              <a:rPr sz="2400" spc="-5" dirty="0">
                <a:solidFill>
                  <a:srgbClr val="0000CC"/>
                </a:solidFill>
                <a:latin typeface="Noto Sans Mono CJK HK"/>
                <a:cs typeface="Noto Sans Mono CJK HK"/>
              </a:rPr>
              <a:t>转换器受温度变化影响的特性。</a:t>
            </a:r>
            <a:endParaRPr sz="2400">
              <a:latin typeface="Noto Sans Mono CJK HK"/>
              <a:cs typeface="Noto Sans Mono CJK HK"/>
            </a:endParaRPr>
          </a:p>
          <a:p>
            <a:pPr marL="12700">
              <a:lnSpc>
                <a:spcPct val="100000"/>
              </a:lnSpc>
              <a:spcBef>
                <a:spcPts val="1470"/>
              </a:spcBef>
            </a:pPr>
            <a:r>
              <a:rPr sz="2400" spc="-5" dirty="0">
                <a:solidFill>
                  <a:srgbClr val="0000CC"/>
                </a:solidFill>
                <a:latin typeface="Noto Sans Mono CJK HK"/>
                <a:cs typeface="Noto Sans Mono CJK HK"/>
              </a:rPr>
              <a:t>它是指数字输入不变的情况下，模拟输出信号随温度的变化。</a:t>
            </a:r>
            <a:endParaRPr sz="2400">
              <a:latin typeface="Noto Sans Mono CJK HK"/>
              <a:cs typeface="Noto Sans Mono CJK HK"/>
            </a:endParaRPr>
          </a:p>
          <a:p>
            <a:pPr marL="12700" marR="142875">
              <a:lnSpc>
                <a:spcPct val="106000"/>
              </a:lnSpc>
              <a:spcBef>
                <a:spcPts val="1435"/>
              </a:spcBef>
            </a:pPr>
            <a:r>
              <a:rPr sz="2400" spc="100" dirty="0">
                <a:solidFill>
                  <a:srgbClr val="0000CC"/>
                </a:solidFill>
                <a:latin typeface="Noto Sans Mono CJK HK"/>
                <a:cs typeface="Noto Sans Mono CJK HK"/>
              </a:rPr>
              <a:t>一般</a:t>
            </a:r>
            <a:r>
              <a:rPr sz="2400" spc="90" dirty="0">
                <a:solidFill>
                  <a:srgbClr val="0000CC"/>
                </a:solidFill>
                <a:latin typeface="Arial" panose="020B0604020202020204"/>
                <a:cs typeface="Arial" panose="020B0604020202020204"/>
              </a:rPr>
              <a:t>D/A</a:t>
            </a:r>
            <a:r>
              <a:rPr sz="2400" spc="100" dirty="0">
                <a:solidFill>
                  <a:srgbClr val="0000CC"/>
                </a:solidFill>
                <a:latin typeface="Noto Sans Mono CJK HK"/>
                <a:cs typeface="Noto Sans Mono CJK HK"/>
              </a:rPr>
              <a:t>转换器的温度灵敏度为</a:t>
            </a:r>
            <a:r>
              <a:rPr sz="2400" spc="90" dirty="0">
                <a:solidFill>
                  <a:srgbClr val="0000CC"/>
                </a:solidFill>
                <a:latin typeface="Symbol" panose="05050102010706020507"/>
                <a:cs typeface="Symbol" panose="05050102010706020507"/>
              </a:rPr>
              <a:t></a:t>
            </a:r>
            <a:r>
              <a:rPr sz="2400" spc="90" dirty="0">
                <a:solidFill>
                  <a:srgbClr val="0000CC"/>
                </a:solidFill>
                <a:latin typeface="Arial" panose="020B0604020202020204"/>
                <a:cs typeface="Arial" panose="020B0604020202020204"/>
              </a:rPr>
              <a:t>50PPM/</a:t>
            </a:r>
            <a:r>
              <a:rPr sz="2400" spc="90" dirty="0">
                <a:solidFill>
                  <a:srgbClr val="0000CC"/>
                </a:solidFill>
                <a:latin typeface="AoyagiKouzanFontT"/>
                <a:cs typeface="AoyagiKouzanFontT"/>
              </a:rPr>
              <a:t>℃</a:t>
            </a:r>
            <a:r>
              <a:rPr sz="2400" spc="90" dirty="0">
                <a:solidFill>
                  <a:srgbClr val="0000CC"/>
                </a:solidFill>
                <a:latin typeface="Arial" panose="020B0604020202020204"/>
                <a:cs typeface="Arial" panose="020B0604020202020204"/>
              </a:rPr>
              <a:t>(PPM</a:t>
            </a:r>
            <a:r>
              <a:rPr sz="2400" spc="65" dirty="0">
                <a:solidFill>
                  <a:srgbClr val="0000CC"/>
                </a:solidFill>
                <a:latin typeface="Noto Sans Mono CJK HK"/>
                <a:cs typeface="Noto Sans Mono CJK HK"/>
              </a:rPr>
              <a:t>百万分之</a:t>
            </a:r>
            <a:r>
              <a:rPr sz="2400" dirty="0">
                <a:solidFill>
                  <a:srgbClr val="0000CC"/>
                </a:solidFill>
                <a:latin typeface="Noto Sans Mono CJK HK"/>
                <a:cs typeface="Noto Sans Mono CJK HK"/>
              </a:rPr>
              <a:t>一</a:t>
            </a:r>
            <a:r>
              <a:rPr sz="2400" spc="-10" dirty="0">
                <a:solidFill>
                  <a:srgbClr val="0000CC"/>
                </a:solidFill>
                <a:latin typeface="Arial" panose="020B0604020202020204"/>
                <a:cs typeface="Arial" panose="020B0604020202020204"/>
              </a:rPr>
              <a:t>)</a:t>
            </a:r>
            <a:r>
              <a:rPr sz="2400" spc="-50" dirty="0">
                <a:solidFill>
                  <a:srgbClr val="0000CC"/>
                </a:solidFill>
                <a:latin typeface="Noto Sans Mono CJK HK"/>
                <a:cs typeface="Noto Sans Mono CJK HK"/>
              </a:rPr>
              <a:t>。</a:t>
            </a:r>
            <a:endParaRPr sz="2400">
              <a:latin typeface="Noto Sans Mono CJK HK"/>
              <a:cs typeface="Noto Sans Mono CJK HK"/>
            </a:endParaRPr>
          </a:p>
          <a:p>
            <a:pPr marL="792480" indent="-778510">
              <a:lnSpc>
                <a:spcPct val="100000"/>
              </a:lnSpc>
              <a:spcBef>
                <a:spcPts val="3510"/>
              </a:spcBef>
              <a:buSzPct val="96000"/>
              <a:buAutoNum type="arabicPlain" startAt="5"/>
              <a:tabLst>
                <a:tab pos="792480" algn="l"/>
              </a:tabLst>
            </a:pPr>
            <a:r>
              <a:rPr sz="2400" spc="-15" dirty="0">
                <a:solidFill>
                  <a:srgbClr val="0000CC"/>
                </a:solidFill>
                <a:latin typeface="Noto Sans Mono CJK HK"/>
                <a:cs typeface="Noto Sans Mono CJK HK"/>
              </a:rPr>
              <a:t>输出电平</a:t>
            </a:r>
            <a:endParaRPr sz="2400">
              <a:latin typeface="Noto Sans Mono CJK HK"/>
              <a:cs typeface="Noto Sans Mono CJK HK"/>
            </a:endParaRPr>
          </a:p>
          <a:p>
            <a:pPr marL="13970" marR="5080">
              <a:lnSpc>
                <a:spcPct val="110000"/>
              </a:lnSpc>
              <a:spcBef>
                <a:spcPts val="1200"/>
              </a:spcBef>
            </a:pPr>
            <a:r>
              <a:rPr sz="2400" dirty="0">
                <a:solidFill>
                  <a:srgbClr val="0000CC"/>
                </a:solidFill>
                <a:latin typeface="Noto Sans Mono CJK HK"/>
                <a:cs typeface="Noto Sans Mono CJK HK"/>
              </a:rPr>
              <a:t>不同型号的</a:t>
            </a:r>
            <a:r>
              <a:rPr sz="2400" dirty="0">
                <a:solidFill>
                  <a:srgbClr val="0000CC"/>
                </a:solidFill>
                <a:latin typeface="Arial" panose="020B0604020202020204"/>
                <a:cs typeface="Arial" panose="020B0604020202020204"/>
              </a:rPr>
              <a:t>D/A</a:t>
            </a:r>
            <a:r>
              <a:rPr sz="2400" dirty="0">
                <a:solidFill>
                  <a:srgbClr val="0000CC"/>
                </a:solidFill>
                <a:latin typeface="Noto Sans Mono CJK HK"/>
                <a:cs typeface="Noto Sans Mono CJK HK"/>
              </a:rPr>
              <a:t>转换器件的输出电平相差较大，一般为</a:t>
            </a:r>
            <a:r>
              <a:rPr sz="2400" spc="-10" dirty="0">
                <a:solidFill>
                  <a:srgbClr val="0000CC"/>
                </a:solidFill>
                <a:latin typeface="Arial" panose="020B0604020202020204"/>
                <a:cs typeface="Arial" panose="020B0604020202020204"/>
              </a:rPr>
              <a:t>0V~5V</a:t>
            </a:r>
            <a:r>
              <a:rPr sz="2400" dirty="0">
                <a:solidFill>
                  <a:srgbClr val="0000CC"/>
                </a:solidFill>
                <a:latin typeface="Noto Sans Mono CJK HK"/>
                <a:cs typeface="Noto Sans Mono CJK HK"/>
              </a:rPr>
              <a:t>或</a:t>
            </a:r>
            <a:r>
              <a:rPr sz="2400" spc="-10" dirty="0">
                <a:solidFill>
                  <a:srgbClr val="0000CC"/>
                </a:solidFill>
                <a:latin typeface="Arial" panose="020B0604020202020204"/>
                <a:cs typeface="Arial" panose="020B0604020202020204"/>
              </a:rPr>
              <a:t>0V~10V</a:t>
            </a:r>
            <a:r>
              <a:rPr sz="2400" spc="-50" dirty="0">
                <a:solidFill>
                  <a:srgbClr val="0000CC"/>
                </a:solidFill>
                <a:latin typeface="Noto Sans Mono CJK HK"/>
                <a:cs typeface="Noto Sans Mono CJK HK"/>
              </a:rPr>
              <a:t>。</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28</a:t>
            </a:fld>
            <a:endParaRPr spc="-25" dirty="0"/>
          </a:p>
        </p:txBody>
      </p:sp>
      <p:sp>
        <p:nvSpPr>
          <p:cNvPr id="3" name="object 3"/>
          <p:cNvSpPr txBox="1">
            <a:spLocks noGrp="1"/>
          </p:cNvSpPr>
          <p:nvPr>
            <p:ph type="title"/>
          </p:nvPr>
        </p:nvSpPr>
        <p:spPr>
          <a:xfrm>
            <a:off x="415290" y="181292"/>
            <a:ext cx="5260975" cy="442595"/>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9.2.4</a:t>
            </a:r>
            <a:r>
              <a:rPr spc="15" dirty="0">
                <a:latin typeface="Arial" panose="020B0604020202020204"/>
                <a:cs typeface="Arial" panose="020B0604020202020204"/>
              </a:rPr>
              <a:t> </a:t>
            </a:r>
            <a:r>
              <a:rPr spc="-10" dirty="0">
                <a:latin typeface="Arial" panose="020B0604020202020204"/>
                <a:cs typeface="Arial" panose="020B0604020202020204"/>
              </a:rPr>
              <a:t>D/A</a:t>
            </a:r>
            <a:r>
              <a:rPr spc="-35" dirty="0"/>
              <a:t>转换器的主要技术指标</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0215" y="187160"/>
            <a:ext cx="4154804" cy="442595"/>
          </a:xfrm>
          <a:prstGeom prst="rect">
            <a:avLst/>
          </a:prstGeom>
        </p:spPr>
        <p:txBody>
          <a:bodyPr vert="horz" wrap="square" lIns="0" tIns="12065" rIns="0" bIns="0" rtlCol="0">
            <a:spAutoFit/>
          </a:bodyPr>
          <a:lstStyle/>
          <a:p>
            <a:pPr marL="12700">
              <a:lnSpc>
                <a:spcPct val="100000"/>
              </a:lnSpc>
              <a:spcBef>
                <a:spcPts val="95"/>
              </a:spcBef>
              <a:tabLst>
                <a:tab pos="1198245" algn="l"/>
              </a:tabLst>
            </a:pPr>
            <a:r>
              <a:rPr spc="-10" dirty="0">
                <a:latin typeface="Arial" panose="020B0604020202020204"/>
                <a:cs typeface="Arial" panose="020B0604020202020204"/>
              </a:rPr>
              <a:t>9.2.5</a:t>
            </a:r>
            <a:r>
              <a:rPr dirty="0">
                <a:latin typeface="Arial" panose="020B0604020202020204"/>
                <a:cs typeface="Arial" panose="020B0604020202020204"/>
              </a:rPr>
              <a:t>	</a:t>
            </a:r>
            <a:r>
              <a:rPr spc="-30" dirty="0"/>
              <a:t>数</a:t>
            </a:r>
            <a:r>
              <a:rPr dirty="0">
                <a:latin typeface="Arial" panose="020B0604020202020204"/>
                <a:cs typeface="Arial" panose="020B0604020202020204"/>
              </a:rPr>
              <a:t>/</a:t>
            </a:r>
            <a:r>
              <a:rPr spc="-35" dirty="0"/>
              <a:t>模转换器件类型</a:t>
            </a:r>
          </a:p>
        </p:txBody>
      </p:sp>
      <p:sp>
        <p:nvSpPr>
          <p:cNvPr id="3" name="object 3"/>
          <p:cNvSpPr txBox="1"/>
          <p:nvPr/>
        </p:nvSpPr>
        <p:spPr>
          <a:xfrm>
            <a:off x="493077" y="911859"/>
            <a:ext cx="7984490" cy="1557655"/>
          </a:xfrm>
          <a:prstGeom prst="rect">
            <a:avLst/>
          </a:prstGeom>
        </p:spPr>
        <p:txBody>
          <a:bodyPr vert="horz" wrap="square" lIns="0" tIns="12065" rIns="0" bIns="0" rtlCol="0">
            <a:spAutoFit/>
          </a:bodyPr>
          <a:lstStyle/>
          <a:p>
            <a:pPr marL="12700" marR="5080">
              <a:lnSpc>
                <a:spcPct val="139000"/>
              </a:lnSpc>
              <a:spcBef>
                <a:spcPts val="95"/>
              </a:spcBef>
            </a:pPr>
            <a:r>
              <a:rPr sz="2400" spc="-20" dirty="0">
                <a:solidFill>
                  <a:srgbClr val="0000BE"/>
                </a:solidFill>
                <a:latin typeface="Arial" panose="020B0604020202020204"/>
                <a:cs typeface="Arial" panose="020B0604020202020204"/>
              </a:rPr>
              <a:t>DAC</a:t>
            </a:r>
            <a:r>
              <a:rPr sz="2400" spc="-5" dirty="0">
                <a:solidFill>
                  <a:srgbClr val="0000BE"/>
                </a:solidFill>
                <a:latin typeface="Noto Sans Mono CJK HK"/>
                <a:cs typeface="Noto Sans Mono CJK HK"/>
              </a:rPr>
              <a:t>芯片根据其内部是否配置了数据输入寄存器分为两类。</a:t>
            </a:r>
            <a:r>
              <a:rPr sz="2400" spc="-50" dirty="0">
                <a:solidFill>
                  <a:srgbClr val="0000BE"/>
                </a:solidFill>
                <a:latin typeface="Noto Sans Mono CJK HK"/>
                <a:cs typeface="Noto Sans Mono CJK HK"/>
              </a:rPr>
              <a:t> </a:t>
            </a:r>
            <a:r>
              <a:rPr sz="2400" spc="-10" dirty="0">
                <a:solidFill>
                  <a:srgbClr val="0000BE"/>
                </a:solidFill>
                <a:latin typeface="Arial" panose="020B0604020202020204"/>
                <a:cs typeface="Arial" panose="020B0604020202020204"/>
              </a:rPr>
              <a:t>1.</a:t>
            </a:r>
            <a:r>
              <a:rPr sz="2400" dirty="0">
                <a:solidFill>
                  <a:srgbClr val="0000BE"/>
                </a:solidFill>
                <a:latin typeface="Noto Sans Mono CJK HK"/>
                <a:cs typeface="Noto Sans Mono CJK HK"/>
              </a:rPr>
              <a:t>内部没有数据输入寄存器：不能直接与数据总线相连</a:t>
            </a:r>
            <a:r>
              <a:rPr sz="2400" spc="-50" dirty="0">
                <a:solidFill>
                  <a:srgbClr val="0000BE"/>
                </a:solidFill>
                <a:latin typeface="Arial" panose="020B0604020202020204"/>
                <a:cs typeface="Arial" panose="020B0604020202020204"/>
              </a:rPr>
              <a:t>;</a:t>
            </a:r>
            <a:endParaRPr sz="2400">
              <a:latin typeface="Arial" panose="020B0604020202020204"/>
              <a:cs typeface="Arial" panose="020B0604020202020204"/>
            </a:endParaRPr>
          </a:p>
          <a:p>
            <a:pPr marL="12700">
              <a:lnSpc>
                <a:spcPct val="100000"/>
              </a:lnSpc>
              <a:spcBef>
                <a:spcPts val="1175"/>
              </a:spcBef>
            </a:pPr>
            <a:r>
              <a:rPr sz="2400" spc="-10" dirty="0">
                <a:solidFill>
                  <a:srgbClr val="0000BE"/>
                </a:solidFill>
                <a:latin typeface="Arial" panose="020B0604020202020204"/>
                <a:cs typeface="Arial" panose="020B0604020202020204"/>
              </a:rPr>
              <a:t>2.</a:t>
            </a:r>
            <a:r>
              <a:rPr sz="2400" spc="-5" dirty="0">
                <a:solidFill>
                  <a:srgbClr val="0000BE"/>
                </a:solidFill>
                <a:latin typeface="Noto Sans Mono CJK HK"/>
                <a:cs typeface="Noto Sans Mono CJK HK"/>
              </a:rPr>
              <a:t>内部有数据输入寄存器：可以直接与数据总线相连。</a:t>
            </a:r>
            <a:endParaRPr sz="2400">
              <a:latin typeface="Noto Sans Mono CJK HK"/>
              <a:cs typeface="Noto Sans Mono CJK HK"/>
            </a:endParaRPr>
          </a:p>
        </p:txBody>
      </p:sp>
      <p:grpSp>
        <p:nvGrpSpPr>
          <p:cNvPr id="4" name="object 4"/>
          <p:cNvGrpSpPr/>
          <p:nvPr/>
        </p:nvGrpSpPr>
        <p:grpSpPr>
          <a:xfrm>
            <a:off x="1643633" y="2889250"/>
            <a:ext cx="6187440" cy="2494280"/>
            <a:chOff x="1643633" y="2889250"/>
            <a:chExt cx="6187440" cy="2494280"/>
          </a:xfrm>
        </p:grpSpPr>
        <p:pic>
          <p:nvPicPr>
            <p:cNvPr id="5" name="object 5"/>
            <p:cNvPicPr/>
            <p:nvPr/>
          </p:nvPicPr>
          <p:blipFill>
            <a:blip r:embed="rId2" cstate="print"/>
            <a:stretch>
              <a:fillRect/>
            </a:stretch>
          </p:blipFill>
          <p:spPr>
            <a:xfrm>
              <a:off x="1662683" y="2907792"/>
              <a:ext cx="6149340" cy="2456688"/>
            </a:xfrm>
            <a:prstGeom prst="rect">
              <a:avLst/>
            </a:prstGeom>
          </p:spPr>
        </p:pic>
        <p:sp>
          <p:nvSpPr>
            <p:cNvPr id="6" name="object 6"/>
            <p:cNvSpPr/>
            <p:nvPr/>
          </p:nvSpPr>
          <p:spPr>
            <a:xfrm>
              <a:off x="1643621" y="2889249"/>
              <a:ext cx="6188075" cy="2494915"/>
            </a:xfrm>
            <a:custGeom>
              <a:avLst/>
              <a:gdLst/>
              <a:ahLst/>
              <a:cxnLst/>
              <a:rect l="l" t="t" r="r" b="b"/>
              <a:pathLst>
                <a:path w="6188075" h="2494915">
                  <a:moveTo>
                    <a:pt x="6172212" y="15240"/>
                  </a:moveTo>
                  <a:lnTo>
                    <a:pt x="15252" y="15240"/>
                  </a:lnTo>
                  <a:lnTo>
                    <a:pt x="15252" y="19050"/>
                  </a:lnTo>
                  <a:lnTo>
                    <a:pt x="15252" y="2475242"/>
                  </a:lnTo>
                  <a:lnTo>
                    <a:pt x="15252" y="2479052"/>
                  </a:lnTo>
                  <a:lnTo>
                    <a:pt x="6172212" y="2479052"/>
                  </a:lnTo>
                  <a:lnTo>
                    <a:pt x="6172212" y="2475242"/>
                  </a:lnTo>
                  <a:lnTo>
                    <a:pt x="19050" y="2475242"/>
                  </a:lnTo>
                  <a:lnTo>
                    <a:pt x="19050" y="19050"/>
                  </a:lnTo>
                  <a:lnTo>
                    <a:pt x="6168402" y="19050"/>
                  </a:lnTo>
                  <a:lnTo>
                    <a:pt x="6168402" y="2475230"/>
                  </a:lnTo>
                  <a:lnTo>
                    <a:pt x="6172212" y="2475230"/>
                  </a:lnTo>
                  <a:lnTo>
                    <a:pt x="6172212" y="19050"/>
                  </a:lnTo>
                  <a:lnTo>
                    <a:pt x="6172212" y="18542"/>
                  </a:lnTo>
                  <a:lnTo>
                    <a:pt x="6172212" y="15240"/>
                  </a:lnTo>
                  <a:close/>
                </a:path>
                <a:path w="6188075" h="2494915">
                  <a:moveTo>
                    <a:pt x="6187452" y="0"/>
                  </a:moveTo>
                  <a:lnTo>
                    <a:pt x="6176022" y="0"/>
                  </a:lnTo>
                  <a:lnTo>
                    <a:pt x="6176022" y="11430"/>
                  </a:lnTo>
                  <a:lnTo>
                    <a:pt x="6176022" y="2482850"/>
                  </a:lnTo>
                  <a:lnTo>
                    <a:pt x="11442" y="2482850"/>
                  </a:lnTo>
                  <a:lnTo>
                    <a:pt x="11442" y="11430"/>
                  </a:lnTo>
                  <a:lnTo>
                    <a:pt x="6176022" y="11430"/>
                  </a:lnTo>
                  <a:lnTo>
                    <a:pt x="6176022" y="0"/>
                  </a:lnTo>
                  <a:lnTo>
                    <a:pt x="0" y="0"/>
                  </a:lnTo>
                  <a:lnTo>
                    <a:pt x="0" y="11430"/>
                  </a:lnTo>
                  <a:lnTo>
                    <a:pt x="0" y="2482850"/>
                  </a:lnTo>
                  <a:lnTo>
                    <a:pt x="0" y="2494292"/>
                  </a:lnTo>
                  <a:lnTo>
                    <a:pt x="6187452" y="2494292"/>
                  </a:lnTo>
                  <a:lnTo>
                    <a:pt x="6187452" y="2482850"/>
                  </a:lnTo>
                  <a:lnTo>
                    <a:pt x="6187452" y="11430"/>
                  </a:lnTo>
                  <a:lnTo>
                    <a:pt x="6187452" y="10922"/>
                  </a:lnTo>
                  <a:lnTo>
                    <a:pt x="6187452" y="0"/>
                  </a:lnTo>
                  <a:close/>
                </a:path>
              </a:pathLst>
            </a:custGeom>
            <a:solidFill>
              <a:srgbClr val="0000FF"/>
            </a:solidFill>
          </p:spPr>
          <p:txBody>
            <a:bodyPr wrap="square" lIns="0" tIns="0" rIns="0" bIns="0" rtlCol="0"/>
            <a:lstStyle/>
            <a:p>
              <a:endParaRPr/>
            </a:p>
          </p:txBody>
        </p:sp>
      </p:grpSp>
      <p:sp>
        <p:nvSpPr>
          <p:cNvPr id="7" name="object 7"/>
          <p:cNvSpPr txBox="1"/>
          <p:nvPr/>
        </p:nvSpPr>
        <p:spPr>
          <a:xfrm>
            <a:off x="2501900" y="5464175"/>
            <a:ext cx="4521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CC"/>
                </a:solidFill>
                <a:latin typeface="Noto Serif CJK JP"/>
                <a:cs typeface="Noto Serif CJK JP"/>
              </a:rPr>
              <a:t>不带数据输入寄存器的</a:t>
            </a:r>
            <a:r>
              <a:rPr sz="1800" spc="-10" dirty="0">
                <a:solidFill>
                  <a:srgbClr val="0000CC"/>
                </a:solidFill>
                <a:latin typeface="Arial" panose="020B0604020202020204"/>
                <a:cs typeface="Arial" panose="020B0604020202020204"/>
              </a:rPr>
              <a:t>D/A</a:t>
            </a:r>
            <a:r>
              <a:rPr sz="1800" spc="-10" dirty="0">
                <a:solidFill>
                  <a:srgbClr val="0000CC"/>
                </a:solidFill>
                <a:latin typeface="Noto Serif CJK JP"/>
                <a:cs typeface="Noto Serif CJK JP"/>
              </a:rPr>
              <a:t>转换器的接口设计</a:t>
            </a:r>
            <a:endParaRPr sz="1800">
              <a:latin typeface="Noto Serif CJK JP"/>
              <a:cs typeface="Noto Serif CJK J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569" y="191401"/>
            <a:ext cx="5260975" cy="442595"/>
          </a:xfrm>
          <a:prstGeom prst="rect">
            <a:avLst/>
          </a:prstGeom>
        </p:spPr>
        <p:txBody>
          <a:bodyPr vert="horz" wrap="square" lIns="0" tIns="12065" rIns="0" bIns="0" rtlCol="0">
            <a:spAutoFit/>
          </a:bodyPr>
          <a:lstStyle/>
          <a:p>
            <a:pPr marL="14605">
              <a:lnSpc>
                <a:spcPct val="100000"/>
              </a:lnSpc>
              <a:spcBef>
                <a:spcPts val="95"/>
              </a:spcBef>
            </a:pPr>
            <a:r>
              <a:rPr dirty="0">
                <a:latin typeface="Arial" panose="020B0604020202020204"/>
                <a:cs typeface="Arial" panose="020B0604020202020204"/>
              </a:rPr>
              <a:t>9.2.6</a:t>
            </a:r>
            <a:r>
              <a:rPr spc="-15" dirty="0">
                <a:latin typeface="Arial" panose="020B0604020202020204"/>
                <a:cs typeface="Arial" panose="020B0604020202020204"/>
              </a:rPr>
              <a:t> </a:t>
            </a:r>
            <a:r>
              <a:rPr spc="-30" dirty="0"/>
              <a:t>集成</a:t>
            </a:r>
            <a:r>
              <a:rPr spc="-10" dirty="0">
                <a:latin typeface="Arial" panose="020B0604020202020204"/>
                <a:cs typeface="Arial" panose="020B0604020202020204"/>
              </a:rPr>
              <a:t>D/A</a:t>
            </a:r>
            <a:r>
              <a:rPr spc="-30" dirty="0"/>
              <a:t>转换器</a:t>
            </a:r>
            <a:r>
              <a:rPr spc="-10" dirty="0">
                <a:latin typeface="Arial" panose="020B0604020202020204"/>
                <a:cs typeface="Arial" panose="020B0604020202020204"/>
              </a:rPr>
              <a:t>DAC0832</a:t>
            </a:r>
          </a:p>
        </p:txBody>
      </p:sp>
      <p:sp>
        <p:nvSpPr>
          <p:cNvPr id="3" name="object 3"/>
          <p:cNvSpPr txBox="1"/>
          <p:nvPr/>
        </p:nvSpPr>
        <p:spPr>
          <a:xfrm>
            <a:off x="628015" y="950277"/>
            <a:ext cx="4935220" cy="3351529"/>
          </a:xfrm>
          <a:prstGeom prst="rect">
            <a:avLst/>
          </a:prstGeom>
        </p:spPr>
        <p:txBody>
          <a:bodyPr vert="horz" wrap="square" lIns="0" tIns="201295" rIns="0" bIns="0" rtlCol="0">
            <a:spAutoFit/>
          </a:bodyPr>
          <a:lstStyle/>
          <a:p>
            <a:pPr marL="12700">
              <a:lnSpc>
                <a:spcPct val="100000"/>
              </a:lnSpc>
              <a:spcBef>
                <a:spcPts val="1585"/>
              </a:spcBef>
            </a:pPr>
            <a:r>
              <a:rPr sz="2400" dirty="0">
                <a:solidFill>
                  <a:srgbClr val="0000CC"/>
                </a:solidFill>
                <a:latin typeface="Arial" panose="020B0604020202020204"/>
                <a:cs typeface="Arial" panose="020B0604020202020204"/>
              </a:rPr>
              <a:t>1</a:t>
            </a:r>
            <a:r>
              <a:rPr sz="2400" spc="10" dirty="0">
                <a:solidFill>
                  <a:srgbClr val="0000CC"/>
                </a:solidFill>
                <a:latin typeface="Arial" panose="020B0604020202020204"/>
                <a:cs typeface="Arial" panose="020B0604020202020204"/>
              </a:rPr>
              <a:t>. </a:t>
            </a:r>
            <a:r>
              <a:rPr sz="2400" spc="-20" dirty="0">
                <a:solidFill>
                  <a:srgbClr val="0000CC"/>
                </a:solidFill>
                <a:latin typeface="Arial" panose="020B0604020202020204"/>
                <a:cs typeface="Arial" panose="020B0604020202020204"/>
              </a:rPr>
              <a:t>DAC0832</a:t>
            </a:r>
            <a:r>
              <a:rPr sz="2400" spc="-10" dirty="0">
                <a:solidFill>
                  <a:srgbClr val="0000CC"/>
                </a:solidFill>
                <a:latin typeface="Noto Sans Mono CJK HK"/>
                <a:cs typeface="Noto Sans Mono CJK HK"/>
              </a:rPr>
              <a:t>的主要特性</a:t>
            </a:r>
            <a:endParaRPr sz="2400">
              <a:latin typeface="Noto Sans Mono CJK HK"/>
              <a:cs typeface="Noto Sans Mono CJK HK"/>
            </a:endParaRPr>
          </a:p>
          <a:p>
            <a:pPr marL="350520" marR="5080">
              <a:lnSpc>
                <a:spcPts val="4360"/>
              </a:lnSpc>
              <a:spcBef>
                <a:spcPts val="395"/>
              </a:spcBef>
            </a:pPr>
            <a:r>
              <a:rPr sz="2400" spc="-10" dirty="0">
                <a:solidFill>
                  <a:srgbClr val="0000CC"/>
                </a:solidFill>
                <a:latin typeface="Arial" panose="020B0604020202020204"/>
                <a:cs typeface="Arial" panose="020B0604020202020204"/>
              </a:rPr>
              <a:t>(1)</a:t>
            </a:r>
            <a:r>
              <a:rPr sz="2400" dirty="0">
                <a:solidFill>
                  <a:srgbClr val="0000CC"/>
                </a:solidFill>
                <a:latin typeface="Noto Sans Mono CJK HK"/>
                <a:cs typeface="Noto Sans Mono CJK HK"/>
              </a:rPr>
              <a:t>满足</a:t>
            </a:r>
            <a:r>
              <a:rPr sz="2400" u="heavy" spc="-10" dirty="0">
                <a:solidFill>
                  <a:srgbClr val="0000FF"/>
                </a:solidFill>
                <a:uFill>
                  <a:solidFill>
                    <a:srgbClr val="0000FF"/>
                  </a:solidFill>
                </a:uFill>
                <a:latin typeface="Arial" panose="020B0604020202020204"/>
                <a:cs typeface="Arial" panose="020B0604020202020204"/>
              </a:rPr>
              <a:t>TTL</a:t>
            </a:r>
            <a:r>
              <a:rPr sz="2400" u="heavy" dirty="0">
                <a:solidFill>
                  <a:srgbClr val="0000FF"/>
                </a:solidFill>
                <a:uFill>
                  <a:solidFill>
                    <a:srgbClr val="0000FF"/>
                  </a:solidFill>
                </a:uFill>
                <a:latin typeface="Noto Sans Mono CJK HK"/>
                <a:cs typeface="Noto Sans Mono CJK HK"/>
              </a:rPr>
              <a:t>电平</a:t>
            </a:r>
            <a:r>
              <a:rPr sz="2400" u="none" spc="-10" dirty="0">
                <a:solidFill>
                  <a:srgbClr val="0000CC"/>
                </a:solidFill>
                <a:latin typeface="Noto Sans Mono CJK HK"/>
                <a:cs typeface="Noto Sans Mono CJK HK"/>
              </a:rPr>
              <a:t>规范的逻辑输入；</a:t>
            </a:r>
            <a:r>
              <a:rPr sz="2400" u="none" spc="-50" dirty="0">
                <a:solidFill>
                  <a:srgbClr val="0000CC"/>
                </a:solidFill>
                <a:latin typeface="Noto Sans Mono CJK HK"/>
                <a:cs typeface="Noto Sans Mono CJK HK"/>
              </a:rPr>
              <a:t> </a:t>
            </a:r>
            <a:r>
              <a:rPr sz="2400" u="none" spc="-10" dirty="0">
                <a:solidFill>
                  <a:srgbClr val="0000CC"/>
                </a:solidFill>
                <a:latin typeface="Arial" panose="020B0604020202020204"/>
                <a:cs typeface="Arial" panose="020B0604020202020204"/>
              </a:rPr>
              <a:t>(2)</a:t>
            </a:r>
            <a:r>
              <a:rPr sz="2400" u="none" dirty="0">
                <a:solidFill>
                  <a:srgbClr val="0000CC"/>
                </a:solidFill>
                <a:latin typeface="Noto Sans Mono CJK HK"/>
                <a:cs typeface="Noto Sans Mono CJK HK"/>
              </a:rPr>
              <a:t>分辨率为</a:t>
            </a:r>
            <a:r>
              <a:rPr sz="2400" u="none" spc="-20" dirty="0">
                <a:solidFill>
                  <a:srgbClr val="0000CC"/>
                </a:solidFill>
                <a:latin typeface="Arial" panose="020B0604020202020204"/>
                <a:cs typeface="Arial" panose="020B0604020202020204"/>
              </a:rPr>
              <a:t>8</a:t>
            </a:r>
            <a:r>
              <a:rPr sz="2400" u="none" spc="-25" dirty="0">
                <a:solidFill>
                  <a:srgbClr val="0000CC"/>
                </a:solidFill>
                <a:latin typeface="Noto Sans Mono CJK HK"/>
                <a:cs typeface="Noto Sans Mono CJK HK"/>
              </a:rPr>
              <a:t>位；</a:t>
            </a:r>
            <a:endParaRPr sz="2400">
              <a:latin typeface="Noto Sans Mono CJK HK"/>
              <a:cs typeface="Noto Sans Mono CJK HK"/>
            </a:endParaRPr>
          </a:p>
          <a:p>
            <a:pPr marL="350520" marR="1877695">
              <a:lnSpc>
                <a:spcPts val="4360"/>
              </a:lnSpc>
              <a:spcBef>
                <a:spcPts val="10"/>
              </a:spcBef>
            </a:pPr>
            <a:r>
              <a:rPr sz="2400" spc="-10" dirty="0">
                <a:solidFill>
                  <a:srgbClr val="0000CC"/>
                </a:solidFill>
                <a:latin typeface="Arial" panose="020B0604020202020204"/>
                <a:cs typeface="Arial" panose="020B0604020202020204"/>
              </a:rPr>
              <a:t>(3)</a:t>
            </a:r>
            <a:r>
              <a:rPr sz="2400" dirty="0">
                <a:solidFill>
                  <a:srgbClr val="0000CC"/>
                </a:solidFill>
                <a:latin typeface="Noto Sans Mono CJK HK"/>
                <a:cs typeface="Noto Sans Mono CJK HK"/>
              </a:rPr>
              <a:t>建立时间为</a:t>
            </a:r>
            <a:r>
              <a:rPr sz="2400" spc="-20" dirty="0">
                <a:solidFill>
                  <a:srgbClr val="0000CC"/>
                </a:solidFill>
                <a:latin typeface="Arial" panose="020B0604020202020204"/>
                <a:cs typeface="Arial" panose="020B0604020202020204"/>
              </a:rPr>
              <a:t>1µs</a:t>
            </a:r>
            <a:r>
              <a:rPr sz="2400" spc="-20" dirty="0">
                <a:solidFill>
                  <a:srgbClr val="0000CC"/>
                </a:solidFill>
                <a:latin typeface="Noto Sans Mono CJK HK"/>
                <a:cs typeface="Noto Sans Mono CJK HK"/>
              </a:rPr>
              <a:t>； </a:t>
            </a:r>
            <a:r>
              <a:rPr sz="2400" spc="-10" dirty="0">
                <a:solidFill>
                  <a:srgbClr val="0000CC"/>
                </a:solidFill>
                <a:latin typeface="Arial" panose="020B0604020202020204"/>
                <a:cs typeface="Arial" panose="020B0604020202020204"/>
              </a:rPr>
              <a:t>(4)</a:t>
            </a:r>
            <a:r>
              <a:rPr sz="2400" dirty="0">
                <a:solidFill>
                  <a:srgbClr val="0000CC"/>
                </a:solidFill>
                <a:latin typeface="Noto Sans Mono CJK HK"/>
                <a:cs typeface="Noto Sans Mono CJK HK"/>
              </a:rPr>
              <a:t>功耗</a:t>
            </a:r>
            <a:r>
              <a:rPr sz="2400" spc="-10" dirty="0">
                <a:solidFill>
                  <a:srgbClr val="0000CC"/>
                </a:solidFill>
                <a:latin typeface="Arial" panose="020B0604020202020204"/>
                <a:cs typeface="Arial" panose="020B0604020202020204"/>
              </a:rPr>
              <a:t>20mW</a:t>
            </a:r>
            <a:r>
              <a:rPr sz="2400" spc="-10" dirty="0">
                <a:solidFill>
                  <a:srgbClr val="0000CC"/>
                </a:solidFill>
                <a:latin typeface="Noto Sans Mono CJK HK"/>
                <a:cs typeface="Noto Sans Mono CJK HK"/>
              </a:rPr>
              <a:t>；</a:t>
            </a:r>
            <a:endParaRPr sz="2400">
              <a:latin typeface="Noto Sans Mono CJK HK"/>
              <a:cs typeface="Noto Sans Mono CJK HK"/>
            </a:endParaRPr>
          </a:p>
          <a:p>
            <a:pPr marL="350520">
              <a:lnSpc>
                <a:spcPct val="100000"/>
              </a:lnSpc>
              <a:spcBef>
                <a:spcPts val="1100"/>
              </a:spcBef>
            </a:pPr>
            <a:r>
              <a:rPr sz="2400" spc="-10" dirty="0">
                <a:solidFill>
                  <a:srgbClr val="0000CC"/>
                </a:solidFill>
                <a:latin typeface="Arial" panose="020B0604020202020204"/>
                <a:cs typeface="Arial" panose="020B0604020202020204"/>
              </a:rPr>
              <a:t>(5)</a:t>
            </a:r>
            <a:r>
              <a:rPr sz="2400" dirty="0">
                <a:solidFill>
                  <a:srgbClr val="0000CC"/>
                </a:solidFill>
                <a:latin typeface="Noto Sans Mono CJK HK"/>
                <a:cs typeface="Noto Sans Mono CJK HK"/>
              </a:rPr>
              <a:t>电流输出型</a:t>
            </a:r>
            <a:r>
              <a:rPr sz="2400" spc="-10" dirty="0">
                <a:solidFill>
                  <a:srgbClr val="0000CC"/>
                </a:solidFill>
                <a:latin typeface="Arial" panose="020B0604020202020204"/>
                <a:cs typeface="Arial" panose="020B0604020202020204"/>
              </a:rPr>
              <a:t>D/A</a:t>
            </a:r>
            <a:r>
              <a:rPr sz="2400" spc="-15" dirty="0">
                <a:solidFill>
                  <a:srgbClr val="0000CC"/>
                </a:solidFill>
                <a:latin typeface="Noto Sans Mono CJK HK"/>
                <a:cs typeface="Noto Sans Mono CJK HK"/>
              </a:rPr>
              <a:t>转换器。</a:t>
            </a:r>
            <a:endParaRPr sz="2400">
              <a:latin typeface="Noto Sans Mono CJK HK"/>
              <a:cs typeface="Noto Sans Mono CJK HK"/>
            </a:endParaRPr>
          </a:p>
        </p:txBody>
      </p:sp>
      <p:pic>
        <p:nvPicPr>
          <p:cNvPr id="4" name="object 4"/>
          <p:cNvPicPr/>
          <p:nvPr/>
        </p:nvPicPr>
        <p:blipFill>
          <a:blip r:embed="rId2" cstate="print"/>
          <a:stretch>
            <a:fillRect/>
          </a:stretch>
        </p:blipFill>
        <p:spPr>
          <a:xfrm>
            <a:off x="1583436" y="5445252"/>
            <a:ext cx="2226564" cy="621792"/>
          </a:xfrm>
          <a:prstGeom prst="rect">
            <a:avLst/>
          </a:prstGeom>
        </p:spPr>
      </p:pic>
      <p:pic>
        <p:nvPicPr>
          <p:cNvPr id="5" name="object 5"/>
          <p:cNvPicPr/>
          <p:nvPr/>
        </p:nvPicPr>
        <p:blipFill>
          <a:blip r:embed="rId3" cstate="print"/>
          <a:stretch>
            <a:fillRect/>
          </a:stretch>
        </p:blipFill>
        <p:spPr>
          <a:xfrm>
            <a:off x="5337047" y="5318759"/>
            <a:ext cx="2363724" cy="682751"/>
          </a:xfrm>
          <a:prstGeom prst="rect">
            <a:avLst/>
          </a:prstGeom>
        </p:spPr>
      </p:pic>
      <p:sp>
        <p:nvSpPr>
          <p:cNvPr id="6" name="object 6"/>
          <p:cNvSpPr/>
          <p:nvPr/>
        </p:nvSpPr>
        <p:spPr>
          <a:xfrm>
            <a:off x="4032250" y="5582843"/>
            <a:ext cx="994410" cy="325120"/>
          </a:xfrm>
          <a:custGeom>
            <a:avLst/>
            <a:gdLst/>
            <a:ahLst/>
            <a:cxnLst/>
            <a:rect l="l" t="t" r="r" b="b"/>
            <a:pathLst>
              <a:path w="994410" h="325120">
                <a:moveTo>
                  <a:pt x="993952" y="161505"/>
                </a:moveTo>
                <a:lnTo>
                  <a:pt x="993482" y="160083"/>
                </a:lnTo>
                <a:lnTo>
                  <a:pt x="992606" y="158877"/>
                </a:lnTo>
                <a:lnTo>
                  <a:pt x="838454" y="4737"/>
                </a:lnTo>
                <a:lnTo>
                  <a:pt x="835088" y="1358"/>
                </a:lnTo>
                <a:lnTo>
                  <a:pt x="833793" y="444"/>
                </a:lnTo>
                <a:lnTo>
                  <a:pt x="832256" y="0"/>
                </a:lnTo>
                <a:lnTo>
                  <a:pt x="830668" y="88"/>
                </a:lnTo>
                <a:lnTo>
                  <a:pt x="829195" y="698"/>
                </a:lnTo>
                <a:lnTo>
                  <a:pt x="828001" y="1765"/>
                </a:lnTo>
                <a:lnTo>
                  <a:pt x="827227" y="3162"/>
                </a:lnTo>
                <a:lnTo>
                  <a:pt x="826960" y="4737"/>
                </a:lnTo>
                <a:lnTo>
                  <a:pt x="826960" y="78727"/>
                </a:lnTo>
                <a:lnTo>
                  <a:pt x="4762" y="78727"/>
                </a:lnTo>
                <a:lnTo>
                  <a:pt x="0" y="83489"/>
                </a:lnTo>
                <a:lnTo>
                  <a:pt x="0" y="241007"/>
                </a:lnTo>
                <a:lnTo>
                  <a:pt x="4762" y="245770"/>
                </a:lnTo>
                <a:lnTo>
                  <a:pt x="826960" y="245770"/>
                </a:lnTo>
                <a:lnTo>
                  <a:pt x="826960" y="319760"/>
                </a:lnTo>
                <a:lnTo>
                  <a:pt x="832256" y="324497"/>
                </a:lnTo>
                <a:lnTo>
                  <a:pt x="833793" y="324053"/>
                </a:lnTo>
                <a:lnTo>
                  <a:pt x="835088" y="323138"/>
                </a:lnTo>
                <a:lnTo>
                  <a:pt x="838466" y="319760"/>
                </a:lnTo>
                <a:lnTo>
                  <a:pt x="992606" y="165620"/>
                </a:lnTo>
                <a:lnTo>
                  <a:pt x="993482" y="164414"/>
                </a:lnTo>
                <a:lnTo>
                  <a:pt x="993952" y="162991"/>
                </a:lnTo>
                <a:lnTo>
                  <a:pt x="993952" y="161505"/>
                </a:lnTo>
                <a:close/>
              </a:path>
            </a:pathLst>
          </a:custGeom>
          <a:solidFill>
            <a:srgbClr val="0000FF"/>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30</a:t>
            </a:fld>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4990" y="169671"/>
            <a:ext cx="1367790" cy="451484"/>
          </a:xfrm>
          <a:prstGeom prst="rect">
            <a:avLst/>
          </a:prstGeom>
        </p:spPr>
        <p:txBody>
          <a:bodyPr vert="horz" wrap="square" lIns="0" tIns="12065" rIns="0" bIns="0" rtlCol="0">
            <a:spAutoFit/>
          </a:bodyPr>
          <a:lstStyle/>
          <a:p>
            <a:pPr marL="12700">
              <a:lnSpc>
                <a:spcPct val="100000"/>
              </a:lnSpc>
              <a:spcBef>
                <a:spcPts val="95"/>
              </a:spcBef>
            </a:pPr>
            <a:r>
              <a:rPr spc="-25" dirty="0">
                <a:latin typeface="Arial" panose="020B0604020202020204"/>
                <a:cs typeface="Arial" panose="020B0604020202020204"/>
              </a:rPr>
              <a:t>TTL</a:t>
            </a:r>
            <a:r>
              <a:rPr spc="-40" dirty="0"/>
              <a:t>电平</a:t>
            </a:r>
          </a:p>
        </p:txBody>
      </p:sp>
      <p:sp>
        <p:nvSpPr>
          <p:cNvPr id="3" name="object 3"/>
          <p:cNvSpPr txBox="1"/>
          <p:nvPr/>
        </p:nvSpPr>
        <p:spPr>
          <a:xfrm>
            <a:off x="554990" y="1016317"/>
            <a:ext cx="7881620" cy="4705985"/>
          </a:xfrm>
          <a:prstGeom prst="rect">
            <a:avLst/>
          </a:prstGeom>
        </p:spPr>
        <p:txBody>
          <a:bodyPr vert="horz" wrap="square" lIns="0" tIns="26670" rIns="0" bIns="0" rtlCol="0">
            <a:spAutoFit/>
          </a:bodyPr>
          <a:lstStyle/>
          <a:p>
            <a:pPr marL="355600" marR="201930" indent="-342900">
              <a:lnSpc>
                <a:spcPts val="2860"/>
              </a:lnSpc>
              <a:spcBef>
                <a:spcPts val="210"/>
              </a:spcBef>
              <a:buFont typeface="Wingdings" panose="05000000000000000000"/>
              <a:buChar char=""/>
              <a:tabLst>
                <a:tab pos="355600" algn="l"/>
                <a:tab pos="828675" algn="l"/>
              </a:tabLst>
            </a:pPr>
            <a:r>
              <a:rPr sz="2400" dirty="0">
                <a:solidFill>
                  <a:srgbClr val="0000CC"/>
                </a:solidFill>
                <a:latin typeface="Arial" panose="020B0604020202020204"/>
                <a:cs typeface="Arial" panose="020B0604020202020204"/>
              </a:rPr>
              <a:t>	</a:t>
            </a:r>
            <a:r>
              <a:rPr sz="2400" spc="-10" dirty="0">
                <a:solidFill>
                  <a:srgbClr val="0000CC"/>
                </a:solidFill>
                <a:latin typeface="Arial" panose="020B0604020202020204"/>
                <a:cs typeface="Arial" panose="020B0604020202020204"/>
              </a:rPr>
              <a:t>TTL</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Transistor-</a:t>
            </a:r>
            <a:r>
              <a:rPr sz="2400" dirty="0">
                <a:solidFill>
                  <a:srgbClr val="0000CC"/>
                </a:solidFill>
                <a:latin typeface="Arial" panose="020B0604020202020204"/>
                <a:cs typeface="Arial" panose="020B0604020202020204"/>
              </a:rPr>
              <a:t>Transistor</a:t>
            </a:r>
            <a:r>
              <a:rPr sz="2400" spc="-15" dirty="0">
                <a:solidFill>
                  <a:srgbClr val="0000CC"/>
                </a:solidFill>
                <a:latin typeface="Arial" panose="020B0604020202020204"/>
                <a:cs typeface="Arial" panose="020B0604020202020204"/>
              </a:rPr>
              <a:t> </a:t>
            </a:r>
            <a:r>
              <a:rPr sz="2400" spc="-10" dirty="0">
                <a:solidFill>
                  <a:srgbClr val="0000CC"/>
                </a:solidFill>
                <a:latin typeface="Arial" panose="020B0604020202020204"/>
                <a:cs typeface="Arial" panose="020B0604020202020204"/>
              </a:rPr>
              <a:t>Logic</a:t>
            </a:r>
            <a:r>
              <a:rPr sz="2400" spc="-5" dirty="0">
                <a:solidFill>
                  <a:srgbClr val="0000CC"/>
                </a:solidFill>
                <a:latin typeface="Noto Sans Mono CJK HK"/>
                <a:cs typeface="Noto Sans Mono CJK HK"/>
              </a:rPr>
              <a:t>，晶体管</a:t>
            </a:r>
            <a:r>
              <a:rPr sz="2400" spc="-10" dirty="0">
                <a:solidFill>
                  <a:srgbClr val="0000CC"/>
                </a:solidFill>
                <a:latin typeface="Arial" panose="020B0604020202020204"/>
                <a:cs typeface="Arial" panose="020B0604020202020204"/>
              </a:rPr>
              <a:t>-</a:t>
            </a:r>
            <a:r>
              <a:rPr sz="2400" spc="-345" dirty="0">
                <a:solidFill>
                  <a:srgbClr val="0000CC"/>
                </a:solidFill>
                <a:latin typeface="Noto Sans Mono CJK HK"/>
                <a:cs typeface="Noto Sans Mono CJK HK"/>
              </a:rPr>
              <a:t>晶体管逻</a:t>
            </a:r>
            <a:r>
              <a:rPr sz="2400" dirty="0">
                <a:solidFill>
                  <a:srgbClr val="0000CC"/>
                </a:solidFill>
                <a:latin typeface="Noto Sans Mono CJK HK"/>
                <a:cs typeface="Noto Sans Mono CJK HK"/>
              </a:rPr>
              <a:t> </a:t>
            </a:r>
            <a:r>
              <a:rPr sz="2400" spc="-10" dirty="0">
                <a:solidFill>
                  <a:srgbClr val="0000CC"/>
                </a:solidFill>
                <a:latin typeface="Noto Sans Mono CJK HK"/>
                <a:cs typeface="Noto Sans Mono CJK HK"/>
              </a:rPr>
              <a:t>辑集成电路。</a:t>
            </a:r>
            <a:endParaRPr sz="2400">
              <a:latin typeface="Noto Sans Mono CJK HK"/>
              <a:cs typeface="Noto Sans Mono CJK HK"/>
            </a:endParaRPr>
          </a:p>
          <a:p>
            <a:pPr marL="349885" marR="6367780" indent="-337820">
              <a:lnSpc>
                <a:spcPts val="3450"/>
              </a:lnSpc>
              <a:spcBef>
                <a:spcPts val="145"/>
              </a:spcBef>
              <a:buFont typeface="Wingdings" panose="05000000000000000000"/>
              <a:buChar char=""/>
              <a:tabLst>
                <a:tab pos="349885" algn="l"/>
                <a:tab pos="828040" algn="l"/>
              </a:tabLst>
            </a:pPr>
            <a:r>
              <a:rPr sz="2400" dirty="0">
                <a:solidFill>
                  <a:srgbClr val="0000CC"/>
                </a:solidFill>
                <a:latin typeface="Arial" panose="020B0604020202020204"/>
                <a:cs typeface="Arial" panose="020B0604020202020204"/>
              </a:rPr>
              <a:t>	</a:t>
            </a:r>
            <a:r>
              <a:rPr sz="2400" spc="-10" dirty="0">
                <a:solidFill>
                  <a:srgbClr val="0000CC"/>
                </a:solidFill>
                <a:latin typeface="Arial" panose="020B0604020202020204"/>
                <a:cs typeface="Arial" panose="020B0604020202020204"/>
              </a:rPr>
              <a:t>TTL</a:t>
            </a:r>
            <a:r>
              <a:rPr sz="2400" spc="-1410" dirty="0">
                <a:solidFill>
                  <a:srgbClr val="0000CC"/>
                </a:solidFill>
                <a:latin typeface="Noto Sans Mono CJK HK"/>
                <a:cs typeface="Noto Sans Mono CJK HK"/>
              </a:rPr>
              <a:t>电</a:t>
            </a:r>
            <a:r>
              <a:rPr sz="2400" dirty="0">
                <a:solidFill>
                  <a:srgbClr val="0000CC"/>
                </a:solidFill>
                <a:latin typeface="Noto Sans Mono CJK HK"/>
                <a:cs typeface="Noto Sans Mono CJK HK"/>
              </a:rPr>
              <a:t> 平</a:t>
            </a:r>
            <a:r>
              <a:rPr sz="2400" spc="-25" dirty="0">
                <a:solidFill>
                  <a:srgbClr val="FF0000"/>
                </a:solidFill>
                <a:latin typeface="Noto Sans Mono CJK HK"/>
                <a:cs typeface="Noto Sans Mono CJK HK"/>
              </a:rPr>
              <a:t>输出</a:t>
            </a:r>
            <a:endParaRPr sz="2400">
              <a:latin typeface="Noto Sans Mono CJK HK"/>
              <a:cs typeface="Noto Sans Mono CJK HK"/>
            </a:endParaRPr>
          </a:p>
          <a:p>
            <a:pPr marL="349885" marR="5803900">
              <a:lnSpc>
                <a:spcPts val="3450"/>
              </a:lnSpc>
              <a:spcBef>
                <a:spcPts val="10"/>
              </a:spcBef>
            </a:pPr>
            <a:r>
              <a:rPr sz="2400" dirty="0">
                <a:solidFill>
                  <a:srgbClr val="0000CC"/>
                </a:solidFill>
                <a:latin typeface="Noto Sans Mono CJK HK"/>
                <a:cs typeface="Noto Sans Mono CJK HK"/>
              </a:rPr>
              <a:t>高电平</a:t>
            </a:r>
            <a:r>
              <a:rPr sz="2400" spc="-20" dirty="0">
                <a:solidFill>
                  <a:srgbClr val="0000CC"/>
                </a:solidFill>
                <a:latin typeface="Arial" panose="020B0604020202020204"/>
                <a:cs typeface="Arial" panose="020B0604020202020204"/>
              </a:rPr>
              <a:t>&gt;2.4V</a:t>
            </a:r>
            <a:r>
              <a:rPr sz="2400" dirty="0">
                <a:solidFill>
                  <a:srgbClr val="0000CC"/>
                </a:solidFill>
                <a:latin typeface="Noto Sans Mono CJK HK"/>
                <a:cs typeface="Noto Sans Mono CJK HK"/>
              </a:rPr>
              <a:t>低电平</a:t>
            </a:r>
            <a:r>
              <a:rPr sz="2400" spc="-20" dirty="0">
                <a:solidFill>
                  <a:srgbClr val="0000CC"/>
                </a:solidFill>
                <a:latin typeface="Arial" panose="020B0604020202020204"/>
                <a:cs typeface="Arial" panose="020B0604020202020204"/>
              </a:rPr>
              <a:t>&lt;0.4V</a:t>
            </a:r>
            <a:endParaRPr sz="2400">
              <a:latin typeface="Arial" panose="020B0604020202020204"/>
              <a:cs typeface="Arial" panose="020B0604020202020204"/>
            </a:endParaRPr>
          </a:p>
          <a:p>
            <a:pPr marL="434975" marR="5080">
              <a:lnSpc>
                <a:spcPts val="3460"/>
              </a:lnSpc>
            </a:pPr>
            <a:r>
              <a:rPr sz="2400" dirty="0">
                <a:solidFill>
                  <a:srgbClr val="0000CC"/>
                </a:solidFill>
                <a:latin typeface="Noto Sans Mono CJK HK"/>
                <a:cs typeface="Noto Sans Mono CJK HK"/>
              </a:rPr>
              <a:t>在室温下，一般输出高电平是</a:t>
            </a:r>
            <a:r>
              <a:rPr sz="2400" spc="-10" dirty="0">
                <a:solidFill>
                  <a:srgbClr val="0000CC"/>
                </a:solidFill>
                <a:latin typeface="Arial" panose="020B0604020202020204"/>
                <a:cs typeface="Arial" panose="020B0604020202020204"/>
              </a:rPr>
              <a:t>3.5V,</a:t>
            </a:r>
            <a:r>
              <a:rPr sz="2400" dirty="0">
                <a:solidFill>
                  <a:srgbClr val="0000CC"/>
                </a:solidFill>
                <a:latin typeface="Noto Sans Mono CJK HK"/>
                <a:cs typeface="Noto Sans Mono CJK HK"/>
              </a:rPr>
              <a:t>输出低电平是</a:t>
            </a:r>
            <a:r>
              <a:rPr sz="2400" spc="-10" dirty="0">
                <a:solidFill>
                  <a:srgbClr val="0000CC"/>
                </a:solidFill>
                <a:latin typeface="Arial" panose="020B0604020202020204"/>
                <a:cs typeface="Arial" panose="020B0604020202020204"/>
              </a:rPr>
              <a:t>0.2V</a:t>
            </a:r>
            <a:r>
              <a:rPr sz="2400" spc="-50" dirty="0">
                <a:solidFill>
                  <a:srgbClr val="0000CC"/>
                </a:solidFill>
                <a:latin typeface="Noto Sans Mono CJK HK"/>
                <a:cs typeface="Noto Sans Mono CJK HK"/>
              </a:rPr>
              <a:t>。</a:t>
            </a:r>
            <a:r>
              <a:rPr sz="2400" spc="-25" dirty="0">
                <a:solidFill>
                  <a:srgbClr val="FF0000"/>
                </a:solidFill>
                <a:latin typeface="Noto Sans Mono CJK HK"/>
                <a:cs typeface="Noto Sans Mono CJK HK"/>
              </a:rPr>
              <a:t>输入</a:t>
            </a:r>
            <a:endParaRPr sz="2400">
              <a:latin typeface="Noto Sans Mono CJK HK"/>
              <a:cs typeface="Noto Sans Mono CJK HK"/>
            </a:endParaRPr>
          </a:p>
          <a:p>
            <a:pPr marL="434975">
              <a:lnSpc>
                <a:spcPct val="100000"/>
              </a:lnSpc>
              <a:spcBef>
                <a:spcPts val="360"/>
              </a:spcBef>
            </a:pPr>
            <a:r>
              <a:rPr sz="2400" dirty="0">
                <a:solidFill>
                  <a:srgbClr val="0000CC"/>
                </a:solidFill>
                <a:latin typeface="Noto Sans Mono CJK HK"/>
                <a:cs typeface="Noto Sans Mono CJK HK"/>
              </a:rPr>
              <a:t>高电平</a:t>
            </a:r>
            <a:r>
              <a:rPr sz="2400" spc="-10" dirty="0">
                <a:solidFill>
                  <a:srgbClr val="0000CC"/>
                </a:solidFill>
                <a:latin typeface="Arial" panose="020B0604020202020204"/>
                <a:cs typeface="Arial" panose="020B0604020202020204"/>
              </a:rPr>
              <a:t>&gt;=2.0V</a:t>
            </a:r>
            <a:endParaRPr sz="2400">
              <a:latin typeface="Arial" panose="020B0604020202020204"/>
              <a:cs typeface="Arial" panose="020B0604020202020204"/>
            </a:endParaRPr>
          </a:p>
          <a:p>
            <a:pPr marL="434975" marR="5287645">
              <a:lnSpc>
                <a:spcPct val="120000"/>
              </a:lnSpc>
            </a:pPr>
            <a:r>
              <a:rPr sz="2400" dirty="0">
                <a:solidFill>
                  <a:srgbClr val="0000CC"/>
                </a:solidFill>
                <a:latin typeface="Noto Sans Mono CJK HK"/>
                <a:cs typeface="Noto Sans Mono CJK HK"/>
              </a:rPr>
              <a:t>低电平</a:t>
            </a:r>
            <a:r>
              <a:rPr sz="2400" spc="-10" dirty="0">
                <a:solidFill>
                  <a:srgbClr val="0000CC"/>
                </a:solidFill>
                <a:latin typeface="Arial" panose="020B0604020202020204"/>
                <a:cs typeface="Arial" panose="020B0604020202020204"/>
              </a:rPr>
              <a:t>&lt;=0.8V</a:t>
            </a:r>
            <a:r>
              <a:rPr sz="2400" dirty="0">
                <a:solidFill>
                  <a:srgbClr val="0000CC"/>
                </a:solidFill>
                <a:latin typeface="Noto Sans Mono CJK HK"/>
                <a:cs typeface="Noto Sans Mono CJK HK"/>
              </a:rPr>
              <a:t>噪声容限是</a:t>
            </a:r>
            <a:r>
              <a:rPr sz="2400" spc="-20" dirty="0">
                <a:solidFill>
                  <a:srgbClr val="0000CC"/>
                </a:solidFill>
                <a:latin typeface="Arial" panose="020B0604020202020204"/>
                <a:cs typeface="Arial" panose="020B0604020202020204"/>
              </a:rPr>
              <a:t>0.4V</a:t>
            </a:r>
            <a:endParaRPr sz="2400">
              <a:latin typeface="Arial" panose="020B0604020202020204"/>
              <a:cs typeface="Arial" panose="020B0604020202020204"/>
            </a:endParaRPr>
          </a:p>
        </p:txBody>
      </p:sp>
      <p:pic>
        <p:nvPicPr>
          <p:cNvPr id="4" name="object 4"/>
          <p:cNvPicPr/>
          <p:nvPr/>
        </p:nvPicPr>
        <p:blipFill>
          <a:blip r:embed="rId2" cstate="print"/>
          <a:stretch>
            <a:fillRect/>
          </a:stretch>
        </p:blipFill>
        <p:spPr>
          <a:xfrm>
            <a:off x="8182482" y="5417946"/>
            <a:ext cx="655109" cy="65510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31</a:t>
            </a:fld>
            <a:endParaRPr spc="-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80719" y="5811164"/>
            <a:ext cx="5725160" cy="822960"/>
          </a:xfrm>
          <a:custGeom>
            <a:avLst/>
            <a:gdLst/>
            <a:ahLst/>
            <a:cxnLst/>
            <a:rect l="l" t="t" r="r" b="b"/>
            <a:pathLst>
              <a:path w="5725159" h="822959">
                <a:moveTo>
                  <a:pt x="5725147" y="139700"/>
                </a:moveTo>
                <a:lnTo>
                  <a:pt x="5719597" y="100330"/>
                </a:lnTo>
                <a:lnTo>
                  <a:pt x="5718873" y="97790"/>
                </a:lnTo>
                <a:lnTo>
                  <a:pt x="5704878" y="67310"/>
                </a:lnTo>
                <a:lnTo>
                  <a:pt x="5704141" y="66040"/>
                </a:lnTo>
                <a:lnTo>
                  <a:pt x="5701220" y="60960"/>
                </a:lnTo>
                <a:lnTo>
                  <a:pt x="5697169" y="55880"/>
                </a:lnTo>
                <a:lnTo>
                  <a:pt x="5693130" y="50800"/>
                </a:lnTo>
                <a:lnTo>
                  <a:pt x="5688736" y="45720"/>
                </a:lnTo>
                <a:lnTo>
                  <a:pt x="5683936" y="40640"/>
                </a:lnTo>
                <a:lnTo>
                  <a:pt x="5681573" y="38100"/>
                </a:lnTo>
                <a:lnTo>
                  <a:pt x="5679211" y="35560"/>
                </a:lnTo>
                <a:lnTo>
                  <a:pt x="5677522" y="34290"/>
                </a:lnTo>
                <a:lnTo>
                  <a:pt x="5674131" y="31750"/>
                </a:lnTo>
                <a:lnTo>
                  <a:pt x="5668823" y="27940"/>
                </a:lnTo>
                <a:lnTo>
                  <a:pt x="5663323" y="22860"/>
                </a:lnTo>
                <a:lnTo>
                  <a:pt x="5657634" y="20320"/>
                </a:lnTo>
                <a:lnTo>
                  <a:pt x="5651754" y="16510"/>
                </a:lnTo>
                <a:lnTo>
                  <a:pt x="5645683" y="12700"/>
                </a:lnTo>
                <a:lnTo>
                  <a:pt x="5639460" y="10160"/>
                </a:lnTo>
                <a:lnTo>
                  <a:pt x="5636171" y="8890"/>
                </a:lnTo>
                <a:lnTo>
                  <a:pt x="5632869" y="7620"/>
                </a:lnTo>
                <a:lnTo>
                  <a:pt x="5626570" y="6350"/>
                </a:lnTo>
                <a:lnTo>
                  <a:pt x="5619902" y="3810"/>
                </a:lnTo>
                <a:lnTo>
                  <a:pt x="5599163" y="0"/>
                </a:lnTo>
                <a:lnTo>
                  <a:pt x="126212" y="0"/>
                </a:lnTo>
                <a:lnTo>
                  <a:pt x="98793" y="5080"/>
                </a:lnTo>
                <a:lnTo>
                  <a:pt x="85890" y="10160"/>
                </a:lnTo>
                <a:lnTo>
                  <a:pt x="79654" y="12700"/>
                </a:lnTo>
                <a:lnTo>
                  <a:pt x="67513" y="20320"/>
                </a:lnTo>
                <a:lnTo>
                  <a:pt x="62014" y="22860"/>
                </a:lnTo>
                <a:lnTo>
                  <a:pt x="56502" y="26670"/>
                </a:lnTo>
                <a:lnTo>
                  <a:pt x="51193" y="31750"/>
                </a:lnTo>
                <a:lnTo>
                  <a:pt x="46088" y="35560"/>
                </a:lnTo>
                <a:lnTo>
                  <a:pt x="20396" y="67310"/>
                </a:lnTo>
                <a:lnTo>
                  <a:pt x="17005" y="72390"/>
                </a:lnTo>
                <a:lnTo>
                  <a:pt x="2870" y="111760"/>
                </a:lnTo>
                <a:lnTo>
                  <a:pt x="0" y="139700"/>
                </a:lnTo>
                <a:lnTo>
                  <a:pt x="12" y="683260"/>
                </a:lnTo>
                <a:lnTo>
                  <a:pt x="6273" y="723900"/>
                </a:lnTo>
                <a:lnTo>
                  <a:pt x="23926" y="760730"/>
                </a:lnTo>
                <a:lnTo>
                  <a:pt x="27825" y="767080"/>
                </a:lnTo>
                <a:lnTo>
                  <a:pt x="31991" y="772160"/>
                </a:lnTo>
                <a:lnTo>
                  <a:pt x="36410" y="777252"/>
                </a:lnTo>
                <a:lnTo>
                  <a:pt x="41046" y="782320"/>
                </a:lnTo>
                <a:lnTo>
                  <a:pt x="45923" y="786130"/>
                </a:lnTo>
                <a:lnTo>
                  <a:pt x="51015" y="791210"/>
                </a:lnTo>
                <a:lnTo>
                  <a:pt x="85674" y="811530"/>
                </a:lnTo>
                <a:lnTo>
                  <a:pt x="92265" y="814070"/>
                </a:lnTo>
                <a:lnTo>
                  <a:pt x="98577" y="816610"/>
                </a:lnTo>
                <a:lnTo>
                  <a:pt x="105232" y="819150"/>
                </a:lnTo>
                <a:lnTo>
                  <a:pt x="118948" y="821702"/>
                </a:lnTo>
                <a:lnTo>
                  <a:pt x="125971" y="821702"/>
                </a:lnTo>
                <a:lnTo>
                  <a:pt x="133108" y="822960"/>
                </a:lnTo>
                <a:lnTo>
                  <a:pt x="5598934" y="822960"/>
                </a:lnTo>
                <a:lnTo>
                  <a:pt x="5619674" y="819150"/>
                </a:lnTo>
                <a:lnTo>
                  <a:pt x="5657634" y="802652"/>
                </a:lnTo>
                <a:lnTo>
                  <a:pt x="5679046" y="786130"/>
                </a:lnTo>
                <a:lnTo>
                  <a:pt x="5683936" y="782320"/>
                </a:lnTo>
                <a:lnTo>
                  <a:pt x="5688584" y="777252"/>
                </a:lnTo>
                <a:lnTo>
                  <a:pt x="5693003" y="772160"/>
                </a:lnTo>
                <a:lnTo>
                  <a:pt x="5697182" y="767080"/>
                </a:lnTo>
                <a:lnTo>
                  <a:pt x="5701093" y="760730"/>
                </a:lnTo>
                <a:lnTo>
                  <a:pt x="5704751" y="755650"/>
                </a:lnTo>
                <a:lnTo>
                  <a:pt x="5708142" y="749300"/>
                </a:lnTo>
                <a:lnTo>
                  <a:pt x="5711253" y="744220"/>
                </a:lnTo>
                <a:lnTo>
                  <a:pt x="5714162" y="736600"/>
                </a:lnTo>
                <a:lnTo>
                  <a:pt x="5716575" y="731520"/>
                </a:lnTo>
                <a:lnTo>
                  <a:pt x="5718797" y="723900"/>
                </a:lnTo>
                <a:lnTo>
                  <a:pt x="5720702" y="717550"/>
                </a:lnTo>
                <a:lnTo>
                  <a:pt x="5725147" y="683260"/>
                </a:lnTo>
                <a:lnTo>
                  <a:pt x="5725147" y="139700"/>
                </a:lnTo>
                <a:close/>
              </a:path>
            </a:pathLst>
          </a:custGeom>
          <a:solidFill>
            <a:srgbClr val="0000FF"/>
          </a:solidFill>
        </p:spPr>
        <p:txBody>
          <a:bodyPr wrap="square" lIns="0" tIns="0" rIns="0" bIns="0" rtlCol="0"/>
          <a:lstStyle/>
          <a:p>
            <a:endParaRPr/>
          </a:p>
        </p:txBody>
      </p:sp>
      <p:sp>
        <p:nvSpPr>
          <p:cNvPr id="3" name="object 3"/>
          <p:cNvSpPr txBox="1">
            <a:spLocks noGrp="1"/>
          </p:cNvSpPr>
          <p:nvPr>
            <p:ph type="title"/>
          </p:nvPr>
        </p:nvSpPr>
        <p:spPr>
          <a:xfrm>
            <a:off x="420052" y="177635"/>
            <a:ext cx="575437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2</a:t>
            </a:r>
            <a:r>
              <a:rPr spc="50" dirty="0">
                <a:latin typeface="Arial" panose="020B0604020202020204"/>
                <a:cs typeface="Arial" panose="020B0604020202020204"/>
              </a:rPr>
              <a:t>. </a:t>
            </a:r>
            <a:r>
              <a:rPr spc="-30" dirty="0"/>
              <a:t>集成</a:t>
            </a:r>
            <a:r>
              <a:rPr spc="-10" dirty="0">
                <a:latin typeface="Arial" panose="020B0604020202020204"/>
                <a:cs typeface="Arial" panose="020B0604020202020204"/>
              </a:rPr>
              <a:t>D/A</a:t>
            </a:r>
            <a:r>
              <a:rPr spc="-30" dirty="0"/>
              <a:t>转换器</a:t>
            </a:r>
            <a:r>
              <a:rPr spc="-20" dirty="0">
                <a:latin typeface="Arial" panose="020B0604020202020204"/>
                <a:cs typeface="Arial" panose="020B0604020202020204"/>
              </a:rPr>
              <a:t>DAC0832</a:t>
            </a:r>
            <a:r>
              <a:rPr spc="-35" dirty="0"/>
              <a:t>内部结构</a:t>
            </a:r>
          </a:p>
        </p:txBody>
      </p:sp>
      <p:grpSp>
        <p:nvGrpSpPr>
          <p:cNvPr id="4" name="object 4"/>
          <p:cNvGrpSpPr/>
          <p:nvPr/>
        </p:nvGrpSpPr>
        <p:grpSpPr>
          <a:xfrm>
            <a:off x="822197" y="981710"/>
            <a:ext cx="7030720" cy="4724400"/>
            <a:chOff x="822197" y="981710"/>
            <a:chExt cx="7030720" cy="4724400"/>
          </a:xfrm>
        </p:grpSpPr>
        <p:pic>
          <p:nvPicPr>
            <p:cNvPr id="5" name="object 5"/>
            <p:cNvPicPr/>
            <p:nvPr/>
          </p:nvPicPr>
          <p:blipFill>
            <a:blip r:embed="rId2" cstate="print"/>
            <a:stretch>
              <a:fillRect/>
            </a:stretch>
          </p:blipFill>
          <p:spPr>
            <a:xfrm>
              <a:off x="841247" y="1001268"/>
              <a:ext cx="6992111" cy="4686300"/>
            </a:xfrm>
            <a:prstGeom prst="rect">
              <a:avLst/>
            </a:prstGeom>
          </p:spPr>
        </p:pic>
        <p:sp>
          <p:nvSpPr>
            <p:cNvPr id="6" name="object 6"/>
            <p:cNvSpPr/>
            <p:nvPr/>
          </p:nvSpPr>
          <p:spPr>
            <a:xfrm>
              <a:off x="822185" y="981709"/>
              <a:ext cx="7030720" cy="4724400"/>
            </a:xfrm>
            <a:custGeom>
              <a:avLst/>
              <a:gdLst/>
              <a:ahLst/>
              <a:cxnLst/>
              <a:rect l="l" t="t" r="r" b="b"/>
              <a:pathLst>
                <a:path w="7030720" h="4724400">
                  <a:moveTo>
                    <a:pt x="7014985" y="15240"/>
                  </a:moveTo>
                  <a:lnTo>
                    <a:pt x="15252" y="15240"/>
                  </a:lnTo>
                  <a:lnTo>
                    <a:pt x="15252" y="19050"/>
                  </a:lnTo>
                  <a:lnTo>
                    <a:pt x="15252" y="4705350"/>
                  </a:lnTo>
                  <a:lnTo>
                    <a:pt x="15252" y="4709160"/>
                  </a:lnTo>
                  <a:lnTo>
                    <a:pt x="7014985" y="4709160"/>
                  </a:lnTo>
                  <a:lnTo>
                    <a:pt x="7014985" y="4705858"/>
                  </a:lnTo>
                  <a:lnTo>
                    <a:pt x="7014985" y="4705350"/>
                  </a:lnTo>
                  <a:lnTo>
                    <a:pt x="7014985" y="19558"/>
                  </a:lnTo>
                  <a:lnTo>
                    <a:pt x="7011175" y="19558"/>
                  </a:lnTo>
                  <a:lnTo>
                    <a:pt x="7011175" y="4705350"/>
                  </a:lnTo>
                  <a:lnTo>
                    <a:pt x="19062" y="4705350"/>
                  </a:lnTo>
                  <a:lnTo>
                    <a:pt x="19062" y="19050"/>
                  </a:lnTo>
                  <a:lnTo>
                    <a:pt x="7014985" y="19050"/>
                  </a:lnTo>
                  <a:lnTo>
                    <a:pt x="7014985" y="15240"/>
                  </a:lnTo>
                  <a:close/>
                </a:path>
                <a:path w="7030720" h="4724400">
                  <a:moveTo>
                    <a:pt x="7030225" y="0"/>
                  </a:moveTo>
                  <a:lnTo>
                    <a:pt x="0" y="0"/>
                  </a:lnTo>
                  <a:lnTo>
                    <a:pt x="0" y="11430"/>
                  </a:lnTo>
                  <a:lnTo>
                    <a:pt x="0" y="4712982"/>
                  </a:lnTo>
                  <a:lnTo>
                    <a:pt x="0" y="4724400"/>
                  </a:lnTo>
                  <a:lnTo>
                    <a:pt x="7030225" y="4724400"/>
                  </a:lnTo>
                  <a:lnTo>
                    <a:pt x="7030225" y="4713490"/>
                  </a:lnTo>
                  <a:lnTo>
                    <a:pt x="7030225" y="4712982"/>
                  </a:lnTo>
                  <a:lnTo>
                    <a:pt x="7030225" y="11938"/>
                  </a:lnTo>
                  <a:lnTo>
                    <a:pt x="7018795" y="11938"/>
                  </a:lnTo>
                  <a:lnTo>
                    <a:pt x="7018795" y="4712982"/>
                  </a:lnTo>
                  <a:lnTo>
                    <a:pt x="11442" y="4712982"/>
                  </a:lnTo>
                  <a:lnTo>
                    <a:pt x="11442" y="11430"/>
                  </a:lnTo>
                  <a:lnTo>
                    <a:pt x="7030225" y="11430"/>
                  </a:lnTo>
                  <a:lnTo>
                    <a:pt x="7030225" y="0"/>
                  </a:lnTo>
                  <a:close/>
                </a:path>
              </a:pathLst>
            </a:custGeom>
            <a:solidFill>
              <a:srgbClr val="0000CC"/>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8243480" y="5535332"/>
            <a:ext cx="566598" cy="566598"/>
          </a:xfrm>
          <a:prstGeom prst="rect">
            <a:avLst/>
          </a:prstGeom>
        </p:spPr>
      </p:pic>
      <p:sp>
        <p:nvSpPr>
          <p:cNvPr id="8" name="object 8"/>
          <p:cNvSpPr txBox="1"/>
          <p:nvPr/>
        </p:nvSpPr>
        <p:spPr>
          <a:xfrm>
            <a:off x="1003960" y="5829643"/>
            <a:ext cx="5386070" cy="75692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FFFFFF"/>
                </a:solidFill>
                <a:latin typeface="Arial" panose="020B0604020202020204"/>
                <a:cs typeface="Arial" panose="020B0604020202020204"/>
              </a:rPr>
              <a:t>When</a:t>
            </a:r>
            <a:r>
              <a:rPr sz="2400" spc="-4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LE=“1”,</a:t>
            </a:r>
            <a:r>
              <a:rPr sz="2400" spc="-4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Q</a:t>
            </a:r>
            <a:r>
              <a:rPr sz="2400" spc="-4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outputs</a:t>
            </a:r>
            <a:r>
              <a:rPr sz="2400" spc="-4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follow</a:t>
            </a:r>
            <a:r>
              <a:rPr sz="2400" spc="-40"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D</a:t>
            </a:r>
            <a:r>
              <a:rPr sz="2400" spc="-40" dirty="0">
                <a:solidFill>
                  <a:srgbClr val="FFFFFF"/>
                </a:solidFill>
                <a:latin typeface="Arial" panose="020B0604020202020204"/>
                <a:cs typeface="Arial" panose="020B0604020202020204"/>
              </a:rPr>
              <a:t> </a:t>
            </a:r>
            <a:r>
              <a:rPr sz="2400" spc="-10" dirty="0">
                <a:solidFill>
                  <a:srgbClr val="FFFFFF"/>
                </a:solidFill>
                <a:latin typeface="Arial" panose="020B0604020202020204"/>
                <a:cs typeface="Arial" panose="020B0604020202020204"/>
              </a:rPr>
              <a:t>inputs </a:t>
            </a:r>
            <a:r>
              <a:rPr sz="2400" dirty="0">
                <a:solidFill>
                  <a:srgbClr val="FFFFFF"/>
                </a:solidFill>
                <a:latin typeface="Arial" panose="020B0604020202020204"/>
                <a:cs typeface="Arial" panose="020B0604020202020204"/>
              </a:rPr>
              <a:t>When</a:t>
            </a:r>
            <a:r>
              <a:rPr sz="2400" spc="-3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LE=“0”,</a:t>
            </a:r>
            <a:r>
              <a:rPr sz="2400" spc="-3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data</a:t>
            </a:r>
            <a:r>
              <a:rPr sz="2400" spc="-3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at</a:t>
            </a:r>
            <a:r>
              <a:rPr sz="2400" spc="-35"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D</a:t>
            </a:r>
            <a:r>
              <a:rPr sz="2400" spc="-30" dirty="0">
                <a:solidFill>
                  <a:srgbClr val="FFFFFF"/>
                </a:solidFill>
                <a:latin typeface="Arial" panose="020B0604020202020204"/>
                <a:cs typeface="Arial" panose="020B0604020202020204"/>
              </a:rPr>
              <a:t> </a:t>
            </a:r>
            <a:r>
              <a:rPr sz="2400" dirty="0">
                <a:solidFill>
                  <a:srgbClr val="FFFFFF"/>
                </a:solidFill>
                <a:latin typeface="Arial" panose="020B0604020202020204"/>
                <a:cs typeface="Arial" panose="020B0604020202020204"/>
              </a:rPr>
              <a:t>is</a:t>
            </a:r>
            <a:r>
              <a:rPr sz="2400" spc="-35" dirty="0">
                <a:solidFill>
                  <a:srgbClr val="FFFFFF"/>
                </a:solidFill>
                <a:latin typeface="Arial" panose="020B0604020202020204"/>
                <a:cs typeface="Arial" panose="020B0604020202020204"/>
              </a:rPr>
              <a:t> </a:t>
            </a:r>
            <a:r>
              <a:rPr sz="2400" spc="-10" dirty="0">
                <a:solidFill>
                  <a:srgbClr val="FFFFFF"/>
                </a:solidFill>
                <a:latin typeface="Arial" panose="020B0604020202020204"/>
                <a:cs typeface="Arial" panose="020B0604020202020204"/>
              </a:rPr>
              <a:t>latched</a:t>
            </a:r>
            <a:endParaRPr sz="2400">
              <a:latin typeface="Arial" panose="020B0604020202020204"/>
              <a:cs typeface="Arial" panose="020B0604020202020204"/>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32</a:t>
            </a:fld>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9577" y="152717"/>
            <a:ext cx="575437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3</a:t>
            </a:r>
            <a:r>
              <a:rPr spc="50" dirty="0">
                <a:latin typeface="Arial" panose="020B0604020202020204"/>
                <a:cs typeface="Arial" panose="020B0604020202020204"/>
              </a:rPr>
              <a:t>. </a:t>
            </a:r>
            <a:r>
              <a:rPr spc="-30" dirty="0"/>
              <a:t>集成</a:t>
            </a:r>
            <a:r>
              <a:rPr spc="-10" dirty="0">
                <a:latin typeface="Arial" panose="020B0604020202020204"/>
                <a:cs typeface="Arial" panose="020B0604020202020204"/>
              </a:rPr>
              <a:t>D/A</a:t>
            </a:r>
            <a:r>
              <a:rPr spc="-30" dirty="0"/>
              <a:t>转换器</a:t>
            </a:r>
            <a:r>
              <a:rPr spc="-20" dirty="0">
                <a:latin typeface="Arial" panose="020B0604020202020204"/>
                <a:cs typeface="Arial" panose="020B0604020202020204"/>
              </a:rPr>
              <a:t>DAC0832</a:t>
            </a:r>
            <a:r>
              <a:rPr spc="-35" dirty="0"/>
              <a:t>引脚信号</a:t>
            </a:r>
          </a:p>
        </p:txBody>
      </p:sp>
      <p:grpSp>
        <p:nvGrpSpPr>
          <p:cNvPr id="3" name="object 3"/>
          <p:cNvGrpSpPr/>
          <p:nvPr/>
        </p:nvGrpSpPr>
        <p:grpSpPr>
          <a:xfrm>
            <a:off x="477012" y="1449324"/>
            <a:ext cx="8461375" cy="3639820"/>
            <a:chOff x="477012" y="1449324"/>
            <a:chExt cx="8461375" cy="3639820"/>
          </a:xfrm>
        </p:grpSpPr>
        <p:pic>
          <p:nvPicPr>
            <p:cNvPr id="4" name="object 4"/>
            <p:cNvPicPr/>
            <p:nvPr/>
          </p:nvPicPr>
          <p:blipFill>
            <a:blip r:embed="rId2" cstate="print"/>
            <a:stretch>
              <a:fillRect/>
            </a:stretch>
          </p:blipFill>
          <p:spPr>
            <a:xfrm>
              <a:off x="4451603" y="2304288"/>
              <a:ext cx="4486656" cy="2702052"/>
            </a:xfrm>
            <a:prstGeom prst="rect">
              <a:avLst/>
            </a:prstGeom>
          </p:spPr>
        </p:pic>
        <p:pic>
          <p:nvPicPr>
            <p:cNvPr id="5" name="object 5"/>
            <p:cNvPicPr/>
            <p:nvPr/>
          </p:nvPicPr>
          <p:blipFill>
            <a:blip r:embed="rId3" cstate="print"/>
            <a:stretch>
              <a:fillRect/>
            </a:stretch>
          </p:blipFill>
          <p:spPr>
            <a:xfrm>
              <a:off x="477012" y="1449324"/>
              <a:ext cx="3953255" cy="3639312"/>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33</a:t>
            </a:fld>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1589" y="191401"/>
            <a:ext cx="445008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3</a:t>
            </a:r>
            <a:r>
              <a:rPr spc="35" dirty="0">
                <a:latin typeface="Arial" panose="020B0604020202020204"/>
                <a:cs typeface="Arial" panose="020B0604020202020204"/>
              </a:rPr>
              <a:t>. </a:t>
            </a:r>
            <a:r>
              <a:rPr spc="-20" dirty="0">
                <a:latin typeface="Arial" panose="020B0604020202020204"/>
                <a:cs typeface="Arial" panose="020B0604020202020204"/>
              </a:rPr>
              <a:t>DAC0832</a:t>
            </a:r>
            <a:r>
              <a:rPr spc="-35" dirty="0"/>
              <a:t>的引脚信号说明</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34</a:t>
            </a:fld>
            <a:endParaRPr spc="-25" dirty="0"/>
          </a:p>
        </p:txBody>
      </p:sp>
      <p:sp>
        <p:nvSpPr>
          <p:cNvPr id="3" name="object 3"/>
          <p:cNvSpPr txBox="1"/>
          <p:nvPr/>
        </p:nvSpPr>
        <p:spPr>
          <a:xfrm>
            <a:off x="504190" y="942975"/>
            <a:ext cx="8524875" cy="897890"/>
          </a:xfrm>
          <a:prstGeom prst="rect">
            <a:avLst/>
          </a:prstGeom>
        </p:spPr>
        <p:txBody>
          <a:bodyPr vert="horz" wrap="square" lIns="0" tIns="85725" rIns="0" bIns="0" rtlCol="0">
            <a:spAutoFit/>
          </a:bodyPr>
          <a:lstStyle/>
          <a:p>
            <a:pPr marL="63500" indent="815975">
              <a:lnSpc>
                <a:spcPct val="100000"/>
              </a:lnSpc>
              <a:spcBef>
                <a:spcPts val="675"/>
              </a:spcBef>
              <a:buFont typeface="Wingdings" panose="05000000000000000000"/>
              <a:buChar char=""/>
              <a:tabLst>
                <a:tab pos="879475" algn="l"/>
                <a:tab pos="2541905" algn="l"/>
              </a:tabLst>
            </a:pPr>
            <a:r>
              <a:rPr sz="2400" spc="-5" dirty="0">
                <a:solidFill>
                  <a:srgbClr val="0000CC"/>
                </a:solidFill>
                <a:latin typeface="Arial" panose="020B0604020202020204"/>
                <a:cs typeface="Arial" panose="020B0604020202020204"/>
              </a:rPr>
              <a:t>I</a:t>
            </a:r>
            <a:r>
              <a:rPr sz="2325" spc="-7" baseline="-18000" dirty="0">
                <a:solidFill>
                  <a:srgbClr val="0000CC"/>
                </a:solidFill>
                <a:latin typeface="Arial" panose="020B0604020202020204"/>
                <a:cs typeface="Arial" panose="020B0604020202020204"/>
              </a:rPr>
              <a:t>out1</a:t>
            </a:r>
            <a:r>
              <a:rPr sz="2400" dirty="0">
                <a:solidFill>
                  <a:srgbClr val="0000CC"/>
                </a:solidFill>
                <a:latin typeface="Noto Sans Mono CJK HK"/>
                <a:cs typeface="Noto Sans Mono CJK HK"/>
              </a:rPr>
              <a:t>、</a:t>
            </a:r>
            <a:r>
              <a:rPr sz="2400" spc="-5" dirty="0">
                <a:solidFill>
                  <a:srgbClr val="0000CC"/>
                </a:solidFill>
                <a:latin typeface="Arial" panose="020B0604020202020204"/>
                <a:cs typeface="Arial" panose="020B0604020202020204"/>
              </a:rPr>
              <a:t>I</a:t>
            </a:r>
            <a:r>
              <a:rPr sz="2325" spc="-7" baseline="-18000" dirty="0">
                <a:solidFill>
                  <a:srgbClr val="0000CC"/>
                </a:solidFill>
                <a:latin typeface="Arial" panose="020B0604020202020204"/>
                <a:cs typeface="Arial" panose="020B0604020202020204"/>
              </a:rPr>
              <a:t>out2</a:t>
            </a:r>
            <a:r>
              <a:rPr sz="2325" spc="652" baseline="-18000" dirty="0">
                <a:solidFill>
                  <a:srgbClr val="0000CC"/>
                </a:solidFill>
                <a:latin typeface="Arial" panose="020B0604020202020204"/>
                <a:cs typeface="Arial" panose="020B0604020202020204"/>
              </a:rPr>
              <a:t> </a:t>
            </a:r>
            <a:r>
              <a:rPr sz="2400" dirty="0">
                <a:solidFill>
                  <a:srgbClr val="0000CC"/>
                </a:solidFill>
                <a:latin typeface="Arial" panose="020B0604020202020204"/>
                <a:cs typeface="Arial" panose="020B0604020202020204"/>
              </a:rPr>
              <a:t>——</a:t>
            </a:r>
            <a:r>
              <a:rPr sz="2400" dirty="0">
                <a:solidFill>
                  <a:srgbClr val="0000CC"/>
                </a:solidFill>
                <a:latin typeface="Noto Sans Mono CJK HK"/>
                <a:cs typeface="Noto Sans Mono CJK HK"/>
              </a:rPr>
              <a:t>电流输出端</a:t>
            </a:r>
            <a:endParaRPr sz="2400">
              <a:latin typeface="Noto Sans Mono CJK HK"/>
              <a:cs typeface="Noto Sans Mono CJK HK"/>
            </a:endParaRPr>
          </a:p>
          <a:p>
            <a:pPr marL="63500" indent="815975">
              <a:lnSpc>
                <a:spcPct val="100000"/>
              </a:lnSpc>
              <a:spcBef>
                <a:spcPts val="575"/>
              </a:spcBef>
              <a:buFont typeface="Wingdings" panose="05000000000000000000"/>
              <a:buChar char=""/>
              <a:tabLst>
                <a:tab pos="879475" algn="l"/>
                <a:tab pos="960755" algn="l"/>
                <a:tab pos="1738630" algn="l"/>
              </a:tabLst>
            </a:pPr>
            <a:r>
              <a:rPr sz="2400" spc="-5" dirty="0">
                <a:solidFill>
                  <a:srgbClr val="0000CC"/>
                </a:solidFill>
                <a:latin typeface="Arial" panose="020B0604020202020204"/>
                <a:cs typeface="Arial" panose="020B0604020202020204"/>
              </a:rPr>
              <a:t>R</a:t>
            </a:r>
            <a:r>
              <a:rPr sz="2325" spc="-7" baseline="-18000" dirty="0">
                <a:solidFill>
                  <a:srgbClr val="0000CC"/>
                </a:solidFill>
                <a:latin typeface="Arial" panose="020B0604020202020204"/>
                <a:cs typeface="Arial" panose="020B0604020202020204"/>
              </a:rPr>
              <a:t>fb</a:t>
            </a:r>
            <a:r>
              <a:rPr sz="2325" baseline="-18000" dirty="0">
                <a:solidFill>
                  <a:srgbClr val="0000CC"/>
                </a:solidFill>
                <a:latin typeface="Arial" panose="020B0604020202020204"/>
                <a:cs typeface="Arial" panose="020B0604020202020204"/>
              </a:rPr>
              <a:t>	</a:t>
            </a:r>
            <a:r>
              <a:rPr sz="2400" dirty="0">
                <a:solidFill>
                  <a:srgbClr val="0000CC"/>
                </a:solidFill>
                <a:latin typeface="Arial" panose="020B0604020202020204"/>
                <a:cs typeface="Arial" panose="020B0604020202020204"/>
              </a:rPr>
              <a:t>——</a:t>
            </a:r>
            <a:r>
              <a:rPr sz="2400" dirty="0">
                <a:solidFill>
                  <a:srgbClr val="0000CC"/>
                </a:solidFill>
                <a:latin typeface="Noto Sans Mono CJK HK"/>
                <a:cs typeface="Noto Sans Mono CJK HK"/>
              </a:rPr>
              <a:t>反馈电阻引出端（电阻在芯片内）</a:t>
            </a:r>
            <a:endParaRPr sz="2400">
              <a:latin typeface="Noto Sans Mono CJK HK"/>
              <a:cs typeface="Noto Sans Mono CJK HK"/>
            </a:endParaRPr>
          </a:p>
        </p:txBody>
      </p:sp>
      <p:sp>
        <p:nvSpPr>
          <p:cNvPr id="4" name="object 4"/>
          <p:cNvSpPr txBox="1"/>
          <p:nvPr/>
        </p:nvSpPr>
        <p:spPr>
          <a:xfrm>
            <a:off x="529882" y="1954847"/>
            <a:ext cx="1018540" cy="391160"/>
          </a:xfrm>
          <a:prstGeom prst="rect">
            <a:avLst/>
          </a:prstGeom>
        </p:spPr>
        <p:txBody>
          <a:bodyPr vert="horz" wrap="square" lIns="0" tIns="12700" rIns="0" bIns="0" rtlCol="0">
            <a:spAutoFit/>
          </a:bodyPr>
          <a:lstStyle/>
          <a:p>
            <a:pPr marL="854075" indent="-815975">
              <a:lnSpc>
                <a:spcPct val="100000"/>
              </a:lnSpc>
              <a:spcBef>
                <a:spcPts val="100"/>
              </a:spcBef>
              <a:buFont typeface="Wingdings" panose="05000000000000000000"/>
              <a:buChar char=""/>
              <a:tabLst>
                <a:tab pos="854075" algn="l"/>
              </a:tabLst>
            </a:pPr>
            <a:r>
              <a:rPr sz="3600" spc="-1342" baseline="12000" dirty="0">
                <a:solidFill>
                  <a:srgbClr val="0000CC"/>
                </a:solidFill>
                <a:latin typeface="Arial" panose="020B0604020202020204"/>
                <a:cs typeface="Arial" panose="020B0604020202020204"/>
              </a:rPr>
              <a:t>V</a:t>
            </a:r>
            <a:r>
              <a:rPr sz="1550" spc="-894" dirty="0">
                <a:solidFill>
                  <a:srgbClr val="0000CC"/>
                </a:solidFill>
                <a:latin typeface="Arial" panose="020B0604020202020204"/>
                <a:cs typeface="Arial" panose="020B0604020202020204"/>
              </a:rPr>
              <a:t>REF</a:t>
            </a:r>
            <a:endParaRPr sz="1550">
              <a:latin typeface="Arial" panose="020B0604020202020204"/>
              <a:cs typeface="Arial" panose="020B0604020202020204"/>
            </a:endParaRPr>
          </a:p>
        </p:txBody>
      </p:sp>
      <p:sp>
        <p:nvSpPr>
          <p:cNvPr id="5" name="object 5"/>
          <p:cNvSpPr txBox="1"/>
          <p:nvPr/>
        </p:nvSpPr>
        <p:spPr>
          <a:xfrm>
            <a:off x="1666240" y="1893570"/>
            <a:ext cx="4290060" cy="381635"/>
          </a:xfrm>
          <a:prstGeom prst="rect">
            <a:avLst/>
          </a:prstGeom>
        </p:spPr>
        <p:txBody>
          <a:bodyPr vert="horz" wrap="square" lIns="0" tIns="12700" rIns="0" bIns="0" rtlCol="0">
            <a:spAutoFit/>
          </a:bodyPr>
          <a:lstStyle/>
          <a:p>
            <a:pPr marL="12700">
              <a:lnSpc>
                <a:spcPct val="100000"/>
              </a:lnSpc>
              <a:spcBef>
                <a:spcPts val="100"/>
              </a:spcBef>
              <a:tabLst>
                <a:tab pos="790575" algn="l"/>
              </a:tabLst>
            </a:pPr>
            <a:r>
              <a:rPr sz="2400" spc="-25" dirty="0">
                <a:solidFill>
                  <a:srgbClr val="0000CC"/>
                </a:solidFill>
                <a:latin typeface="Arial" panose="020B0604020202020204"/>
                <a:cs typeface="Arial" panose="020B0604020202020204"/>
              </a:rPr>
              <a:t>——</a:t>
            </a:r>
            <a:r>
              <a:rPr sz="240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参考电压输入端</a:t>
            </a:r>
            <a:endParaRPr sz="2400">
              <a:latin typeface="Noto Sans Mono CJK HK"/>
              <a:cs typeface="Noto Sans Mono CJK HK"/>
            </a:endParaRPr>
          </a:p>
        </p:txBody>
      </p:sp>
      <p:sp>
        <p:nvSpPr>
          <p:cNvPr id="6" name="object 6"/>
          <p:cNvSpPr txBox="1"/>
          <p:nvPr/>
        </p:nvSpPr>
        <p:spPr>
          <a:xfrm>
            <a:off x="554990" y="2259330"/>
            <a:ext cx="8166100" cy="2226945"/>
          </a:xfrm>
          <a:prstGeom prst="rect">
            <a:avLst/>
          </a:prstGeom>
        </p:spPr>
        <p:txBody>
          <a:bodyPr vert="horz" wrap="square" lIns="0" tIns="85725" rIns="0" bIns="0" rtlCol="0">
            <a:spAutoFit/>
          </a:bodyPr>
          <a:lstStyle/>
          <a:p>
            <a:pPr marL="755015" indent="-285115">
              <a:lnSpc>
                <a:spcPct val="100000"/>
              </a:lnSpc>
              <a:spcBef>
                <a:spcPts val="675"/>
              </a:spcBef>
              <a:buFont typeface="Wingdings" panose="05000000000000000000"/>
              <a:buChar char=""/>
              <a:tabLst>
                <a:tab pos="755015" algn="l"/>
              </a:tabLst>
            </a:pP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10V</a:t>
            </a:r>
            <a:r>
              <a:rPr sz="2400" spc="-10" dirty="0">
                <a:solidFill>
                  <a:srgbClr val="0000CC"/>
                </a:solidFill>
                <a:latin typeface="IPAPGothic"/>
                <a:cs typeface="IPAPGothic"/>
              </a:rPr>
              <a:t>～</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10V</a:t>
            </a:r>
            <a:endParaRPr sz="2400">
              <a:latin typeface="Arial" panose="020B0604020202020204"/>
              <a:cs typeface="Arial" panose="020B0604020202020204"/>
            </a:endParaRPr>
          </a:p>
          <a:p>
            <a:pPr marL="12700" indent="815975">
              <a:lnSpc>
                <a:spcPct val="100000"/>
              </a:lnSpc>
              <a:spcBef>
                <a:spcPts val="575"/>
              </a:spcBef>
              <a:buFont typeface="Wingdings" panose="05000000000000000000"/>
              <a:buChar char=""/>
              <a:tabLst>
                <a:tab pos="828675" algn="l"/>
                <a:tab pos="1404620" algn="l"/>
                <a:tab pos="2183130" algn="l"/>
              </a:tabLst>
            </a:pPr>
            <a:r>
              <a:rPr sz="2400" spc="-15" dirty="0">
                <a:solidFill>
                  <a:srgbClr val="0000CC"/>
                </a:solidFill>
                <a:latin typeface="Arial" panose="020B0604020202020204"/>
                <a:cs typeface="Arial" panose="020B0604020202020204"/>
              </a:rPr>
              <a:t>AGND</a:t>
            </a:r>
            <a:r>
              <a:rPr sz="2400" dirty="0">
                <a:solidFill>
                  <a:srgbClr val="0000CC"/>
                </a:solidFill>
                <a:latin typeface="Arial" panose="020B0604020202020204"/>
                <a:cs typeface="Arial" panose="020B0604020202020204"/>
              </a:rPr>
              <a:t>	——</a:t>
            </a:r>
            <a:r>
              <a:rPr sz="2400" dirty="0">
                <a:solidFill>
                  <a:srgbClr val="0000CC"/>
                </a:solidFill>
                <a:latin typeface="Noto Sans Mono CJK HK"/>
                <a:cs typeface="Noto Sans Mono CJK HK"/>
              </a:rPr>
              <a:t>模拟信号地</a:t>
            </a:r>
            <a:endParaRPr sz="2400">
              <a:latin typeface="Noto Sans Mono CJK HK"/>
              <a:cs typeface="Noto Sans Mono CJK HK"/>
            </a:endParaRPr>
          </a:p>
          <a:p>
            <a:pPr marL="12700" indent="815975">
              <a:lnSpc>
                <a:spcPct val="100000"/>
              </a:lnSpc>
              <a:spcBef>
                <a:spcPts val="575"/>
              </a:spcBef>
              <a:buFont typeface="Wingdings" panose="05000000000000000000"/>
              <a:buChar char=""/>
              <a:tabLst>
                <a:tab pos="828675" algn="l"/>
                <a:tab pos="1167765" algn="l"/>
                <a:tab pos="1946275" algn="l"/>
              </a:tabLst>
            </a:pPr>
            <a:r>
              <a:rPr sz="2400" spc="-15" dirty="0">
                <a:solidFill>
                  <a:srgbClr val="0000CC"/>
                </a:solidFill>
                <a:latin typeface="Arial" panose="020B0604020202020204"/>
                <a:cs typeface="Arial" panose="020B0604020202020204"/>
              </a:rPr>
              <a:t>VCC</a:t>
            </a:r>
            <a:r>
              <a:rPr sz="2400" dirty="0">
                <a:solidFill>
                  <a:srgbClr val="0000CC"/>
                </a:solidFill>
                <a:latin typeface="Arial" panose="020B0604020202020204"/>
                <a:cs typeface="Arial" panose="020B0604020202020204"/>
              </a:rPr>
              <a:t>	——	</a:t>
            </a:r>
            <a:r>
              <a:rPr sz="2400" dirty="0">
                <a:solidFill>
                  <a:srgbClr val="0000CC"/>
                </a:solidFill>
                <a:latin typeface="Noto Sans Mono CJK HK"/>
                <a:cs typeface="Noto Sans Mono CJK HK"/>
              </a:rPr>
              <a:t>电源电压输入端</a:t>
            </a:r>
            <a:endParaRPr sz="2400">
              <a:latin typeface="Noto Sans Mono CJK HK"/>
              <a:cs typeface="Noto Sans Mono CJK HK"/>
            </a:endParaRPr>
          </a:p>
          <a:p>
            <a:pPr marL="755015" lvl="1" indent="-285115">
              <a:lnSpc>
                <a:spcPct val="100000"/>
              </a:lnSpc>
              <a:spcBef>
                <a:spcPts val="575"/>
              </a:spcBef>
              <a:buFont typeface="Wingdings" panose="05000000000000000000"/>
              <a:buChar char=""/>
              <a:tabLst>
                <a:tab pos="755015" algn="l"/>
              </a:tabLst>
            </a:pP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IPAPGothic"/>
                <a:cs typeface="IPAPGothic"/>
              </a:rPr>
              <a:t>～</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15V</a:t>
            </a:r>
            <a:endParaRPr sz="2400">
              <a:latin typeface="Arial" panose="020B0604020202020204"/>
              <a:cs typeface="Arial" panose="020B0604020202020204"/>
            </a:endParaRPr>
          </a:p>
          <a:p>
            <a:pPr marL="12700" indent="815975">
              <a:lnSpc>
                <a:spcPct val="100000"/>
              </a:lnSpc>
              <a:spcBef>
                <a:spcPts val="575"/>
              </a:spcBef>
              <a:buFont typeface="Wingdings" panose="05000000000000000000"/>
              <a:buChar char=""/>
              <a:tabLst>
                <a:tab pos="828675" algn="l"/>
                <a:tab pos="1421765" algn="l"/>
                <a:tab pos="2200275" algn="l"/>
              </a:tabLst>
            </a:pPr>
            <a:r>
              <a:rPr sz="2400" spc="-15" dirty="0">
                <a:solidFill>
                  <a:srgbClr val="0000CC"/>
                </a:solidFill>
                <a:latin typeface="Arial" panose="020B0604020202020204"/>
                <a:cs typeface="Arial" panose="020B0604020202020204"/>
              </a:rPr>
              <a:t>DGND</a:t>
            </a:r>
            <a:r>
              <a:rPr sz="2400" dirty="0">
                <a:solidFill>
                  <a:srgbClr val="0000CC"/>
                </a:solidFill>
                <a:latin typeface="Arial" panose="020B0604020202020204"/>
                <a:cs typeface="Arial" panose="020B0604020202020204"/>
              </a:rPr>
              <a:t>	——</a:t>
            </a:r>
            <a:r>
              <a:rPr sz="2400" dirty="0">
                <a:solidFill>
                  <a:srgbClr val="0000CC"/>
                </a:solidFill>
                <a:latin typeface="Noto Sans Mono CJK HK"/>
                <a:cs typeface="Noto Sans Mono CJK HK"/>
              </a:rPr>
              <a:t>数字信号地</a:t>
            </a:r>
            <a:endParaRPr sz="2400">
              <a:latin typeface="Noto Sans Mono CJK HK"/>
              <a:cs typeface="Noto Sans Mono CJK HK"/>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990" y="931227"/>
            <a:ext cx="8187690" cy="2436495"/>
          </a:xfrm>
          <a:prstGeom prst="rect">
            <a:avLst/>
          </a:prstGeom>
        </p:spPr>
        <p:txBody>
          <a:bodyPr vert="horz" wrap="square" lIns="0" tIns="158750" rIns="0" bIns="0" rtlCol="0">
            <a:spAutoFit/>
          </a:bodyPr>
          <a:lstStyle/>
          <a:p>
            <a:pPr marL="12700">
              <a:lnSpc>
                <a:spcPct val="100000"/>
              </a:lnSpc>
              <a:spcBef>
                <a:spcPts val="1250"/>
              </a:spcBef>
            </a:pPr>
            <a:r>
              <a:rPr sz="2400" spc="-20" dirty="0">
                <a:solidFill>
                  <a:srgbClr val="0000CC"/>
                </a:solidFill>
                <a:latin typeface="Arial" panose="020B0604020202020204"/>
                <a:cs typeface="Arial" panose="020B0604020202020204"/>
              </a:rPr>
              <a:t>DAC0832</a:t>
            </a:r>
            <a:r>
              <a:rPr sz="2400" spc="-5" dirty="0">
                <a:solidFill>
                  <a:srgbClr val="0000CC"/>
                </a:solidFill>
                <a:latin typeface="Noto Sans Mono CJK HK"/>
                <a:cs typeface="Noto Sans Mono CJK HK"/>
              </a:rPr>
              <a:t>是电流输出型数模转换器。</a:t>
            </a:r>
            <a:endParaRPr sz="2400">
              <a:latin typeface="Noto Sans Mono CJK HK"/>
              <a:cs typeface="Noto Sans Mono CJK HK"/>
            </a:endParaRPr>
          </a:p>
          <a:p>
            <a:pPr marL="12700" marR="5080">
              <a:lnSpc>
                <a:spcPct val="120000"/>
              </a:lnSpc>
              <a:spcBef>
                <a:spcPts val="570"/>
              </a:spcBef>
            </a:pPr>
            <a:r>
              <a:rPr sz="2400" dirty="0">
                <a:solidFill>
                  <a:srgbClr val="0000CC"/>
                </a:solidFill>
                <a:latin typeface="Noto Sans Mono CJK HK"/>
                <a:cs typeface="Noto Sans Mono CJK HK"/>
              </a:rPr>
              <a:t>常用的</a:t>
            </a:r>
            <a:r>
              <a:rPr sz="2400" spc="-10" dirty="0">
                <a:solidFill>
                  <a:srgbClr val="0000CC"/>
                </a:solidFill>
                <a:latin typeface="Arial" panose="020B0604020202020204"/>
                <a:cs typeface="Arial" panose="020B0604020202020204"/>
              </a:rPr>
              <a:t>D/A</a:t>
            </a:r>
            <a:r>
              <a:rPr sz="2400" dirty="0">
                <a:solidFill>
                  <a:srgbClr val="0000CC"/>
                </a:solidFill>
                <a:latin typeface="Noto Sans Mono CJK HK"/>
                <a:cs typeface="Noto Sans Mono CJK HK"/>
              </a:rPr>
              <a:t>转换芯片大多属于电流</a:t>
            </a:r>
            <a:r>
              <a:rPr sz="2400" spc="-10" dirty="0">
                <a:solidFill>
                  <a:srgbClr val="0000CC"/>
                </a:solidFill>
                <a:latin typeface="Arial" panose="020B0604020202020204"/>
                <a:cs typeface="Arial" panose="020B0604020202020204"/>
              </a:rPr>
              <a:t>DAC</a:t>
            </a:r>
            <a:r>
              <a:rPr sz="2400" spc="-10" dirty="0">
                <a:solidFill>
                  <a:srgbClr val="0000CC"/>
                </a:solidFill>
                <a:latin typeface="Noto Sans Mono CJK HK"/>
                <a:cs typeface="Noto Sans Mono CJK HK"/>
              </a:rPr>
              <a:t>，然而在实际应用中，</a:t>
            </a:r>
            <a:r>
              <a:rPr sz="2400" spc="-5" dirty="0">
                <a:solidFill>
                  <a:srgbClr val="0000CC"/>
                </a:solidFill>
                <a:latin typeface="Noto Sans Mono CJK HK"/>
                <a:cs typeface="Noto Sans Mono CJK HK"/>
              </a:rPr>
              <a:t>多数情况需要电压输出，这就需要把电流输出转换为电压输</a:t>
            </a:r>
            <a:r>
              <a:rPr sz="2400" dirty="0">
                <a:solidFill>
                  <a:srgbClr val="0000CC"/>
                </a:solidFill>
                <a:latin typeface="Noto Sans Mono CJK HK"/>
                <a:cs typeface="Noto Sans Mono CJK HK"/>
              </a:rPr>
              <a:t>出，采取的措施是用电流</a:t>
            </a:r>
            <a:r>
              <a:rPr sz="2400" spc="-20" dirty="0">
                <a:solidFill>
                  <a:srgbClr val="0000CC"/>
                </a:solidFill>
                <a:latin typeface="Arial" panose="020B0604020202020204"/>
                <a:cs typeface="Arial" panose="020B0604020202020204"/>
              </a:rPr>
              <a:t>DAC</a:t>
            </a:r>
            <a:r>
              <a:rPr sz="2400" spc="-5" dirty="0">
                <a:solidFill>
                  <a:srgbClr val="0000CC"/>
                </a:solidFill>
                <a:latin typeface="Noto Sans Mono CJK HK"/>
                <a:cs typeface="Noto Sans Mono CJK HK"/>
              </a:rPr>
              <a:t>电路外加运算放大器。</a:t>
            </a:r>
            <a:endParaRPr sz="2400">
              <a:latin typeface="Noto Sans Mono CJK HK"/>
              <a:cs typeface="Noto Sans Mono CJK HK"/>
            </a:endParaRPr>
          </a:p>
          <a:p>
            <a:pPr marL="12700">
              <a:lnSpc>
                <a:spcPct val="100000"/>
              </a:lnSpc>
              <a:spcBef>
                <a:spcPts val="1135"/>
              </a:spcBef>
            </a:pPr>
            <a:r>
              <a:rPr sz="2400" spc="-5" dirty="0">
                <a:solidFill>
                  <a:srgbClr val="0000CC"/>
                </a:solidFill>
                <a:latin typeface="Noto Sans Mono CJK HK"/>
                <a:cs typeface="Noto Sans Mono CJK HK"/>
              </a:rPr>
              <a:t>输出的电压可以是单极性电压，也可以是双极性电压。</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35</a:t>
            </a:fld>
            <a:endParaRPr spc="-25" dirty="0"/>
          </a:p>
        </p:txBody>
      </p:sp>
      <p:sp>
        <p:nvSpPr>
          <p:cNvPr id="3" name="object 3"/>
          <p:cNvSpPr txBox="1">
            <a:spLocks noGrp="1"/>
          </p:cNvSpPr>
          <p:nvPr>
            <p:ph type="title"/>
          </p:nvPr>
        </p:nvSpPr>
        <p:spPr>
          <a:xfrm>
            <a:off x="420268" y="191401"/>
            <a:ext cx="3738879"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4</a:t>
            </a:r>
            <a:r>
              <a:rPr spc="25" dirty="0">
                <a:latin typeface="Arial" panose="020B0604020202020204"/>
                <a:cs typeface="Arial" panose="020B0604020202020204"/>
              </a:rPr>
              <a:t>. </a:t>
            </a:r>
            <a:r>
              <a:rPr spc="-20" dirty="0">
                <a:latin typeface="Arial" panose="020B0604020202020204"/>
                <a:cs typeface="Arial" panose="020B0604020202020204"/>
              </a:rPr>
              <a:t>DAC0832</a:t>
            </a:r>
            <a:r>
              <a:rPr spc="-35" dirty="0"/>
              <a:t>的模拟输出</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9590" y="1061516"/>
            <a:ext cx="8046720" cy="1486535"/>
          </a:xfrm>
          <a:prstGeom prst="rect">
            <a:avLst/>
          </a:prstGeom>
        </p:spPr>
        <p:txBody>
          <a:bodyPr vert="horz" wrap="square" lIns="0" tIns="13335" rIns="0" bIns="0" rtlCol="0">
            <a:spAutoFit/>
          </a:bodyPr>
          <a:lstStyle/>
          <a:p>
            <a:pPr marL="38100" marR="30480" algn="just">
              <a:lnSpc>
                <a:spcPct val="100000"/>
              </a:lnSpc>
              <a:spcBef>
                <a:spcPts val="105"/>
              </a:spcBef>
            </a:pPr>
            <a:r>
              <a:rPr sz="2400" spc="35" dirty="0">
                <a:solidFill>
                  <a:srgbClr val="0000CC"/>
                </a:solidFill>
                <a:latin typeface="Noto Sans Mono CJK HK"/>
                <a:cs typeface="Noto Sans Mono CJK HK"/>
              </a:rPr>
              <a:t>单极性电压输出电路如下图所示。输出电压为</a:t>
            </a:r>
            <a:r>
              <a:rPr sz="2400" b="1" spc="25" dirty="0">
                <a:solidFill>
                  <a:srgbClr val="0000CC"/>
                </a:solidFill>
                <a:latin typeface="Arial" panose="020B0604020202020204"/>
                <a:cs typeface="Arial" panose="020B0604020202020204"/>
              </a:rPr>
              <a:t>V</a:t>
            </a:r>
            <a:r>
              <a:rPr sz="2325" b="1" spc="37" baseline="-18000" dirty="0">
                <a:solidFill>
                  <a:srgbClr val="0000CC"/>
                </a:solidFill>
                <a:latin typeface="Arial" panose="020B0604020202020204"/>
                <a:cs typeface="Arial" panose="020B0604020202020204"/>
              </a:rPr>
              <a:t>OUT</a:t>
            </a:r>
            <a:r>
              <a:rPr sz="2325" b="1" spc="112" baseline="-18000" dirty="0">
                <a:solidFill>
                  <a:srgbClr val="0000CC"/>
                </a:solidFill>
                <a:latin typeface="Arial" panose="020B0604020202020204"/>
                <a:cs typeface="Arial" panose="020B0604020202020204"/>
              </a:rPr>
              <a:t> </a:t>
            </a:r>
            <a:r>
              <a:rPr sz="2400" b="1" spc="25" dirty="0">
                <a:solidFill>
                  <a:srgbClr val="0000CC"/>
                </a:solidFill>
                <a:latin typeface="Arial" panose="020B0604020202020204"/>
                <a:cs typeface="Arial" panose="020B0604020202020204"/>
              </a:rPr>
              <a:t>= -</a:t>
            </a:r>
            <a:r>
              <a:rPr sz="2400" b="1" spc="5" dirty="0">
                <a:solidFill>
                  <a:srgbClr val="0000CC"/>
                </a:solidFill>
                <a:latin typeface="Arial" panose="020B0604020202020204"/>
                <a:cs typeface="Arial" panose="020B0604020202020204"/>
              </a:rPr>
              <a:t>iR</a:t>
            </a:r>
            <a:r>
              <a:rPr sz="2400" b="1" spc="75" dirty="0">
                <a:solidFill>
                  <a:srgbClr val="0000CC"/>
                </a:solidFill>
                <a:latin typeface="Arial" panose="020B0604020202020204"/>
                <a:cs typeface="Arial" panose="020B0604020202020204"/>
              </a:rPr>
              <a:t> </a:t>
            </a:r>
            <a:r>
              <a:rPr sz="2400" b="1" dirty="0">
                <a:solidFill>
                  <a:srgbClr val="0000CC"/>
                </a:solidFill>
                <a:latin typeface="Noto Sans CJK HK"/>
                <a:cs typeface="Noto Sans CJK HK"/>
              </a:rPr>
              <a:t>，</a:t>
            </a:r>
            <a:r>
              <a:rPr sz="2400" spc="245" dirty="0">
                <a:solidFill>
                  <a:srgbClr val="0000CC"/>
                </a:solidFill>
                <a:latin typeface="Noto Sans Mono CJK HK"/>
                <a:cs typeface="Noto Sans Mono CJK HK"/>
              </a:rPr>
              <a:t>输出电压的正负值视所加参考电压极性而定， 可以有</a:t>
            </a:r>
            <a:r>
              <a:rPr sz="2400" dirty="0">
                <a:solidFill>
                  <a:srgbClr val="0000CC"/>
                </a:solidFill>
                <a:latin typeface="Noto Sans Mono CJK HK"/>
                <a:cs typeface="Noto Sans Mono CJK HK"/>
              </a:rPr>
              <a:t> </a:t>
            </a:r>
            <a:r>
              <a:rPr sz="2400" b="1" spc="20" dirty="0">
                <a:solidFill>
                  <a:srgbClr val="0000CC"/>
                </a:solidFill>
                <a:latin typeface="Arial" panose="020B0604020202020204"/>
                <a:cs typeface="Arial" panose="020B0604020202020204"/>
              </a:rPr>
              <a:t>0V~</a:t>
            </a:r>
            <a:r>
              <a:rPr sz="2400" b="1" spc="20" dirty="0">
                <a:solidFill>
                  <a:srgbClr val="0000CC"/>
                </a:solidFill>
                <a:latin typeface="Noto Sans CJK HK"/>
                <a:cs typeface="Noto Sans CJK HK"/>
              </a:rPr>
              <a:t>＋</a:t>
            </a:r>
            <a:r>
              <a:rPr sz="2400" b="1" spc="20" dirty="0">
                <a:solidFill>
                  <a:srgbClr val="0000CC"/>
                </a:solidFill>
                <a:latin typeface="Arial" panose="020B0604020202020204"/>
                <a:cs typeface="Arial" panose="020B0604020202020204"/>
              </a:rPr>
              <a:t>5V</a:t>
            </a:r>
            <a:r>
              <a:rPr sz="2400" b="1" spc="65" dirty="0">
                <a:solidFill>
                  <a:srgbClr val="0000CC"/>
                </a:solidFill>
                <a:latin typeface="Arial" panose="020B0604020202020204"/>
                <a:cs typeface="Arial" panose="020B0604020202020204"/>
              </a:rPr>
              <a:t> </a:t>
            </a:r>
            <a:r>
              <a:rPr sz="2400" spc="-235" dirty="0">
                <a:solidFill>
                  <a:srgbClr val="0000CC"/>
                </a:solidFill>
                <a:latin typeface="Noto Sans Mono CJK HK"/>
                <a:cs typeface="Noto Sans Mono CJK HK"/>
              </a:rPr>
              <a:t>或 </a:t>
            </a:r>
            <a:r>
              <a:rPr sz="2400" b="1" spc="25" dirty="0">
                <a:solidFill>
                  <a:srgbClr val="0000CC"/>
                </a:solidFill>
                <a:latin typeface="Arial" panose="020B0604020202020204"/>
                <a:cs typeface="Arial" panose="020B0604020202020204"/>
              </a:rPr>
              <a:t>0V~-5V</a:t>
            </a:r>
            <a:r>
              <a:rPr sz="2400" spc="-65" dirty="0">
                <a:solidFill>
                  <a:srgbClr val="0000CC"/>
                </a:solidFill>
                <a:latin typeface="Noto Sans Mono CJK HK"/>
                <a:cs typeface="Noto Sans Mono CJK HK"/>
              </a:rPr>
              <a:t>，也可以有 </a:t>
            </a:r>
            <a:r>
              <a:rPr sz="2400" b="1" spc="20" dirty="0">
                <a:solidFill>
                  <a:srgbClr val="0000CC"/>
                </a:solidFill>
                <a:latin typeface="Arial" panose="020B0604020202020204"/>
                <a:cs typeface="Arial" panose="020B0604020202020204"/>
              </a:rPr>
              <a:t>0V~</a:t>
            </a:r>
            <a:r>
              <a:rPr sz="2400" b="1" spc="20" dirty="0">
                <a:solidFill>
                  <a:srgbClr val="0000CC"/>
                </a:solidFill>
                <a:latin typeface="Noto Sans CJK HK"/>
                <a:cs typeface="Noto Sans CJK HK"/>
              </a:rPr>
              <a:t>＋</a:t>
            </a:r>
            <a:r>
              <a:rPr sz="2400" b="1" spc="20" dirty="0">
                <a:solidFill>
                  <a:srgbClr val="0000CC"/>
                </a:solidFill>
                <a:latin typeface="Arial" panose="020B0604020202020204"/>
                <a:cs typeface="Arial" panose="020B0604020202020204"/>
              </a:rPr>
              <a:t>10V</a:t>
            </a:r>
            <a:r>
              <a:rPr sz="2400" b="1" spc="65" dirty="0">
                <a:solidFill>
                  <a:srgbClr val="0000CC"/>
                </a:solidFill>
                <a:latin typeface="Arial" panose="020B0604020202020204"/>
                <a:cs typeface="Arial" panose="020B0604020202020204"/>
              </a:rPr>
              <a:t> </a:t>
            </a:r>
            <a:r>
              <a:rPr sz="2400" spc="-235" dirty="0">
                <a:solidFill>
                  <a:srgbClr val="0000CC"/>
                </a:solidFill>
                <a:latin typeface="Noto Sans Mono CJK HK"/>
                <a:cs typeface="Noto Sans Mono CJK HK"/>
              </a:rPr>
              <a:t>或 </a:t>
            </a:r>
            <a:r>
              <a:rPr sz="2400" b="1" spc="30" dirty="0">
                <a:solidFill>
                  <a:srgbClr val="0000CC"/>
                </a:solidFill>
                <a:latin typeface="Arial" panose="020B0604020202020204"/>
                <a:cs typeface="Arial" panose="020B0604020202020204"/>
              </a:rPr>
              <a:t>0V~-</a:t>
            </a:r>
            <a:r>
              <a:rPr sz="2400" b="1" spc="15" dirty="0">
                <a:solidFill>
                  <a:srgbClr val="0000CC"/>
                </a:solidFill>
                <a:latin typeface="Arial" panose="020B0604020202020204"/>
                <a:cs typeface="Arial" panose="020B0604020202020204"/>
              </a:rPr>
              <a:t>10V</a:t>
            </a:r>
            <a:r>
              <a:rPr sz="2400" b="1" spc="75" dirty="0">
                <a:solidFill>
                  <a:srgbClr val="0000CC"/>
                </a:solidFill>
                <a:latin typeface="Arial" panose="020B0604020202020204"/>
                <a:cs typeface="Arial" panose="020B0604020202020204"/>
              </a:rPr>
              <a:t> </a:t>
            </a:r>
            <a:r>
              <a:rPr sz="2400" dirty="0">
                <a:solidFill>
                  <a:srgbClr val="0000CC"/>
                </a:solidFill>
                <a:latin typeface="Noto Sans Mono CJK HK"/>
                <a:cs typeface="Noto Sans Mono CJK HK"/>
              </a:rPr>
              <a:t>等输出范围</a:t>
            </a:r>
            <a:endParaRPr sz="2400">
              <a:latin typeface="Noto Sans Mono CJK HK"/>
              <a:cs typeface="Noto Sans Mono CJK HK"/>
            </a:endParaRPr>
          </a:p>
        </p:txBody>
      </p:sp>
      <p:sp>
        <p:nvSpPr>
          <p:cNvPr id="3" name="object 3"/>
          <p:cNvSpPr txBox="1"/>
          <p:nvPr/>
        </p:nvSpPr>
        <p:spPr>
          <a:xfrm>
            <a:off x="1786889" y="2224360"/>
            <a:ext cx="304800" cy="304800"/>
          </a:xfrm>
          <a:prstGeom prst="rect">
            <a:avLst/>
          </a:prstGeom>
        </p:spPr>
        <p:txBody>
          <a:bodyPr vert="horz" wrap="square" lIns="0" tIns="0" rIns="0" bIns="0" rtlCol="0">
            <a:spAutoFit/>
          </a:bodyPr>
          <a:lstStyle/>
          <a:p>
            <a:pPr>
              <a:lnSpc>
                <a:spcPts val="2400"/>
              </a:lnSpc>
            </a:pPr>
            <a:r>
              <a:rPr sz="2400" spc="-50" dirty="0">
                <a:solidFill>
                  <a:srgbClr val="0000CC"/>
                </a:solidFill>
                <a:latin typeface="Noto Sans Mono CJK HK"/>
                <a:cs typeface="Noto Sans Mono CJK HK"/>
              </a:rPr>
              <a:t>。</a:t>
            </a:r>
            <a:endParaRPr sz="2400">
              <a:latin typeface="Noto Sans Mono CJK HK"/>
              <a:cs typeface="Noto Sans Mono CJK HK"/>
            </a:endParaRPr>
          </a:p>
        </p:txBody>
      </p:sp>
      <p:sp>
        <p:nvSpPr>
          <p:cNvPr id="4" name="object 4"/>
          <p:cNvSpPr txBox="1">
            <a:spLocks noGrp="1"/>
          </p:cNvSpPr>
          <p:nvPr>
            <p:ph type="title"/>
          </p:nvPr>
        </p:nvSpPr>
        <p:spPr>
          <a:xfrm>
            <a:off x="243204" y="178435"/>
            <a:ext cx="4133850" cy="451484"/>
          </a:xfrm>
          <a:prstGeom prst="rect">
            <a:avLst/>
          </a:prstGeom>
        </p:spPr>
        <p:txBody>
          <a:bodyPr vert="horz" wrap="square" lIns="0" tIns="12065" rIns="0" bIns="0" rtlCol="0">
            <a:spAutoFit/>
          </a:bodyPr>
          <a:lstStyle/>
          <a:p>
            <a:pPr marL="12700">
              <a:lnSpc>
                <a:spcPct val="100000"/>
              </a:lnSpc>
              <a:spcBef>
                <a:spcPts val="95"/>
              </a:spcBef>
            </a:pPr>
            <a:r>
              <a:rPr spc="-30" dirty="0"/>
              <a:t>（</a:t>
            </a:r>
            <a:r>
              <a:rPr spc="-30" dirty="0">
                <a:latin typeface="Arial" panose="020B0604020202020204"/>
                <a:cs typeface="Arial" panose="020B0604020202020204"/>
              </a:rPr>
              <a:t>1</a:t>
            </a:r>
            <a:r>
              <a:rPr spc="-30" dirty="0"/>
              <a:t>）</a:t>
            </a:r>
            <a:r>
              <a:rPr spc="-35" dirty="0"/>
              <a:t>单极性电压输出方法</a:t>
            </a:r>
          </a:p>
        </p:txBody>
      </p:sp>
      <p:pic>
        <p:nvPicPr>
          <p:cNvPr id="5" name="object 5"/>
          <p:cNvPicPr/>
          <p:nvPr/>
        </p:nvPicPr>
        <p:blipFill>
          <a:blip r:embed="rId2" cstate="print"/>
          <a:stretch>
            <a:fillRect/>
          </a:stretch>
        </p:blipFill>
        <p:spPr>
          <a:xfrm>
            <a:off x="2136871" y="2505930"/>
            <a:ext cx="5048454" cy="3594404"/>
          </a:xfrm>
          <a:prstGeom prst="rect">
            <a:avLst/>
          </a:prstGeom>
        </p:spPr>
      </p:pic>
      <p:sp>
        <p:nvSpPr>
          <p:cNvPr id="6" name="object 6"/>
          <p:cNvSpPr txBox="1"/>
          <p:nvPr/>
        </p:nvSpPr>
        <p:spPr>
          <a:xfrm>
            <a:off x="4393565" y="4004945"/>
            <a:ext cx="8953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00FF"/>
                </a:solidFill>
                <a:latin typeface="Arial" panose="020B0604020202020204"/>
                <a:cs typeface="Arial" panose="020B0604020202020204"/>
              </a:rPr>
              <a:t>i</a:t>
            </a:r>
            <a:endParaRPr sz="1800">
              <a:latin typeface="Arial" panose="020B0604020202020204"/>
              <a:cs typeface="Arial" panose="020B0604020202020204"/>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36</a:t>
            </a:fld>
            <a:endParaRPr spc="-25" dirty="0"/>
          </a:p>
        </p:txBody>
      </p:sp>
      <p:sp>
        <p:nvSpPr>
          <p:cNvPr id="8" name="文本框 7">
            <a:extLst>
              <a:ext uri="{FF2B5EF4-FFF2-40B4-BE49-F238E27FC236}">
                <a16:creationId xmlns:a16="http://schemas.microsoft.com/office/drawing/2014/main" id="{58962B0D-D95B-4B4A-8673-F966E3780B34}"/>
              </a:ext>
            </a:extLst>
          </p:cNvPr>
          <p:cNvSpPr txBox="1"/>
          <p:nvPr/>
        </p:nvSpPr>
        <p:spPr>
          <a:xfrm>
            <a:off x="6705600" y="219511"/>
            <a:ext cx="2274569" cy="369332"/>
          </a:xfrm>
          <a:prstGeom prst="rect">
            <a:avLst/>
          </a:prstGeom>
          <a:noFill/>
        </p:spPr>
        <p:txBody>
          <a:bodyPr wrap="square" rtlCol="0">
            <a:spAutoFit/>
          </a:bodyPr>
          <a:lstStyle/>
          <a:p>
            <a:r>
              <a:rPr lang="zh-CN" altLang="en-US" dirty="0">
                <a:solidFill>
                  <a:srgbClr val="FF0000"/>
                </a:solidFill>
              </a:rPr>
              <a:t>不重要，不考察</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9523" y="1017625"/>
            <a:ext cx="7933055" cy="4346575"/>
          </a:xfrm>
          <a:prstGeom prst="rect">
            <a:avLst/>
          </a:prstGeom>
        </p:spPr>
        <p:txBody>
          <a:bodyPr vert="horz" wrap="square" lIns="0" tIns="26034" rIns="0" bIns="0" rtlCol="0">
            <a:spAutoFit/>
          </a:bodyPr>
          <a:lstStyle/>
          <a:p>
            <a:pPr marL="38100" marR="30480">
              <a:lnSpc>
                <a:spcPts val="2870"/>
              </a:lnSpc>
              <a:spcBef>
                <a:spcPts val="205"/>
              </a:spcBef>
            </a:pPr>
            <a:r>
              <a:rPr sz="2400" spc="-110" dirty="0">
                <a:solidFill>
                  <a:srgbClr val="0000CC"/>
                </a:solidFill>
                <a:latin typeface="Noto Sans Mono CJK HK"/>
                <a:cs typeface="Noto Sans Mono CJK HK"/>
              </a:rPr>
              <a:t>分辨率为 </a:t>
            </a:r>
            <a:r>
              <a:rPr sz="2400" dirty="0">
                <a:solidFill>
                  <a:srgbClr val="0000CC"/>
                </a:solidFill>
                <a:latin typeface="Arial" panose="020B0604020202020204"/>
                <a:cs typeface="Arial" panose="020B0604020202020204"/>
              </a:rPr>
              <a:t>n</a:t>
            </a:r>
            <a:r>
              <a:rPr sz="2400" spc="-110" dirty="0">
                <a:solidFill>
                  <a:srgbClr val="0000CC"/>
                </a:solidFill>
                <a:latin typeface="Arial" panose="020B0604020202020204"/>
                <a:cs typeface="Arial" panose="020B0604020202020204"/>
              </a:rPr>
              <a:t> </a:t>
            </a:r>
            <a:r>
              <a:rPr sz="2400" spc="-180" dirty="0">
                <a:solidFill>
                  <a:srgbClr val="0000CC"/>
                </a:solidFill>
                <a:latin typeface="Noto Sans Mono CJK HK"/>
                <a:cs typeface="Noto Sans Mono CJK HK"/>
              </a:rPr>
              <a:t>位的 </a:t>
            </a:r>
            <a:r>
              <a:rPr sz="2400" dirty="0">
                <a:solidFill>
                  <a:srgbClr val="0000CC"/>
                </a:solidFill>
                <a:latin typeface="Arial" panose="020B0604020202020204"/>
                <a:cs typeface="Arial" panose="020B0604020202020204"/>
              </a:rPr>
              <a:t>DAC</a:t>
            </a:r>
            <a:r>
              <a:rPr sz="2400" spc="-35" dirty="0">
                <a:solidFill>
                  <a:srgbClr val="0000CC"/>
                </a:solidFill>
                <a:latin typeface="Arial" panose="020B0604020202020204"/>
                <a:cs typeface="Arial" panose="020B0604020202020204"/>
              </a:rPr>
              <a:t> </a:t>
            </a:r>
            <a:r>
              <a:rPr sz="2400" spc="-5" dirty="0">
                <a:solidFill>
                  <a:srgbClr val="0000CC"/>
                </a:solidFill>
                <a:latin typeface="Noto Sans Mono CJK HK"/>
                <a:cs typeface="Noto Sans Mono CJK HK"/>
              </a:rPr>
              <a:t>单极性电压输出时，输出电压和输入数值的关系如下式所示。</a:t>
            </a:r>
            <a:endParaRPr sz="2400">
              <a:latin typeface="Noto Sans Mono CJK HK"/>
              <a:cs typeface="Noto Sans Mono CJK HK"/>
            </a:endParaRPr>
          </a:p>
          <a:p>
            <a:pPr marL="713740">
              <a:lnSpc>
                <a:spcPct val="100000"/>
              </a:lnSpc>
              <a:spcBef>
                <a:spcPts val="515"/>
              </a:spcBef>
            </a:pPr>
            <a:r>
              <a:rPr sz="2400" spc="-10" dirty="0">
                <a:solidFill>
                  <a:srgbClr val="FF0000"/>
                </a:solidFill>
                <a:latin typeface="Arial" panose="020B0604020202020204"/>
                <a:cs typeface="Arial" panose="020B0604020202020204"/>
              </a:rPr>
              <a:t>V</a:t>
            </a:r>
            <a:r>
              <a:rPr sz="2325" spc="-15" baseline="-18000" dirty="0">
                <a:solidFill>
                  <a:srgbClr val="FF0000"/>
                </a:solidFill>
                <a:latin typeface="Arial" panose="020B0604020202020204"/>
                <a:cs typeface="Arial" panose="020B0604020202020204"/>
              </a:rPr>
              <a:t>out</a:t>
            </a:r>
            <a:r>
              <a:rPr sz="2400" spc="-10" dirty="0">
                <a:solidFill>
                  <a:srgbClr val="FF0000"/>
                </a:solidFill>
                <a:latin typeface="Noto Serif CJK JP"/>
                <a:cs typeface="Noto Serif CJK JP"/>
              </a:rPr>
              <a:t>＝－（</a:t>
            </a:r>
            <a:r>
              <a:rPr sz="2400" spc="-10" dirty="0">
                <a:solidFill>
                  <a:srgbClr val="FF0000"/>
                </a:solidFill>
                <a:latin typeface="Arial" panose="020B0604020202020204"/>
                <a:cs typeface="Arial" panose="020B0604020202020204"/>
              </a:rPr>
              <a:t>D/2</a:t>
            </a:r>
            <a:r>
              <a:rPr sz="2325" spc="-15" baseline="22000" dirty="0">
                <a:solidFill>
                  <a:srgbClr val="FF0000"/>
                </a:solidFill>
                <a:latin typeface="Arial" panose="020B0604020202020204"/>
                <a:cs typeface="Arial" panose="020B0604020202020204"/>
              </a:rPr>
              <a:t>n</a:t>
            </a:r>
            <a:r>
              <a:rPr sz="2400" spc="-10" dirty="0">
                <a:solidFill>
                  <a:srgbClr val="FF0000"/>
                </a:solidFill>
                <a:latin typeface="Noto Serif CJK JP"/>
                <a:cs typeface="Noto Serif CJK JP"/>
              </a:rPr>
              <a:t>）×</a:t>
            </a:r>
            <a:r>
              <a:rPr sz="2400" spc="-10" dirty="0">
                <a:solidFill>
                  <a:srgbClr val="FF0000"/>
                </a:solidFill>
                <a:latin typeface="Arial" panose="020B0604020202020204"/>
                <a:cs typeface="Arial" panose="020B0604020202020204"/>
              </a:rPr>
              <a:t>V</a:t>
            </a:r>
            <a:r>
              <a:rPr sz="2325" spc="-15" baseline="-18000" dirty="0">
                <a:solidFill>
                  <a:srgbClr val="FF0000"/>
                </a:solidFill>
                <a:latin typeface="Arial" panose="020B0604020202020204"/>
                <a:cs typeface="Arial" panose="020B0604020202020204"/>
              </a:rPr>
              <a:t>REF</a:t>
            </a:r>
            <a:endParaRPr sz="2325" baseline="-18000">
              <a:latin typeface="Arial" panose="020B0604020202020204"/>
              <a:cs typeface="Arial" panose="020B0604020202020204"/>
            </a:endParaRPr>
          </a:p>
          <a:p>
            <a:pPr marL="38100">
              <a:lnSpc>
                <a:spcPct val="100000"/>
              </a:lnSpc>
              <a:spcBef>
                <a:spcPts val="1175"/>
              </a:spcBef>
            </a:pPr>
            <a:r>
              <a:rPr sz="2400" spc="-240" dirty="0">
                <a:solidFill>
                  <a:srgbClr val="0000CC"/>
                </a:solidFill>
                <a:latin typeface="Noto Sans Mono CJK HK"/>
                <a:cs typeface="Noto Sans Mono CJK HK"/>
              </a:rPr>
              <a:t>设 </a:t>
            </a:r>
            <a:r>
              <a:rPr sz="2400" spc="-10" dirty="0">
                <a:solidFill>
                  <a:srgbClr val="0000CC"/>
                </a:solidFill>
                <a:latin typeface="Arial" panose="020B0604020202020204"/>
                <a:cs typeface="Arial" panose="020B0604020202020204"/>
              </a:rPr>
              <a:t>V</a:t>
            </a:r>
            <a:r>
              <a:rPr sz="2325" spc="-15" baseline="-18000" dirty="0">
                <a:solidFill>
                  <a:srgbClr val="0000CC"/>
                </a:solidFill>
                <a:latin typeface="Arial" panose="020B0604020202020204"/>
                <a:cs typeface="Arial" panose="020B0604020202020204"/>
              </a:rPr>
              <a:t>REF</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5" dirty="0">
                <a:solidFill>
                  <a:srgbClr val="0000CC"/>
                </a:solidFill>
                <a:latin typeface="Noto Sans Mono CJK HK"/>
                <a:cs typeface="Noto Sans Mono CJK HK"/>
              </a:rPr>
              <a:t>，分辨率为</a:t>
            </a:r>
            <a:r>
              <a:rPr sz="2400" spc="-20" dirty="0">
                <a:solidFill>
                  <a:srgbClr val="0000CC"/>
                </a:solidFill>
                <a:latin typeface="Arial" panose="020B0604020202020204"/>
                <a:cs typeface="Arial" panose="020B0604020202020204"/>
              </a:rPr>
              <a:t>8</a:t>
            </a:r>
            <a:r>
              <a:rPr sz="2400" spc="-25" dirty="0">
                <a:solidFill>
                  <a:srgbClr val="0000CC"/>
                </a:solidFill>
                <a:latin typeface="Noto Sans Mono CJK HK"/>
                <a:cs typeface="Noto Sans Mono CJK HK"/>
              </a:rPr>
              <a:t>位，</a:t>
            </a:r>
            <a:endParaRPr sz="2400">
              <a:latin typeface="Noto Sans Mono CJK HK"/>
              <a:cs typeface="Noto Sans Mono CJK HK"/>
            </a:endParaRPr>
          </a:p>
          <a:p>
            <a:pPr marL="380365" indent="-342265">
              <a:lnSpc>
                <a:spcPct val="100000"/>
              </a:lnSpc>
              <a:spcBef>
                <a:spcPts val="575"/>
              </a:spcBef>
              <a:buFont typeface="Wingdings" panose="05000000000000000000"/>
              <a:buChar char=""/>
              <a:tabLst>
                <a:tab pos="380365" algn="l"/>
              </a:tabLst>
            </a:pPr>
            <a:r>
              <a:rPr sz="2400" dirty="0">
                <a:solidFill>
                  <a:srgbClr val="0000CC"/>
                </a:solidFill>
                <a:latin typeface="Noto Sans Mono CJK HK"/>
                <a:cs typeface="Noto Sans Mono CJK HK"/>
              </a:rPr>
              <a:t>当</a:t>
            </a:r>
            <a:r>
              <a:rPr sz="2400" spc="-10" dirty="0">
                <a:solidFill>
                  <a:srgbClr val="0000CC"/>
                </a:solidFill>
                <a:latin typeface="Arial" panose="020B0604020202020204"/>
                <a:cs typeface="Arial" panose="020B0604020202020204"/>
              </a:rPr>
              <a:t>D</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FFH</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255</a:t>
            </a:r>
            <a:r>
              <a:rPr sz="2400" spc="-5" dirty="0">
                <a:solidFill>
                  <a:srgbClr val="0000CC"/>
                </a:solidFill>
                <a:latin typeface="Noto Sans Mono CJK HK"/>
                <a:cs typeface="Noto Sans Mono CJK HK"/>
              </a:rPr>
              <a:t>时，取得最大输出电压为：</a:t>
            </a:r>
            <a:endParaRPr sz="2400">
              <a:latin typeface="Noto Sans Mono CJK HK"/>
              <a:cs typeface="Noto Sans Mono CJK HK"/>
            </a:endParaRPr>
          </a:p>
          <a:p>
            <a:pPr marL="375920">
              <a:lnSpc>
                <a:spcPct val="100000"/>
              </a:lnSpc>
              <a:spcBef>
                <a:spcPts val="575"/>
              </a:spcBef>
            </a:pPr>
            <a:r>
              <a:rPr sz="2400" spc="-10" dirty="0">
                <a:solidFill>
                  <a:srgbClr val="0000CC"/>
                </a:solidFill>
                <a:latin typeface="Arial" panose="020B0604020202020204"/>
                <a:cs typeface="Arial" panose="020B0604020202020204"/>
              </a:rPr>
              <a:t>V</a:t>
            </a:r>
            <a:r>
              <a:rPr sz="2325" spc="-15" baseline="-18000" dirty="0">
                <a:solidFill>
                  <a:srgbClr val="0000CC"/>
                </a:solidFill>
                <a:latin typeface="Arial" panose="020B0604020202020204"/>
                <a:cs typeface="Arial" panose="020B0604020202020204"/>
              </a:rPr>
              <a:t>max</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255/256</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4.98V</a:t>
            </a:r>
            <a:endParaRPr sz="2400">
              <a:latin typeface="Arial" panose="020B0604020202020204"/>
              <a:cs typeface="Arial" panose="020B0604020202020204"/>
            </a:endParaRPr>
          </a:p>
          <a:p>
            <a:pPr marL="380365" indent="-342265">
              <a:lnSpc>
                <a:spcPct val="100000"/>
              </a:lnSpc>
              <a:spcBef>
                <a:spcPts val="575"/>
              </a:spcBef>
              <a:buFont typeface="Wingdings" panose="05000000000000000000"/>
              <a:buChar char=""/>
              <a:tabLst>
                <a:tab pos="380365" algn="l"/>
              </a:tabLst>
            </a:pPr>
            <a:r>
              <a:rPr sz="2400" dirty="0">
                <a:solidFill>
                  <a:srgbClr val="0000CC"/>
                </a:solidFill>
                <a:latin typeface="Noto Sans Mono CJK HK"/>
                <a:cs typeface="Noto Sans Mono CJK HK"/>
              </a:rPr>
              <a:t>当</a:t>
            </a:r>
            <a:r>
              <a:rPr sz="2400" spc="-20" dirty="0">
                <a:solidFill>
                  <a:srgbClr val="0000CC"/>
                </a:solidFill>
                <a:latin typeface="Arial" panose="020B0604020202020204"/>
                <a:cs typeface="Arial" panose="020B0604020202020204"/>
              </a:rPr>
              <a:t>D</a:t>
            </a:r>
            <a:r>
              <a:rPr sz="2400" spc="-20" dirty="0">
                <a:solidFill>
                  <a:srgbClr val="0000CC"/>
                </a:solidFill>
                <a:latin typeface="Noto Sans Mono CJK HK"/>
                <a:cs typeface="Noto Sans Mono CJK HK"/>
              </a:rPr>
              <a:t>＝</a:t>
            </a:r>
            <a:r>
              <a:rPr sz="2400" spc="-20" dirty="0">
                <a:solidFill>
                  <a:srgbClr val="0000CC"/>
                </a:solidFill>
                <a:latin typeface="Arial" panose="020B0604020202020204"/>
                <a:cs typeface="Arial" panose="020B0604020202020204"/>
              </a:rPr>
              <a:t>00H</a:t>
            </a:r>
            <a:r>
              <a:rPr sz="2400" spc="-5" dirty="0">
                <a:solidFill>
                  <a:srgbClr val="0000CC"/>
                </a:solidFill>
                <a:latin typeface="Noto Sans Mono CJK HK"/>
                <a:cs typeface="Noto Sans Mono CJK HK"/>
              </a:rPr>
              <a:t>时，取得最小输出电压为：</a:t>
            </a:r>
            <a:endParaRPr sz="2400">
              <a:latin typeface="Noto Sans Mono CJK HK"/>
              <a:cs typeface="Noto Sans Mono CJK HK"/>
            </a:endParaRPr>
          </a:p>
          <a:p>
            <a:pPr marL="375920">
              <a:lnSpc>
                <a:spcPct val="100000"/>
              </a:lnSpc>
              <a:spcBef>
                <a:spcPts val="575"/>
              </a:spcBef>
            </a:pPr>
            <a:r>
              <a:rPr sz="2400" spc="-10" dirty="0">
                <a:solidFill>
                  <a:srgbClr val="0000CC"/>
                </a:solidFill>
                <a:latin typeface="Arial" panose="020B0604020202020204"/>
                <a:cs typeface="Arial" panose="020B0604020202020204"/>
              </a:rPr>
              <a:t>V</a:t>
            </a:r>
            <a:r>
              <a:rPr sz="2325" spc="-15" baseline="-18000" dirty="0">
                <a:solidFill>
                  <a:srgbClr val="0000CC"/>
                </a:solidFill>
                <a:latin typeface="Arial" panose="020B0604020202020204"/>
                <a:cs typeface="Arial" panose="020B0604020202020204"/>
              </a:rPr>
              <a:t>min</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0/256</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0V</a:t>
            </a:r>
            <a:endParaRPr sz="2400">
              <a:latin typeface="Arial" panose="020B0604020202020204"/>
              <a:cs typeface="Arial" panose="020B0604020202020204"/>
            </a:endParaRPr>
          </a:p>
          <a:p>
            <a:pPr marL="380365" indent="-342265">
              <a:lnSpc>
                <a:spcPct val="100000"/>
              </a:lnSpc>
              <a:spcBef>
                <a:spcPts val="575"/>
              </a:spcBef>
              <a:buFont typeface="Wingdings" panose="05000000000000000000"/>
              <a:buChar char=""/>
              <a:tabLst>
                <a:tab pos="380365" algn="l"/>
              </a:tabLst>
            </a:pPr>
            <a:r>
              <a:rPr sz="2400" dirty="0">
                <a:solidFill>
                  <a:srgbClr val="0000CC"/>
                </a:solidFill>
                <a:latin typeface="Noto Sans Mono CJK HK"/>
                <a:cs typeface="Noto Sans Mono CJK HK"/>
              </a:rPr>
              <a:t>当</a:t>
            </a:r>
            <a:r>
              <a:rPr sz="2400" spc="-20" dirty="0">
                <a:solidFill>
                  <a:srgbClr val="0000CC"/>
                </a:solidFill>
                <a:latin typeface="Arial" panose="020B0604020202020204"/>
                <a:cs typeface="Arial" panose="020B0604020202020204"/>
              </a:rPr>
              <a:t>D</a:t>
            </a:r>
            <a:r>
              <a:rPr sz="2400" spc="-20" dirty="0">
                <a:solidFill>
                  <a:srgbClr val="0000CC"/>
                </a:solidFill>
                <a:latin typeface="Noto Sans Mono CJK HK"/>
                <a:cs typeface="Noto Sans Mono CJK HK"/>
              </a:rPr>
              <a:t>＝</a:t>
            </a:r>
            <a:r>
              <a:rPr sz="2400" spc="-20" dirty="0">
                <a:solidFill>
                  <a:srgbClr val="0000CC"/>
                </a:solidFill>
                <a:latin typeface="Arial" panose="020B0604020202020204"/>
                <a:cs typeface="Arial" panose="020B0604020202020204"/>
              </a:rPr>
              <a:t>01H</a:t>
            </a:r>
            <a:r>
              <a:rPr sz="2400" dirty="0">
                <a:solidFill>
                  <a:srgbClr val="0000CC"/>
                </a:solidFill>
                <a:latin typeface="Noto Sans Mono CJK HK"/>
                <a:cs typeface="Noto Sans Mono CJK HK"/>
              </a:rPr>
              <a:t>时，输出一个最低有效位</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LSB</a:t>
            </a:r>
            <a:r>
              <a:rPr sz="2400" spc="-10" dirty="0">
                <a:solidFill>
                  <a:srgbClr val="0000CC"/>
                </a:solidFill>
                <a:latin typeface="Noto Sans Mono CJK HK"/>
                <a:cs typeface="Noto Sans Mono CJK HK"/>
              </a:rPr>
              <a:t>）</a:t>
            </a:r>
            <a:r>
              <a:rPr sz="2400" spc="-20" dirty="0">
                <a:solidFill>
                  <a:srgbClr val="0000CC"/>
                </a:solidFill>
                <a:latin typeface="Noto Sans Mono CJK HK"/>
                <a:cs typeface="Noto Sans Mono CJK HK"/>
              </a:rPr>
              <a:t>电压：</a:t>
            </a:r>
            <a:endParaRPr sz="2400">
              <a:latin typeface="Noto Sans Mono CJK HK"/>
              <a:cs typeface="Noto Sans Mono CJK HK"/>
            </a:endParaRPr>
          </a:p>
          <a:p>
            <a:pPr marL="375920">
              <a:lnSpc>
                <a:spcPct val="100000"/>
              </a:lnSpc>
              <a:spcBef>
                <a:spcPts val="575"/>
              </a:spcBef>
            </a:pPr>
            <a:r>
              <a:rPr sz="2400" spc="-10" dirty="0">
                <a:solidFill>
                  <a:srgbClr val="0000CC"/>
                </a:solidFill>
                <a:latin typeface="Arial" panose="020B0604020202020204"/>
                <a:cs typeface="Arial" panose="020B0604020202020204"/>
              </a:rPr>
              <a:t>V</a:t>
            </a:r>
            <a:r>
              <a:rPr sz="2325" spc="-15" baseline="-18000" dirty="0">
                <a:solidFill>
                  <a:srgbClr val="0000CC"/>
                </a:solidFill>
                <a:latin typeface="Arial" panose="020B0604020202020204"/>
                <a:cs typeface="Arial" panose="020B0604020202020204"/>
              </a:rPr>
              <a:t>LSB</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1/256</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0.02V</a:t>
            </a:r>
            <a:endParaRPr sz="2400">
              <a:latin typeface="Arial" panose="020B0604020202020204"/>
              <a:cs typeface="Arial" panose="020B0604020202020204"/>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37</a:t>
            </a:fld>
            <a:endParaRPr spc="-25" dirty="0"/>
          </a:p>
        </p:txBody>
      </p:sp>
      <p:sp>
        <p:nvSpPr>
          <p:cNvPr id="3" name="object 3"/>
          <p:cNvSpPr txBox="1">
            <a:spLocks noGrp="1"/>
          </p:cNvSpPr>
          <p:nvPr>
            <p:ph type="title"/>
          </p:nvPr>
        </p:nvSpPr>
        <p:spPr>
          <a:xfrm>
            <a:off x="243204" y="178435"/>
            <a:ext cx="4133850" cy="451484"/>
          </a:xfrm>
          <a:prstGeom prst="rect">
            <a:avLst/>
          </a:prstGeom>
        </p:spPr>
        <p:txBody>
          <a:bodyPr vert="horz" wrap="square" lIns="0" tIns="12065" rIns="0" bIns="0" rtlCol="0">
            <a:spAutoFit/>
          </a:bodyPr>
          <a:lstStyle/>
          <a:p>
            <a:pPr marL="12700">
              <a:lnSpc>
                <a:spcPct val="100000"/>
              </a:lnSpc>
              <a:spcBef>
                <a:spcPts val="95"/>
              </a:spcBef>
            </a:pPr>
            <a:r>
              <a:rPr spc="-30" dirty="0"/>
              <a:t>（</a:t>
            </a:r>
            <a:r>
              <a:rPr spc="-30" dirty="0">
                <a:latin typeface="Arial" panose="020B0604020202020204"/>
                <a:cs typeface="Arial" panose="020B0604020202020204"/>
              </a:rPr>
              <a:t>1</a:t>
            </a:r>
            <a:r>
              <a:rPr spc="-30" dirty="0"/>
              <a:t>）</a:t>
            </a:r>
            <a:r>
              <a:rPr spc="-35" dirty="0"/>
              <a:t>单极性电压输出方法</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339" y="191960"/>
            <a:ext cx="3422650" cy="451484"/>
          </a:xfrm>
          <a:prstGeom prst="rect">
            <a:avLst/>
          </a:prstGeom>
        </p:spPr>
        <p:txBody>
          <a:bodyPr vert="horz" wrap="square" lIns="0" tIns="12065" rIns="0" bIns="0" rtlCol="0">
            <a:spAutoFit/>
          </a:bodyPr>
          <a:lstStyle/>
          <a:p>
            <a:pPr marL="12700">
              <a:lnSpc>
                <a:spcPct val="100000"/>
              </a:lnSpc>
              <a:spcBef>
                <a:spcPts val="95"/>
              </a:spcBef>
            </a:pPr>
            <a:r>
              <a:rPr spc="-30" dirty="0"/>
              <a:t>（</a:t>
            </a:r>
            <a:r>
              <a:rPr spc="-30" dirty="0">
                <a:latin typeface="Arial" panose="020B0604020202020204"/>
                <a:cs typeface="Arial" panose="020B0604020202020204"/>
              </a:rPr>
              <a:t>2</a:t>
            </a:r>
            <a:r>
              <a:rPr spc="-30" dirty="0"/>
              <a:t>）</a:t>
            </a:r>
            <a:r>
              <a:rPr spc="-35" dirty="0"/>
              <a:t>双极性电压输出</a:t>
            </a:r>
          </a:p>
        </p:txBody>
      </p:sp>
      <p:sp>
        <p:nvSpPr>
          <p:cNvPr id="3" name="object 3"/>
          <p:cNvSpPr txBox="1"/>
          <p:nvPr/>
        </p:nvSpPr>
        <p:spPr>
          <a:xfrm>
            <a:off x="554990" y="1012189"/>
            <a:ext cx="7877809" cy="1315720"/>
          </a:xfrm>
          <a:prstGeom prst="rect">
            <a:avLst/>
          </a:prstGeom>
        </p:spPr>
        <p:txBody>
          <a:bodyPr vert="horz" wrap="square" lIns="0" tIns="27305" rIns="0" bIns="0" rtlCol="0">
            <a:spAutoFit/>
          </a:bodyPr>
          <a:lstStyle/>
          <a:p>
            <a:pPr marL="12700" marR="5080">
              <a:lnSpc>
                <a:spcPts val="3350"/>
              </a:lnSpc>
              <a:spcBef>
                <a:spcPts val="215"/>
              </a:spcBef>
            </a:pPr>
            <a:r>
              <a:rPr sz="2800" spc="-35" dirty="0">
                <a:solidFill>
                  <a:srgbClr val="0000CC"/>
                </a:solidFill>
                <a:latin typeface="Noto Sans Mono CJK HK"/>
                <a:cs typeface="Noto Sans Mono CJK HK"/>
              </a:rPr>
              <a:t>在单极性电压输出后再加一级运算放大器即可实现</a:t>
            </a:r>
            <a:r>
              <a:rPr sz="2800" spc="-30" dirty="0">
                <a:solidFill>
                  <a:srgbClr val="0000CC"/>
                </a:solidFill>
                <a:latin typeface="Noto Sans Mono CJK HK"/>
                <a:cs typeface="Noto Sans Mono CJK HK"/>
              </a:rPr>
              <a:t>双极性电压输出，输出范围有-</a:t>
            </a:r>
            <a:r>
              <a:rPr sz="2800" spc="-25" dirty="0">
                <a:solidFill>
                  <a:srgbClr val="0000CC"/>
                </a:solidFill>
                <a:latin typeface="Noto Sans Mono CJK HK"/>
                <a:cs typeface="Noto Sans Mono CJK HK"/>
              </a:rPr>
              <a:t>5Ｖ</a:t>
            </a:r>
            <a:r>
              <a:rPr sz="2800" spc="-25" dirty="0">
                <a:solidFill>
                  <a:srgbClr val="0000CC"/>
                </a:solidFill>
                <a:latin typeface="Times New Roman" panose="02020603050405020304"/>
                <a:cs typeface="Times New Roman" panose="02020603050405020304"/>
              </a:rPr>
              <a:t>~</a:t>
            </a:r>
            <a:r>
              <a:rPr sz="2800" spc="-25" dirty="0">
                <a:solidFill>
                  <a:srgbClr val="0000CC"/>
                </a:solidFill>
                <a:latin typeface="Noto Sans Mono CJK HK"/>
                <a:cs typeface="Noto Sans Mono CJK HK"/>
              </a:rPr>
              <a:t>＋5</a:t>
            </a:r>
            <a:r>
              <a:rPr sz="2800" spc="-30" dirty="0">
                <a:solidFill>
                  <a:srgbClr val="0000CC"/>
                </a:solidFill>
                <a:latin typeface="Noto Sans Mono CJK HK"/>
                <a:cs typeface="Noto Sans Mono CJK HK"/>
              </a:rPr>
              <a:t>Ｖ和-</a:t>
            </a:r>
            <a:r>
              <a:rPr sz="2800" spc="-20" dirty="0">
                <a:solidFill>
                  <a:srgbClr val="0000CC"/>
                </a:solidFill>
                <a:latin typeface="Noto Sans Mono CJK HK"/>
                <a:cs typeface="Noto Sans Mono CJK HK"/>
              </a:rPr>
              <a:t>10Ｖ</a:t>
            </a:r>
            <a:r>
              <a:rPr sz="2800" spc="-20" dirty="0">
                <a:solidFill>
                  <a:srgbClr val="0000CC"/>
                </a:solidFill>
                <a:latin typeface="Times New Roman" panose="02020603050405020304"/>
                <a:cs typeface="Times New Roman" panose="02020603050405020304"/>
              </a:rPr>
              <a:t>~</a:t>
            </a:r>
            <a:r>
              <a:rPr sz="2800" spc="-25" dirty="0">
                <a:solidFill>
                  <a:srgbClr val="0000CC"/>
                </a:solidFill>
                <a:latin typeface="Noto Sans Mono CJK HK"/>
                <a:cs typeface="Noto Sans Mono CJK HK"/>
              </a:rPr>
              <a:t>＋10</a:t>
            </a:r>
            <a:r>
              <a:rPr sz="2800" spc="-40" dirty="0">
                <a:solidFill>
                  <a:srgbClr val="0000CC"/>
                </a:solidFill>
                <a:latin typeface="Noto Sans Mono CJK HK"/>
                <a:cs typeface="Noto Sans Mono CJK HK"/>
              </a:rPr>
              <a:t>Ｖ。</a:t>
            </a:r>
            <a:endParaRPr sz="2800">
              <a:latin typeface="Noto Sans Mono CJK HK"/>
              <a:cs typeface="Noto Sans Mono CJK HK"/>
            </a:endParaRPr>
          </a:p>
        </p:txBody>
      </p:sp>
      <p:grpSp>
        <p:nvGrpSpPr>
          <p:cNvPr id="4" name="object 4"/>
          <p:cNvGrpSpPr/>
          <p:nvPr/>
        </p:nvGrpSpPr>
        <p:grpSpPr>
          <a:xfrm>
            <a:off x="1283215" y="2450060"/>
            <a:ext cx="6630034" cy="3020060"/>
            <a:chOff x="1283215" y="2450060"/>
            <a:chExt cx="6630034" cy="3020060"/>
          </a:xfrm>
        </p:grpSpPr>
        <p:pic>
          <p:nvPicPr>
            <p:cNvPr id="5" name="object 5"/>
            <p:cNvPicPr/>
            <p:nvPr/>
          </p:nvPicPr>
          <p:blipFill>
            <a:blip r:embed="rId2" cstate="print"/>
            <a:stretch>
              <a:fillRect/>
            </a:stretch>
          </p:blipFill>
          <p:spPr>
            <a:xfrm>
              <a:off x="1283215" y="2450060"/>
              <a:ext cx="6629639" cy="3019575"/>
            </a:xfrm>
            <a:prstGeom prst="rect">
              <a:avLst/>
            </a:prstGeom>
          </p:spPr>
        </p:pic>
        <p:sp>
          <p:nvSpPr>
            <p:cNvPr id="6" name="object 6"/>
            <p:cNvSpPr/>
            <p:nvPr/>
          </p:nvSpPr>
          <p:spPr>
            <a:xfrm>
              <a:off x="4797425" y="3473449"/>
              <a:ext cx="627380" cy="1033780"/>
            </a:xfrm>
            <a:custGeom>
              <a:avLst/>
              <a:gdLst/>
              <a:ahLst/>
              <a:cxnLst/>
              <a:rect l="l" t="t" r="r" b="b"/>
              <a:pathLst>
                <a:path w="627379" h="1033779">
                  <a:moveTo>
                    <a:pt x="495300" y="990600"/>
                  </a:moveTo>
                  <a:lnTo>
                    <a:pt x="466725" y="976312"/>
                  </a:lnTo>
                  <a:lnTo>
                    <a:pt x="409575" y="947737"/>
                  </a:lnTo>
                  <a:lnTo>
                    <a:pt x="409575" y="976312"/>
                  </a:lnTo>
                  <a:lnTo>
                    <a:pt x="0" y="976312"/>
                  </a:lnTo>
                  <a:lnTo>
                    <a:pt x="0" y="1004887"/>
                  </a:lnTo>
                  <a:lnTo>
                    <a:pt x="409575" y="1004887"/>
                  </a:lnTo>
                  <a:lnTo>
                    <a:pt x="409575" y="1033462"/>
                  </a:lnTo>
                  <a:lnTo>
                    <a:pt x="466725" y="1004887"/>
                  </a:lnTo>
                  <a:lnTo>
                    <a:pt x="495300" y="990600"/>
                  </a:lnTo>
                  <a:close/>
                </a:path>
                <a:path w="627379" h="1033779">
                  <a:moveTo>
                    <a:pt x="627062" y="409575"/>
                  </a:moveTo>
                  <a:lnTo>
                    <a:pt x="598487" y="409575"/>
                  </a:lnTo>
                  <a:lnTo>
                    <a:pt x="598487" y="0"/>
                  </a:lnTo>
                  <a:lnTo>
                    <a:pt x="569912" y="0"/>
                  </a:lnTo>
                  <a:lnTo>
                    <a:pt x="569912" y="409575"/>
                  </a:lnTo>
                  <a:lnTo>
                    <a:pt x="541337" y="409575"/>
                  </a:lnTo>
                  <a:lnTo>
                    <a:pt x="584200" y="495300"/>
                  </a:lnTo>
                  <a:lnTo>
                    <a:pt x="616343" y="431012"/>
                  </a:lnTo>
                  <a:lnTo>
                    <a:pt x="627062" y="409575"/>
                  </a:lnTo>
                  <a:close/>
                </a:path>
              </a:pathLst>
            </a:custGeom>
            <a:solidFill>
              <a:srgbClr val="FF3300"/>
            </a:solidFill>
          </p:spPr>
          <p:txBody>
            <a:bodyPr wrap="square" lIns="0" tIns="0" rIns="0" bIns="0" rtlCol="0"/>
            <a:lstStyle/>
            <a:p>
              <a:endParaRPr/>
            </a:p>
          </p:txBody>
        </p:sp>
      </p:grpSp>
      <p:sp>
        <p:nvSpPr>
          <p:cNvPr id="7" name="object 7"/>
          <p:cNvSpPr txBox="1"/>
          <p:nvPr/>
        </p:nvSpPr>
        <p:spPr>
          <a:xfrm>
            <a:off x="4873625" y="3455987"/>
            <a:ext cx="464184" cy="1310640"/>
          </a:xfrm>
          <a:prstGeom prst="rect">
            <a:avLst/>
          </a:prstGeom>
        </p:spPr>
        <p:txBody>
          <a:bodyPr vert="horz" wrap="square" lIns="0" tIns="13335" rIns="0" bIns="0" rtlCol="0">
            <a:spAutoFit/>
          </a:bodyPr>
          <a:lstStyle/>
          <a:p>
            <a:pPr marL="239395">
              <a:lnSpc>
                <a:spcPct val="100000"/>
              </a:lnSpc>
              <a:spcBef>
                <a:spcPts val="105"/>
              </a:spcBef>
            </a:pPr>
            <a:r>
              <a:rPr sz="2000" spc="-25" dirty="0">
                <a:solidFill>
                  <a:srgbClr val="FF3300"/>
                </a:solidFill>
                <a:latin typeface="Times New Roman" panose="02020603050405020304"/>
                <a:cs typeface="Times New Roman" panose="02020603050405020304"/>
              </a:rPr>
              <a:t>I1</a:t>
            </a:r>
            <a:endParaRPr sz="2000">
              <a:latin typeface="Times New Roman" panose="02020603050405020304"/>
              <a:cs typeface="Times New Roman" panose="02020603050405020304"/>
            </a:endParaRPr>
          </a:p>
          <a:p>
            <a:pPr>
              <a:lnSpc>
                <a:spcPct val="100000"/>
              </a:lnSpc>
            </a:pPr>
            <a:endParaRPr sz="2000">
              <a:latin typeface="Times New Roman" panose="02020603050405020304"/>
              <a:cs typeface="Times New Roman" panose="02020603050405020304"/>
            </a:endParaRPr>
          </a:p>
          <a:p>
            <a:pPr>
              <a:lnSpc>
                <a:spcPct val="100000"/>
              </a:lnSpc>
              <a:spcBef>
                <a:spcPts val="710"/>
              </a:spcBef>
            </a:pPr>
            <a:endParaRPr sz="2000">
              <a:latin typeface="Times New Roman" panose="02020603050405020304"/>
              <a:cs typeface="Times New Roman" panose="02020603050405020304"/>
            </a:endParaRPr>
          </a:p>
          <a:p>
            <a:pPr marL="12700">
              <a:lnSpc>
                <a:spcPct val="100000"/>
              </a:lnSpc>
            </a:pPr>
            <a:r>
              <a:rPr sz="2000" spc="-25" dirty="0">
                <a:solidFill>
                  <a:srgbClr val="FF3300"/>
                </a:solidFill>
                <a:latin typeface="Times New Roman" panose="02020603050405020304"/>
                <a:cs typeface="Times New Roman" panose="02020603050405020304"/>
              </a:rPr>
              <a:t>I2</a:t>
            </a:r>
            <a:endParaRPr sz="20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96339" y="3232404"/>
            <a:ext cx="7874634" cy="3167380"/>
            <a:chOff x="1196339" y="3232404"/>
            <a:chExt cx="7874634" cy="3167380"/>
          </a:xfrm>
        </p:grpSpPr>
        <p:pic>
          <p:nvPicPr>
            <p:cNvPr id="3" name="object 3"/>
            <p:cNvPicPr/>
            <p:nvPr/>
          </p:nvPicPr>
          <p:blipFill>
            <a:blip r:embed="rId2" cstate="print"/>
            <a:stretch>
              <a:fillRect/>
            </a:stretch>
          </p:blipFill>
          <p:spPr>
            <a:xfrm>
              <a:off x="1196339" y="3232404"/>
              <a:ext cx="7034783" cy="3166872"/>
            </a:xfrm>
            <a:prstGeom prst="rect">
              <a:avLst/>
            </a:prstGeom>
          </p:spPr>
        </p:pic>
        <p:sp>
          <p:nvSpPr>
            <p:cNvPr id="4" name="object 4"/>
            <p:cNvSpPr/>
            <p:nvPr/>
          </p:nvSpPr>
          <p:spPr>
            <a:xfrm>
              <a:off x="5517794" y="4599101"/>
              <a:ext cx="85725" cy="495300"/>
            </a:xfrm>
            <a:custGeom>
              <a:avLst/>
              <a:gdLst/>
              <a:ahLst/>
              <a:cxnLst/>
              <a:rect l="l" t="t" r="r" b="b"/>
              <a:pathLst>
                <a:path w="85725" h="495300">
                  <a:moveTo>
                    <a:pt x="57150" y="431012"/>
                  </a:moveTo>
                  <a:lnTo>
                    <a:pt x="28575" y="431012"/>
                  </a:lnTo>
                  <a:lnTo>
                    <a:pt x="28575" y="0"/>
                  </a:lnTo>
                  <a:lnTo>
                    <a:pt x="57150" y="0"/>
                  </a:lnTo>
                  <a:lnTo>
                    <a:pt x="57150" y="431012"/>
                  </a:lnTo>
                  <a:close/>
                </a:path>
                <a:path w="85725" h="495300">
                  <a:moveTo>
                    <a:pt x="42862" y="495300"/>
                  </a:moveTo>
                  <a:lnTo>
                    <a:pt x="0" y="409575"/>
                  </a:lnTo>
                  <a:lnTo>
                    <a:pt x="28575" y="409575"/>
                  </a:lnTo>
                  <a:lnTo>
                    <a:pt x="28575" y="431012"/>
                  </a:lnTo>
                  <a:lnTo>
                    <a:pt x="75006" y="431012"/>
                  </a:lnTo>
                  <a:lnTo>
                    <a:pt x="42862" y="495300"/>
                  </a:lnTo>
                  <a:close/>
                </a:path>
                <a:path w="85725" h="495300">
                  <a:moveTo>
                    <a:pt x="75006" y="431012"/>
                  </a:moveTo>
                  <a:lnTo>
                    <a:pt x="57150" y="431012"/>
                  </a:lnTo>
                  <a:lnTo>
                    <a:pt x="57150" y="409575"/>
                  </a:lnTo>
                  <a:lnTo>
                    <a:pt x="85725" y="409575"/>
                  </a:lnTo>
                  <a:lnTo>
                    <a:pt x="75006" y="431012"/>
                  </a:lnTo>
                  <a:close/>
                </a:path>
              </a:pathLst>
            </a:custGeom>
            <a:solidFill>
              <a:srgbClr val="FF3300"/>
            </a:solidFill>
          </p:spPr>
          <p:txBody>
            <a:bodyPr wrap="square" lIns="0" tIns="0" rIns="0" bIns="0" rtlCol="0"/>
            <a:lstStyle/>
            <a:p>
              <a:endParaRPr/>
            </a:p>
          </p:txBody>
        </p:sp>
      </p:grpSp>
      <p:sp>
        <p:nvSpPr>
          <p:cNvPr id="5" name="object 5"/>
          <p:cNvSpPr txBox="1">
            <a:spLocks noGrp="1"/>
          </p:cNvSpPr>
          <p:nvPr>
            <p:ph type="title"/>
          </p:nvPr>
        </p:nvSpPr>
        <p:spPr>
          <a:xfrm>
            <a:off x="273329" y="191922"/>
            <a:ext cx="3422650" cy="451484"/>
          </a:xfrm>
          <a:prstGeom prst="rect">
            <a:avLst/>
          </a:prstGeom>
        </p:spPr>
        <p:txBody>
          <a:bodyPr vert="horz" wrap="square" lIns="0" tIns="12065" rIns="0" bIns="0" rtlCol="0">
            <a:spAutoFit/>
          </a:bodyPr>
          <a:lstStyle/>
          <a:p>
            <a:pPr marL="12700">
              <a:lnSpc>
                <a:spcPct val="100000"/>
              </a:lnSpc>
              <a:spcBef>
                <a:spcPts val="95"/>
              </a:spcBef>
            </a:pPr>
            <a:r>
              <a:rPr spc="-30" dirty="0"/>
              <a:t>（</a:t>
            </a:r>
            <a:r>
              <a:rPr spc="-30" dirty="0">
                <a:latin typeface="Arial" panose="020B0604020202020204"/>
                <a:cs typeface="Arial" panose="020B0604020202020204"/>
              </a:rPr>
              <a:t>2</a:t>
            </a:r>
            <a:r>
              <a:rPr spc="-30" dirty="0"/>
              <a:t>）</a:t>
            </a:r>
            <a:r>
              <a:rPr spc="-35" dirty="0"/>
              <a:t>双极性电压输出</a:t>
            </a:r>
          </a:p>
        </p:txBody>
      </p:sp>
      <p:sp>
        <p:nvSpPr>
          <p:cNvPr id="6" name="object 6"/>
          <p:cNvSpPr txBox="1"/>
          <p:nvPr/>
        </p:nvSpPr>
        <p:spPr>
          <a:xfrm>
            <a:off x="5279669" y="4484801"/>
            <a:ext cx="237490" cy="331470"/>
          </a:xfrm>
          <a:prstGeom prst="rect">
            <a:avLst/>
          </a:prstGeom>
        </p:spPr>
        <p:txBody>
          <a:bodyPr vert="horz" wrap="square" lIns="0" tIns="13335" rIns="0" bIns="0" rtlCol="0">
            <a:spAutoFit/>
          </a:bodyPr>
          <a:lstStyle/>
          <a:p>
            <a:pPr marL="12700">
              <a:lnSpc>
                <a:spcPct val="100000"/>
              </a:lnSpc>
              <a:spcBef>
                <a:spcPts val="105"/>
              </a:spcBef>
            </a:pPr>
            <a:r>
              <a:rPr sz="2000" spc="-25" dirty="0">
                <a:solidFill>
                  <a:srgbClr val="FF3300"/>
                </a:solidFill>
                <a:latin typeface="Times New Roman" panose="02020603050405020304"/>
                <a:cs typeface="Times New Roman" panose="02020603050405020304"/>
              </a:rPr>
              <a:t>I1</a:t>
            </a:r>
            <a:endParaRPr sz="2000">
              <a:latin typeface="Times New Roman" panose="02020603050405020304"/>
              <a:cs typeface="Times New Roman" panose="02020603050405020304"/>
            </a:endParaRPr>
          </a:p>
        </p:txBody>
      </p:sp>
      <p:sp>
        <p:nvSpPr>
          <p:cNvPr id="7" name="object 7"/>
          <p:cNvSpPr txBox="1"/>
          <p:nvPr/>
        </p:nvSpPr>
        <p:spPr>
          <a:xfrm>
            <a:off x="5052656" y="5329351"/>
            <a:ext cx="237490" cy="331470"/>
          </a:xfrm>
          <a:prstGeom prst="rect">
            <a:avLst/>
          </a:prstGeom>
        </p:spPr>
        <p:txBody>
          <a:bodyPr vert="horz" wrap="square" lIns="0" tIns="13335" rIns="0" bIns="0" rtlCol="0">
            <a:spAutoFit/>
          </a:bodyPr>
          <a:lstStyle/>
          <a:p>
            <a:pPr marL="12700">
              <a:lnSpc>
                <a:spcPct val="100000"/>
              </a:lnSpc>
              <a:spcBef>
                <a:spcPts val="105"/>
              </a:spcBef>
            </a:pPr>
            <a:r>
              <a:rPr sz="2000" spc="-25" dirty="0">
                <a:solidFill>
                  <a:srgbClr val="FF3300"/>
                </a:solidFill>
                <a:latin typeface="Times New Roman" panose="02020603050405020304"/>
                <a:cs typeface="Times New Roman" panose="02020603050405020304"/>
              </a:rPr>
              <a:t>I2</a:t>
            </a:r>
            <a:endParaRPr sz="2000">
              <a:latin typeface="Times New Roman" panose="02020603050405020304"/>
              <a:cs typeface="Times New Roman" panose="02020603050405020304"/>
            </a:endParaRPr>
          </a:p>
        </p:txBody>
      </p:sp>
      <p:sp>
        <p:nvSpPr>
          <p:cNvPr id="8" name="object 8"/>
          <p:cNvSpPr/>
          <p:nvPr/>
        </p:nvSpPr>
        <p:spPr>
          <a:xfrm>
            <a:off x="4976456" y="5303951"/>
            <a:ext cx="495300" cy="85725"/>
          </a:xfrm>
          <a:custGeom>
            <a:avLst/>
            <a:gdLst/>
            <a:ahLst/>
            <a:cxnLst/>
            <a:rect l="l" t="t" r="r" b="b"/>
            <a:pathLst>
              <a:path w="495300" h="85725">
                <a:moveTo>
                  <a:pt x="409575" y="85725"/>
                </a:moveTo>
                <a:lnTo>
                  <a:pt x="409575" y="0"/>
                </a:lnTo>
                <a:lnTo>
                  <a:pt x="466725" y="28575"/>
                </a:lnTo>
                <a:lnTo>
                  <a:pt x="431012" y="28575"/>
                </a:lnTo>
                <a:lnTo>
                  <a:pt x="431012" y="57150"/>
                </a:lnTo>
                <a:lnTo>
                  <a:pt x="466725" y="57150"/>
                </a:lnTo>
                <a:lnTo>
                  <a:pt x="409575" y="85725"/>
                </a:lnTo>
                <a:close/>
              </a:path>
              <a:path w="495300" h="85725">
                <a:moveTo>
                  <a:pt x="409575" y="57150"/>
                </a:moveTo>
                <a:lnTo>
                  <a:pt x="0" y="57150"/>
                </a:lnTo>
                <a:lnTo>
                  <a:pt x="0" y="28575"/>
                </a:lnTo>
                <a:lnTo>
                  <a:pt x="409575" y="28575"/>
                </a:lnTo>
                <a:lnTo>
                  <a:pt x="409575" y="57150"/>
                </a:lnTo>
                <a:close/>
              </a:path>
              <a:path w="495300" h="85725">
                <a:moveTo>
                  <a:pt x="466725" y="57150"/>
                </a:moveTo>
                <a:lnTo>
                  <a:pt x="431012" y="57150"/>
                </a:lnTo>
                <a:lnTo>
                  <a:pt x="431012" y="28575"/>
                </a:lnTo>
                <a:lnTo>
                  <a:pt x="466725" y="28575"/>
                </a:lnTo>
                <a:lnTo>
                  <a:pt x="495300" y="42862"/>
                </a:lnTo>
                <a:lnTo>
                  <a:pt x="466725" y="57150"/>
                </a:lnTo>
                <a:close/>
              </a:path>
            </a:pathLst>
          </a:custGeom>
          <a:solidFill>
            <a:srgbClr val="FF3300"/>
          </a:solidFill>
        </p:spPr>
        <p:txBody>
          <a:bodyPr wrap="square" lIns="0" tIns="0" rIns="0" bIns="0" rtlCol="0"/>
          <a:lstStyle/>
          <a:p>
            <a:endParaRPr/>
          </a:p>
        </p:txBody>
      </p:sp>
      <p:sp>
        <p:nvSpPr>
          <p:cNvPr id="9" name="object 9"/>
          <p:cNvSpPr txBox="1"/>
          <p:nvPr/>
        </p:nvSpPr>
        <p:spPr>
          <a:xfrm>
            <a:off x="4419460" y="5222354"/>
            <a:ext cx="568325" cy="306705"/>
          </a:xfrm>
          <a:prstGeom prst="rect">
            <a:avLst/>
          </a:prstGeom>
        </p:spPr>
        <p:txBody>
          <a:bodyPr vert="horz" wrap="square" lIns="0" tIns="11430" rIns="0" bIns="0" rtlCol="0">
            <a:spAutoFit/>
          </a:bodyPr>
          <a:lstStyle/>
          <a:p>
            <a:pPr marL="38100">
              <a:lnSpc>
                <a:spcPct val="100000"/>
              </a:lnSpc>
              <a:spcBef>
                <a:spcPts val="90"/>
              </a:spcBef>
            </a:pPr>
            <a:r>
              <a:rPr sz="2775" i="1" spc="-15" baseline="14000" dirty="0">
                <a:latin typeface="Times New Roman" panose="02020603050405020304"/>
                <a:cs typeface="Times New Roman" panose="02020603050405020304"/>
              </a:rPr>
              <a:t>V</a:t>
            </a:r>
            <a:r>
              <a:rPr sz="1050" i="1" spc="-10" dirty="0">
                <a:latin typeface="Times New Roman" panose="02020603050405020304"/>
                <a:cs typeface="Times New Roman" panose="02020603050405020304"/>
              </a:rPr>
              <a:t>OUT</a:t>
            </a:r>
            <a:r>
              <a:rPr sz="1050" i="1" spc="-150" dirty="0">
                <a:latin typeface="Times New Roman" panose="02020603050405020304"/>
                <a:cs typeface="Times New Roman" panose="02020603050405020304"/>
              </a:rPr>
              <a:t> </a:t>
            </a:r>
            <a:r>
              <a:rPr sz="1050" spc="-50" dirty="0">
                <a:latin typeface="Times New Roman" panose="02020603050405020304"/>
                <a:cs typeface="Times New Roman" panose="02020603050405020304"/>
              </a:rPr>
              <a:t>1</a:t>
            </a:r>
            <a:endParaRPr sz="1050">
              <a:latin typeface="Times New Roman" panose="02020603050405020304"/>
              <a:cs typeface="Times New Roman" panose="02020603050405020304"/>
            </a:endParaRPr>
          </a:p>
        </p:txBody>
      </p:sp>
      <p:sp>
        <p:nvSpPr>
          <p:cNvPr id="10" name="object 10"/>
          <p:cNvSpPr txBox="1"/>
          <p:nvPr/>
        </p:nvSpPr>
        <p:spPr>
          <a:xfrm>
            <a:off x="8070494" y="5203304"/>
            <a:ext cx="13970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00CC"/>
                </a:solidFill>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pic>
        <p:nvPicPr>
          <p:cNvPr id="11" name="object 11"/>
          <p:cNvPicPr/>
          <p:nvPr/>
        </p:nvPicPr>
        <p:blipFill>
          <a:blip r:embed="rId3" cstate="print"/>
          <a:stretch>
            <a:fillRect/>
          </a:stretch>
        </p:blipFill>
        <p:spPr>
          <a:xfrm>
            <a:off x="4439282" y="2461298"/>
            <a:ext cx="1855457" cy="431909"/>
          </a:xfrm>
          <a:prstGeom prst="rect">
            <a:avLst/>
          </a:prstGeom>
        </p:spPr>
      </p:pic>
      <p:pic>
        <p:nvPicPr>
          <p:cNvPr id="12" name="object 12"/>
          <p:cNvPicPr/>
          <p:nvPr/>
        </p:nvPicPr>
        <p:blipFill>
          <a:blip r:embed="rId4" cstate="print"/>
          <a:stretch>
            <a:fillRect/>
          </a:stretch>
        </p:blipFill>
        <p:spPr>
          <a:xfrm>
            <a:off x="538861" y="1130769"/>
            <a:ext cx="2845054" cy="1873367"/>
          </a:xfrm>
          <a:prstGeom prst="rect">
            <a:avLst/>
          </a:prstGeom>
        </p:spPr>
      </p:pic>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39</a:t>
            </a:fld>
            <a:endParaRPr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6517" y="3720299"/>
            <a:ext cx="142240" cy="305435"/>
          </a:xfrm>
          <a:prstGeom prst="rect">
            <a:avLst/>
          </a:prstGeom>
        </p:spPr>
        <p:txBody>
          <a:bodyPr vert="horz" wrap="square" lIns="0" tIns="17145" rIns="0" bIns="0" rtlCol="0">
            <a:spAutoFit/>
          </a:bodyPr>
          <a:lstStyle/>
          <a:p>
            <a:pPr marL="12700">
              <a:lnSpc>
                <a:spcPct val="100000"/>
              </a:lnSpc>
              <a:spcBef>
                <a:spcPts val="135"/>
              </a:spcBef>
            </a:pPr>
            <a:r>
              <a:rPr sz="1800" i="1" spc="-50" dirty="0">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3" name="object 3"/>
          <p:cNvSpPr txBox="1"/>
          <p:nvPr/>
        </p:nvSpPr>
        <p:spPr>
          <a:xfrm>
            <a:off x="596519" y="3720299"/>
            <a:ext cx="142240" cy="305435"/>
          </a:xfrm>
          <a:prstGeom prst="rect">
            <a:avLst/>
          </a:prstGeom>
        </p:spPr>
        <p:txBody>
          <a:bodyPr vert="horz" wrap="square" lIns="0" tIns="17145" rIns="0" bIns="0" rtlCol="0">
            <a:spAutoFit/>
          </a:bodyPr>
          <a:lstStyle/>
          <a:p>
            <a:pPr marL="12700">
              <a:lnSpc>
                <a:spcPct val="100000"/>
              </a:lnSpc>
              <a:spcBef>
                <a:spcPts val="135"/>
              </a:spcBef>
            </a:pPr>
            <a:r>
              <a:rPr sz="1800" i="1" spc="-50" dirty="0">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4" name="object 4"/>
          <p:cNvSpPr txBox="1"/>
          <p:nvPr/>
        </p:nvSpPr>
        <p:spPr>
          <a:xfrm>
            <a:off x="446760" y="3453129"/>
            <a:ext cx="1990725" cy="505459"/>
          </a:xfrm>
          <a:prstGeom prst="rect">
            <a:avLst/>
          </a:prstGeom>
        </p:spPr>
        <p:txBody>
          <a:bodyPr vert="horz" wrap="square" lIns="0" tIns="12065" rIns="0" bIns="0" rtlCol="0">
            <a:spAutoFit/>
          </a:bodyPr>
          <a:lstStyle/>
          <a:p>
            <a:pPr marL="12700">
              <a:lnSpc>
                <a:spcPct val="100000"/>
              </a:lnSpc>
              <a:spcBef>
                <a:spcPts val="95"/>
              </a:spcBef>
              <a:tabLst>
                <a:tab pos="460375" algn="l"/>
                <a:tab pos="850900" algn="l"/>
                <a:tab pos="1374775" algn="l"/>
                <a:tab pos="1776730" algn="l"/>
              </a:tabLst>
            </a:pPr>
            <a:r>
              <a:rPr sz="3150" i="1" spc="-50" dirty="0">
                <a:latin typeface="Times New Roman" panose="02020603050405020304"/>
                <a:cs typeface="Times New Roman" panose="02020603050405020304"/>
              </a:rPr>
              <a:t>I</a:t>
            </a:r>
            <a:r>
              <a:rPr sz="3150" i="1" dirty="0">
                <a:latin typeface="Times New Roman" panose="02020603050405020304"/>
                <a:cs typeface="Times New Roman" panose="02020603050405020304"/>
              </a:rPr>
              <a:t>	</a:t>
            </a:r>
            <a:r>
              <a:rPr sz="3150" spc="-50" dirty="0">
                <a:latin typeface="Symbol" panose="05050102010706020507"/>
                <a:cs typeface="Symbol" panose="05050102010706020507"/>
              </a:rPr>
              <a:t></a:t>
            </a:r>
            <a:r>
              <a:rPr sz="3150" dirty="0">
                <a:latin typeface="Times New Roman" panose="02020603050405020304"/>
                <a:cs typeface="Times New Roman" panose="02020603050405020304"/>
              </a:rPr>
              <a:t>	</a:t>
            </a:r>
            <a:r>
              <a:rPr sz="3150" i="1" spc="-50" dirty="0">
                <a:latin typeface="Times New Roman" panose="02020603050405020304"/>
                <a:cs typeface="Times New Roman" panose="02020603050405020304"/>
              </a:rPr>
              <a:t>I</a:t>
            </a:r>
            <a:r>
              <a:rPr sz="3150" i="1" dirty="0">
                <a:latin typeface="Times New Roman" panose="02020603050405020304"/>
                <a:cs typeface="Times New Roman" panose="02020603050405020304"/>
              </a:rPr>
              <a:t>	</a:t>
            </a:r>
            <a:r>
              <a:rPr sz="3150" spc="-50" dirty="0">
                <a:latin typeface="Symbol" panose="05050102010706020507"/>
                <a:cs typeface="Symbol" panose="05050102010706020507"/>
              </a:rPr>
              <a:t></a:t>
            </a:r>
            <a:r>
              <a:rPr sz="3150" dirty="0">
                <a:latin typeface="Times New Roman" panose="02020603050405020304"/>
                <a:cs typeface="Times New Roman" panose="02020603050405020304"/>
              </a:rPr>
              <a:t>	</a:t>
            </a:r>
            <a:r>
              <a:rPr sz="3150" i="1" spc="-50" dirty="0">
                <a:latin typeface="Times New Roman" panose="02020603050405020304"/>
                <a:cs typeface="Times New Roman" panose="02020603050405020304"/>
              </a:rPr>
              <a:t>0</a:t>
            </a:r>
            <a:endParaRPr sz="3150">
              <a:latin typeface="Times New Roman" panose="02020603050405020304"/>
              <a:cs typeface="Times New Roman" panose="02020603050405020304"/>
            </a:endParaRPr>
          </a:p>
        </p:txBody>
      </p:sp>
      <p:sp>
        <p:nvSpPr>
          <p:cNvPr id="5" name="object 5"/>
          <p:cNvSpPr/>
          <p:nvPr/>
        </p:nvSpPr>
        <p:spPr>
          <a:xfrm>
            <a:off x="3446183" y="1344612"/>
            <a:ext cx="284480" cy="2540000"/>
          </a:xfrm>
          <a:custGeom>
            <a:avLst/>
            <a:gdLst/>
            <a:ahLst/>
            <a:cxnLst/>
            <a:rect l="l" t="t" r="r" b="b"/>
            <a:pathLst>
              <a:path w="284479" h="2540000">
                <a:moveTo>
                  <a:pt x="73507" y="25400"/>
                </a:moveTo>
                <a:lnTo>
                  <a:pt x="0" y="25400"/>
                </a:lnTo>
                <a:lnTo>
                  <a:pt x="558" y="0"/>
                </a:lnTo>
                <a:lnTo>
                  <a:pt x="47066" y="0"/>
                </a:lnTo>
                <a:lnTo>
                  <a:pt x="53327" y="12700"/>
                </a:lnTo>
                <a:lnTo>
                  <a:pt x="67690" y="12700"/>
                </a:lnTo>
                <a:lnTo>
                  <a:pt x="73507" y="25400"/>
                </a:lnTo>
                <a:close/>
              </a:path>
              <a:path w="284479" h="2540000">
                <a:moveTo>
                  <a:pt x="85813" y="38100"/>
                </a:moveTo>
                <a:lnTo>
                  <a:pt x="40017" y="38100"/>
                </a:lnTo>
                <a:lnTo>
                  <a:pt x="33743" y="25400"/>
                </a:lnTo>
                <a:lnTo>
                  <a:pt x="80340" y="25400"/>
                </a:lnTo>
                <a:lnTo>
                  <a:pt x="85813" y="38100"/>
                </a:lnTo>
                <a:close/>
              </a:path>
              <a:path w="284479" h="2540000">
                <a:moveTo>
                  <a:pt x="55689" y="50800"/>
                </a:moveTo>
                <a:lnTo>
                  <a:pt x="49872" y="38100"/>
                </a:lnTo>
                <a:lnTo>
                  <a:pt x="55067" y="38100"/>
                </a:lnTo>
                <a:lnTo>
                  <a:pt x="55689" y="50800"/>
                </a:lnTo>
                <a:close/>
              </a:path>
              <a:path w="284479" h="2540000">
                <a:moveTo>
                  <a:pt x="97586" y="50800"/>
                </a:moveTo>
                <a:lnTo>
                  <a:pt x="60718" y="50800"/>
                </a:lnTo>
                <a:lnTo>
                  <a:pt x="55067" y="38100"/>
                </a:lnTo>
                <a:lnTo>
                  <a:pt x="92075" y="38100"/>
                </a:lnTo>
                <a:lnTo>
                  <a:pt x="97586" y="50800"/>
                </a:lnTo>
                <a:close/>
              </a:path>
              <a:path w="284479" h="2540000">
                <a:moveTo>
                  <a:pt x="107543" y="63500"/>
                </a:moveTo>
                <a:lnTo>
                  <a:pt x="70421" y="63500"/>
                </a:lnTo>
                <a:lnTo>
                  <a:pt x="65125" y="50800"/>
                </a:lnTo>
                <a:lnTo>
                  <a:pt x="102488" y="50800"/>
                </a:lnTo>
                <a:lnTo>
                  <a:pt x="107543" y="63500"/>
                </a:lnTo>
                <a:close/>
              </a:path>
              <a:path w="284479" h="2540000">
                <a:moveTo>
                  <a:pt x="121157" y="88900"/>
                </a:moveTo>
                <a:lnTo>
                  <a:pt x="87985" y="88900"/>
                </a:lnTo>
                <a:lnTo>
                  <a:pt x="83515" y="76200"/>
                </a:lnTo>
                <a:lnTo>
                  <a:pt x="79540" y="76200"/>
                </a:lnTo>
                <a:lnTo>
                  <a:pt x="74637" y="63500"/>
                </a:lnTo>
                <a:lnTo>
                  <a:pt x="112649" y="63500"/>
                </a:lnTo>
                <a:lnTo>
                  <a:pt x="121157" y="88900"/>
                </a:lnTo>
                <a:close/>
              </a:path>
              <a:path w="284479" h="2540000">
                <a:moveTo>
                  <a:pt x="135636" y="127000"/>
                </a:moveTo>
                <a:lnTo>
                  <a:pt x="105524" y="127000"/>
                </a:lnTo>
                <a:lnTo>
                  <a:pt x="102285" y="114300"/>
                </a:lnTo>
                <a:lnTo>
                  <a:pt x="102476" y="114300"/>
                </a:lnTo>
                <a:lnTo>
                  <a:pt x="98958" y="101600"/>
                </a:lnTo>
                <a:lnTo>
                  <a:pt x="95656" y="101600"/>
                </a:lnTo>
                <a:lnTo>
                  <a:pt x="91655" y="88900"/>
                </a:lnTo>
                <a:lnTo>
                  <a:pt x="125387" y="88900"/>
                </a:lnTo>
                <a:lnTo>
                  <a:pt x="129082" y="101600"/>
                </a:lnTo>
                <a:lnTo>
                  <a:pt x="132334" y="114300"/>
                </a:lnTo>
                <a:lnTo>
                  <a:pt x="135636" y="127000"/>
                </a:lnTo>
                <a:close/>
              </a:path>
              <a:path w="284479" h="2540000">
                <a:moveTo>
                  <a:pt x="147904" y="190500"/>
                </a:moveTo>
                <a:lnTo>
                  <a:pt x="119468" y="190500"/>
                </a:lnTo>
                <a:lnTo>
                  <a:pt x="118287" y="177800"/>
                </a:lnTo>
                <a:lnTo>
                  <a:pt x="116839" y="165100"/>
                </a:lnTo>
                <a:lnTo>
                  <a:pt x="115100" y="152400"/>
                </a:lnTo>
                <a:lnTo>
                  <a:pt x="113182" y="152400"/>
                </a:lnTo>
                <a:lnTo>
                  <a:pt x="110769" y="139700"/>
                </a:lnTo>
                <a:lnTo>
                  <a:pt x="108191" y="127000"/>
                </a:lnTo>
                <a:lnTo>
                  <a:pt x="138468" y="127000"/>
                </a:lnTo>
                <a:lnTo>
                  <a:pt x="140995" y="139700"/>
                </a:lnTo>
                <a:lnTo>
                  <a:pt x="143205" y="152400"/>
                </a:lnTo>
                <a:lnTo>
                  <a:pt x="145097" y="165100"/>
                </a:lnTo>
                <a:lnTo>
                  <a:pt x="146672" y="177800"/>
                </a:lnTo>
                <a:lnTo>
                  <a:pt x="147904" y="190500"/>
                </a:lnTo>
                <a:close/>
              </a:path>
              <a:path w="284479" h="2540000">
                <a:moveTo>
                  <a:pt x="155333" y="1117600"/>
                </a:moveTo>
                <a:lnTo>
                  <a:pt x="125336" y="1117600"/>
                </a:lnTo>
                <a:lnTo>
                  <a:pt x="123761" y="1104900"/>
                </a:lnTo>
                <a:lnTo>
                  <a:pt x="122529" y="1092200"/>
                </a:lnTo>
                <a:lnTo>
                  <a:pt x="121640" y="1079500"/>
                </a:lnTo>
                <a:lnTo>
                  <a:pt x="121107" y="1066800"/>
                </a:lnTo>
                <a:lnTo>
                  <a:pt x="120929" y="1054100"/>
                </a:lnTo>
                <a:lnTo>
                  <a:pt x="120929" y="215900"/>
                </a:lnTo>
                <a:lnTo>
                  <a:pt x="120751" y="203200"/>
                </a:lnTo>
                <a:lnTo>
                  <a:pt x="120281" y="203200"/>
                </a:lnTo>
                <a:lnTo>
                  <a:pt x="119418" y="190500"/>
                </a:lnTo>
                <a:lnTo>
                  <a:pt x="148793" y="190500"/>
                </a:lnTo>
                <a:lnTo>
                  <a:pt x="149326" y="203200"/>
                </a:lnTo>
                <a:lnTo>
                  <a:pt x="149504" y="215900"/>
                </a:lnTo>
                <a:lnTo>
                  <a:pt x="149504" y="1054100"/>
                </a:lnTo>
                <a:lnTo>
                  <a:pt x="149682" y="1066800"/>
                </a:lnTo>
                <a:lnTo>
                  <a:pt x="150190" y="1079500"/>
                </a:lnTo>
                <a:lnTo>
                  <a:pt x="151015" y="1092200"/>
                </a:lnTo>
                <a:lnTo>
                  <a:pt x="152095" y="1092200"/>
                </a:lnTo>
                <a:lnTo>
                  <a:pt x="153593" y="1104900"/>
                </a:lnTo>
                <a:lnTo>
                  <a:pt x="155333" y="1117600"/>
                </a:lnTo>
                <a:close/>
              </a:path>
              <a:path w="284479" h="2540000">
                <a:moveTo>
                  <a:pt x="171475" y="1168400"/>
                </a:moveTo>
                <a:lnTo>
                  <a:pt x="137934" y="1168400"/>
                </a:lnTo>
                <a:lnTo>
                  <a:pt x="134797" y="1155700"/>
                </a:lnTo>
                <a:lnTo>
                  <a:pt x="131965" y="1143000"/>
                </a:lnTo>
                <a:lnTo>
                  <a:pt x="129438" y="1130300"/>
                </a:lnTo>
                <a:lnTo>
                  <a:pt x="127228" y="1117600"/>
                </a:lnTo>
                <a:lnTo>
                  <a:pt x="155244" y="1117600"/>
                </a:lnTo>
                <a:lnTo>
                  <a:pt x="157365" y="1130300"/>
                </a:lnTo>
                <a:lnTo>
                  <a:pt x="159537" y="1130300"/>
                </a:lnTo>
                <a:lnTo>
                  <a:pt x="162242" y="1143000"/>
                </a:lnTo>
                <a:lnTo>
                  <a:pt x="162090" y="1143000"/>
                </a:lnTo>
                <a:lnTo>
                  <a:pt x="165074" y="1155700"/>
                </a:lnTo>
                <a:lnTo>
                  <a:pt x="167957" y="1155700"/>
                </a:lnTo>
                <a:lnTo>
                  <a:pt x="171475" y="1168400"/>
                </a:lnTo>
                <a:close/>
              </a:path>
              <a:path w="284479" h="2540000">
                <a:moveTo>
                  <a:pt x="182752" y="1193800"/>
                </a:moveTo>
                <a:lnTo>
                  <a:pt x="149034" y="1193800"/>
                </a:lnTo>
                <a:lnTo>
                  <a:pt x="145046" y="1181100"/>
                </a:lnTo>
                <a:lnTo>
                  <a:pt x="141350" y="1168400"/>
                </a:lnTo>
                <a:lnTo>
                  <a:pt x="171259" y="1168400"/>
                </a:lnTo>
                <a:lnTo>
                  <a:pt x="175018" y="1181100"/>
                </a:lnTo>
                <a:lnTo>
                  <a:pt x="178511" y="1181100"/>
                </a:lnTo>
                <a:lnTo>
                  <a:pt x="182752" y="1193800"/>
                </a:lnTo>
                <a:close/>
              </a:path>
              <a:path w="284479" h="2540000">
                <a:moveTo>
                  <a:pt x="200482" y="1219200"/>
                </a:moveTo>
                <a:lnTo>
                  <a:pt x="162890" y="1219200"/>
                </a:lnTo>
                <a:lnTo>
                  <a:pt x="157784" y="1206500"/>
                </a:lnTo>
                <a:lnTo>
                  <a:pt x="153542" y="1193800"/>
                </a:lnTo>
                <a:lnTo>
                  <a:pt x="186588" y="1193800"/>
                </a:lnTo>
                <a:lnTo>
                  <a:pt x="191274" y="1206500"/>
                </a:lnTo>
                <a:lnTo>
                  <a:pt x="195376" y="1206500"/>
                </a:lnTo>
                <a:lnTo>
                  <a:pt x="200482" y="1219200"/>
                </a:lnTo>
                <a:close/>
              </a:path>
              <a:path w="284479" h="2540000">
                <a:moveTo>
                  <a:pt x="210273" y="1231900"/>
                </a:moveTo>
                <a:lnTo>
                  <a:pt x="172847" y="1231900"/>
                </a:lnTo>
                <a:lnTo>
                  <a:pt x="167576" y="1219200"/>
                </a:lnTo>
                <a:lnTo>
                  <a:pt x="204800" y="1219200"/>
                </a:lnTo>
                <a:lnTo>
                  <a:pt x="210273" y="1231900"/>
                </a:lnTo>
                <a:close/>
              </a:path>
              <a:path w="284479" h="2540000">
                <a:moveTo>
                  <a:pt x="225856" y="1244600"/>
                </a:moveTo>
                <a:lnTo>
                  <a:pt x="184111" y="1244600"/>
                </a:lnTo>
                <a:lnTo>
                  <a:pt x="178815" y="1231900"/>
                </a:lnTo>
                <a:lnTo>
                  <a:pt x="219875" y="1231900"/>
                </a:lnTo>
                <a:lnTo>
                  <a:pt x="225856" y="1244600"/>
                </a:lnTo>
                <a:close/>
              </a:path>
              <a:path w="284479" h="2540000">
                <a:moveTo>
                  <a:pt x="253428" y="1257300"/>
                </a:moveTo>
                <a:lnTo>
                  <a:pt x="196303" y="1257300"/>
                </a:lnTo>
                <a:lnTo>
                  <a:pt x="190665" y="1244600"/>
                </a:lnTo>
                <a:lnTo>
                  <a:pt x="246786" y="1244600"/>
                </a:lnTo>
                <a:lnTo>
                  <a:pt x="253428" y="1257300"/>
                </a:lnTo>
                <a:close/>
              </a:path>
              <a:path w="284479" h="2540000">
                <a:moveTo>
                  <a:pt x="224256" y="1270000"/>
                </a:moveTo>
                <a:lnTo>
                  <a:pt x="216293" y="1270000"/>
                </a:lnTo>
                <a:lnTo>
                  <a:pt x="210159" y="1257300"/>
                </a:lnTo>
                <a:lnTo>
                  <a:pt x="230657" y="1257300"/>
                </a:lnTo>
                <a:lnTo>
                  <a:pt x="224256" y="1270000"/>
                </a:lnTo>
                <a:close/>
              </a:path>
              <a:path w="284479" h="2540000">
                <a:moveTo>
                  <a:pt x="269875" y="1282700"/>
                </a:moveTo>
                <a:lnTo>
                  <a:pt x="238137" y="1282700"/>
                </a:lnTo>
                <a:lnTo>
                  <a:pt x="231597" y="1270000"/>
                </a:lnTo>
                <a:lnTo>
                  <a:pt x="224256" y="1270000"/>
                </a:lnTo>
                <a:lnTo>
                  <a:pt x="230657" y="1257300"/>
                </a:lnTo>
                <a:lnTo>
                  <a:pt x="269875" y="1257300"/>
                </a:lnTo>
                <a:lnTo>
                  <a:pt x="269875" y="1282700"/>
                </a:lnTo>
                <a:close/>
              </a:path>
              <a:path w="284479" h="2540000">
                <a:moveTo>
                  <a:pt x="280860" y="1282700"/>
                </a:moveTo>
                <a:lnTo>
                  <a:pt x="269875" y="1282700"/>
                </a:lnTo>
                <a:lnTo>
                  <a:pt x="269875" y="1257300"/>
                </a:lnTo>
                <a:lnTo>
                  <a:pt x="283756" y="1257300"/>
                </a:lnTo>
                <a:lnTo>
                  <a:pt x="284365" y="1270000"/>
                </a:lnTo>
                <a:lnTo>
                  <a:pt x="282575" y="1270000"/>
                </a:lnTo>
                <a:lnTo>
                  <a:pt x="280860" y="1282700"/>
                </a:lnTo>
                <a:close/>
              </a:path>
              <a:path w="284479" h="2540000">
                <a:moveTo>
                  <a:pt x="238137" y="1282700"/>
                </a:moveTo>
                <a:lnTo>
                  <a:pt x="203428" y="1282700"/>
                </a:lnTo>
                <a:lnTo>
                  <a:pt x="209410" y="1270000"/>
                </a:lnTo>
                <a:lnTo>
                  <a:pt x="231597" y="1270000"/>
                </a:lnTo>
                <a:lnTo>
                  <a:pt x="238137" y="1282700"/>
                </a:lnTo>
                <a:close/>
              </a:path>
              <a:path w="284479" h="2540000">
                <a:moveTo>
                  <a:pt x="235800" y="1295400"/>
                </a:moveTo>
                <a:lnTo>
                  <a:pt x="184619" y="1295400"/>
                </a:lnTo>
                <a:lnTo>
                  <a:pt x="190093" y="1282700"/>
                </a:lnTo>
                <a:lnTo>
                  <a:pt x="242201" y="1282700"/>
                </a:lnTo>
                <a:lnTo>
                  <a:pt x="235800" y="1295400"/>
                </a:lnTo>
                <a:close/>
              </a:path>
              <a:path w="284479" h="2540000">
                <a:moveTo>
                  <a:pt x="214744" y="1308100"/>
                </a:moveTo>
                <a:lnTo>
                  <a:pt x="172847" y="1308100"/>
                </a:lnTo>
                <a:lnTo>
                  <a:pt x="178358" y="1295400"/>
                </a:lnTo>
                <a:lnTo>
                  <a:pt x="220560" y="1295400"/>
                </a:lnTo>
                <a:lnTo>
                  <a:pt x="214744" y="1308100"/>
                </a:lnTo>
                <a:close/>
              </a:path>
              <a:path w="284479" h="2540000">
                <a:moveTo>
                  <a:pt x="190893" y="1333500"/>
                </a:moveTo>
                <a:lnTo>
                  <a:pt x="157784" y="1333500"/>
                </a:lnTo>
                <a:lnTo>
                  <a:pt x="162890" y="1320800"/>
                </a:lnTo>
                <a:lnTo>
                  <a:pt x="167576" y="1308100"/>
                </a:lnTo>
                <a:lnTo>
                  <a:pt x="205308" y="1308100"/>
                </a:lnTo>
                <a:lnTo>
                  <a:pt x="200025" y="1320800"/>
                </a:lnTo>
                <a:lnTo>
                  <a:pt x="195795" y="1320800"/>
                </a:lnTo>
                <a:lnTo>
                  <a:pt x="190893" y="1333500"/>
                </a:lnTo>
                <a:close/>
              </a:path>
              <a:path w="284479" h="2540000">
                <a:moveTo>
                  <a:pt x="174777" y="1358900"/>
                </a:moveTo>
                <a:lnTo>
                  <a:pt x="145262" y="1358900"/>
                </a:lnTo>
                <a:lnTo>
                  <a:pt x="149275" y="1346200"/>
                </a:lnTo>
                <a:lnTo>
                  <a:pt x="153542" y="1333500"/>
                </a:lnTo>
                <a:lnTo>
                  <a:pt x="186918" y="1333500"/>
                </a:lnTo>
                <a:lnTo>
                  <a:pt x="182448" y="1346200"/>
                </a:lnTo>
                <a:lnTo>
                  <a:pt x="178777" y="1346200"/>
                </a:lnTo>
                <a:lnTo>
                  <a:pt x="174777" y="1358900"/>
                </a:lnTo>
                <a:close/>
              </a:path>
              <a:path w="284479" h="2540000">
                <a:moveTo>
                  <a:pt x="159537" y="1397000"/>
                </a:moveTo>
                <a:lnTo>
                  <a:pt x="131965" y="1397000"/>
                </a:lnTo>
                <a:lnTo>
                  <a:pt x="134950" y="1384300"/>
                </a:lnTo>
                <a:lnTo>
                  <a:pt x="138099" y="1371600"/>
                </a:lnTo>
                <a:lnTo>
                  <a:pt x="141541" y="1358900"/>
                </a:lnTo>
                <a:lnTo>
                  <a:pt x="175018" y="1358900"/>
                </a:lnTo>
                <a:lnTo>
                  <a:pt x="171259" y="1371600"/>
                </a:lnTo>
                <a:lnTo>
                  <a:pt x="168160" y="1371600"/>
                </a:lnTo>
                <a:lnTo>
                  <a:pt x="164909" y="1384300"/>
                </a:lnTo>
                <a:lnTo>
                  <a:pt x="162242" y="1384300"/>
                </a:lnTo>
                <a:lnTo>
                  <a:pt x="159537" y="1397000"/>
                </a:lnTo>
                <a:close/>
              </a:path>
              <a:path w="284479" h="2540000">
                <a:moveTo>
                  <a:pt x="162090" y="1397000"/>
                </a:moveTo>
                <a:lnTo>
                  <a:pt x="162242" y="1384300"/>
                </a:lnTo>
                <a:lnTo>
                  <a:pt x="165074" y="1384300"/>
                </a:lnTo>
                <a:lnTo>
                  <a:pt x="162090" y="1397000"/>
                </a:lnTo>
                <a:close/>
              </a:path>
              <a:path w="284479" h="2540000">
                <a:moveTo>
                  <a:pt x="150152" y="1460500"/>
                </a:moveTo>
                <a:lnTo>
                  <a:pt x="121640" y="1460500"/>
                </a:lnTo>
                <a:lnTo>
                  <a:pt x="122580" y="1447800"/>
                </a:lnTo>
                <a:lnTo>
                  <a:pt x="123825" y="1435100"/>
                </a:lnTo>
                <a:lnTo>
                  <a:pt x="125412" y="1422400"/>
                </a:lnTo>
                <a:lnTo>
                  <a:pt x="127317" y="1409700"/>
                </a:lnTo>
                <a:lnTo>
                  <a:pt x="129552" y="1397000"/>
                </a:lnTo>
                <a:lnTo>
                  <a:pt x="159677" y="1397000"/>
                </a:lnTo>
                <a:lnTo>
                  <a:pt x="157251" y="1409700"/>
                </a:lnTo>
                <a:lnTo>
                  <a:pt x="155244" y="1422400"/>
                </a:lnTo>
                <a:lnTo>
                  <a:pt x="153593" y="1422400"/>
                </a:lnTo>
                <a:lnTo>
                  <a:pt x="152095" y="1435100"/>
                </a:lnTo>
                <a:lnTo>
                  <a:pt x="150964" y="1447800"/>
                </a:lnTo>
                <a:lnTo>
                  <a:pt x="150152" y="1460500"/>
                </a:lnTo>
                <a:close/>
              </a:path>
              <a:path w="284479" h="2540000">
                <a:moveTo>
                  <a:pt x="143116" y="2387600"/>
                </a:moveTo>
                <a:lnTo>
                  <a:pt x="113068" y="2387600"/>
                </a:lnTo>
                <a:lnTo>
                  <a:pt x="115188" y="2374900"/>
                </a:lnTo>
                <a:lnTo>
                  <a:pt x="116916" y="2362200"/>
                </a:lnTo>
                <a:lnTo>
                  <a:pt x="118287" y="2362200"/>
                </a:lnTo>
                <a:lnTo>
                  <a:pt x="119468" y="2349500"/>
                </a:lnTo>
                <a:lnTo>
                  <a:pt x="120281" y="2336800"/>
                </a:lnTo>
                <a:lnTo>
                  <a:pt x="120776" y="2324100"/>
                </a:lnTo>
                <a:lnTo>
                  <a:pt x="120929" y="2311400"/>
                </a:lnTo>
                <a:lnTo>
                  <a:pt x="120929" y="1473200"/>
                </a:lnTo>
                <a:lnTo>
                  <a:pt x="121119" y="1460500"/>
                </a:lnTo>
                <a:lnTo>
                  <a:pt x="150190" y="1460500"/>
                </a:lnTo>
                <a:lnTo>
                  <a:pt x="149669" y="1473200"/>
                </a:lnTo>
                <a:lnTo>
                  <a:pt x="149504" y="1473200"/>
                </a:lnTo>
                <a:lnTo>
                  <a:pt x="149504" y="2311400"/>
                </a:lnTo>
                <a:lnTo>
                  <a:pt x="147853" y="2349500"/>
                </a:lnTo>
                <a:lnTo>
                  <a:pt x="145021" y="2374900"/>
                </a:lnTo>
                <a:lnTo>
                  <a:pt x="143116" y="2387600"/>
                </a:lnTo>
                <a:close/>
              </a:path>
              <a:path w="284479" h="2540000">
                <a:moveTo>
                  <a:pt x="132334" y="2425700"/>
                </a:moveTo>
                <a:lnTo>
                  <a:pt x="102285" y="2425700"/>
                </a:lnTo>
                <a:lnTo>
                  <a:pt x="105524" y="2413000"/>
                </a:lnTo>
                <a:lnTo>
                  <a:pt x="105359" y="2413000"/>
                </a:lnTo>
                <a:lnTo>
                  <a:pt x="108343" y="2400300"/>
                </a:lnTo>
                <a:lnTo>
                  <a:pt x="110769" y="2400300"/>
                </a:lnTo>
                <a:lnTo>
                  <a:pt x="113182" y="2387600"/>
                </a:lnTo>
                <a:lnTo>
                  <a:pt x="140881" y="2387600"/>
                </a:lnTo>
                <a:lnTo>
                  <a:pt x="138468" y="2400300"/>
                </a:lnTo>
                <a:lnTo>
                  <a:pt x="135483" y="2413000"/>
                </a:lnTo>
                <a:lnTo>
                  <a:pt x="132334" y="2425700"/>
                </a:lnTo>
                <a:close/>
              </a:path>
              <a:path w="284479" h="2540000">
                <a:moveTo>
                  <a:pt x="116890" y="2463800"/>
                </a:moveTo>
                <a:lnTo>
                  <a:pt x="83515" y="2463800"/>
                </a:lnTo>
                <a:lnTo>
                  <a:pt x="87985" y="2451100"/>
                </a:lnTo>
                <a:lnTo>
                  <a:pt x="87680" y="2451100"/>
                </a:lnTo>
                <a:lnTo>
                  <a:pt x="91922" y="2438400"/>
                </a:lnTo>
                <a:lnTo>
                  <a:pt x="95415" y="2438400"/>
                </a:lnTo>
                <a:lnTo>
                  <a:pt x="99174" y="2425700"/>
                </a:lnTo>
                <a:lnTo>
                  <a:pt x="128892" y="2425700"/>
                </a:lnTo>
                <a:lnTo>
                  <a:pt x="125171" y="2438400"/>
                </a:lnTo>
                <a:lnTo>
                  <a:pt x="121157" y="2451100"/>
                </a:lnTo>
                <a:lnTo>
                  <a:pt x="116890" y="2463800"/>
                </a:lnTo>
                <a:close/>
              </a:path>
              <a:path w="284479" h="2540000">
                <a:moveTo>
                  <a:pt x="107543" y="2476500"/>
                </a:moveTo>
                <a:lnTo>
                  <a:pt x="74637" y="2476500"/>
                </a:lnTo>
                <a:lnTo>
                  <a:pt x="79540" y="2463800"/>
                </a:lnTo>
                <a:lnTo>
                  <a:pt x="112344" y="2463800"/>
                </a:lnTo>
                <a:lnTo>
                  <a:pt x="107543" y="2476500"/>
                </a:lnTo>
                <a:close/>
              </a:path>
              <a:path w="284479" h="2540000">
                <a:moveTo>
                  <a:pt x="97586" y="2489200"/>
                </a:moveTo>
                <a:lnTo>
                  <a:pt x="60159" y="2489200"/>
                </a:lnTo>
                <a:lnTo>
                  <a:pt x="65633" y="2476500"/>
                </a:lnTo>
                <a:lnTo>
                  <a:pt x="102488" y="2476500"/>
                </a:lnTo>
                <a:lnTo>
                  <a:pt x="97586" y="2489200"/>
                </a:lnTo>
                <a:close/>
              </a:path>
              <a:path w="284479" h="2540000">
                <a:moveTo>
                  <a:pt x="86321" y="2501900"/>
                </a:moveTo>
                <a:lnTo>
                  <a:pt x="44589" y="2501900"/>
                </a:lnTo>
                <a:lnTo>
                  <a:pt x="50558" y="2489200"/>
                </a:lnTo>
                <a:lnTo>
                  <a:pt x="91617" y="2489200"/>
                </a:lnTo>
                <a:lnTo>
                  <a:pt x="86321" y="2501900"/>
                </a:lnTo>
                <a:close/>
              </a:path>
              <a:path w="284479" h="2540000">
                <a:moveTo>
                  <a:pt x="74129" y="2514600"/>
                </a:moveTo>
                <a:lnTo>
                  <a:pt x="22644" y="2514600"/>
                </a:lnTo>
                <a:lnTo>
                  <a:pt x="29171" y="2501900"/>
                </a:lnTo>
                <a:lnTo>
                  <a:pt x="79781" y="2501900"/>
                </a:lnTo>
                <a:lnTo>
                  <a:pt x="74129" y="2514600"/>
                </a:lnTo>
                <a:close/>
              </a:path>
              <a:path w="284479" h="2540000">
                <a:moveTo>
                  <a:pt x="39776" y="2540000"/>
                </a:moveTo>
                <a:lnTo>
                  <a:pt x="558" y="2540000"/>
                </a:lnTo>
                <a:lnTo>
                  <a:pt x="0" y="2514600"/>
                </a:lnTo>
                <a:lnTo>
                  <a:pt x="67005" y="2514600"/>
                </a:lnTo>
                <a:lnTo>
                  <a:pt x="61023" y="2527300"/>
                </a:lnTo>
                <a:lnTo>
                  <a:pt x="46177" y="2527300"/>
                </a:lnTo>
                <a:lnTo>
                  <a:pt x="39776" y="2540000"/>
                </a:lnTo>
                <a:close/>
              </a:path>
            </a:pathLst>
          </a:custGeom>
          <a:solidFill>
            <a:srgbClr val="0000FF"/>
          </a:solidFill>
        </p:spPr>
        <p:txBody>
          <a:bodyPr wrap="square" lIns="0" tIns="0" rIns="0" bIns="0" rtlCol="0"/>
          <a:lstStyle/>
          <a:p>
            <a:endParaRPr/>
          </a:p>
        </p:txBody>
      </p:sp>
      <p:grpSp>
        <p:nvGrpSpPr>
          <p:cNvPr id="6" name="object 6"/>
          <p:cNvGrpSpPr/>
          <p:nvPr/>
        </p:nvGrpSpPr>
        <p:grpSpPr>
          <a:xfrm>
            <a:off x="3802062" y="2516454"/>
            <a:ext cx="416559" cy="250825"/>
            <a:chOff x="3802062" y="2516454"/>
            <a:chExt cx="416559" cy="250825"/>
          </a:xfrm>
        </p:grpSpPr>
        <p:sp>
          <p:nvSpPr>
            <p:cNvPr id="7" name="object 7"/>
            <p:cNvSpPr/>
            <p:nvPr/>
          </p:nvSpPr>
          <p:spPr>
            <a:xfrm>
              <a:off x="3806951" y="2528315"/>
              <a:ext cx="405765" cy="226060"/>
            </a:xfrm>
            <a:custGeom>
              <a:avLst/>
              <a:gdLst/>
              <a:ahLst/>
              <a:cxnLst/>
              <a:rect l="l" t="t" r="r" b="b"/>
              <a:pathLst>
                <a:path w="405764" h="226060">
                  <a:moveTo>
                    <a:pt x="303275" y="225551"/>
                  </a:moveTo>
                  <a:lnTo>
                    <a:pt x="303275" y="169163"/>
                  </a:lnTo>
                  <a:lnTo>
                    <a:pt x="0" y="169163"/>
                  </a:lnTo>
                  <a:lnTo>
                    <a:pt x="0" y="56387"/>
                  </a:lnTo>
                  <a:lnTo>
                    <a:pt x="303275" y="56387"/>
                  </a:lnTo>
                  <a:lnTo>
                    <a:pt x="303275" y="0"/>
                  </a:lnTo>
                  <a:lnTo>
                    <a:pt x="405384" y="112775"/>
                  </a:lnTo>
                  <a:lnTo>
                    <a:pt x="303275" y="225551"/>
                  </a:lnTo>
                  <a:close/>
                </a:path>
              </a:pathLst>
            </a:custGeom>
            <a:solidFill>
              <a:srgbClr val="0000FF"/>
            </a:solidFill>
          </p:spPr>
          <p:txBody>
            <a:bodyPr wrap="square" lIns="0" tIns="0" rIns="0" bIns="0" rtlCol="0"/>
            <a:lstStyle/>
            <a:p>
              <a:endParaRPr/>
            </a:p>
          </p:txBody>
        </p:sp>
        <p:sp>
          <p:nvSpPr>
            <p:cNvPr id="8" name="object 8"/>
            <p:cNvSpPr/>
            <p:nvPr/>
          </p:nvSpPr>
          <p:spPr>
            <a:xfrm>
              <a:off x="3802062" y="2516454"/>
              <a:ext cx="416559" cy="250825"/>
            </a:xfrm>
            <a:custGeom>
              <a:avLst/>
              <a:gdLst/>
              <a:ahLst/>
              <a:cxnLst/>
              <a:rect l="l" t="t" r="r" b="b"/>
              <a:pathLst>
                <a:path w="416560" h="250825">
                  <a:moveTo>
                    <a:pt x="303606" y="68795"/>
                  </a:moveTo>
                  <a:lnTo>
                    <a:pt x="303606" y="0"/>
                  </a:lnTo>
                  <a:lnTo>
                    <a:pt x="314770" y="12433"/>
                  </a:lnTo>
                  <a:lnTo>
                    <a:pt x="313131" y="12433"/>
                  </a:lnTo>
                  <a:lnTo>
                    <a:pt x="304825" y="15621"/>
                  </a:lnTo>
                  <a:lnTo>
                    <a:pt x="313131" y="24871"/>
                  </a:lnTo>
                  <a:lnTo>
                    <a:pt x="313131" y="64033"/>
                  </a:lnTo>
                  <a:lnTo>
                    <a:pt x="308368" y="64033"/>
                  </a:lnTo>
                  <a:lnTo>
                    <a:pt x="303606" y="68795"/>
                  </a:lnTo>
                  <a:close/>
                </a:path>
                <a:path w="416560" h="250825">
                  <a:moveTo>
                    <a:pt x="313131" y="24871"/>
                  </a:moveTo>
                  <a:lnTo>
                    <a:pt x="304825" y="15621"/>
                  </a:lnTo>
                  <a:lnTo>
                    <a:pt x="313131" y="12433"/>
                  </a:lnTo>
                  <a:lnTo>
                    <a:pt x="313131" y="24871"/>
                  </a:lnTo>
                  <a:close/>
                </a:path>
                <a:path w="416560" h="250825">
                  <a:moveTo>
                    <a:pt x="403175" y="125152"/>
                  </a:moveTo>
                  <a:lnTo>
                    <a:pt x="313131" y="24871"/>
                  </a:lnTo>
                  <a:lnTo>
                    <a:pt x="313131" y="12433"/>
                  </a:lnTo>
                  <a:lnTo>
                    <a:pt x="314770" y="12433"/>
                  </a:lnTo>
                  <a:lnTo>
                    <a:pt x="413124" y="121970"/>
                  </a:lnTo>
                  <a:lnTo>
                    <a:pt x="406031" y="121970"/>
                  </a:lnTo>
                  <a:lnTo>
                    <a:pt x="403175" y="125152"/>
                  </a:lnTo>
                  <a:close/>
                </a:path>
                <a:path w="416560" h="250825">
                  <a:moveTo>
                    <a:pt x="303606" y="186270"/>
                  </a:moveTo>
                  <a:lnTo>
                    <a:pt x="0" y="186270"/>
                  </a:lnTo>
                  <a:lnTo>
                    <a:pt x="0" y="64033"/>
                  </a:lnTo>
                  <a:lnTo>
                    <a:pt x="303606" y="64033"/>
                  </a:lnTo>
                  <a:lnTo>
                    <a:pt x="303606" y="68795"/>
                  </a:lnTo>
                  <a:lnTo>
                    <a:pt x="9525" y="68795"/>
                  </a:lnTo>
                  <a:lnTo>
                    <a:pt x="4762" y="73558"/>
                  </a:lnTo>
                  <a:lnTo>
                    <a:pt x="9525" y="73558"/>
                  </a:lnTo>
                  <a:lnTo>
                    <a:pt x="9525" y="176745"/>
                  </a:lnTo>
                  <a:lnTo>
                    <a:pt x="4762" y="176745"/>
                  </a:lnTo>
                  <a:lnTo>
                    <a:pt x="9525" y="181508"/>
                  </a:lnTo>
                  <a:lnTo>
                    <a:pt x="303606" y="181508"/>
                  </a:lnTo>
                  <a:lnTo>
                    <a:pt x="303606" y="186270"/>
                  </a:lnTo>
                  <a:close/>
                </a:path>
                <a:path w="416560" h="250825">
                  <a:moveTo>
                    <a:pt x="313131" y="73558"/>
                  </a:moveTo>
                  <a:lnTo>
                    <a:pt x="9525" y="73558"/>
                  </a:lnTo>
                  <a:lnTo>
                    <a:pt x="9525" y="68795"/>
                  </a:lnTo>
                  <a:lnTo>
                    <a:pt x="303606" y="68795"/>
                  </a:lnTo>
                  <a:lnTo>
                    <a:pt x="308368" y="64033"/>
                  </a:lnTo>
                  <a:lnTo>
                    <a:pt x="313131" y="64033"/>
                  </a:lnTo>
                  <a:lnTo>
                    <a:pt x="313131" y="73558"/>
                  </a:lnTo>
                  <a:close/>
                </a:path>
                <a:path w="416560" h="250825">
                  <a:moveTo>
                    <a:pt x="9525" y="73558"/>
                  </a:moveTo>
                  <a:lnTo>
                    <a:pt x="4762" y="73558"/>
                  </a:lnTo>
                  <a:lnTo>
                    <a:pt x="9525" y="68795"/>
                  </a:lnTo>
                  <a:lnTo>
                    <a:pt x="9525" y="73558"/>
                  </a:lnTo>
                  <a:close/>
                </a:path>
                <a:path w="416560" h="250825">
                  <a:moveTo>
                    <a:pt x="406031" y="128333"/>
                  </a:moveTo>
                  <a:lnTo>
                    <a:pt x="403180" y="125145"/>
                  </a:lnTo>
                  <a:lnTo>
                    <a:pt x="406031" y="121970"/>
                  </a:lnTo>
                  <a:lnTo>
                    <a:pt x="406031" y="128333"/>
                  </a:lnTo>
                  <a:close/>
                </a:path>
                <a:path w="416560" h="250825">
                  <a:moveTo>
                    <a:pt x="413113" y="128333"/>
                  </a:moveTo>
                  <a:lnTo>
                    <a:pt x="406031" y="128333"/>
                  </a:lnTo>
                  <a:lnTo>
                    <a:pt x="406031" y="121970"/>
                  </a:lnTo>
                  <a:lnTo>
                    <a:pt x="413124" y="121970"/>
                  </a:lnTo>
                  <a:lnTo>
                    <a:pt x="415970" y="125152"/>
                  </a:lnTo>
                  <a:lnTo>
                    <a:pt x="413113" y="128333"/>
                  </a:lnTo>
                  <a:close/>
                </a:path>
                <a:path w="416560" h="250825">
                  <a:moveTo>
                    <a:pt x="314770" y="237858"/>
                  </a:moveTo>
                  <a:lnTo>
                    <a:pt x="313131" y="237858"/>
                  </a:lnTo>
                  <a:lnTo>
                    <a:pt x="313131" y="225433"/>
                  </a:lnTo>
                  <a:lnTo>
                    <a:pt x="403175" y="125152"/>
                  </a:lnTo>
                  <a:lnTo>
                    <a:pt x="406031" y="128333"/>
                  </a:lnTo>
                  <a:lnTo>
                    <a:pt x="413113" y="128333"/>
                  </a:lnTo>
                  <a:lnTo>
                    <a:pt x="314770" y="237858"/>
                  </a:lnTo>
                  <a:close/>
                </a:path>
                <a:path w="416560" h="250825">
                  <a:moveTo>
                    <a:pt x="9525" y="181508"/>
                  </a:moveTo>
                  <a:lnTo>
                    <a:pt x="4762" y="176745"/>
                  </a:lnTo>
                  <a:lnTo>
                    <a:pt x="9525" y="176745"/>
                  </a:lnTo>
                  <a:lnTo>
                    <a:pt x="9525" y="181508"/>
                  </a:lnTo>
                  <a:close/>
                </a:path>
                <a:path w="416560" h="250825">
                  <a:moveTo>
                    <a:pt x="313131" y="186270"/>
                  </a:moveTo>
                  <a:lnTo>
                    <a:pt x="308368" y="186270"/>
                  </a:lnTo>
                  <a:lnTo>
                    <a:pt x="303606" y="181508"/>
                  </a:lnTo>
                  <a:lnTo>
                    <a:pt x="9525" y="181508"/>
                  </a:lnTo>
                  <a:lnTo>
                    <a:pt x="9525" y="176745"/>
                  </a:lnTo>
                  <a:lnTo>
                    <a:pt x="313131" y="176745"/>
                  </a:lnTo>
                  <a:lnTo>
                    <a:pt x="313131" y="186270"/>
                  </a:lnTo>
                  <a:close/>
                </a:path>
                <a:path w="416560" h="250825">
                  <a:moveTo>
                    <a:pt x="303606" y="250291"/>
                  </a:moveTo>
                  <a:lnTo>
                    <a:pt x="303606" y="181508"/>
                  </a:lnTo>
                  <a:lnTo>
                    <a:pt x="308368" y="186270"/>
                  </a:lnTo>
                  <a:lnTo>
                    <a:pt x="313131" y="186270"/>
                  </a:lnTo>
                  <a:lnTo>
                    <a:pt x="313131" y="225433"/>
                  </a:lnTo>
                  <a:lnTo>
                    <a:pt x="304825" y="234683"/>
                  </a:lnTo>
                  <a:lnTo>
                    <a:pt x="313131" y="237858"/>
                  </a:lnTo>
                  <a:lnTo>
                    <a:pt x="314770" y="237858"/>
                  </a:lnTo>
                  <a:lnTo>
                    <a:pt x="303606" y="250291"/>
                  </a:lnTo>
                  <a:close/>
                </a:path>
                <a:path w="416560" h="250825">
                  <a:moveTo>
                    <a:pt x="313131" y="237858"/>
                  </a:moveTo>
                  <a:lnTo>
                    <a:pt x="304825" y="234683"/>
                  </a:lnTo>
                  <a:lnTo>
                    <a:pt x="313131" y="225433"/>
                  </a:lnTo>
                  <a:lnTo>
                    <a:pt x="313131" y="237858"/>
                  </a:lnTo>
                  <a:close/>
                </a:path>
              </a:pathLst>
            </a:custGeom>
            <a:solidFill>
              <a:srgbClr val="FFFF00"/>
            </a:solidFill>
          </p:spPr>
          <p:txBody>
            <a:bodyPr wrap="square" lIns="0" tIns="0" rIns="0" bIns="0" rtlCol="0"/>
            <a:lstStyle/>
            <a:p>
              <a:endParaRPr/>
            </a:p>
          </p:txBody>
        </p:sp>
      </p:grpSp>
      <p:sp>
        <p:nvSpPr>
          <p:cNvPr id="9" name="object 9"/>
          <p:cNvSpPr/>
          <p:nvPr/>
        </p:nvSpPr>
        <p:spPr>
          <a:xfrm>
            <a:off x="4434332" y="2666453"/>
            <a:ext cx="551180" cy="0"/>
          </a:xfrm>
          <a:custGeom>
            <a:avLst/>
            <a:gdLst/>
            <a:ahLst/>
            <a:cxnLst/>
            <a:rect l="l" t="t" r="r" b="b"/>
            <a:pathLst>
              <a:path w="551179">
                <a:moveTo>
                  <a:pt x="0" y="0"/>
                </a:moveTo>
                <a:lnTo>
                  <a:pt x="550659" y="0"/>
                </a:lnTo>
              </a:path>
            </a:pathLst>
          </a:custGeom>
          <a:ln w="11645">
            <a:solidFill>
              <a:srgbClr val="000000"/>
            </a:solidFill>
          </a:ln>
        </p:spPr>
        <p:txBody>
          <a:bodyPr wrap="square" lIns="0" tIns="0" rIns="0" bIns="0" rtlCol="0"/>
          <a:lstStyle/>
          <a:p>
            <a:endParaRPr/>
          </a:p>
        </p:txBody>
      </p:sp>
      <p:sp>
        <p:nvSpPr>
          <p:cNvPr id="10" name="object 10"/>
          <p:cNvSpPr/>
          <p:nvPr/>
        </p:nvSpPr>
        <p:spPr>
          <a:xfrm>
            <a:off x="5338419" y="2666453"/>
            <a:ext cx="473075" cy="0"/>
          </a:xfrm>
          <a:custGeom>
            <a:avLst/>
            <a:gdLst/>
            <a:ahLst/>
            <a:cxnLst/>
            <a:rect l="l" t="t" r="r" b="b"/>
            <a:pathLst>
              <a:path w="473075">
                <a:moveTo>
                  <a:pt x="0" y="0"/>
                </a:moveTo>
                <a:lnTo>
                  <a:pt x="472566" y="0"/>
                </a:lnTo>
              </a:path>
            </a:pathLst>
          </a:custGeom>
          <a:ln w="11645">
            <a:solidFill>
              <a:srgbClr val="000000"/>
            </a:solidFill>
          </a:ln>
        </p:spPr>
        <p:txBody>
          <a:bodyPr wrap="square" lIns="0" tIns="0" rIns="0" bIns="0" rtlCol="0"/>
          <a:lstStyle/>
          <a:p>
            <a:endParaRPr/>
          </a:p>
        </p:txBody>
      </p:sp>
      <p:sp>
        <p:nvSpPr>
          <p:cNvPr id="11" name="object 11"/>
          <p:cNvSpPr/>
          <p:nvPr/>
        </p:nvSpPr>
        <p:spPr>
          <a:xfrm>
            <a:off x="6164402" y="2666453"/>
            <a:ext cx="541655" cy="0"/>
          </a:xfrm>
          <a:custGeom>
            <a:avLst/>
            <a:gdLst/>
            <a:ahLst/>
            <a:cxnLst/>
            <a:rect l="l" t="t" r="r" b="b"/>
            <a:pathLst>
              <a:path w="541654">
                <a:moveTo>
                  <a:pt x="0" y="0"/>
                </a:moveTo>
                <a:lnTo>
                  <a:pt x="541400" y="0"/>
                </a:lnTo>
              </a:path>
            </a:pathLst>
          </a:custGeom>
          <a:ln w="11645">
            <a:solidFill>
              <a:srgbClr val="000000"/>
            </a:solidFill>
          </a:ln>
        </p:spPr>
        <p:txBody>
          <a:bodyPr wrap="square" lIns="0" tIns="0" rIns="0" bIns="0" rtlCol="0"/>
          <a:lstStyle/>
          <a:p>
            <a:endParaRPr/>
          </a:p>
        </p:txBody>
      </p:sp>
      <p:sp>
        <p:nvSpPr>
          <p:cNvPr id="12" name="object 12"/>
          <p:cNvSpPr txBox="1"/>
          <p:nvPr/>
        </p:nvSpPr>
        <p:spPr>
          <a:xfrm>
            <a:off x="7298537" y="3263862"/>
            <a:ext cx="485775" cy="400050"/>
          </a:xfrm>
          <a:prstGeom prst="rect">
            <a:avLst/>
          </a:prstGeom>
        </p:spPr>
        <p:txBody>
          <a:bodyPr vert="horz" wrap="square" lIns="0" tIns="13335" rIns="0" bIns="0" rtlCol="0">
            <a:spAutoFit/>
          </a:bodyPr>
          <a:lstStyle/>
          <a:p>
            <a:pPr marL="12700">
              <a:lnSpc>
                <a:spcPct val="100000"/>
              </a:lnSpc>
              <a:spcBef>
                <a:spcPts val="105"/>
              </a:spcBef>
              <a:tabLst>
                <a:tab pos="316865" algn="l"/>
              </a:tabLst>
            </a:pPr>
            <a:r>
              <a:rPr sz="2450" spc="-50" dirty="0">
                <a:latin typeface="Symbol" panose="05050102010706020507"/>
                <a:cs typeface="Symbol" panose="05050102010706020507"/>
              </a:rPr>
              <a:t></a:t>
            </a:r>
            <a:r>
              <a:rPr sz="2450" dirty="0">
                <a:latin typeface="Times New Roman" panose="02020603050405020304"/>
                <a:cs typeface="Times New Roman" panose="02020603050405020304"/>
              </a:rPr>
              <a:t>	</a:t>
            </a:r>
            <a:r>
              <a:rPr sz="2450" i="1" spc="-50" dirty="0">
                <a:latin typeface="Times New Roman" panose="02020603050405020304"/>
                <a:cs typeface="Times New Roman" panose="02020603050405020304"/>
              </a:rPr>
              <a:t>0</a:t>
            </a:r>
            <a:endParaRPr sz="2450">
              <a:latin typeface="Times New Roman" panose="02020603050405020304"/>
              <a:cs typeface="Times New Roman" panose="02020603050405020304"/>
            </a:endParaRPr>
          </a:p>
        </p:txBody>
      </p:sp>
      <p:sp>
        <p:nvSpPr>
          <p:cNvPr id="13" name="object 13"/>
          <p:cNvSpPr txBox="1"/>
          <p:nvPr/>
        </p:nvSpPr>
        <p:spPr>
          <a:xfrm>
            <a:off x="4358347" y="2307589"/>
            <a:ext cx="2962275" cy="1434465"/>
          </a:xfrm>
          <a:prstGeom prst="rect">
            <a:avLst/>
          </a:prstGeom>
        </p:spPr>
        <p:txBody>
          <a:bodyPr vert="horz" wrap="square" lIns="0" tIns="36195" rIns="0" bIns="0" rtlCol="0">
            <a:spAutoFit/>
          </a:bodyPr>
          <a:lstStyle/>
          <a:p>
            <a:pPr marL="210185" marR="55880" indent="-141605">
              <a:lnSpc>
                <a:spcPts val="2790"/>
              </a:lnSpc>
              <a:spcBef>
                <a:spcPts val="285"/>
              </a:spcBef>
              <a:tabLst>
                <a:tab pos="1075055" algn="l"/>
                <a:tab pos="2002155" algn="l"/>
              </a:tabLst>
            </a:pPr>
            <a:r>
              <a:rPr sz="3600" i="1" spc="-52" baseline="14000" dirty="0">
                <a:latin typeface="Times New Roman" panose="02020603050405020304"/>
                <a:cs typeface="Times New Roman" panose="02020603050405020304"/>
              </a:rPr>
              <a:t>V</a:t>
            </a:r>
            <a:r>
              <a:rPr sz="1400" i="1" spc="-35" dirty="0">
                <a:latin typeface="Times New Roman" panose="02020603050405020304"/>
                <a:cs typeface="Times New Roman" panose="02020603050405020304"/>
              </a:rPr>
              <a:t>OUT2</a:t>
            </a:r>
            <a:r>
              <a:rPr sz="1400" i="1" spc="140" dirty="0">
                <a:latin typeface="Times New Roman" panose="02020603050405020304"/>
                <a:cs typeface="Times New Roman" panose="02020603050405020304"/>
              </a:rPr>
              <a:t> </a:t>
            </a:r>
            <a:r>
              <a:rPr sz="3600" baseline="-21000" dirty="0">
                <a:latin typeface="Symbol" panose="05050102010706020507"/>
                <a:cs typeface="Symbol" panose="05050102010706020507"/>
              </a:rPr>
              <a:t></a:t>
            </a:r>
            <a:r>
              <a:rPr sz="3600" spc="-187" baseline="-21000" dirty="0">
                <a:latin typeface="Times New Roman" panose="02020603050405020304"/>
                <a:cs typeface="Times New Roman" panose="02020603050405020304"/>
              </a:rPr>
              <a:t> </a:t>
            </a:r>
            <a:r>
              <a:rPr sz="3600" i="1" baseline="14000" dirty="0">
                <a:latin typeface="Times New Roman" panose="02020603050405020304"/>
                <a:cs typeface="Times New Roman" panose="02020603050405020304"/>
              </a:rPr>
              <a:t>V</a:t>
            </a:r>
            <a:r>
              <a:rPr sz="1400" i="1" dirty="0">
                <a:latin typeface="Times New Roman" panose="02020603050405020304"/>
                <a:cs typeface="Times New Roman" panose="02020603050405020304"/>
              </a:rPr>
              <a:t>REF</a:t>
            </a:r>
            <a:r>
              <a:rPr sz="1400" i="1" spc="355" dirty="0">
                <a:latin typeface="Times New Roman" panose="02020603050405020304"/>
                <a:cs typeface="Times New Roman" panose="02020603050405020304"/>
              </a:rPr>
              <a:t> </a:t>
            </a:r>
            <a:r>
              <a:rPr sz="3600" baseline="-21000" dirty="0">
                <a:latin typeface="Symbol" panose="05050102010706020507"/>
                <a:cs typeface="Symbol" panose="05050102010706020507"/>
              </a:rPr>
              <a:t></a:t>
            </a:r>
            <a:r>
              <a:rPr sz="3600" spc="-187" baseline="-21000" dirty="0">
                <a:latin typeface="Times New Roman" panose="02020603050405020304"/>
                <a:cs typeface="Times New Roman" panose="02020603050405020304"/>
              </a:rPr>
              <a:t> </a:t>
            </a:r>
            <a:r>
              <a:rPr sz="3600" i="1" spc="-37" baseline="14000" dirty="0">
                <a:latin typeface="Times New Roman" panose="02020603050405020304"/>
                <a:cs typeface="Times New Roman" panose="02020603050405020304"/>
              </a:rPr>
              <a:t>V</a:t>
            </a:r>
            <a:r>
              <a:rPr sz="1400" i="1" spc="-25" dirty="0">
                <a:latin typeface="Times New Roman" panose="02020603050405020304"/>
                <a:cs typeface="Times New Roman" panose="02020603050405020304"/>
              </a:rPr>
              <a:t>OUT1</a:t>
            </a:r>
            <a:r>
              <a:rPr sz="1400" i="1" spc="290" dirty="0">
                <a:latin typeface="Times New Roman" panose="02020603050405020304"/>
                <a:cs typeface="Times New Roman" panose="02020603050405020304"/>
              </a:rPr>
              <a:t> </a:t>
            </a:r>
            <a:r>
              <a:rPr sz="3600" baseline="-21000" dirty="0">
                <a:latin typeface="Symbol" panose="05050102010706020507"/>
                <a:cs typeface="Symbol" panose="05050102010706020507"/>
              </a:rPr>
              <a:t></a:t>
            </a:r>
            <a:r>
              <a:rPr sz="3600" spc="-7" baseline="-21000" dirty="0">
                <a:latin typeface="Times New Roman" panose="02020603050405020304"/>
                <a:cs typeface="Times New Roman" panose="02020603050405020304"/>
              </a:rPr>
              <a:t> </a:t>
            </a:r>
            <a:r>
              <a:rPr sz="3600" i="1" spc="-75" baseline="-21000" dirty="0">
                <a:latin typeface="Times New Roman" panose="02020603050405020304"/>
                <a:cs typeface="Times New Roman" panose="02020603050405020304"/>
              </a:rPr>
              <a:t>0 </a:t>
            </a:r>
            <a:r>
              <a:rPr sz="2400" i="1" spc="-25" dirty="0">
                <a:latin typeface="Times New Roman" panose="02020603050405020304"/>
                <a:cs typeface="Times New Roman" panose="02020603050405020304"/>
              </a:rPr>
              <a:t>2R</a:t>
            </a:r>
            <a:r>
              <a:rPr sz="2400" i="1" dirty="0">
                <a:latin typeface="Times New Roman" panose="02020603050405020304"/>
                <a:cs typeface="Times New Roman" panose="02020603050405020304"/>
              </a:rPr>
              <a:t>	</a:t>
            </a:r>
            <a:r>
              <a:rPr sz="2400" i="1" spc="-25" dirty="0">
                <a:latin typeface="Times New Roman" panose="02020603050405020304"/>
                <a:cs typeface="Times New Roman" panose="02020603050405020304"/>
              </a:rPr>
              <a:t>2R</a:t>
            </a:r>
            <a:r>
              <a:rPr sz="2400" i="1" dirty="0">
                <a:latin typeface="Times New Roman" panose="02020603050405020304"/>
                <a:cs typeface="Times New Roman" panose="02020603050405020304"/>
              </a:rPr>
              <a:t>	</a:t>
            </a:r>
            <a:r>
              <a:rPr sz="2400" i="1" spc="-50" dirty="0">
                <a:latin typeface="Times New Roman" panose="02020603050405020304"/>
                <a:cs typeface="Times New Roman" panose="02020603050405020304"/>
              </a:rPr>
              <a:t>R</a:t>
            </a:r>
            <a:endParaRPr sz="2400">
              <a:latin typeface="Times New Roman" panose="02020603050405020304"/>
              <a:cs typeface="Times New Roman" panose="02020603050405020304"/>
            </a:endParaRPr>
          </a:p>
          <a:p>
            <a:pPr marL="50800">
              <a:lnSpc>
                <a:spcPct val="100000"/>
              </a:lnSpc>
              <a:spcBef>
                <a:spcPts val="2385"/>
              </a:spcBef>
              <a:tabLst>
                <a:tab pos="808990" algn="l"/>
                <a:tab pos="1732280" algn="l"/>
              </a:tabLst>
            </a:pPr>
            <a:r>
              <a:rPr sz="3675" i="1" spc="-15" baseline="14000" dirty="0">
                <a:latin typeface="Times New Roman" panose="02020603050405020304"/>
                <a:cs typeface="Times New Roman" panose="02020603050405020304"/>
              </a:rPr>
              <a:t>V</a:t>
            </a:r>
            <a:r>
              <a:rPr sz="1400" i="1" spc="-10" dirty="0">
                <a:latin typeface="Times New Roman" panose="02020603050405020304"/>
                <a:cs typeface="Times New Roman" panose="02020603050405020304"/>
              </a:rPr>
              <a:t>OUT2</a:t>
            </a:r>
            <a:r>
              <a:rPr sz="1400" i="1" dirty="0">
                <a:latin typeface="Times New Roman" panose="02020603050405020304"/>
                <a:cs typeface="Times New Roman" panose="02020603050405020304"/>
              </a:rPr>
              <a:t>	</a:t>
            </a:r>
            <a:r>
              <a:rPr sz="3675" baseline="14000" dirty="0">
                <a:latin typeface="Symbol" panose="05050102010706020507"/>
                <a:cs typeface="Symbol" panose="05050102010706020507"/>
              </a:rPr>
              <a:t></a:t>
            </a:r>
            <a:r>
              <a:rPr sz="3675" spc="75" baseline="14000" dirty="0">
                <a:latin typeface="Times New Roman" panose="02020603050405020304"/>
                <a:cs typeface="Times New Roman" panose="02020603050405020304"/>
              </a:rPr>
              <a:t> </a:t>
            </a:r>
            <a:r>
              <a:rPr sz="3675" i="1" spc="-30" baseline="14000" dirty="0">
                <a:latin typeface="Times New Roman" panose="02020603050405020304"/>
                <a:cs typeface="Times New Roman" panose="02020603050405020304"/>
              </a:rPr>
              <a:t>V</a:t>
            </a:r>
            <a:r>
              <a:rPr sz="1400" i="1" spc="-20" dirty="0">
                <a:latin typeface="Times New Roman" panose="02020603050405020304"/>
                <a:cs typeface="Times New Roman" panose="02020603050405020304"/>
              </a:rPr>
              <a:t>REF</a:t>
            </a:r>
            <a:r>
              <a:rPr sz="1400" i="1" dirty="0">
                <a:latin typeface="Times New Roman" panose="02020603050405020304"/>
                <a:cs typeface="Times New Roman" panose="02020603050405020304"/>
              </a:rPr>
              <a:t>	</a:t>
            </a:r>
            <a:r>
              <a:rPr sz="3675" baseline="14000" dirty="0">
                <a:latin typeface="Symbol" panose="05050102010706020507"/>
                <a:cs typeface="Symbol" panose="05050102010706020507"/>
              </a:rPr>
              <a:t></a:t>
            </a:r>
            <a:r>
              <a:rPr sz="3675" spc="405" baseline="14000" dirty="0">
                <a:latin typeface="Times New Roman" panose="02020603050405020304"/>
                <a:cs typeface="Times New Roman" panose="02020603050405020304"/>
              </a:rPr>
              <a:t> </a:t>
            </a:r>
            <a:r>
              <a:rPr sz="3675" i="1" spc="-15" baseline="14000" dirty="0">
                <a:latin typeface="Times New Roman" panose="02020603050405020304"/>
                <a:cs typeface="Times New Roman" panose="02020603050405020304"/>
              </a:rPr>
              <a:t>2V</a:t>
            </a:r>
            <a:r>
              <a:rPr sz="1400" i="1" spc="-10" dirty="0">
                <a:latin typeface="Times New Roman" panose="02020603050405020304"/>
                <a:cs typeface="Times New Roman" panose="02020603050405020304"/>
              </a:rPr>
              <a:t>OUT1</a:t>
            </a:r>
            <a:endParaRPr sz="1400">
              <a:latin typeface="Times New Roman" panose="02020603050405020304"/>
              <a:cs typeface="Times New Roman" panose="02020603050405020304"/>
            </a:endParaRPr>
          </a:p>
        </p:txBody>
      </p:sp>
      <p:sp>
        <p:nvSpPr>
          <p:cNvPr id="14" name="object 14"/>
          <p:cNvSpPr txBox="1"/>
          <p:nvPr/>
        </p:nvSpPr>
        <p:spPr>
          <a:xfrm>
            <a:off x="7307770" y="4212005"/>
            <a:ext cx="389255" cy="264795"/>
          </a:xfrm>
          <a:prstGeom prst="rect">
            <a:avLst/>
          </a:prstGeom>
        </p:spPr>
        <p:txBody>
          <a:bodyPr vert="horz" wrap="square" lIns="0" tIns="14604" rIns="0" bIns="0" rtlCol="0">
            <a:spAutoFit/>
          </a:bodyPr>
          <a:lstStyle/>
          <a:p>
            <a:pPr marL="12700">
              <a:lnSpc>
                <a:spcPct val="100000"/>
              </a:lnSpc>
              <a:spcBef>
                <a:spcPts val="115"/>
              </a:spcBef>
            </a:pPr>
            <a:r>
              <a:rPr sz="1550" i="1" spc="-25" dirty="0">
                <a:latin typeface="Times New Roman" panose="02020603050405020304"/>
                <a:cs typeface="Times New Roman" panose="02020603050405020304"/>
              </a:rPr>
              <a:t>REF</a:t>
            </a:r>
            <a:endParaRPr sz="1550">
              <a:latin typeface="Times New Roman" panose="02020603050405020304"/>
              <a:cs typeface="Times New Roman" panose="02020603050405020304"/>
            </a:endParaRPr>
          </a:p>
        </p:txBody>
      </p:sp>
      <p:sp>
        <p:nvSpPr>
          <p:cNvPr id="15" name="object 15"/>
          <p:cNvSpPr txBox="1"/>
          <p:nvPr/>
        </p:nvSpPr>
        <p:spPr>
          <a:xfrm>
            <a:off x="6215469" y="4212005"/>
            <a:ext cx="522605" cy="264795"/>
          </a:xfrm>
          <a:prstGeom prst="rect">
            <a:avLst/>
          </a:prstGeom>
        </p:spPr>
        <p:txBody>
          <a:bodyPr vert="horz" wrap="square" lIns="0" tIns="14604" rIns="0" bIns="0" rtlCol="0">
            <a:spAutoFit/>
          </a:bodyPr>
          <a:lstStyle/>
          <a:p>
            <a:pPr marL="12700">
              <a:lnSpc>
                <a:spcPct val="100000"/>
              </a:lnSpc>
              <a:spcBef>
                <a:spcPts val="115"/>
              </a:spcBef>
            </a:pPr>
            <a:r>
              <a:rPr sz="1550" i="1" spc="-20" dirty="0">
                <a:latin typeface="Times New Roman" panose="02020603050405020304"/>
                <a:cs typeface="Times New Roman" panose="02020603050405020304"/>
              </a:rPr>
              <a:t>OUT1</a:t>
            </a:r>
            <a:endParaRPr sz="1550">
              <a:latin typeface="Times New Roman" panose="02020603050405020304"/>
              <a:cs typeface="Times New Roman" panose="02020603050405020304"/>
            </a:endParaRPr>
          </a:p>
        </p:txBody>
      </p:sp>
      <p:sp>
        <p:nvSpPr>
          <p:cNvPr id="16" name="object 16"/>
          <p:cNvSpPr txBox="1"/>
          <p:nvPr/>
        </p:nvSpPr>
        <p:spPr>
          <a:xfrm>
            <a:off x="4583303" y="4212005"/>
            <a:ext cx="522605" cy="264795"/>
          </a:xfrm>
          <a:prstGeom prst="rect">
            <a:avLst/>
          </a:prstGeom>
        </p:spPr>
        <p:txBody>
          <a:bodyPr vert="horz" wrap="square" lIns="0" tIns="14604" rIns="0" bIns="0" rtlCol="0">
            <a:spAutoFit/>
          </a:bodyPr>
          <a:lstStyle/>
          <a:p>
            <a:pPr marL="12700">
              <a:lnSpc>
                <a:spcPct val="100000"/>
              </a:lnSpc>
              <a:spcBef>
                <a:spcPts val="115"/>
              </a:spcBef>
            </a:pPr>
            <a:r>
              <a:rPr sz="1550" i="1" spc="-20" dirty="0">
                <a:latin typeface="Times New Roman" panose="02020603050405020304"/>
                <a:cs typeface="Times New Roman" panose="02020603050405020304"/>
              </a:rPr>
              <a:t>OUT2</a:t>
            </a:r>
            <a:endParaRPr sz="1550">
              <a:latin typeface="Times New Roman" panose="02020603050405020304"/>
              <a:cs typeface="Times New Roman" panose="02020603050405020304"/>
            </a:endParaRPr>
          </a:p>
        </p:txBody>
      </p:sp>
      <p:sp>
        <p:nvSpPr>
          <p:cNvPr id="17" name="object 17"/>
          <p:cNvSpPr txBox="1"/>
          <p:nvPr/>
        </p:nvSpPr>
        <p:spPr>
          <a:xfrm>
            <a:off x="4397755" y="3804068"/>
            <a:ext cx="3456940" cy="652145"/>
          </a:xfrm>
          <a:prstGeom prst="rect">
            <a:avLst/>
          </a:prstGeom>
        </p:spPr>
        <p:txBody>
          <a:bodyPr vert="horz" wrap="square" lIns="0" tIns="13970" rIns="0" bIns="0" rtlCol="0">
            <a:spAutoFit/>
          </a:bodyPr>
          <a:lstStyle/>
          <a:p>
            <a:pPr marL="12700">
              <a:lnSpc>
                <a:spcPct val="100000"/>
              </a:lnSpc>
              <a:spcBef>
                <a:spcPts val="110"/>
              </a:spcBef>
              <a:tabLst>
                <a:tab pos="868680" algn="l"/>
                <a:tab pos="1210945" algn="l"/>
                <a:tab pos="2448560" algn="l"/>
                <a:tab pos="3331845" algn="l"/>
              </a:tabLst>
            </a:pPr>
            <a:r>
              <a:rPr sz="2650" i="1" spc="-50" dirty="0">
                <a:latin typeface="Times New Roman" panose="02020603050405020304"/>
                <a:cs typeface="Times New Roman" panose="02020603050405020304"/>
              </a:rPr>
              <a:t>V</a:t>
            </a:r>
            <a:r>
              <a:rPr sz="2650" i="1" dirty="0">
                <a:latin typeface="Times New Roman" panose="02020603050405020304"/>
                <a:cs typeface="Times New Roman" panose="02020603050405020304"/>
              </a:rPr>
              <a:t>	</a:t>
            </a:r>
            <a:r>
              <a:rPr sz="2650" spc="-50" dirty="0">
                <a:latin typeface="Symbol" panose="05050102010706020507"/>
                <a:cs typeface="Symbol" panose="05050102010706020507"/>
              </a:rPr>
              <a:t></a:t>
            </a:r>
            <a:r>
              <a:rPr sz="2650" dirty="0">
                <a:latin typeface="Times New Roman" panose="02020603050405020304"/>
                <a:cs typeface="Times New Roman" panose="02020603050405020304"/>
              </a:rPr>
              <a:t>	</a:t>
            </a:r>
            <a:r>
              <a:rPr sz="2650" spc="-20" dirty="0">
                <a:latin typeface="Symbol" panose="05050102010706020507"/>
                <a:cs typeface="Symbol" panose="05050102010706020507"/>
              </a:rPr>
              <a:t></a:t>
            </a:r>
            <a:r>
              <a:rPr sz="4100" spc="-20" dirty="0">
                <a:latin typeface="Symbol" panose="05050102010706020507"/>
                <a:cs typeface="Symbol" panose="05050102010706020507"/>
              </a:rPr>
              <a:t></a:t>
            </a:r>
            <a:r>
              <a:rPr sz="2650" i="1" spc="-20" dirty="0">
                <a:latin typeface="Times New Roman" panose="02020603050405020304"/>
                <a:cs typeface="Times New Roman" panose="02020603050405020304"/>
              </a:rPr>
              <a:t>2V</a:t>
            </a:r>
            <a:r>
              <a:rPr sz="2650" i="1" dirty="0">
                <a:latin typeface="Times New Roman" panose="02020603050405020304"/>
                <a:cs typeface="Times New Roman" panose="02020603050405020304"/>
              </a:rPr>
              <a:t>	</a:t>
            </a:r>
            <a:r>
              <a:rPr sz="2650" dirty="0">
                <a:latin typeface="Symbol" panose="05050102010706020507"/>
                <a:cs typeface="Symbol" panose="05050102010706020507"/>
              </a:rPr>
              <a:t></a:t>
            </a:r>
            <a:r>
              <a:rPr sz="2650" spc="45" dirty="0">
                <a:latin typeface="Times New Roman" panose="02020603050405020304"/>
                <a:cs typeface="Times New Roman" panose="02020603050405020304"/>
              </a:rPr>
              <a:t> </a:t>
            </a:r>
            <a:r>
              <a:rPr sz="2650" i="1" spc="-50" dirty="0">
                <a:latin typeface="Times New Roman" panose="02020603050405020304"/>
                <a:cs typeface="Times New Roman" panose="02020603050405020304"/>
              </a:rPr>
              <a:t>V</a:t>
            </a:r>
            <a:r>
              <a:rPr sz="2650" i="1" dirty="0">
                <a:latin typeface="Times New Roman" panose="02020603050405020304"/>
                <a:cs typeface="Times New Roman" panose="02020603050405020304"/>
              </a:rPr>
              <a:t>	</a:t>
            </a:r>
            <a:r>
              <a:rPr sz="4100" spc="-545" dirty="0">
                <a:latin typeface="Symbol" panose="05050102010706020507"/>
                <a:cs typeface="Symbol" panose="05050102010706020507"/>
              </a:rPr>
              <a:t></a:t>
            </a:r>
            <a:endParaRPr sz="4100">
              <a:latin typeface="Symbol" panose="05050102010706020507"/>
              <a:cs typeface="Symbol" panose="05050102010706020507"/>
            </a:endParaRPr>
          </a:p>
        </p:txBody>
      </p:sp>
      <p:sp>
        <p:nvSpPr>
          <p:cNvPr id="18" name="object 18"/>
          <p:cNvSpPr/>
          <p:nvPr/>
        </p:nvSpPr>
        <p:spPr>
          <a:xfrm>
            <a:off x="5902439" y="4799850"/>
            <a:ext cx="108585" cy="349885"/>
          </a:xfrm>
          <a:custGeom>
            <a:avLst/>
            <a:gdLst/>
            <a:ahLst/>
            <a:cxnLst/>
            <a:rect l="l" t="t" r="r" b="b"/>
            <a:pathLst>
              <a:path w="108585" h="349885">
                <a:moveTo>
                  <a:pt x="108076" y="0"/>
                </a:moveTo>
                <a:lnTo>
                  <a:pt x="0" y="349567"/>
                </a:lnTo>
              </a:path>
            </a:pathLst>
          </a:custGeom>
          <a:ln w="12674">
            <a:solidFill>
              <a:srgbClr val="000000"/>
            </a:solidFill>
          </a:ln>
        </p:spPr>
        <p:txBody>
          <a:bodyPr wrap="square" lIns="0" tIns="0" rIns="0" bIns="0" rtlCol="0"/>
          <a:lstStyle/>
          <a:p>
            <a:endParaRPr/>
          </a:p>
        </p:txBody>
      </p:sp>
      <p:sp>
        <p:nvSpPr>
          <p:cNvPr id="19" name="object 19"/>
          <p:cNvSpPr txBox="1"/>
          <p:nvPr/>
        </p:nvSpPr>
        <p:spPr>
          <a:xfrm>
            <a:off x="6819607" y="4960302"/>
            <a:ext cx="358140" cy="244475"/>
          </a:xfrm>
          <a:prstGeom prst="rect">
            <a:avLst/>
          </a:prstGeom>
        </p:spPr>
        <p:txBody>
          <a:bodyPr vert="horz" wrap="square" lIns="0" tIns="16510" rIns="0" bIns="0" rtlCol="0">
            <a:spAutoFit/>
          </a:bodyPr>
          <a:lstStyle/>
          <a:p>
            <a:pPr marL="12700">
              <a:lnSpc>
                <a:spcPct val="100000"/>
              </a:lnSpc>
              <a:spcBef>
                <a:spcPts val="130"/>
              </a:spcBef>
            </a:pPr>
            <a:r>
              <a:rPr sz="1400" spc="-25" dirty="0">
                <a:latin typeface="Times New Roman" panose="02020603050405020304"/>
                <a:cs typeface="Times New Roman" panose="02020603050405020304"/>
              </a:rPr>
              <a:t>REF</a:t>
            </a:r>
            <a:endParaRPr sz="1400">
              <a:latin typeface="Times New Roman" panose="02020603050405020304"/>
              <a:cs typeface="Times New Roman" panose="02020603050405020304"/>
            </a:endParaRPr>
          </a:p>
        </p:txBody>
      </p:sp>
      <p:sp>
        <p:nvSpPr>
          <p:cNvPr id="20" name="object 20"/>
          <p:cNvSpPr txBox="1"/>
          <p:nvPr/>
        </p:nvSpPr>
        <p:spPr>
          <a:xfrm>
            <a:off x="6183629" y="4743932"/>
            <a:ext cx="116839" cy="244475"/>
          </a:xfrm>
          <a:prstGeom prst="rect">
            <a:avLst/>
          </a:prstGeom>
        </p:spPr>
        <p:txBody>
          <a:bodyPr vert="horz" wrap="square" lIns="0" tIns="16510" rIns="0" bIns="0" rtlCol="0">
            <a:spAutoFit/>
          </a:bodyPr>
          <a:lstStyle/>
          <a:p>
            <a:pPr marL="12700">
              <a:lnSpc>
                <a:spcPct val="100000"/>
              </a:lnSpc>
              <a:spcBef>
                <a:spcPts val="130"/>
              </a:spcBef>
            </a:pPr>
            <a:r>
              <a:rPr sz="1400" spc="-50" dirty="0">
                <a:latin typeface="Times New Roman" panose="02020603050405020304"/>
                <a:cs typeface="Times New Roman" panose="02020603050405020304"/>
              </a:rPr>
              <a:t>n</a:t>
            </a:r>
            <a:endParaRPr sz="1400">
              <a:latin typeface="Times New Roman" panose="02020603050405020304"/>
              <a:cs typeface="Times New Roman" panose="02020603050405020304"/>
            </a:endParaRPr>
          </a:p>
        </p:txBody>
      </p:sp>
      <p:sp>
        <p:nvSpPr>
          <p:cNvPr id="21" name="object 21"/>
          <p:cNvSpPr txBox="1"/>
          <p:nvPr/>
        </p:nvSpPr>
        <p:spPr>
          <a:xfrm>
            <a:off x="4663656" y="4960302"/>
            <a:ext cx="488315" cy="244475"/>
          </a:xfrm>
          <a:prstGeom prst="rect">
            <a:avLst/>
          </a:prstGeom>
        </p:spPr>
        <p:txBody>
          <a:bodyPr vert="horz" wrap="square" lIns="0" tIns="16510" rIns="0" bIns="0" rtlCol="0">
            <a:spAutoFit/>
          </a:bodyPr>
          <a:lstStyle/>
          <a:p>
            <a:pPr marL="12700">
              <a:lnSpc>
                <a:spcPct val="100000"/>
              </a:lnSpc>
              <a:spcBef>
                <a:spcPts val="130"/>
              </a:spcBef>
            </a:pPr>
            <a:r>
              <a:rPr sz="1400" spc="-20" dirty="0">
                <a:latin typeface="Times New Roman" panose="02020603050405020304"/>
                <a:cs typeface="Times New Roman" panose="02020603050405020304"/>
              </a:rPr>
              <a:t>OUT1</a:t>
            </a:r>
            <a:endParaRPr sz="1400">
              <a:latin typeface="Times New Roman" panose="02020603050405020304"/>
              <a:cs typeface="Times New Roman" panose="02020603050405020304"/>
            </a:endParaRPr>
          </a:p>
        </p:txBody>
      </p:sp>
      <p:sp>
        <p:nvSpPr>
          <p:cNvPr id="22" name="object 22"/>
          <p:cNvSpPr txBox="1"/>
          <p:nvPr/>
        </p:nvSpPr>
        <p:spPr>
          <a:xfrm>
            <a:off x="6416090" y="4752746"/>
            <a:ext cx="456565" cy="400050"/>
          </a:xfrm>
          <a:prstGeom prst="rect">
            <a:avLst/>
          </a:prstGeom>
        </p:spPr>
        <p:txBody>
          <a:bodyPr vert="horz" wrap="square" lIns="0" tIns="13335" rIns="0" bIns="0" rtlCol="0">
            <a:spAutoFit/>
          </a:bodyPr>
          <a:lstStyle/>
          <a:p>
            <a:pPr marL="12700">
              <a:lnSpc>
                <a:spcPct val="100000"/>
              </a:lnSpc>
              <a:spcBef>
                <a:spcPts val="105"/>
              </a:spcBef>
            </a:pPr>
            <a:r>
              <a:rPr sz="2450" spc="90" dirty="0">
                <a:latin typeface="Symbol" panose="05050102010706020507"/>
                <a:cs typeface="Symbol" panose="05050102010706020507"/>
              </a:rPr>
              <a:t></a:t>
            </a:r>
            <a:r>
              <a:rPr sz="2450" spc="90" dirty="0">
                <a:latin typeface="Times New Roman" panose="02020603050405020304"/>
                <a:cs typeface="Times New Roman" panose="02020603050405020304"/>
              </a:rPr>
              <a:t>V</a:t>
            </a:r>
            <a:endParaRPr sz="2450">
              <a:latin typeface="Times New Roman" panose="02020603050405020304"/>
              <a:cs typeface="Times New Roman" panose="02020603050405020304"/>
            </a:endParaRPr>
          </a:p>
        </p:txBody>
      </p:sp>
      <p:sp>
        <p:nvSpPr>
          <p:cNvPr id="23" name="object 23"/>
          <p:cNvSpPr txBox="1"/>
          <p:nvPr/>
        </p:nvSpPr>
        <p:spPr>
          <a:xfrm>
            <a:off x="4468507" y="4564989"/>
            <a:ext cx="1980564" cy="625475"/>
          </a:xfrm>
          <a:prstGeom prst="rect">
            <a:avLst/>
          </a:prstGeom>
        </p:spPr>
        <p:txBody>
          <a:bodyPr vert="horz" wrap="square" lIns="0" tIns="17145" rIns="0" bIns="0" rtlCol="0">
            <a:spAutoFit/>
          </a:bodyPr>
          <a:lstStyle/>
          <a:p>
            <a:pPr marL="12700">
              <a:lnSpc>
                <a:spcPct val="100000"/>
              </a:lnSpc>
              <a:spcBef>
                <a:spcPts val="135"/>
              </a:spcBef>
              <a:tabLst>
                <a:tab pos="739140" algn="l"/>
                <a:tab pos="1865630" algn="l"/>
              </a:tabLst>
            </a:pPr>
            <a:r>
              <a:rPr sz="2450" spc="-50" dirty="0">
                <a:latin typeface="Times New Roman" panose="02020603050405020304"/>
                <a:cs typeface="Times New Roman" panose="02020603050405020304"/>
              </a:rPr>
              <a:t>V</a:t>
            </a:r>
            <a:r>
              <a:rPr sz="2450" dirty="0">
                <a:latin typeface="Times New Roman" panose="02020603050405020304"/>
                <a:cs typeface="Times New Roman" panose="02020603050405020304"/>
              </a:rPr>
              <a:t>	</a:t>
            </a:r>
            <a:r>
              <a:rPr sz="2450" dirty="0">
                <a:latin typeface="Symbol" panose="05050102010706020507"/>
                <a:cs typeface="Symbol" panose="05050102010706020507"/>
              </a:rPr>
              <a:t></a:t>
            </a:r>
            <a:r>
              <a:rPr sz="2450" spc="-165" dirty="0">
                <a:latin typeface="Times New Roman" panose="02020603050405020304"/>
                <a:cs typeface="Times New Roman" panose="02020603050405020304"/>
              </a:rPr>
              <a:t> </a:t>
            </a:r>
            <a:r>
              <a:rPr sz="2450" spc="-145" dirty="0">
                <a:latin typeface="Symbol" panose="05050102010706020507"/>
                <a:cs typeface="Symbol" panose="05050102010706020507"/>
              </a:rPr>
              <a:t></a:t>
            </a:r>
            <a:r>
              <a:rPr sz="3900" spc="-145" dirty="0">
                <a:latin typeface="Symbol" panose="05050102010706020507"/>
                <a:cs typeface="Symbol" panose="05050102010706020507"/>
              </a:rPr>
              <a:t></a:t>
            </a:r>
            <a:r>
              <a:rPr sz="2450" spc="-145" dirty="0">
                <a:latin typeface="Times New Roman" panose="02020603050405020304"/>
                <a:cs typeface="Times New Roman" panose="02020603050405020304"/>
              </a:rPr>
              <a:t>D</a:t>
            </a:r>
            <a:r>
              <a:rPr sz="2450" spc="45" dirty="0">
                <a:latin typeface="Times New Roman" panose="02020603050405020304"/>
                <a:cs typeface="Times New Roman" panose="02020603050405020304"/>
              </a:rPr>
              <a:t> </a:t>
            </a:r>
            <a:r>
              <a:rPr sz="2450" spc="-50" dirty="0">
                <a:latin typeface="Times New Roman" panose="02020603050405020304"/>
                <a:cs typeface="Times New Roman" panose="02020603050405020304"/>
              </a:rPr>
              <a:t>2</a:t>
            </a:r>
            <a:r>
              <a:rPr sz="2450" dirty="0">
                <a:latin typeface="Times New Roman" panose="02020603050405020304"/>
                <a:cs typeface="Times New Roman" panose="02020603050405020304"/>
              </a:rPr>
              <a:t>	</a:t>
            </a:r>
            <a:r>
              <a:rPr sz="3900" spc="-560" dirty="0">
                <a:latin typeface="Symbol" panose="05050102010706020507"/>
                <a:cs typeface="Symbol" panose="05050102010706020507"/>
              </a:rPr>
              <a:t></a:t>
            </a:r>
            <a:endParaRPr sz="3900">
              <a:latin typeface="Symbol" panose="05050102010706020507"/>
              <a:cs typeface="Symbol" panose="05050102010706020507"/>
            </a:endParaRPr>
          </a:p>
        </p:txBody>
      </p:sp>
      <p:sp>
        <p:nvSpPr>
          <p:cNvPr id="24" name="object 24"/>
          <p:cNvSpPr/>
          <p:nvPr/>
        </p:nvSpPr>
        <p:spPr>
          <a:xfrm>
            <a:off x="6678663" y="5540819"/>
            <a:ext cx="112395" cy="360680"/>
          </a:xfrm>
          <a:custGeom>
            <a:avLst/>
            <a:gdLst/>
            <a:ahLst/>
            <a:cxnLst/>
            <a:rect l="l" t="t" r="r" b="b"/>
            <a:pathLst>
              <a:path w="112395" h="360679">
                <a:moveTo>
                  <a:pt x="112369" y="0"/>
                </a:moveTo>
                <a:lnTo>
                  <a:pt x="0" y="360425"/>
                </a:lnTo>
              </a:path>
            </a:pathLst>
          </a:custGeom>
          <a:ln w="13169">
            <a:solidFill>
              <a:srgbClr val="000000"/>
            </a:solidFill>
          </a:ln>
        </p:spPr>
        <p:txBody>
          <a:bodyPr wrap="square" lIns="0" tIns="0" rIns="0" bIns="0" rtlCol="0"/>
          <a:lstStyle/>
          <a:p>
            <a:endParaRPr/>
          </a:p>
        </p:txBody>
      </p:sp>
      <p:sp>
        <p:nvSpPr>
          <p:cNvPr id="25" name="object 25"/>
          <p:cNvSpPr txBox="1"/>
          <p:nvPr/>
        </p:nvSpPr>
        <p:spPr>
          <a:xfrm>
            <a:off x="7755470" y="5706605"/>
            <a:ext cx="364490" cy="250825"/>
          </a:xfrm>
          <a:prstGeom prst="rect">
            <a:avLst/>
          </a:prstGeom>
        </p:spPr>
        <p:txBody>
          <a:bodyPr vert="horz" wrap="square" lIns="0" tIns="15875" rIns="0" bIns="0" rtlCol="0">
            <a:spAutoFit/>
          </a:bodyPr>
          <a:lstStyle/>
          <a:p>
            <a:pPr marL="12700">
              <a:lnSpc>
                <a:spcPct val="100000"/>
              </a:lnSpc>
              <a:spcBef>
                <a:spcPts val="125"/>
              </a:spcBef>
            </a:pPr>
            <a:r>
              <a:rPr sz="1450" spc="-25" dirty="0">
                <a:latin typeface="Times New Roman" panose="02020603050405020304"/>
                <a:cs typeface="Times New Roman" panose="02020603050405020304"/>
              </a:rPr>
              <a:t>REF</a:t>
            </a:r>
            <a:endParaRPr sz="1450">
              <a:latin typeface="Times New Roman" panose="02020603050405020304"/>
              <a:cs typeface="Times New Roman" panose="02020603050405020304"/>
            </a:endParaRPr>
          </a:p>
        </p:txBody>
      </p:sp>
      <p:sp>
        <p:nvSpPr>
          <p:cNvPr id="26" name="object 26"/>
          <p:cNvSpPr txBox="1"/>
          <p:nvPr/>
        </p:nvSpPr>
        <p:spPr>
          <a:xfrm>
            <a:off x="6972948" y="5483529"/>
            <a:ext cx="271145" cy="250825"/>
          </a:xfrm>
          <a:prstGeom prst="rect">
            <a:avLst/>
          </a:prstGeom>
        </p:spPr>
        <p:txBody>
          <a:bodyPr vert="horz" wrap="square" lIns="0" tIns="15875" rIns="0" bIns="0" rtlCol="0">
            <a:spAutoFit/>
          </a:bodyPr>
          <a:lstStyle/>
          <a:p>
            <a:pPr marL="12700">
              <a:lnSpc>
                <a:spcPct val="100000"/>
              </a:lnSpc>
              <a:spcBef>
                <a:spcPts val="125"/>
              </a:spcBef>
            </a:pPr>
            <a:r>
              <a:rPr sz="1450" spc="-10" dirty="0">
                <a:latin typeface="Times New Roman" panose="02020603050405020304"/>
                <a:cs typeface="Times New Roman" panose="02020603050405020304"/>
              </a:rPr>
              <a:t>n-</a:t>
            </a:r>
            <a:r>
              <a:rPr sz="1450" spc="-50" dirty="0">
                <a:latin typeface="Times New Roman" panose="02020603050405020304"/>
                <a:cs typeface="Times New Roman" panose="02020603050405020304"/>
              </a:rPr>
              <a:t>1</a:t>
            </a:r>
            <a:endParaRPr sz="1450">
              <a:latin typeface="Times New Roman" panose="02020603050405020304"/>
              <a:cs typeface="Times New Roman" panose="02020603050405020304"/>
            </a:endParaRPr>
          </a:p>
        </p:txBody>
      </p:sp>
      <p:sp>
        <p:nvSpPr>
          <p:cNvPr id="27" name="object 27"/>
          <p:cNvSpPr txBox="1"/>
          <p:nvPr/>
        </p:nvSpPr>
        <p:spPr>
          <a:xfrm>
            <a:off x="6306858" y="5483529"/>
            <a:ext cx="271145" cy="250825"/>
          </a:xfrm>
          <a:prstGeom prst="rect">
            <a:avLst/>
          </a:prstGeom>
        </p:spPr>
        <p:txBody>
          <a:bodyPr vert="horz" wrap="square" lIns="0" tIns="15875" rIns="0" bIns="0" rtlCol="0">
            <a:spAutoFit/>
          </a:bodyPr>
          <a:lstStyle/>
          <a:p>
            <a:pPr marL="12700">
              <a:lnSpc>
                <a:spcPct val="100000"/>
              </a:lnSpc>
              <a:spcBef>
                <a:spcPts val="125"/>
              </a:spcBef>
            </a:pPr>
            <a:r>
              <a:rPr sz="1450" spc="-10" dirty="0">
                <a:latin typeface="Times New Roman" panose="02020603050405020304"/>
                <a:cs typeface="Times New Roman" panose="02020603050405020304"/>
              </a:rPr>
              <a:t>n-</a:t>
            </a:r>
            <a:r>
              <a:rPr sz="1450" spc="-50" dirty="0">
                <a:latin typeface="Times New Roman" panose="02020603050405020304"/>
                <a:cs typeface="Times New Roman" panose="02020603050405020304"/>
              </a:rPr>
              <a:t>1</a:t>
            </a:r>
            <a:endParaRPr sz="1450">
              <a:latin typeface="Times New Roman" panose="02020603050405020304"/>
              <a:cs typeface="Times New Roman" panose="02020603050405020304"/>
            </a:endParaRPr>
          </a:p>
        </p:txBody>
      </p:sp>
      <p:sp>
        <p:nvSpPr>
          <p:cNvPr id="28" name="object 28"/>
          <p:cNvSpPr txBox="1"/>
          <p:nvPr/>
        </p:nvSpPr>
        <p:spPr>
          <a:xfrm>
            <a:off x="4675022" y="5706605"/>
            <a:ext cx="498475" cy="250825"/>
          </a:xfrm>
          <a:prstGeom prst="rect">
            <a:avLst/>
          </a:prstGeom>
        </p:spPr>
        <p:txBody>
          <a:bodyPr vert="horz" wrap="square" lIns="0" tIns="15875" rIns="0" bIns="0" rtlCol="0">
            <a:spAutoFit/>
          </a:bodyPr>
          <a:lstStyle/>
          <a:p>
            <a:pPr marL="12700">
              <a:lnSpc>
                <a:spcPct val="100000"/>
              </a:lnSpc>
              <a:spcBef>
                <a:spcPts val="125"/>
              </a:spcBef>
            </a:pPr>
            <a:r>
              <a:rPr sz="1450" spc="-20" dirty="0">
                <a:latin typeface="Times New Roman" panose="02020603050405020304"/>
                <a:cs typeface="Times New Roman" panose="02020603050405020304"/>
              </a:rPr>
              <a:t>OUT2</a:t>
            </a:r>
            <a:endParaRPr sz="1450">
              <a:latin typeface="Times New Roman" panose="02020603050405020304"/>
              <a:cs typeface="Times New Roman" panose="02020603050405020304"/>
            </a:endParaRPr>
          </a:p>
        </p:txBody>
      </p:sp>
      <p:sp>
        <p:nvSpPr>
          <p:cNvPr id="29" name="object 29"/>
          <p:cNvSpPr txBox="1"/>
          <p:nvPr/>
        </p:nvSpPr>
        <p:spPr>
          <a:xfrm>
            <a:off x="7332865" y="5492584"/>
            <a:ext cx="469900" cy="412115"/>
          </a:xfrm>
          <a:prstGeom prst="rect">
            <a:avLst/>
          </a:prstGeom>
        </p:spPr>
        <p:txBody>
          <a:bodyPr vert="horz" wrap="square" lIns="0" tIns="17145" rIns="0" bIns="0" rtlCol="0">
            <a:spAutoFit/>
          </a:bodyPr>
          <a:lstStyle/>
          <a:p>
            <a:pPr marL="12700">
              <a:lnSpc>
                <a:spcPct val="100000"/>
              </a:lnSpc>
              <a:spcBef>
                <a:spcPts val="135"/>
              </a:spcBef>
            </a:pPr>
            <a:r>
              <a:rPr sz="2500" spc="-20" dirty="0">
                <a:latin typeface="Symbol" panose="05050102010706020507"/>
                <a:cs typeface="Symbol" panose="05050102010706020507"/>
              </a:rPr>
              <a:t></a:t>
            </a:r>
            <a:r>
              <a:rPr sz="2500" spc="-300" dirty="0">
                <a:latin typeface="Times New Roman" panose="02020603050405020304"/>
                <a:cs typeface="Times New Roman" panose="02020603050405020304"/>
              </a:rPr>
              <a:t> </a:t>
            </a:r>
            <a:r>
              <a:rPr sz="2500" spc="-50" dirty="0">
                <a:latin typeface="Times New Roman" panose="02020603050405020304"/>
                <a:cs typeface="Times New Roman" panose="02020603050405020304"/>
              </a:rPr>
              <a:t>V</a:t>
            </a:r>
            <a:endParaRPr sz="2500">
              <a:latin typeface="Times New Roman" panose="02020603050405020304"/>
              <a:cs typeface="Times New Roman" panose="02020603050405020304"/>
            </a:endParaRPr>
          </a:p>
        </p:txBody>
      </p:sp>
      <p:sp>
        <p:nvSpPr>
          <p:cNvPr id="30" name="object 30"/>
          <p:cNvSpPr txBox="1"/>
          <p:nvPr/>
        </p:nvSpPr>
        <p:spPr>
          <a:xfrm>
            <a:off x="4470641" y="5280520"/>
            <a:ext cx="2889885" cy="666115"/>
          </a:xfrm>
          <a:prstGeom prst="rect">
            <a:avLst/>
          </a:prstGeom>
        </p:spPr>
        <p:txBody>
          <a:bodyPr vert="horz" wrap="square" lIns="0" tIns="13335" rIns="0" bIns="0" rtlCol="0">
            <a:spAutoFit/>
          </a:bodyPr>
          <a:lstStyle/>
          <a:p>
            <a:pPr marL="12700">
              <a:lnSpc>
                <a:spcPct val="100000"/>
              </a:lnSpc>
              <a:spcBef>
                <a:spcPts val="105"/>
              </a:spcBef>
              <a:tabLst>
                <a:tab pos="787400" algn="l"/>
                <a:tab pos="2124075" algn="l"/>
                <a:tab pos="2783840" algn="l"/>
              </a:tabLst>
            </a:pPr>
            <a:r>
              <a:rPr sz="2500" spc="-50" dirty="0">
                <a:latin typeface="Times New Roman" panose="02020603050405020304"/>
                <a:cs typeface="Times New Roman" panose="02020603050405020304"/>
              </a:rPr>
              <a:t>V</a:t>
            </a:r>
            <a:r>
              <a:rPr sz="2500" dirty="0">
                <a:latin typeface="Times New Roman" panose="02020603050405020304"/>
                <a:cs typeface="Times New Roman" panose="02020603050405020304"/>
              </a:rPr>
              <a:t>	</a:t>
            </a:r>
            <a:r>
              <a:rPr sz="2500" spc="-20" dirty="0">
                <a:latin typeface="Symbol" panose="05050102010706020507"/>
                <a:cs typeface="Symbol" panose="05050102010706020507"/>
              </a:rPr>
              <a:t></a:t>
            </a:r>
            <a:r>
              <a:rPr sz="2500" spc="-145" dirty="0">
                <a:latin typeface="Times New Roman" panose="02020603050405020304"/>
                <a:cs typeface="Times New Roman" panose="02020603050405020304"/>
              </a:rPr>
              <a:t> </a:t>
            </a:r>
            <a:r>
              <a:rPr sz="4200" spc="-515" dirty="0">
                <a:latin typeface="Symbol" panose="05050102010706020507"/>
                <a:cs typeface="Symbol" panose="05050102010706020507"/>
              </a:rPr>
              <a:t></a:t>
            </a:r>
            <a:r>
              <a:rPr sz="4050" spc="-515" dirty="0">
                <a:latin typeface="Symbol" panose="05050102010706020507"/>
                <a:cs typeface="Symbol" panose="05050102010706020507"/>
              </a:rPr>
              <a:t></a:t>
            </a:r>
            <a:r>
              <a:rPr sz="2500" spc="-515" dirty="0">
                <a:latin typeface="Times New Roman" panose="02020603050405020304"/>
                <a:cs typeface="Times New Roman" panose="02020603050405020304"/>
              </a:rPr>
              <a:t>D</a:t>
            </a:r>
            <a:r>
              <a:rPr sz="2500" spc="-235" dirty="0">
                <a:latin typeface="Times New Roman" panose="02020603050405020304"/>
                <a:cs typeface="Times New Roman" panose="02020603050405020304"/>
              </a:rPr>
              <a:t> </a:t>
            </a:r>
            <a:r>
              <a:rPr sz="2500" spc="-20" dirty="0">
                <a:latin typeface="Symbol" panose="05050102010706020507"/>
                <a:cs typeface="Symbol" panose="05050102010706020507"/>
              </a:rPr>
              <a:t></a:t>
            </a:r>
            <a:r>
              <a:rPr sz="2500" spc="-225" dirty="0">
                <a:latin typeface="Times New Roman" panose="02020603050405020304"/>
                <a:cs typeface="Times New Roman" panose="02020603050405020304"/>
              </a:rPr>
              <a:t> </a:t>
            </a:r>
            <a:r>
              <a:rPr sz="2500" spc="-50" dirty="0">
                <a:latin typeface="Times New Roman" panose="02020603050405020304"/>
                <a:cs typeface="Times New Roman" panose="02020603050405020304"/>
              </a:rPr>
              <a:t>2</a:t>
            </a:r>
            <a:r>
              <a:rPr sz="2500" dirty="0">
                <a:latin typeface="Times New Roman" panose="02020603050405020304"/>
                <a:cs typeface="Times New Roman" panose="02020603050405020304"/>
              </a:rPr>
              <a:t>	</a:t>
            </a:r>
            <a:r>
              <a:rPr sz="4050" spc="-540" dirty="0">
                <a:latin typeface="Symbol" panose="05050102010706020507"/>
                <a:cs typeface="Symbol" panose="05050102010706020507"/>
              </a:rPr>
              <a:t></a:t>
            </a:r>
            <a:r>
              <a:rPr sz="4050" spc="-85" dirty="0">
                <a:latin typeface="Times New Roman" panose="02020603050405020304"/>
                <a:cs typeface="Times New Roman" panose="02020603050405020304"/>
              </a:rPr>
              <a:t> </a:t>
            </a:r>
            <a:r>
              <a:rPr sz="2500" spc="-50" dirty="0">
                <a:latin typeface="Times New Roman" panose="02020603050405020304"/>
                <a:cs typeface="Times New Roman" panose="02020603050405020304"/>
              </a:rPr>
              <a:t>2</a:t>
            </a:r>
            <a:r>
              <a:rPr sz="2500" dirty="0">
                <a:latin typeface="Times New Roman" panose="02020603050405020304"/>
                <a:cs typeface="Times New Roman" panose="02020603050405020304"/>
              </a:rPr>
              <a:t>	</a:t>
            </a:r>
            <a:r>
              <a:rPr sz="4200" spc="-745" dirty="0">
                <a:latin typeface="Symbol" panose="05050102010706020507"/>
                <a:cs typeface="Symbol" panose="05050102010706020507"/>
              </a:rPr>
              <a:t></a:t>
            </a:r>
            <a:endParaRPr sz="4200">
              <a:latin typeface="Symbol" panose="05050102010706020507"/>
              <a:cs typeface="Symbol" panose="05050102010706020507"/>
            </a:endParaRPr>
          </a:p>
        </p:txBody>
      </p:sp>
      <p:grpSp>
        <p:nvGrpSpPr>
          <p:cNvPr id="31" name="object 31"/>
          <p:cNvGrpSpPr/>
          <p:nvPr/>
        </p:nvGrpSpPr>
        <p:grpSpPr>
          <a:xfrm>
            <a:off x="3779520" y="0"/>
            <a:ext cx="5346700" cy="2185670"/>
            <a:chOff x="3779520" y="0"/>
            <a:chExt cx="5346700" cy="2185670"/>
          </a:xfrm>
        </p:grpSpPr>
        <p:pic>
          <p:nvPicPr>
            <p:cNvPr id="32" name="object 32"/>
            <p:cNvPicPr/>
            <p:nvPr/>
          </p:nvPicPr>
          <p:blipFill>
            <a:blip r:embed="rId2" cstate="print"/>
            <a:stretch>
              <a:fillRect/>
            </a:stretch>
          </p:blipFill>
          <p:spPr>
            <a:xfrm>
              <a:off x="3779520" y="0"/>
              <a:ext cx="5346191" cy="2185416"/>
            </a:xfrm>
            <a:prstGeom prst="rect">
              <a:avLst/>
            </a:prstGeom>
          </p:spPr>
        </p:pic>
        <p:sp>
          <p:nvSpPr>
            <p:cNvPr id="33" name="object 33"/>
            <p:cNvSpPr/>
            <p:nvPr/>
          </p:nvSpPr>
          <p:spPr>
            <a:xfrm>
              <a:off x="7053300" y="854710"/>
              <a:ext cx="85725" cy="347980"/>
            </a:xfrm>
            <a:custGeom>
              <a:avLst/>
              <a:gdLst/>
              <a:ahLst/>
              <a:cxnLst/>
              <a:rect l="l" t="t" r="r" b="b"/>
              <a:pathLst>
                <a:path w="85725" h="347980">
                  <a:moveTo>
                    <a:pt x="57150" y="283286"/>
                  </a:moveTo>
                  <a:lnTo>
                    <a:pt x="28575" y="283286"/>
                  </a:lnTo>
                  <a:lnTo>
                    <a:pt x="28575" y="0"/>
                  </a:lnTo>
                  <a:lnTo>
                    <a:pt x="57150" y="0"/>
                  </a:lnTo>
                  <a:lnTo>
                    <a:pt x="57150" y="283286"/>
                  </a:lnTo>
                  <a:close/>
                </a:path>
                <a:path w="85725" h="347980">
                  <a:moveTo>
                    <a:pt x="42862" y="347586"/>
                  </a:moveTo>
                  <a:lnTo>
                    <a:pt x="0" y="261861"/>
                  </a:lnTo>
                  <a:lnTo>
                    <a:pt x="28575" y="261861"/>
                  </a:lnTo>
                  <a:lnTo>
                    <a:pt x="28575" y="283286"/>
                  </a:lnTo>
                  <a:lnTo>
                    <a:pt x="75012" y="283286"/>
                  </a:lnTo>
                  <a:lnTo>
                    <a:pt x="42862" y="347586"/>
                  </a:lnTo>
                  <a:close/>
                </a:path>
                <a:path w="85725" h="347980">
                  <a:moveTo>
                    <a:pt x="75012" y="283286"/>
                  </a:moveTo>
                  <a:lnTo>
                    <a:pt x="57150" y="283286"/>
                  </a:lnTo>
                  <a:lnTo>
                    <a:pt x="57150" y="261861"/>
                  </a:lnTo>
                  <a:lnTo>
                    <a:pt x="85725" y="261861"/>
                  </a:lnTo>
                  <a:lnTo>
                    <a:pt x="75012" y="283286"/>
                  </a:lnTo>
                  <a:close/>
                </a:path>
              </a:pathLst>
            </a:custGeom>
            <a:solidFill>
              <a:srgbClr val="FF3300"/>
            </a:solidFill>
          </p:spPr>
          <p:txBody>
            <a:bodyPr wrap="square" lIns="0" tIns="0" rIns="0" bIns="0" rtlCol="0"/>
            <a:lstStyle/>
            <a:p>
              <a:endParaRPr/>
            </a:p>
          </p:txBody>
        </p:sp>
      </p:grpSp>
      <p:sp>
        <p:nvSpPr>
          <p:cNvPr id="34" name="object 34"/>
          <p:cNvSpPr txBox="1"/>
          <p:nvPr/>
        </p:nvSpPr>
        <p:spPr>
          <a:xfrm>
            <a:off x="6878370" y="833932"/>
            <a:ext cx="237490" cy="331470"/>
          </a:xfrm>
          <a:prstGeom prst="rect">
            <a:avLst/>
          </a:prstGeom>
        </p:spPr>
        <p:txBody>
          <a:bodyPr vert="horz" wrap="square" lIns="0" tIns="13335" rIns="0" bIns="0" rtlCol="0">
            <a:spAutoFit/>
          </a:bodyPr>
          <a:lstStyle/>
          <a:p>
            <a:pPr marL="12700">
              <a:lnSpc>
                <a:spcPct val="100000"/>
              </a:lnSpc>
              <a:spcBef>
                <a:spcPts val="105"/>
              </a:spcBef>
            </a:pPr>
            <a:r>
              <a:rPr sz="2000" spc="-25" dirty="0">
                <a:solidFill>
                  <a:srgbClr val="FF3300"/>
                </a:solidFill>
                <a:latin typeface="Times New Roman" panose="02020603050405020304"/>
                <a:cs typeface="Times New Roman" panose="02020603050405020304"/>
              </a:rPr>
              <a:t>I1</a:t>
            </a:r>
            <a:endParaRPr sz="2000">
              <a:latin typeface="Times New Roman" panose="02020603050405020304"/>
              <a:cs typeface="Times New Roman" panose="02020603050405020304"/>
            </a:endParaRPr>
          </a:p>
        </p:txBody>
      </p:sp>
      <p:sp>
        <p:nvSpPr>
          <p:cNvPr id="35" name="object 35"/>
          <p:cNvSpPr txBox="1"/>
          <p:nvPr/>
        </p:nvSpPr>
        <p:spPr>
          <a:xfrm>
            <a:off x="6707073" y="1427721"/>
            <a:ext cx="237490" cy="331470"/>
          </a:xfrm>
          <a:prstGeom prst="rect">
            <a:avLst/>
          </a:prstGeom>
        </p:spPr>
        <p:txBody>
          <a:bodyPr vert="horz" wrap="square" lIns="0" tIns="13335" rIns="0" bIns="0" rtlCol="0">
            <a:spAutoFit/>
          </a:bodyPr>
          <a:lstStyle/>
          <a:p>
            <a:pPr marL="12700">
              <a:lnSpc>
                <a:spcPct val="100000"/>
              </a:lnSpc>
              <a:spcBef>
                <a:spcPts val="105"/>
              </a:spcBef>
            </a:pPr>
            <a:r>
              <a:rPr sz="2000" spc="-25" dirty="0">
                <a:solidFill>
                  <a:srgbClr val="FF3300"/>
                </a:solidFill>
                <a:latin typeface="Times New Roman" panose="02020603050405020304"/>
                <a:cs typeface="Times New Roman" panose="02020603050405020304"/>
              </a:rPr>
              <a:t>I2</a:t>
            </a:r>
            <a:endParaRPr sz="2000">
              <a:latin typeface="Times New Roman" panose="02020603050405020304"/>
              <a:cs typeface="Times New Roman" panose="02020603050405020304"/>
            </a:endParaRPr>
          </a:p>
        </p:txBody>
      </p:sp>
      <p:sp>
        <p:nvSpPr>
          <p:cNvPr id="36" name="object 36"/>
          <p:cNvSpPr/>
          <p:nvPr/>
        </p:nvSpPr>
        <p:spPr>
          <a:xfrm>
            <a:off x="6652209" y="1404518"/>
            <a:ext cx="376555" cy="85725"/>
          </a:xfrm>
          <a:custGeom>
            <a:avLst/>
            <a:gdLst/>
            <a:ahLst/>
            <a:cxnLst/>
            <a:rect l="l" t="t" r="r" b="b"/>
            <a:pathLst>
              <a:path w="376554" h="85725">
                <a:moveTo>
                  <a:pt x="290664" y="85725"/>
                </a:moveTo>
                <a:lnTo>
                  <a:pt x="290664" y="0"/>
                </a:lnTo>
                <a:lnTo>
                  <a:pt x="347814" y="28575"/>
                </a:lnTo>
                <a:lnTo>
                  <a:pt x="312102" y="28575"/>
                </a:lnTo>
                <a:lnTo>
                  <a:pt x="312102" y="57150"/>
                </a:lnTo>
                <a:lnTo>
                  <a:pt x="347814" y="57150"/>
                </a:lnTo>
                <a:lnTo>
                  <a:pt x="290664" y="85725"/>
                </a:lnTo>
                <a:close/>
              </a:path>
              <a:path w="376554" h="85725">
                <a:moveTo>
                  <a:pt x="290664" y="57150"/>
                </a:moveTo>
                <a:lnTo>
                  <a:pt x="0" y="57150"/>
                </a:lnTo>
                <a:lnTo>
                  <a:pt x="0" y="28575"/>
                </a:lnTo>
                <a:lnTo>
                  <a:pt x="290664" y="28575"/>
                </a:lnTo>
                <a:lnTo>
                  <a:pt x="290664" y="57150"/>
                </a:lnTo>
                <a:close/>
              </a:path>
              <a:path w="376554" h="85725">
                <a:moveTo>
                  <a:pt x="347814" y="57150"/>
                </a:moveTo>
                <a:lnTo>
                  <a:pt x="312102" y="57150"/>
                </a:lnTo>
                <a:lnTo>
                  <a:pt x="312102" y="28575"/>
                </a:lnTo>
                <a:lnTo>
                  <a:pt x="347814" y="28575"/>
                </a:lnTo>
                <a:lnTo>
                  <a:pt x="376389" y="42862"/>
                </a:lnTo>
                <a:lnTo>
                  <a:pt x="347814" y="57150"/>
                </a:lnTo>
                <a:close/>
              </a:path>
            </a:pathLst>
          </a:custGeom>
          <a:solidFill>
            <a:srgbClr val="FF3300"/>
          </a:solidFill>
        </p:spPr>
        <p:txBody>
          <a:bodyPr wrap="square" lIns="0" tIns="0" rIns="0" bIns="0" rtlCol="0"/>
          <a:lstStyle/>
          <a:p>
            <a:endParaRPr/>
          </a:p>
        </p:txBody>
      </p:sp>
      <p:sp>
        <p:nvSpPr>
          <p:cNvPr id="37" name="object 37"/>
          <p:cNvSpPr txBox="1"/>
          <p:nvPr/>
        </p:nvSpPr>
        <p:spPr>
          <a:xfrm>
            <a:off x="6220891" y="1354772"/>
            <a:ext cx="446405" cy="224790"/>
          </a:xfrm>
          <a:prstGeom prst="rect">
            <a:avLst/>
          </a:prstGeom>
        </p:spPr>
        <p:txBody>
          <a:bodyPr vert="horz" wrap="square" lIns="0" tIns="13335" rIns="0" bIns="0" rtlCol="0">
            <a:spAutoFit/>
          </a:bodyPr>
          <a:lstStyle/>
          <a:p>
            <a:pPr marL="38100">
              <a:lnSpc>
                <a:spcPct val="100000"/>
              </a:lnSpc>
              <a:spcBef>
                <a:spcPts val="105"/>
              </a:spcBef>
            </a:pPr>
            <a:r>
              <a:rPr sz="1950" i="1" baseline="15000" dirty="0">
                <a:latin typeface="Times New Roman" panose="02020603050405020304"/>
                <a:cs typeface="Times New Roman" panose="02020603050405020304"/>
              </a:rPr>
              <a:t>V</a:t>
            </a:r>
            <a:r>
              <a:rPr sz="750" i="1" dirty="0">
                <a:latin typeface="Times New Roman" panose="02020603050405020304"/>
                <a:cs typeface="Times New Roman" panose="02020603050405020304"/>
              </a:rPr>
              <a:t>OUT</a:t>
            </a:r>
            <a:r>
              <a:rPr sz="750" i="1" spc="40" dirty="0">
                <a:latin typeface="Times New Roman" panose="02020603050405020304"/>
                <a:cs typeface="Times New Roman" panose="02020603050405020304"/>
              </a:rPr>
              <a:t> </a:t>
            </a:r>
            <a:r>
              <a:rPr sz="750" spc="-50" dirty="0">
                <a:latin typeface="Times New Roman" panose="02020603050405020304"/>
                <a:cs typeface="Times New Roman" panose="02020603050405020304"/>
              </a:rPr>
              <a:t>1</a:t>
            </a:r>
            <a:endParaRPr sz="750">
              <a:latin typeface="Times New Roman" panose="02020603050405020304"/>
              <a:cs typeface="Times New Roman" panose="02020603050405020304"/>
            </a:endParaRPr>
          </a:p>
        </p:txBody>
      </p:sp>
      <p:sp>
        <p:nvSpPr>
          <p:cNvPr id="38" name="object 38"/>
          <p:cNvSpPr txBox="1"/>
          <p:nvPr/>
        </p:nvSpPr>
        <p:spPr>
          <a:xfrm>
            <a:off x="8829078" y="1334452"/>
            <a:ext cx="13970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808080"/>
                </a:solidFill>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39" name="object 39"/>
          <p:cNvSpPr txBox="1"/>
          <p:nvPr/>
        </p:nvSpPr>
        <p:spPr>
          <a:xfrm>
            <a:off x="3501225" y="4749304"/>
            <a:ext cx="635000"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0000FF"/>
                </a:solidFill>
                <a:latin typeface="Noto Sans Mono CJK HK"/>
                <a:cs typeface="Noto Sans Mono CJK HK"/>
              </a:rPr>
              <a:t>已知</a:t>
            </a:r>
            <a:endParaRPr sz="2400">
              <a:latin typeface="Noto Sans Mono CJK HK"/>
              <a:cs typeface="Noto Sans Mono CJK HK"/>
            </a:endParaRPr>
          </a:p>
        </p:txBody>
      </p:sp>
      <p:sp>
        <p:nvSpPr>
          <p:cNvPr id="40" name="object 40"/>
          <p:cNvSpPr/>
          <p:nvPr/>
        </p:nvSpPr>
        <p:spPr>
          <a:xfrm>
            <a:off x="1212837" y="1713610"/>
            <a:ext cx="657860" cy="0"/>
          </a:xfrm>
          <a:custGeom>
            <a:avLst/>
            <a:gdLst/>
            <a:ahLst/>
            <a:cxnLst/>
            <a:rect l="l" t="t" r="r" b="b"/>
            <a:pathLst>
              <a:path w="657860">
                <a:moveTo>
                  <a:pt x="0" y="0"/>
                </a:moveTo>
                <a:lnTo>
                  <a:pt x="657263" y="0"/>
                </a:lnTo>
              </a:path>
            </a:pathLst>
          </a:custGeom>
          <a:ln w="14478">
            <a:solidFill>
              <a:srgbClr val="000000"/>
            </a:solidFill>
          </a:ln>
        </p:spPr>
        <p:txBody>
          <a:bodyPr wrap="square" lIns="0" tIns="0" rIns="0" bIns="0" rtlCol="0"/>
          <a:lstStyle/>
          <a:p>
            <a:endParaRPr/>
          </a:p>
        </p:txBody>
      </p:sp>
      <p:sp>
        <p:nvSpPr>
          <p:cNvPr id="41" name="object 41"/>
          <p:cNvSpPr/>
          <p:nvPr/>
        </p:nvSpPr>
        <p:spPr>
          <a:xfrm>
            <a:off x="2353551" y="1713610"/>
            <a:ext cx="764540" cy="0"/>
          </a:xfrm>
          <a:custGeom>
            <a:avLst/>
            <a:gdLst/>
            <a:ahLst/>
            <a:cxnLst/>
            <a:rect l="l" t="t" r="r" b="b"/>
            <a:pathLst>
              <a:path w="764539">
                <a:moveTo>
                  <a:pt x="0" y="0"/>
                </a:moveTo>
                <a:lnTo>
                  <a:pt x="764082" y="0"/>
                </a:lnTo>
              </a:path>
            </a:pathLst>
          </a:custGeom>
          <a:ln w="14478">
            <a:solidFill>
              <a:srgbClr val="000000"/>
            </a:solidFill>
          </a:ln>
        </p:spPr>
        <p:txBody>
          <a:bodyPr wrap="square" lIns="0" tIns="0" rIns="0" bIns="0" rtlCol="0"/>
          <a:lstStyle/>
          <a:p>
            <a:endParaRPr/>
          </a:p>
        </p:txBody>
      </p:sp>
      <p:sp>
        <p:nvSpPr>
          <p:cNvPr id="42" name="object 42"/>
          <p:cNvSpPr/>
          <p:nvPr/>
        </p:nvSpPr>
        <p:spPr>
          <a:xfrm>
            <a:off x="1235481" y="2680144"/>
            <a:ext cx="751840" cy="0"/>
          </a:xfrm>
          <a:custGeom>
            <a:avLst/>
            <a:gdLst/>
            <a:ahLst/>
            <a:cxnLst/>
            <a:rect l="l" t="t" r="r" b="b"/>
            <a:pathLst>
              <a:path w="751839">
                <a:moveTo>
                  <a:pt x="0" y="0"/>
                </a:moveTo>
                <a:lnTo>
                  <a:pt x="751408" y="0"/>
                </a:lnTo>
              </a:path>
            </a:pathLst>
          </a:custGeom>
          <a:ln w="14478">
            <a:solidFill>
              <a:srgbClr val="000000"/>
            </a:solidFill>
          </a:ln>
        </p:spPr>
        <p:txBody>
          <a:bodyPr wrap="square" lIns="0" tIns="0" rIns="0" bIns="0" rtlCol="0"/>
          <a:lstStyle/>
          <a:p>
            <a:endParaRPr/>
          </a:p>
        </p:txBody>
      </p:sp>
      <p:sp>
        <p:nvSpPr>
          <p:cNvPr id="43" name="object 43"/>
          <p:cNvSpPr txBox="1"/>
          <p:nvPr/>
        </p:nvSpPr>
        <p:spPr>
          <a:xfrm>
            <a:off x="1497990" y="2679572"/>
            <a:ext cx="237490" cy="441325"/>
          </a:xfrm>
          <a:prstGeom prst="rect">
            <a:avLst/>
          </a:prstGeom>
        </p:spPr>
        <p:txBody>
          <a:bodyPr vert="horz" wrap="square" lIns="0" tIns="15875" rIns="0" bIns="0" rtlCol="0">
            <a:spAutoFit/>
          </a:bodyPr>
          <a:lstStyle/>
          <a:p>
            <a:pPr marL="12700">
              <a:lnSpc>
                <a:spcPct val="100000"/>
              </a:lnSpc>
              <a:spcBef>
                <a:spcPts val="125"/>
              </a:spcBef>
            </a:pPr>
            <a:r>
              <a:rPr sz="2700" i="1" spc="-50" dirty="0">
                <a:latin typeface="Times New Roman" panose="02020603050405020304"/>
                <a:cs typeface="Times New Roman" panose="02020603050405020304"/>
              </a:rPr>
              <a:t>R</a:t>
            </a:r>
            <a:endParaRPr sz="2700">
              <a:latin typeface="Times New Roman" panose="02020603050405020304"/>
              <a:cs typeface="Times New Roman" panose="02020603050405020304"/>
            </a:endParaRPr>
          </a:p>
        </p:txBody>
      </p:sp>
      <p:sp>
        <p:nvSpPr>
          <p:cNvPr id="51" name="object 51"/>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40</a:t>
            </a:fld>
            <a:endParaRPr spc="-25" dirty="0"/>
          </a:p>
        </p:txBody>
      </p:sp>
      <p:sp>
        <p:nvSpPr>
          <p:cNvPr id="44" name="object 44"/>
          <p:cNvSpPr txBox="1"/>
          <p:nvPr/>
        </p:nvSpPr>
        <p:spPr>
          <a:xfrm>
            <a:off x="815301" y="1569259"/>
            <a:ext cx="2150745" cy="1144270"/>
          </a:xfrm>
          <a:prstGeom prst="rect">
            <a:avLst/>
          </a:prstGeom>
        </p:spPr>
        <p:txBody>
          <a:bodyPr vert="horz" wrap="square" lIns="0" tIns="159385" rIns="0" bIns="0" rtlCol="0">
            <a:spAutoFit/>
          </a:bodyPr>
          <a:lstStyle/>
          <a:p>
            <a:pPr marL="532765">
              <a:lnSpc>
                <a:spcPct val="100000"/>
              </a:lnSpc>
              <a:spcBef>
                <a:spcPts val="1255"/>
              </a:spcBef>
              <a:tabLst>
                <a:tab pos="1727200" algn="l"/>
              </a:tabLst>
            </a:pPr>
            <a:r>
              <a:rPr sz="2700" i="1" spc="-25" dirty="0">
                <a:latin typeface="Times New Roman" panose="02020603050405020304"/>
                <a:cs typeface="Times New Roman" panose="02020603050405020304"/>
              </a:rPr>
              <a:t>2R</a:t>
            </a:r>
            <a:r>
              <a:rPr sz="2700" i="1" dirty="0">
                <a:latin typeface="Times New Roman" panose="02020603050405020304"/>
                <a:cs typeface="Times New Roman" panose="02020603050405020304"/>
              </a:rPr>
              <a:t>	</a:t>
            </a:r>
            <a:r>
              <a:rPr sz="2700" i="1" spc="-25" dirty="0">
                <a:latin typeface="Times New Roman" panose="02020603050405020304"/>
                <a:cs typeface="Times New Roman" panose="02020603050405020304"/>
              </a:rPr>
              <a:t>2R</a:t>
            </a:r>
            <a:endParaRPr sz="2700">
              <a:latin typeface="Times New Roman" panose="02020603050405020304"/>
              <a:cs typeface="Times New Roman" panose="02020603050405020304"/>
            </a:endParaRPr>
          </a:p>
          <a:p>
            <a:pPr marL="50800">
              <a:lnSpc>
                <a:spcPct val="100000"/>
              </a:lnSpc>
              <a:spcBef>
                <a:spcPts val="1165"/>
              </a:spcBef>
              <a:tabLst>
                <a:tab pos="410845" algn="l"/>
              </a:tabLst>
            </a:pPr>
            <a:r>
              <a:rPr sz="4050" spc="-75" baseline="-23000" dirty="0">
                <a:latin typeface="Symbol" panose="05050102010706020507"/>
                <a:cs typeface="Symbol" panose="05050102010706020507"/>
              </a:rPr>
              <a:t></a:t>
            </a:r>
            <a:r>
              <a:rPr sz="4050" baseline="-23000" dirty="0">
                <a:latin typeface="Times New Roman" panose="02020603050405020304"/>
                <a:cs typeface="Times New Roman" panose="02020603050405020304"/>
              </a:rPr>
              <a:t>	</a:t>
            </a:r>
            <a:r>
              <a:rPr sz="4050" i="1" spc="-30" baseline="14000" dirty="0">
                <a:latin typeface="Times New Roman" panose="02020603050405020304"/>
                <a:cs typeface="Times New Roman" panose="02020603050405020304"/>
              </a:rPr>
              <a:t>V</a:t>
            </a:r>
            <a:r>
              <a:rPr sz="1600" i="1" spc="-20" dirty="0">
                <a:latin typeface="Times New Roman" panose="02020603050405020304"/>
                <a:cs typeface="Times New Roman" panose="02020603050405020304"/>
              </a:rPr>
              <a:t>OUT1</a:t>
            </a:r>
            <a:endParaRPr sz="1600">
              <a:latin typeface="Times New Roman" panose="02020603050405020304"/>
              <a:cs typeface="Times New Roman" panose="02020603050405020304"/>
            </a:endParaRPr>
          </a:p>
        </p:txBody>
      </p:sp>
      <p:sp>
        <p:nvSpPr>
          <p:cNvPr id="45" name="object 45"/>
          <p:cNvSpPr txBox="1"/>
          <p:nvPr/>
        </p:nvSpPr>
        <p:spPr>
          <a:xfrm>
            <a:off x="388975" y="2408986"/>
            <a:ext cx="140970" cy="441325"/>
          </a:xfrm>
          <a:prstGeom prst="rect">
            <a:avLst/>
          </a:prstGeom>
        </p:spPr>
        <p:txBody>
          <a:bodyPr vert="horz" wrap="square" lIns="0" tIns="15875" rIns="0" bIns="0" rtlCol="0">
            <a:spAutoFit/>
          </a:bodyPr>
          <a:lstStyle/>
          <a:p>
            <a:pPr marL="12700">
              <a:lnSpc>
                <a:spcPct val="100000"/>
              </a:lnSpc>
              <a:spcBef>
                <a:spcPts val="125"/>
              </a:spcBef>
            </a:pPr>
            <a:r>
              <a:rPr sz="2700" i="1" spc="-50" dirty="0">
                <a:latin typeface="Times New Roman" panose="02020603050405020304"/>
                <a:cs typeface="Times New Roman" panose="02020603050405020304"/>
              </a:rPr>
              <a:t>I</a:t>
            </a:r>
            <a:endParaRPr sz="2700">
              <a:latin typeface="Times New Roman" panose="02020603050405020304"/>
              <a:cs typeface="Times New Roman" panose="02020603050405020304"/>
            </a:endParaRPr>
          </a:p>
        </p:txBody>
      </p:sp>
      <p:sp>
        <p:nvSpPr>
          <p:cNvPr id="46" name="object 46"/>
          <p:cNvSpPr txBox="1"/>
          <p:nvPr/>
        </p:nvSpPr>
        <p:spPr>
          <a:xfrm>
            <a:off x="805370" y="1308506"/>
            <a:ext cx="2289175" cy="441325"/>
          </a:xfrm>
          <a:prstGeom prst="rect">
            <a:avLst/>
          </a:prstGeom>
        </p:spPr>
        <p:txBody>
          <a:bodyPr vert="horz" wrap="square" lIns="0" tIns="15875" rIns="0" bIns="0" rtlCol="0">
            <a:spAutoFit/>
          </a:bodyPr>
          <a:lstStyle/>
          <a:p>
            <a:pPr marL="38100">
              <a:lnSpc>
                <a:spcPct val="100000"/>
              </a:lnSpc>
              <a:spcBef>
                <a:spcPts val="125"/>
              </a:spcBef>
              <a:tabLst>
                <a:tab pos="398145" algn="l"/>
                <a:tab pos="1210945" algn="l"/>
                <a:tab pos="1538605" algn="l"/>
              </a:tabLst>
            </a:pPr>
            <a:r>
              <a:rPr sz="4050" spc="-75" baseline="-22000" dirty="0">
                <a:latin typeface="Symbol" panose="05050102010706020507"/>
                <a:cs typeface="Symbol" panose="05050102010706020507"/>
              </a:rPr>
              <a:t></a:t>
            </a:r>
            <a:r>
              <a:rPr sz="4050" baseline="-22000" dirty="0">
                <a:latin typeface="Times New Roman" panose="02020603050405020304"/>
                <a:cs typeface="Times New Roman" panose="02020603050405020304"/>
              </a:rPr>
              <a:t>	</a:t>
            </a:r>
            <a:r>
              <a:rPr sz="4050" i="1" spc="-30" baseline="14000" dirty="0">
                <a:latin typeface="Times New Roman" panose="02020603050405020304"/>
                <a:cs typeface="Times New Roman" panose="02020603050405020304"/>
              </a:rPr>
              <a:t>V</a:t>
            </a:r>
            <a:r>
              <a:rPr sz="1600" i="1" spc="-20" dirty="0">
                <a:latin typeface="Times New Roman" panose="02020603050405020304"/>
                <a:cs typeface="Times New Roman" panose="02020603050405020304"/>
              </a:rPr>
              <a:t>REF</a:t>
            </a:r>
            <a:r>
              <a:rPr sz="1600" i="1" dirty="0">
                <a:latin typeface="Times New Roman" panose="02020603050405020304"/>
                <a:cs typeface="Times New Roman" panose="02020603050405020304"/>
              </a:rPr>
              <a:t>	</a:t>
            </a:r>
            <a:r>
              <a:rPr sz="4050" spc="-75" baseline="-22000" dirty="0">
                <a:latin typeface="Symbol" panose="05050102010706020507"/>
                <a:cs typeface="Symbol" panose="05050102010706020507"/>
              </a:rPr>
              <a:t></a:t>
            </a:r>
            <a:r>
              <a:rPr sz="4050" baseline="-22000" dirty="0">
                <a:latin typeface="Times New Roman" panose="02020603050405020304"/>
                <a:cs typeface="Times New Roman" panose="02020603050405020304"/>
              </a:rPr>
              <a:t>	</a:t>
            </a:r>
            <a:r>
              <a:rPr sz="4050" i="1" spc="-30" baseline="14000" dirty="0">
                <a:latin typeface="Times New Roman" panose="02020603050405020304"/>
                <a:cs typeface="Times New Roman" panose="02020603050405020304"/>
              </a:rPr>
              <a:t>V</a:t>
            </a:r>
            <a:r>
              <a:rPr sz="1600" i="1" spc="-20" dirty="0">
                <a:latin typeface="Times New Roman" panose="02020603050405020304"/>
                <a:cs typeface="Times New Roman" panose="02020603050405020304"/>
              </a:rPr>
              <a:t>OUT2</a:t>
            </a:r>
            <a:endParaRPr sz="1600">
              <a:latin typeface="Times New Roman" panose="02020603050405020304"/>
              <a:cs typeface="Times New Roman" panose="02020603050405020304"/>
            </a:endParaRPr>
          </a:p>
        </p:txBody>
      </p:sp>
      <p:sp>
        <p:nvSpPr>
          <p:cNvPr id="47" name="object 47"/>
          <p:cNvSpPr txBox="1"/>
          <p:nvPr/>
        </p:nvSpPr>
        <p:spPr>
          <a:xfrm>
            <a:off x="388975" y="1442453"/>
            <a:ext cx="140970" cy="441325"/>
          </a:xfrm>
          <a:prstGeom prst="rect">
            <a:avLst/>
          </a:prstGeom>
        </p:spPr>
        <p:txBody>
          <a:bodyPr vert="horz" wrap="square" lIns="0" tIns="15875" rIns="0" bIns="0" rtlCol="0">
            <a:spAutoFit/>
          </a:bodyPr>
          <a:lstStyle/>
          <a:p>
            <a:pPr marL="12700">
              <a:lnSpc>
                <a:spcPct val="100000"/>
              </a:lnSpc>
              <a:spcBef>
                <a:spcPts val="125"/>
              </a:spcBef>
            </a:pPr>
            <a:r>
              <a:rPr sz="2700" i="1" spc="-50" dirty="0">
                <a:latin typeface="Times New Roman" panose="02020603050405020304"/>
                <a:cs typeface="Times New Roman" panose="02020603050405020304"/>
              </a:rPr>
              <a:t>I</a:t>
            </a:r>
            <a:endParaRPr sz="2700">
              <a:latin typeface="Times New Roman" panose="02020603050405020304"/>
              <a:cs typeface="Times New Roman" panose="02020603050405020304"/>
            </a:endParaRPr>
          </a:p>
        </p:txBody>
      </p:sp>
      <p:sp>
        <p:nvSpPr>
          <p:cNvPr id="48" name="object 48"/>
          <p:cNvSpPr txBox="1"/>
          <p:nvPr/>
        </p:nvSpPr>
        <p:spPr>
          <a:xfrm>
            <a:off x="535635" y="2640139"/>
            <a:ext cx="127000" cy="267970"/>
          </a:xfrm>
          <a:prstGeom prst="rect">
            <a:avLst/>
          </a:prstGeom>
        </p:spPr>
        <p:txBody>
          <a:bodyPr vert="horz" wrap="square" lIns="0" tIns="11430" rIns="0" bIns="0" rtlCol="0">
            <a:spAutoFit/>
          </a:bodyPr>
          <a:lstStyle/>
          <a:p>
            <a:pPr marL="12700">
              <a:lnSpc>
                <a:spcPct val="100000"/>
              </a:lnSpc>
              <a:spcBef>
                <a:spcPts val="90"/>
              </a:spcBef>
            </a:pPr>
            <a:r>
              <a:rPr sz="1600" i="1" spc="-50" dirty="0">
                <a:latin typeface="Times New Roman" panose="02020603050405020304"/>
                <a:cs typeface="Times New Roman" panose="02020603050405020304"/>
              </a:rPr>
              <a:t>2</a:t>
            </a:r>
            <a:endParaRPr sz="1600">
              <a:latin typeface="Times New Roman" panose="02020603050405020304"/>
              <a:cs typeface="Times New Roman" panose="02020603050405020304"/>
            </a:endParaRPr>
          </a:p>
        </p:txBody>
      </p:sp>
      <p:sp>
        <p:nvSpPr>
          <p:cNvPr id="49" name="object 49"/>
          <p:cNvSpPr txBox="1"/>
          <p:nvPr/>
        </p:nvSpPr>
        <p:spPr>
          <a:xfrm>
            <a:off x="525678" y="1673593"/>
            <a:ext cx="127000" cy="267970"/>
          </a:xfrm>
          <a:prstGeom prst="rect">
            <a:avLst/>
          </a:prstGeom>
        </p:spPr>
        <p:txBody>
          <a:bodyPr vert="horz" wrap="square" lIns="0" tIns="11430" rIns="0" bIns="0" rtlCol="0">
            <a:spAutoFit/>
          </a:bodyPr>
          <a:lstStyle/>
          <a:p>
            <a:pPr marL="12700">
              <a:lnSpc>
                <a:spcPct val="100000"/>
              </a:lnSpc>
              <a:spcBef>
                <a:spcPts val="90"/>
              </a:spcBef>
            </a:pPr>
            <a:r>
              <a:rPr sz="1600" i="1" spc="-50" dirty="0">
                <a:latin typeface="Times New Roman" panose="02020603050405020304"/>
                <a:cs typeface="Times New Roman" panose="02020603050405020304"/>
              </a:rPr>
              <a:t>1</a:t>
            </a:r>
            <a:endParaRPr sz="1600">
              <a:latin typeface="Times New Roman" panose="02020603050405020304"/>
              <a:cs typeface="Times New Roman" panose="02020603050405020304"/>
            </a:endParaRPr>
          </a:p>
        </p:txBody>
      </p:sp>
      <p:sp>
        <p:nvSpPr>
          <p:cNvPr id="50" name="object 50"/>
          <p:cNvSpPr txBox="1"/>
          <p:nvPr/>
        </p:nvSpPr>
        <p:spPr>
          <a:xfrm>
            <a:off x="243027" y="185534"/>
            <a:ext cx="3422650" cy="451484"/>
          </a:xfrm>
          <a:prstGeom prst="rect">
            <a:avLst/>
          </a:prstGeom>
        </p:spPr>
        <p:txBody>
          <a:bodyPr vert="horz" wrap="square" lIns="0" tIns="12065" rIns="0" bIns="0" rtlCol="0">
            <a:spAutoFit/>
          </a:bodyPr>
          <a:lstStyle/>
          <a:p>
            <a:pPr marL="12700">
              <a:lnSpc>
                <a:spcPct val="100000"/>
              </a:lnSpc>
              <a:spcBef>
                <a:spcPts val="95"/>
              </a:spcBef>
            </a:pPr>
            <a:r>
              <a:rPr sz="2800" spc="-30" dirty="0">
                <a:solidFill>
                  <a:srgbClr val="0000CC"/>
                </a:solidFill>
                <a:latin typeface="Noto Sans Mono CJK HK"/>
                <a:cs typeface="Noto Sans Mono CJK HK"/>
              </a:rPr>
              <a:t>（</a:t>
            </a:r>
            <a:r>
              <a:rPr sz="2800" spc="-30" dirty="0">
                <a:solidFill>
                  <a:srgbClr val="0000CC"/>
                </a:solidFill>
                <a:latin typeface="Arial" panose="020B0604020202020204"/>
                <a:cs typeface="Arial" panose="020B0604020202020204"/>
              </a:rPr>
              <a:t>2</a:t>
            </a:r>
            <a:r>
              <a:rPr sz="2800" spc="-30" dirty="0">
                <a:solidFill>
                  <a:srgbClr val="0000CC"/>
                </a:solidFill>
                <a:latin typeface="Noto Sans Mono CJK HK"/>
                <a:cs typeface="Noto Sans Mono CJK HK"/>
              </a:rPr>
              <a:t>）</a:t>
            </a:r>
            <a:r>
              <a:rPr sz="2800" spc="-35" dirty="0">
                <a:solidFill>
                  <a:srgbClr val="0000CC"/>
                </a:solidFill>
                <a:latin typeface="Noto Sans Mono CJK HK"/>
                <a:cs typeface="Noto Sans Mono CJK HK"/>
              </a:rPr>
              <a:t>双极性电压输出</a:t>
            </a:r>
            <a:endParaRPr sz="2800">
              <a:latin typeface="Noto Sans Mono CJK HK"/>
              <a:cs typeface="Noto Sans Mono CJK HK"/>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0540" y="2523744"/>
            <a:ext cx="6889115" cy="3587115"/>
          </a:xfrm>
          <a:prstGeom prst="rect">
            <a:avLst/>
          </a:prstGeom>
        </p:spPr>
        <p:txBody>
          <a:bodyPr vert="horz" wrap="square" lIns="0" tIns="165100" rIns="0" bIns="0" rtlCol="0">
            <a:spAutoFit/>
          </a:bodyPr>
          <a:lstStyle/>
          <a:p>
            <a:pPr marL="38100">
              <a:lnSpc>
                <a:spcPct val="100000"/>
              </a:lnSpc>
              <a:spcBef>
                <a:spcPts val="1300"/>
              </a:spcBef>
            </a:pPr>
            <a:r>
              <a:rPr sz="2400" spc="-270" dirty="0">
                <a:solidFill>
                  <a:srgbClr val="0000CC"/>
                </a:solidFill>
                <a:latin typeface="Noto Sans Mono CJK HK"/>
                <a:cs typeface="Noto Sans Mono CJK HK"/>
              </a:rPr>
              <a:t>设 </a:t>
            </a:r>
            <a:r>
              <a:rPr sz="2400" spc="-10" dirty="0">
                <a:solidFill>
                  <a:srgbClr val="0000CC"/>
                </a:solidFill>
                <a:latin typeface="Arial" panose="020B0604020202020204"/>
                <a:cs typeface="Arial" panose="020B0604020202020204"/>
              </a:rPr>
              <a:t>V</a:t>
            </a:r>
            <a:r>
              <a:rPr sz="2325" spc="-15" baseline="-18000" dirty="0">
                <a:solidFill>
                  <a:srgbClr val="0000CC"/>
                </a:solidFill>
                <a:latin typeface="Arial" panose="020B0604020202020204"/>
                <a:cs typeface="Arial" panose="020B0604020202020204"/>
              </a:rPr>
              <a:t>REF</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n=8</a:t>
            </a:r>
            <a:r>
              <a:rPr sz="2400" spc="-10" dirty="0">
                <a:solidFill>
                  <a:srgbClr val="0000CC"/>
                </a:solidFill>
                <a:latin typeface="Noto Sans Mono CJK HK"/>
                <a:cs typeface="Noto Sans Mono CJK HK"/>
              </a:rPr>
              <a:t>，</a:t>
            </a:r>
            <a:endParaRPr sz="2400">
              <a:latin typeface="Noto Sans Mono CJK HK"/>
              <a:cs typeface="Noto Sans Mono CJK HK"/>
            </a:endParaRPr>
          </a:p>
          <a:p>
            <a:pPr marL="380365" indent="-342265">
              <a:lnSpc>
                <a:spcPct val="100000"/>
              </a:lnSpc>
              <a:spcBef>
                <a:spcPts val="1200"/>
              </a:spcBef>
              <a:buFont typeface="Wingdings" panose="05000000000000000000"/>
              <a:buChar char=""/>
              <a:tabLst>
                <a:tab pos="380365" algn="l"/>
              </a:tabLst>
            </a:pPr>
            <a:r>
              <a:rPr sz="2400" dirty="0">
                <a:solidFill>
                  <a:srgbClr val="0000CC"/>
                </a:solidFill>
                <a:latin typeface="Noto Sans Mono CJK HK"/>
                <a:cs typeface="Noto Sans Mono CJK HK"/>
              </a:rPr>
              <a:t>当</a:t>
            </a:r>
            <a:r>
              <a:rPr sz="2400" spc="-10" dirty="0">
                <a:solidFill>
                  <a:srgbClr val="0000CC"/>
                </a:solidFill>
                <a:latin typeface="Arial" panose="020B0604020202020204"/>
                <a:cs typeface="Arial" panose="020B0604020202020204"/>
              </a:rPr>
              <a:t>D</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FFH</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255</a:t>
            </a:r>
            <a:r>
              <a:rPr sz="2400" spc="-5" dirty="0">
                <a:solidFill>
                  <a:srgbClr val="0000CC"/>
                </a:solidFill>
                <a:latin typeface="Noto Sans Mono CJK HK"/>
                <a:cs typeface="Noto Sans Mono CJK HK"/>
              </a:rPr>
              <a:t>时，取得最大输出电压：</a:t>
            </a:r>
            <a:endParaRPr sz="2400">
              <a:latin typeface="Noto Sans Mono CJK HK"/>
              <a:cs typeface="Noto Sans Mono CJK HK"/>
            </a:endParaRPr>
          </a:p>
          <a:p>
            <a:pPr marL="375285">
              <a:lnSpc>
                <a:spcPct val="100000"/>
              </a:lnSpc>
              <a:spcBef>
                <a:spcPts val="575"/>
              </a:spcBef>
            </a:pPr>
            <a:r>
              <a:rPr sz="2400" spc="-10" dirty="0">
                <a:solidFill>
                  <a:srgbClr val="0000CC"/>
                </a:solidFill>
                <a:latin typeface="Arial" panose="020B0604020202020204"/>
                <a:cs typeface="Arial" panose="020B0604020202020204"/>
              </a:rPr>
              <a:t>V</a:t>
            </a:r>
            <a:r>
              <a:rPr sz="2325" spc="-15" baseline="-18000" dirty="0">
                <a:solidFill>
                  <a:srgbClr val="0000CC"/>
                </a:solidFill>
                <a:latin typeface="Arial" panose="020B0604020202020204"/>
                <a:cs typeface="Arial" panose="020B0604020202020204"/>
              </a:rPr>
              <a:t>max</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255</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98</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/98]</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4.96V</a:t>
            </a:r>
            <a:endParaRPr sz="2400">
              <a:latin typeface="Arial" panose="020B0604020202020204"/>
              <a:cs typeface="Arial" panose="020B0604020202020204"/>
            </a:endParaRPr>
          </a:p>
          <a:p>
            <a:pPr marL="380365" indent="-342265">
              <a:lnSpc>
                <a:spcPct val="100000"/>
              </a:lnSpc>
              <a:spcBef>
                <a:spcPts val="1800"/>
              </a:spcBef>
              <a:buFont typeface="Wingdings" panose="05000000000000000000"/>
              <a:buChar char=""/>
              <a:tabLst>
                <a:tab pos="380365" algn="l"/>
              </a:tabLst>
            </a:pPr>
            <a:r>
              <a:rPr sz="2400" dirty="0">
                <a:solidFill>
                  <a:srgbClr val="0000CC"/>
                </a:solidFill>
                <a:latin typeface="Noto Sans Mono CJK HK"/>
                <a:cs typeface="Noto Sans Mono CJK HK"/>
              </a:rPr>
              <a:t>当</a:t>
            </a:r>
            <a:r>
              <a:rPr sz="2400" spc="-20" dirty="0">
                <a:solidFill>
                  <a:srgbClr val="0000CC"/>
                </a:solidFill>
                <a:latin typeface="Arial" panose="020B0604020202020204"/>
                <a:cs typeface="Arial" panose="020B0604020202020204"/>
              </a:rPr>
              <a:t>D</a:t>
            </a:r>
            <a:r>
              <a:rPr sz="2400" spc="-20" dirty="0">
                <a:solidFill>
                  <a:srgbClr val="0000CC"/>
                </a:solidFill>
                <a:latin typeface="Noto Sans Mono CJK HK"/>
                <a:cs typeface="Noto Sans Mono CJK HK"/>
              </a:rPr>
              <a:t>＝</a:t>
            </a:r>
            <a:r>
              <a:rPr sz="2400" spc="-20" dirty="0">
                <a:solidFill>
                  <a:srgbClr val="0000CC"/>
                </a:solidFill>
                <a:latin typeface="Arial" panose="020B0604020202020204"/>
                <a:cs typeface="Arial" panose="020B0604020202020204"/>
              </a:rPr>
              <a:t>00H</a:t>
            </a:r>
            <a:r>
              <a:rPr sz="2400" spc="-5" dirty="0">
                <a:solidFill>
                  <a:srgbClr val="0000CC"/>
                </a:solidFill>
                <a:latin typeface="Noto Sans Mono CJK HK"/>
                <a:cs typeface="Noto Sans Mono CJK HK"/>
              </a:rPr>
              <a:t>时，得到最小输出电压：</a:t>
            </a:r>
            <a:endParaRPr sz="2400">
              <a:latin typeface="Noto Sans Mono CJK HK"/>
              <a:cs typeface="Noto Sans Mono CJK HK"/>
            </a:endParaRPr>
          </a:p>
          <a:p>
            <a:pPr marL="375285">
              <a:lnSpc>
                <a:spcPct val="100000"/>
              </a:lnSpc>
              <a:spcBef>
                <a:spcPts val="575"/>
              </a:spcBef>
            </a:pPr>
            <a:r>
              <a:rPr sz="2400" spc="-10" dirty="0">
                <a:solidFill>
                  <a:srgbClr val="0000CC"/>
                </a:solidFill>
                <a:latin typeface="Arial" panose="020B0604020202020204"/>
                <a:cs typeface="Arial" panose="020B0604020202020204"/>
              </a:rPr>
              <a:t>V</a:t>
            </a:r>
            <a:r>
              <a:rPr sz="2325" spc="-15" baseline="-18000" dirty="0">
                <a:solidFill>
                  <a:srgbClr val="0000CC"/>
                </a:solidFill>
                <a:latin typeface="Arial" panose="020B0604020202020204"/>
                <a:cs typeface="Arial" panose="020B0604020202020204"/>
              </a:rPr>
              <a:t>min</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0</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98</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/98]</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endParaRPr sz="2400">
              <a:latin typeface="Arial" panose="020B0604020202020204"/>
              <a:cs typeface="Arial" panose="020B0604020202020204"/>
            </a:endParaRPr>
          </a:p>
          <a:p>
            <a:pPr marL="380365" indent="-342265">
              <a:lnSpc>
                <a:spcPct val="100000"/>
              </a:lnSpc>
              <a:spcBef>
                <a:spcPts val="1800"/>
              </a:spcBef>
              <a:buFont typeface="Wingdings" panose="05000000000000000000"/>
              <a:buChar char=""/>
              <a:tabLst>
                <a:tab pos="380365" algn="l"/>
              </a:tabLst>
            </a:pPr>
            <a:r>
              <a:rPr sz="2400" dirty="0">
                <a:solidFill>
                  <a:srgbClr val="0000CC"/>
                </a:solidFill>
                <a:latin typeface="Noto Sans Mono CJK HK"/>
                <a:cs typeface="Noto Sans Mono CJK HK"/>
              </a:rPr>
              <a:t>当</a:t>
            </a:r>
            <a:r>
              <a:rPr sz="2400" spc="-20" dirty="0">
                <a:solidFill>
                  <a:srgbClr val="0000CC"/>
                </a:solidFill>
                <a:latin typeface="Arial" panose="020B0604020202020204"/>
                <a:cs typeface="Arial" panose="020B0604020202020204"/>
              </a:rPr>
              <a:t>D</a:t>
            </a:r>
            <a:r>
              <a:rPr sz="2400" spc="-20" dirty="0">
                <a:solidFill>
                  <a:srgbClr val="0000CC"/>
                </a:solidFill>
                <a:latin typeface="Noto Sans Mono CJK HK"/>
                <a:cs typeface="Noto Sans Mono CJK HK"/>
              </a:rPr>
              <a:t>＝</a:t>
            </a:r>
            <a:r>
              <a:rPr sz="2400" spc="-20" dirty="0">
                <a:solidFill>
                  <a:srgbClr val="0000CC"/>
                </a:solidFill>
                <a:latin typeface="Arial" panose="020B0604020202020204"/>
                <a:cs typeface="Arial" panose="020B0604020202020204"/>
              </a:rPr>
              <a:t>81H</a:t>
            </a:r>
            <a:r>
              <a:rPr sz="2400" spc="-20" dirty="0">
                <a:solidFill>
                  <a:srgbClr val="0000CC"/>
                </a:solidFill>
                <a:latin typeface="Noto Sans Mono CJK HK"/>
                <a:cs typeface="Noto Sans Mono CJK HK"/>
              </a:rPr>
              <a:t>＝</a:t>
            </a:r>
            <a:r>
              <a:rPr lang="en-US" altLang="" sz="2400" spc="-20" dirty="0">
                <a:solidFill>
                  <a:srgbClr val="0000CC"/>
                </a:solidFill>
                <a:latin typeface="Noto Sans Mono CJK HK"/>
                <a:cs typeface="Noto Sans Mono CJK HK"/>
              </a:rPr>
              <a:t>12</a:t>
            </a:r>
            <a:r>
              <a:rPr sz="2400" spc="-20" dirty="0">
                <a:solidFill>
                  <a:srgbClr val="0000CC"/>
                </a:solidFill>
                <a:latin typeface="Arial" panose="020B0604020202020204"/>
                <a:cs typeface="Arial" panose="020B0604020202020204"/>
              </a:rPr>
              <a:t>9</a:t>
            </a:r>
            <a:r>
              <a:rPr sz="2400" spc="-5" dirty="0">
                <a:solidFill>
                  <a:srgbClr val="0000CC"/>
                </a:solidFill>
                <a:latin typeface="Noto Sans Mono CJK HK"/>
                <a:cs typeface="Noto Sans Mono CJK HK"/>
              </a:rPr>
              <a:t>时，输出一个最低有效位电压：</a:t>
            </a:r>
            <a:endParaRPr sz="2400">
              <a:latin typeface="Noto Sans Mono CJK HK"/>
              <a:cs typeface="Noto Sans Mono CJK HK"/>
            </a:endParaRPr>
          </a:p>
          <a:p>
            <a:pPr marL="375285">
              <a:lnSpc>
                <a:spcPct val="100000"/>
              </a:lnSpc>
              <a:spcBef>
                <a:spcPts val="575"/>
              </a:spcBef>
            </a:pPr>
            <a:r>
              <a:rPr sz="2400" spc="-10" dirty="0">
                <a:solidFill>
                  <a:srgbClr val="0000CC"/>
                </a:solidFill>
                <a:latin typeface="Arial" panose="020B0604020202020204"/>
                <a:cs typeface="Arial" panose="020B0604020202020204"/>
              </a:rPr>
              <a:t>V</a:t>
            </a:r>
            <a:r>
              <a:rPr sz="2325" spc="-15" baseline="-18000" dirty="0">
                <a:solidFill>
                  <a:srgbClr val="0000CC"/>
                </a:solidFill>
                <a:latin typeface="Arial" panose="020B0604020202020204"/>
                <a:cs typeface="Arial" panose="020B0604020202020204"/>
              </a:rPr>
              <a:t>LSB</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a:t>
            </a:r>
            <a:r>
              <a:rPr sz="2400" spc="-10" dirty="0">
                <a:solidFill>
                  <a:srgbClr val="0000CC"/>
                </a:solidFill>
                <a:latin typeface="Noto Sans Mono CJK HK"/>
                <a:cs typeface="Noto Sans Mono CJK HK"/>
              </a:rPr>
              <a:t>（</a:t>
            </a:r>
            <a:r>
              <a:rPr lang="en-US" altLang="" sz="2400" spc="-10" dirty="0">
                <a:solidFill>
                  <a:srgbClr val="0000CC"/>
                </a:solidFill>
                <a:latin typeface="Noto Sans Mono CJK HK"/>
                <a:cs typeface="Noto Sans Mono CJK HK"/>
              </a:rPr>
              <a:t>12</a:t>
            </a:r>
            <a:r>
              <a:rPr sz="2400" spc="-10" dirty="0">
                <a:solidFill>
                  <a:srgbClr val="0000CC"/>
                </a:solidFill>
                <a:latin typeface="Arial" panose="020B0604020202020204"/>
                <a:cs typeface="Arial" panose="020B0604020202020204"/>
              </a:rPr>
              <a:t>9</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98</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/98]</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0.04V</a:t>
            </a:r>
            <a:endParaRPr sz="2400">
              <a:latin typeface="Arial" panose="020B0604020202020204"/>
              <a:cs typeface="Arial" panose="020B0604020202020204"/>
            </a:endParaRPr>
          </a:p>
        </p:txBody>
      </p:sp>
      <p:sp>
        <p:nvSpPr>
          <p:cNvPr id="3" name="object 3"/>
          <p:cNvSpPr/>
          <p:nvPr/>
        </p:nvSpPr>
        <p:spPr>
          <a:xfrm>
            <a:off x="3672865" y="1968182"/>
            <a:ext cx="115570" cy="412750"/>
          </a:xfrm>
          <a:custGeom>
            <a:avLst/>
            <a:gdLst/>
            <a:ahLst/>
            <a:cxnLst/>
            <a:rect l="l" t="t" r="r" b="b"/>
            <a:pathLst>
              <a:path w="115570" h="412750">
                <a:moveTo>
                  <a:pt x="115087" y="0"/>
                </a:moveTo>
                <a:lnTo>
                  <a:pt x="0" y="412432"/>
                </a:lnTo>
              </a:path>
            </a:pathLst>
          </a:custGeom>
          <a:ln w="14287">
            <a:solidFill>
              <a:srgbClr val="000000"/>
            </a:solidFill>
          </a:ln>
        </p:spPr>
        <p:txBody>
          <a:bodyPr wrap="square" lIns="0" tIns="0" rIns="0" bIns="0" rtlCol="0"/>
          <a:lstStyle/>
          <a:p>
            <a:endParaRPr/>
          </a:p>
        </p:txBody>
      </p:sp>
      <p:sp>
        <p:nvSpPr>
          <p:cNvPr id="4" name="object 4"/>
          <p:cNvSpPr txBox="1"/>
          <p:nvPr/>
        </p:nvSpPr>
        <p:spPr>
          <a:xfrm>
            <a:off x="4776038" y="2161222"/>
            <a:ext cx="415290" cy="281940"/>
          </a:xfrm>
          <a:prstGeom prst="rect">
            <a:avLst/>
          </a:prstGeom>
        </p:spPr>
        <p:txBody>
          <a:bodyPr vert="horz" wrap="square" lIns="0" tIns="16510" rIns="0" bIns="0" rtlCol="0">
            <a:spAutoFit/>
          </a:bodyPr>
          <a:lstStyle/>
          <a:p>
            <a:pPr marL="12700">
              <a:lnSpc>
                <a:spcPct val="100000"/>
              </a:lnSpc>
              <a:spcBef>
                <a:spcPts val="130"/>
              </a:spcBef>
            </a:pPr>
            <a:r>
              <a:rPr sz="1650" spc="-25" dirty="0">
                <a:latin typeface="Times New Roman" panose="02020603050405020304"/>
                <a:cs typeface="Times New Roman" panose="02020603050405020304"/>
              </a:rPr>
              <a:t>REF</a:t>
            </a:r>
            <a:endParaRPr sz="1650">
              <a:latin typeface="Times New Roman" panose="02020603050405020304"/>
              <a:cs typeface="Times New Roman" panose="02020603050405020304"/>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41</a:t>
            </a:fld>
            <a:endParaRPr spc="-25" dirty="0"/>
          </a:p>
        </p:txBody>
      </p:sp>
      <p:sp>
        <p:nvSpPr>
          <p:cNvPr id="5" name="object 5"/>
          <p:cNvSpPr txBox="1"/>
          <p:nvPr/>
        </p:nvSpPr>
        <p:spPr>
          <a:xfrm>
            <a:off x="3292373" y="1905952"/>
            <a:ext cx="971550" cy="281940"/>
          </a:xfrm>
          <a:prstGeom prst="rect">
            <a:avLst/>
          </a:prstGeom>
        </p:spPr>
        <p:txBody>
          <a:bodyPr vert="horz" wrap="square" lIns="0" tIns="16510" rIns="0" bIns="0" rtlCol="0">
            <a:spAutoFit/>
          </a:bodyPr>
          <a:lstStyle/>
          <a:p>
            <a:pPr marL="12700">
              <a:lnSpc>
                <a:spcPct val="100000"/>
              </a:lnSpc>
              <a:spcBef>
                <a:spcPts val="130"/>
              </a:spcBef>
              <a:tabLst>
                <a:tab pos="694690" algn="l"/>
              </a:tabLst>
            </a:pPr>
            <a:r>
              <a:rPr sz="1650" spc="-85" dirty="0">
                <a:latin typeface="Times New Roman" panose="02020603050405020304"/>
                <a:cs typeface="Times New Roman" panose="02020603050405020304"/>
              </a:rPr>
              <a:t>n-</a:t>
            </a:r>
            <a:r>
              <a:rPr sz="1650" spc="-50" dirty="0">
                <a:latin typeface="Times New Roman" panose="02020603050405020304"/>
                <a:cs typeface="Times New Roman" panose="02020603050405020304"/>
              </a:rPr>
              <a:t>1</a:t>
            </a:r>
            <a:r>
              <a:rPr sz="1650" dirty="0">
                <a:latin typeface="Times New Roman" panose="02020603050405020304"/>
                <a:cs typeface="Times New Roman" panose="02020603050405020304"/>
              </a:rPr>
              <a:t>	</a:t>
            </a:r>
            <a:r>
              <a:rPr sz="1650" spc="-85" dirty="0">
                <a:latin typeface="Times New Roman" panose="02020603050405020304"/>
                <a:cs typeface="Times New Roman" panose="02020603050405020304"/>
              </a:rPr>
              <a:t>n-</a:t>
            </a:r>
            <a:r>
              <a:rPr sz="1650" spc="-50" dirty="0">
                <a:latin typeface="Times New Roman" panose="02020603050405020304"/>
                <a:cs typeface="Times New Roman" panose="02020603050405020304"/>
              </a:rPr>
              <a:t>1</a:t>
            </a:r>
            <a:endParaRPr sz="1650">
              <a:latin typeface="Times New Roman" panose="02020603050405020304"/>
              <a:cs typeface="Times New Roman" panose="02020603050405020304"/>
            </a:endParaRPr>
          </a:p>
        </p:txBody>
      </p:sp>
      <p:sp>
        <p:nvSpPr>
          <p:cNvPr id="6" name="object 6"/>
          <p:cNvSpPr txBox="1"/>
          <p:nvPr/>
        </p:nvSpPr>
        <p:spPr>
          <a:xfrm>
            <a:off x="2445867" y="1676400"/>
            <a:ext cx="2407285" cy="753745"/>
          </a:xfrm>
          <a:prstGeom prst="rect">
            <a:avLst/>
          </a:prstGeom>
        </p:spPr>
        <p:txBody>
          <a:bodyPr vert="horz" wrap="square" lIns="0" tIns="15875" rIns="0" bIns="0" rtlCol="0">
            <a:spAutoFit/>
          </a:bodyPr>
          <a:lstStyle/>
          <a:p>
            <a:pPr marL="12700">
              <a:lnSpc>
                <a:spcPct val="100000"/>
              </a:lnSpc>
              <a:spcBef>
                <a:spcPts val="125"/>
              </a:spcBef>
              <a:tabLst>
                <a:tab pos="1140460" algn="l"/>
                <a:tab pos="1817370" algn="l"/>
              </a:tabLst>
            </a:pPr>
            <a:r>
              <a:rPr sz="4750" spc="-305" dirty="0">
                <a:latin typeface="Symbol" panose="05050102010706020507"/>
                <a:cs typeface="Symbol" panose="05050102010706020507"/>
              </a:rPr>
              <a:t></a:t>
            </a:r>
            <a:r>
              <a:rPr sz="4600" spc="-305" dirty="0">
                <a:latin typeface="Symbol" panose="05050102010706020507"/>
                <a:cs typeface="Symbol" panose="05050102010706020507"/>
              </a:rPr>
              <a:t></a:t>
            </a:r>
            <a:r>
              <a:rPr sz="2850" spc="-305" dirty="0">
                <a:latin typeface="Times New Roman" panose="02020603050405020304"/>
                <a:cs typeface="Times New Roman" panose="02020603050405020304"/>
              </a:rPr>
              <a:t>D</a:t>
            </a:r>
            <a:r>
              <a:rPr sz="2850" spc="-305" dirty="0">
                <a:latin typeface="Symbol" panose="05050102010706020507"/>
                <a:cs typeface="Symbol" panose="05050102010706020507"/>
              </a:rPr>
              <a:t></a:t>
            </a:r>
            <a:r>
              <a:rPr sz="2850" spc="-305" dirty="0">
                <a:latin typeface="Times New Roman" panose="02020603050405020304"/>
                <a:cs typeface="Times New Roman" panose="02020603050405020304"/>
              </a:rPr>
              <a:t>2</a:t>
            </a:r>
            <a:r>
              <a:rPr sz="2850" dirty="0">
                <a:latin typeface="Times New Roman" panose="02020603050405020304"/>
                <a:cs typeface="Times New Roman" panose="02020603050405020304"/>
              </a:rPr>
              <a:t>	</a:t>
            </a:r>
            <a:r>
              <a:rPr sz="4600" spc="-600" dirty="0">
                <a:latin typeface="Symbol" panose="05050102010706020507"/>
                <a:cs typeface="Symbol" panose="05050102010706020507"/>
              </a:rPr>
              <a:t></a:t>
            </a:r>
            <a:r>
              <a:rPr sz="4600" spc="-300" dirty="0">
                <a:latin typeface="Times New Roman" panose="02020603050405020304"/>
                <a:cs typeface="Times New Roman" panose="02020603050405020304"/>
              </a:rPr>
              <a:t> </a:t>
            </a:r>
            <a:r>
              <a:rPr sz="2850" spc="-50" dirty="0">
                <a:latin typeface="Times New Roman" panose="02020603050405020304"/>
                <a:cs typeface="Times New Roman" panose="02020603050405020304"/>
              </a:rPr>
              <a:t>2</a:t>
            </a:r>
            <a:r>
              <a:rPr sz="2850" dirty="0">
                <a:latin typeface="Times New Roman" panose="02020603050405020304"/>
                <a:cs typeface="Times New Roman" panose="02020603050405020304"/>
              </a:rPr>
              <a:t>	</a:t>
            </a:r>
            <a:r>
              <a:rPr sz="4750" spc="-215" dirty="0">
                <a:latin typeface="Symbol" panose="05050102010706020507"/>
                <a:cs typeface="Symbol" panose="05050102010706020507"/>
              </a:rPr>
              <a:t></a:t>
            </a:r>
            <a:r>
              <a:rPr sz="2850" spc="-215" dirty="0">
                <a:latin typeface="Symbol" panose="05050102010706020507"/>
                <a:cs typeface="Symbol" panose="05050102010706020507"/>
              </a:rPr>
              <a:t></a:t>
            </a:r>
            <a:r>
              <a:rPr sz="2850" spc="-215" dirty="0">
                <a:latin typeface="Times New Roman" panose="02020603050405020304"/>
                <a:cs typeface="Times New Roman" panose="02020603050405020304"/>
              </a:rPr>
              <a:t>V</a:t>
            </a:r>
            <a:endParaRPr sz="2850">
              <a:latin typeface="Times New Roman" panose="02020603050405020304"/>
              <a:cs typeface="Times New Roman" panose="02020603050405020304"/>
            </a:endParaRPr>
          </a:p>
        </p:txBody>
      </p:sp>
      <p:sp>
        <p:nvSpPr>
          <p:cNvPr id="7" name="object 7"/>
          <p:cNvSpPr txBox="1"/>
          <p:nvPr/>
        </p:nvSpPr>
        <p:spPr>
          <a:xfrm>
            <a:off x="1386319" y="2008822"/>
            <a:ext cx="1071245" cy="464820"/>
          </a:xfrm>
          <a:prstGeom prst="rect">
            <a:avLst/>
          </a:prstGeom>
        </p:spPr>
        <p:txBody>
          <a:bodyPr vert="horz" wrap="square" lIns="0" tIns="16510" rIns="0" bIns="0" rtlCol="0">
            <a:spAutoFit/>
          </a:bodyPr>
          <a:lstStyle/>
          <a:p>
            <a:pPr marL="38100">
              <a:lnSpc>
                <a:spcPct val="100000"/>
              </a:lnSpc>
              <a:spcBef>
                <a:spcPts val="130"/>
              </a:spcBef>
            </a:pPr>
            <a:r>
              <a:rPr sz="4275" spc="-120" baseline="14000" dirty="0">
                <a:latin typeface="Times New Roman" panose="02020603050405020304"/>
                <a:cs typeface="Times New Roman" panose="02020603050405020304"/>
              </a:rPr>
              <a:t>V</a:t>
            </a:r>
            <a:r>
              <a:rPr sz="1650" spc="-80" dirty="0">
                <a:latin typeface="Times New Roman" panose="02020603050405020304"/>
                <a:cs typeface="Times New Roman" panose="02020603050405020304"/>
              </a:rPr>
              <a:t>OUT2</a:t>
            </a:r>
            <a:r>
              <a:rPr sz="1650" spc="-75" dirty="0">
                <a:latin typeface="Times New Roman" panose="02020603050405020304"/>
                <a:cs typeface="Times New Roman" panose="02020603050405020304"/>
              </a:rPr>
              <a:t> </a:t>
            </a:r>
            <a:r>
              <a:rPr sz="4275" spc="-89" baseline="14000" dirty="0">
                <a:latin typeface="Symbol" panose="05050102010706020507"/>
                <a:cs typeface="Symbol" panose="05050102010706020507"/>
              </a:rPr>
              <a:t></a:t>
            </a:r>
            <a:endParaRPr sz="4275" baseline="14000">
              <a:latin typeface="Symbol" panose="05050102010706020507"/>
              <a:cs typeface="Symbol" panose="05050102010706020507"/>
            </a:endParaRPr>
          </a:p>
        </p:txBody>
      </p:sp>
      <p:sp>
        <p:nvSpPr>
          <p:cNvPr id="8" name="object 8"/>
          <p:cNvSpPr txBox="1"/>
          <p:nvPr/>
        </p:nvSpPr>
        <p:spPr>
          <a:xfrm>
            <a:off x="243204" y="191769"/>
            <a:ext cx="8480425" cy="1543685"/>
          </a:xfrm>
          <a:prstGeom prst="rect">
            <a:avLst/>
          </a:prstGeom>
        </p:spPr>
        <p:txBody>
          <a:bodyPr vert="horz" wrap="square" lIns="0" tIns="12065" rIns="0" bIns="0" rtlCol="0">
            <a:spAutoFit/>
          </a:bodyPr>
          <a:lstStyle/>
          <a:p>
            <a:pPr marL="12700">
              <a:lnSpc>
                <a:spcPct val="100000"/>
              </a:lnSpc>
              <a:spcBef>
                <a:spcPts val="95"/>
              </a:spcBef>
            </a:pPr>
            <a:r>
              <a:rPr sz="2800" spc="-30" dirty="0">
                <a:solidFill>
                  <a:srgbClr val="0000CC"/>
                </a:solidFill>
                <a:latin typeface="Noto Sans Mono CJK HK"/>
                <a:cs typeface="Noto Sans Mono CJK HK"/>
              </a:rPr>
              <a:t>（</a:t>
            </a:r>
            <a:r>
              <a:rPr sz="2800" spc="-30" dirty="0">
                <a:solidFill>
                  <a:srgbClr val="0000CC"/>
                </a:solidFill>
                <a:latin typeface="Arial" panose="020B0604020202020204"/>
                <a:cs typeface="Arial" panose="020B0604020202020204"/>
              </a:rPr>
              <a:t>2</a:t>
            </a:r>
            <a:r>
              <a:rPr sz="2800" spc="-30" dirty="0">
                <a:solidFill>
                  <a:srgbClr val="0000CC"/>
                </a:solidFill>
                <a:latin typeface="Noto Sans Mono CJK HK"/>
                <a:cs typeface="Noto Sans Mono CJK HK"/>
              </a:rPr>
              <a:t>）</a:t>
            </a:r>
            <a:r>
              <a:rPr sz="2800" spc="-35" dirty="0">
                <a:solidFill>
                  <a:srgbClr val="0000CC"/>
                </a:solidFill>
                <a:latin typeface="Noto Sans Mono CJK HK"/>
                <a:cs typeface="Noto Sans Mono CJK HK"/>
              </a:rPr>
              <a:t>双极性电压输出</a:t>
            </a:r>
            <a:endParaRPr sz="2800">
              <a:latin typeface="Noto Sans Mono CJK HK"/>
              <a:cs typeface="Noto Sans Mono CJK HK"/>
            </a:endParaRPr>
          </a:p>
          <a:p>
            <a:pPr marL="306070" marR="5080">
              <a:lnSpc>
                <a:spcPts val="2860"/>
              </a:lnSpc>
              <a:spcBef>
                <a:spcPts val="2965"/>
              </a:spcBef>
            </a:pPr>
            <a:r>
              <a:rPr sz="2400" spc="-110" dirty="0">
                <a:solidFill>
                  <a:srgbClr val="0000CC"/>
                </a:solidFill>
                <a:latin typeface="Noto Sans Mono CJK HK"/>
                <a:cs typeface="Noto Sans Mono CJK HK"/>
              </a:rPr>
              <a:t>分辨率为 </a:t>
            </a:r>
            <a:r>
              <a:rPr sz="2400" dirty="0">
                <a:solidFill>
                  <a:srgbClr val="0000CC"/>
                </a:solidFill>
                <a:latin typeface="Arial" panose="020B0604020202020204"/>
                <a:cs typeface="Arial" panose="020B0604020202020204"/>
              </a:rPr>
              <a:t>n</a:t>
            </a:r>
            <a:r>
              <a:rPr sz="2400" spc="-110" dirty="0">
                <a:solidFill>
                  <a:srgbClr val="0000CC"/>
                </a:solidFill>
                <a:latin typeface="Arial" panose="020B0604020202020204"/>
                <a:cs typeface="Arial" panose="020B0604020202020204"/>
              </a:rPr>
              <a:t> </a:t>
            </a:r>
            <a:r>
              <a:rPr sz="2400" spc="-180" dirty="0">
                <a:solidFill>
                  <a:srgbClr val="0000CC"/>
                </a:solidFill>
                <a:latin typeface="Noto Sans Mono CJK HK"/>
                <a:cs typeface="Noto Sans Mono CJK HK"/>
              </a:rPr>
              <a:t>位的 </a:t>
            </a:r>
            <a:r>
              <a:rPr sz="2400" dirty="0">
                <a:solidFill>
                  <a:srgbClr val="0000CC"/>
                </a:solidFill>
                <a:latin typeface="Arial" panose="020B0604020202020204"/>
                <a:cs typeface="Arial" panose="020B0604020202020204"/>
              </a:rPr>
              <a:t>DAC</a:t>
            </a:r>
            <a:r>
              <a:rPr sz="2400" spc="-35" dirty="0">
                <a:solidFill>
                  <a:srgbClr val="0000CC"/>
                </a:solidFill>
                <a:latin typeface="Arial" panose="020B0604020202020204"/>
                <a:cs typeface="Arial" panose="020B0604020202020204"/>
              </a:rPr>
              <a:t> </a:t>
            </a:r>
            <a:r>
              <a:rPr sz="2400" spc="-5" dirty="0">
                <a:solidFill>
                  <a:srgbClr val="0000CC"/>
                </a:solidFill>
                <a:latin typeface="Noto Sans Mono CJK HK"/>
                <a:cs typeface="Noto Sans Mono CJK HK"/>
              </a:rPr>
              <a:t>双极性电压输出时，输出电压和输入数值的关系如下式所示。</a:t>
            </a:r>
            <a:endParaRPr sz="2400">
              <a:latin typeface="Noto Sans Mono CJK HK"/>
              <a:cs typeface="Noto Sans Mono CJK HK"/>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5282" y="1061516"/>
            <a:ext cx="7867015" cy="2234565"/>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0000CC"/>
                </a:solidFill>
                <a:latin typeface="Noto Sans Mono CJK HK"/>
                <a:cs typeface="Noto Sans Mono CJK HK"/>
              </a:rPr>
              <a:t>根据对</a:t>
            </a:r>
            <a:r>
              <a:rPr sz="2400" dirty="0">
                <a:solidFill>
                  <a:srgbClr val="0000CC"/>
                </a:solidFill>
                <a:latin typeface="Arial" panose="020B0604020202020204"/>
                <a:cs typeface="Arial" panose="020B0604020202020204"/>
              </a:rPr>
              <a:t>DAC</a:t>
            </a:r>
            <a:r>
              <a:rPr sz="2400" spc="-20" dirty="0">
                <a:solidFill>
                  <a:srgbClr val="0000CC"/>
                </a:solidFill>
                <a:latin typeface="Arial" panose="020B0604020202020204"/>
                <a:cs typeface="Arial" panose="020B0604020202020204"/>
              </a:rPr>
              <a:t> 0832</a:t>
            </a:r>
            <a:r>
              <a:rPr sz="2400" dirty="0">
                <a:solidFill>
                  <a:srgbClr val="0000CC"/>
                </a:solidFill>
                <a:latin typeface="Noto Sans Mono CJK HK"/>
                <a:cs typeface="Noto Sans Mono CJK HK"/>
              </a:rPr>
              <a:t>的输入锁存器和</a:t>
            </a:r>
            <a:r>
              <a:rPr sz="2400" spc="-20" dirty="0">
                <a:solidFill>
                  <a:srgbClr val="0000CC"/>
                </a:solidFill>
                <a:latin typeface="Arial" panose="020B0604020202020204"/>
                <a:cs typeface="Arial" panose="020B0604020202020204"/>
              </a:rPr>
              <a:t>DAC</a:t>
            </a:r>
            <a:r>
              <a:rPr sz="2400" spc="-10" dirty="0">
                <a:solidFill>
                  <a:srgbClr val="0000CC"/>
                </a:solidFill>
                <a:latin typeface="Noto Sans Mono CJK HK"/>
                <a:cs typeface="Noto Sans Mono CJK HK"/>
              </a:rPr>
              <a:t>寄存器的不同的控制</a:t>
            </a:r>
            <a:r>
              <a:rPr sz="2400" dirty="0">
                <a:solidFill>
                  <a:srgbClr val="0000CC"/>
                </a:solidFill>
                <a:latin typeface="Noto Sans Mono CJK HK"/>
                <a:cs typeface="Noto Sans Mono CJK HK"/>
              </a:rPr>
              <a:t>方法，</a:t>
            </a:r>
            <a:r>
              <a:rPr sz="2400" dirty="0">
                <a:solidFill>
                  <a:srgbClr val="0000CC"/>
                </a:solidFill>
                <a:latin typeface="Arial" panose="020B0604020202020204"/>
                <a:cs typeface="Arial" panose="020B0604020202020204"/>
              </a:rPr>
              <a:t>DAC</a:t>
            </a:r>
            <a:r>
              <a:rPr sz="2400" spc="-15" dirty="0">
                <a:solidFill>
                  <a:srgbClr val="0000CC"/>
                </a:solidFill>
                <a:latin typeface="Arial" panose="020B0604020202020204"/>
                <a:cs typeface="Arial" panose="020B0604020202020204"/>
              </a:rPr>
              <a:t> </a:t>
            </a:r>
            <a:r>
              <a:rPr sz="2400" spc="-20" dirty="0">
                <a:solidFill>
                  <a:srgbClr val="0000CC"/>
                </a:solidFill>
                <a:latin typeface="Arial" panose="020B0604020202020204"/>
                <a:cs typeface="Arial" panose="020B0604020202020204"/>
              </a:rPr>
              <a:t>0832</a:t>
            </a:r>
            <a:r>
              <a:rPr sz="2400" spc="-5" dirty="0">
                <a:solidFill>
                  <a:srgbClr val="0000CC"/>
                </a:solidFill>
                <a:latin typeface="Noto Sans Mono CJK HK"/>
                <a:cs typeface="Noto Sans Mono CJK HK"/>
              </a:rPr>
              <a:t>有如下三种工作方式：</a:t>
            </a:r>
            <a:endParaRPr sz="2400">
              <a:latin typeface="Noto Sans Mono CJK HK"/>
              <a:cs typeface="Noto Sans Mono CJK HK"/>
            </a:endParaRPr>
          </a:p>
          <a:p>
            <a:pPr marL="846455" indent="-514350">
              <a:lnSpc>
                <a:spcPct val="100000"/>
              </a:lnSpc>
              <a:spcBef>
                <a:spcPts val="1840"/>
              </a:spcBef>
              <a:buFont typeface="Arial" panose="020B0604020202020204"/>
              <a:buAutoNum type="arabicParenBoth"/>
              <a:tabLst>
                <a:tab pos="846455" algn="l"/>
              </a:tabLst>
            </a:pPr>
            <a:r>
              <a:rPr sz="2400" spc="-15" dirty="0">
                <a:solidFill>
                  <a:srgbClr val="0000CC"/>
                </a:solidFill>
                <a:latin typeface="Noto Sans Mono CJK HK"/>
                <a:cs typeface="Noto Sans Mono CJK HK"/>
              </a:rPr>
              <a:t>直通方式</a:t>
            </a:r>
            <a:endParaRPr sz="2400">
              <a:latin typeface="Noto Sans Mono CJK HK"/>
              <a:cs typeface="Noto Sans Mono CJK HK"/>
            </a:endParaRPr>
          </a:p>
          <a:p>
            <a:pPr marL="846455" indent="-514350">
              <a:lnSpc>
                <a:spcPct val="100000"/>
              </a:lnSpc>
              <a:spcBef>
                <a:spcPts val="575"/>
              </a:spcBef>
              <a:buFont typeface="Arial" panose="020B0604020202020204"/>
              <a:buAutoNum type="arabicParenBoth"/>
              <a:tabLst>
                <a:tab pos="846455" algn="l"/>
              </a:tabLst>
            </a:pPr>
            <a:r>
              <a:rPr sz="2400" spc="-10" dirty="0">
                <a:solidFill>
                  <a:srgbClr val="0000CC"/>
                </a:solidFill>
                <a:latin typeface="Noto Sans Mono CJK HK"/>
                <a:cs typeface="Noto Sans Mono CJK HK"/>
              </a:rPr>
              <a:t>单缓冲方式</a:t>
            </a:r>
            <a:endParaRPr sz="2400">
              <a:latin typeface="Noto Sans Mono CJK HK"/>
              <a:cs typeface="Noto Sans Mono CJK HK"/>
            </a:endParaRPr>
          </a:p>
          <a:p>
            <a:pPr marL="846455" indent="-514350">
              <a:lnSpc>
                <a:spcPct val="100000"/>
              </a:lnSpc>
              <a:spcBef>
                <a:spcPts val="575"/>
              </a:spcBef>
              <a:buFont typeface="Arial" panose="020B0604020202020204"/>
              <a:buAutoNum type="arabicParenBoth"/>
              <a:tabLst>
                <a:tab pos="846455" algn="l"/>
              </a:tabLst>
            </a:pPr>
            <a:r>
              <a:rPr sz="2400" spc="-10" dirty="0">
                <a:solidFill>
                  <a:srgbClr val="0000CC"/>
                </a:solidFill>
                <a:latin typeface="Noto Sans Mono CJK HK"/>
                <a:cs typeface="Noto Sans Mono CJK HK"/>
              </a:rPr>
              <a:t>双缓冲方式</a:t>
            </a:r>
            <a:endParaRPr sz="2400">
              <a:latin typeface="Noto Sans Mono CJK HK"/>
              <a:cs typeface="Noto Sans Mono CJK HK"/>
            </a:endParaRPr>
          </a:p>
        </p:txBody>
      </p:sp>
      <p:sp>
        <p:nvSpPr>
          <p:cNvPr id="3" name="object 3"/>
          <p:cNvSpPr txBox="1">
            <a:spLocks noGrp="1"/>
          </p:cNvSpPr>
          <p:nvPr>
            <p:ph type="title"/>
          </p:nvPr>
        </p:nvSpPr>
        <p:spPr>
          <a:xfrm>
            <a:off x="472795" y="183870"/>
            <a:ext cx="358140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5</a:t>
            </a:r>
            <a:r>
              <a:rPr spc="-15" dirty="0">
                <a:latin typeface="Arial" panose="020B0604020202020204"/>
                <a:cs typeface="Arial" panose="020B0604020202020204"/>
              </a:rPr>
              <a:t>. </a:t>
            </a:r>
            <a:r>
              <a:rPr dirty="0">
                <a:latin typeface="Arial" panose="020B0604020202020204"/>
                <a:cs typeface="Arial" panose="020B0604020202020204"/>
              </a:rPr>
              <a:t>DAC</a:t>
            </a:r>
            <a:r>
              <a:rPr spc="-30" dirty="0">
                <a:latin typeface="Arial" panose="020B0604020202020204"/>
                <a:cs typeface="Arial" panose="020B0604020202020204"/>
              </a:rPr>
              <a:t> </a:t>
            </a:r>
            <a:r>
              <a:rPr dirty="0">
                <a:latin typeface="Arial" panose="020B0604020202020204"/>
                <a:cs typeface="Arial" panose="020B0604020202020204"/>
              </a:rPr>
              <a:t>0832</a:t>
            </a:r>
            <a:r>
              <a:rPr spc="-30" dirty="0">
                <a:latin typeface="Arial" panose="020B0604020202020204"/>
                <a:cs typeface="Arial" panose="020B0604020202020204"/>
              </a:rPr>
              <a:t> </a:t>
            </a:r>
            <a:r>
              <a:rPr spc="-35" dirty="0"/>
              <a:t>工作方式</a:t>
            </a:r>
          </a:p>
        </p:txBody>
      </p:sp>
      <p:pic>
        <p:nvPicPr>
          <p:cNvPr id="4" name="object 4"/>
          <p:cNvPicPr/>
          <p:nvPr/>
        </p:nvPicPr>
        <p:blipFill>
          <a:blip r:embed="rId2" cstate="print"/>
          <a:stretch>
            <a:fillRect/>
          </a:stretch>
        </p:blipFill>
        <p:spPr>
          <a:xfrm>
            <a:off x="4030979" y="2889504"/>
            <a:ext cx="4653771" cy="295656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42</a:t>
            </a:fld>
            <a:endParaRPr spc="-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37360" y="1898904"/>
            <a:ext cx="7333615" cy="4486910"/>
            <a:chOff x="1737360" y="1898904"/>
            <a:chExt cx="7333615" cy="4486910"/>
          </a:xfrm>
        </p:grpSpPr>
        <p:pic>
          <p:nvPicPr>
            <p:cNvPr id="3" name="object 3"/>
            <p:cNvPicPr/>
            <p:nvPr/>
          </p:nvPicPr>
          <p:blipFill>
            <a:blip r:embed="rId2" cstate="print"/>
            <a:stretch>
              <a:fillRect/>
            </a:stretch>
          </p:blipFill>
          <p:spPr>
            <a:xfrm>
              <a:off x="1871472" y="4617720"/>
              <a:ext cx="5221224" cy="1586484"/>
            </a:xfrm>
            <a:prstGeom prst="rect">
              <a:avLst/>
            </a:prstGeom>
          </p:spPr>
        </p:pic>
        <p:pic>
          <p:nvPicPr>
            <p:cNvPr id="4" name="object 4"/>
            <p:cNvPicPr/>
            <p:nvPr/>
          </p:nvPicPr>
          <p:blipFill>
            <a:blip r:embed="rId3" cstate="print"/>
            <a:stretch>
              <a:fillRect/>
            </a:stretch>
          </p:blipFill>
          <p:spPr>
            <a:xfrm>
              <a:off x="1737360" y="1898904"/>
              <a:ext cx="5131308" cy="2761488"/>
            </a:xfrm>
            <a:prstGeom prst="rect">
              <a:avLst/>
            </a:prstGeom>
          </p:spPr>
        </p:pic>
      </p:grpSp>
      <p:sp>
        <p:nvSpPr>
          <p:cNvPr id="5" name="object 5"/>
          <p:cNvSpPr txBox="1">
            <a:spLocks noGrp="1"/>
          </p:cNvSpPr>
          <p:nvPr>
            <p:ph type="title"/>
          </p:nvPr>
        </p:nvSpPr>
        <p:spPr>
          <a:xfrm>
            <a:off x="466090" y="191922"/>
            <a:ext cx="358140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5</a:t>
            </a:r>
            <a:r>
              <a:rPr spc="-15" dirty="0">
                <a:latin typeface="Arial" panose="020B0604020202020204"/>
                <a:cs typeface="Arial" panose="020B0604020202020204"/>
              </a:rPr>
              <a:t>. </a:t>
            </a:r>
            <a:r>
              <a:rPr dirty="0">
                <a:latin typeface="Arial" panose="020B0604020202020204"/>
                <a:cs typeface="Arial" panose="020B0604020202020204"/>
              </a:rPr>
              <a:t>DAC</a:t>
            </a:r>
            <a:r>
              <a:rPr spc="-30" dirty="0">
                <a:latin typeface="Arial" panose="020B0604020202020204"/>
                <a:cs typeface="Arial" panose="020B0604020202020204"/>
              </a:rPr>
              <a:t> </a:t>
            </a:r>
            <a:r>
              <a:rPr dirty="0">
                <a:latin typeface="Arial" panose="020B0604020202020204"/>
                <a:cs typeface="Arial" panose="020B0604020202020204"/>
              </a:rPr>
              <a:t>0832</a:t>
            </a:r>
            <a:r>
              <a:rPr spc="-30" dirty="0">
                <a:latin typeface="Arial" panose="020B0604020202020204"/>
                <a:cs typeface="Arial" panose="020B0604020202020204"/>
              </a:rPr>
              <a:t> </a:t>
            </a:r>
            <a:r>
              <a:rPr spc="-35" dirty="0"/>
              <a:t>工作方式</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43</a:t>
            </a:fld>
            <a:endParaRPr spc="-25" dirty="0"/>
          </a:p>
        </p:txBody>
      </p:sp>
      <p:sp>
        <p:nvSpPr>
          <p:cNvPr id="6" name="object 6"/>
          <p:cNvSpPr txBox="1"/>
          <p:nvPr/>
        </p:nvSpPr>
        <p:spPr>
          <a:xfrm>
            <a:off x="554990" y="906234"/>
            <a:ext cx="4902200" cy="937260"/>
          </a:xfrm>
          <a:prstGeom prst="rect">
            <a:avLst/>
          </a:prstGeom>
        </p:spPr>
        <p:txBody>
          <a:bodyPr vert="horz" wrap="square" lIns="0" tIns="102870" rIns="0" bIns="0" rtlCol="0">
            <a:spAutoFit/>
          </a:bodyPr>
          <a:lstStyle/>
          <a:p>
            <a:pPr marL="12700">
              <a:lnSpc>
                <a:spcPct val="100000"/>
              </a:lnSpc>
              <a:spcBef>
                <a:spcPts val="810"/>
              </a:spcBef>
            </a:pPr>
            <a:r>
              <a:rPr sz="2400" dirty="0">
                <a:solidFill>
                  <a:srgbClr val="0000CC"/>
                </a:solidFill>
                <a:latin typeface="Arial" panose="020B0604020202020204"/>
                <a:cs typeface="Arial" panose="020B0604020202020204"/>
              </a:rPr>
              <a:t>(1</a:t>
            </a:r>
            <a:r>
              <a:rPr sz="2400" spc="-20" dirty="0">
                <a:solidFill>
                  <a:srgbClr val="0000CC"/>
                </a:solidFill>
                <a:latin typeface="Arial" panose="020B0604020202020204"/>
                <a:cs typeface="Arial" panose="020B0604020202020204"/>
              </a:rPr>
              <a:t>) </a:t>
            </a:r>
            <a:r>
              <a:rPr sz="2400" spc="-15" dirty="0">
                <a:solidFill>
                  <a:srgbClr val="0000CC"/>
                </a:solidFill>
                <a:latin typeface="Noto Sans Mono CJK HK"/>
                <a:cs typeface="Noto Sans Mono CJK HK"/>
              </a:rPr>
              <a:t>直通方式</a:t>
            </a:r>
            <a:endParaRPr sz="2400">
              <a:latin typeface="Noto Sans Mono CJK HK"/>
              <a:cs typeface="Noto Sans Mono CJK HK"/>
            </a:endParaRPr>
          </a:p>
          <a:p>
            <a:pPr marL="12700">
              <a:lnSpc>
                <a:spcPct val="100000"/>
              </a:lnSpc>
              <a:spcBef>
                <a:spcPts val="710"/>
              </a:spcBef>
            </a:pPr>
            <a:r>
              <a:rPr sz="2400" spc="-5" dirty="0">
                <a:solidFill>
                  <a:srgbClr val="0000CC"/>
                </a:solidFill>
                <a:latin typeface="Noto Sans Mono CJK HK"/>
                <a:cs typeface="Noto Sans Mono CJK HK"/>
              </a:rPr>
              <a:t>此方式适用于连续反馈控制系统中。</a:t>
            </a:r>
            <a:endParaRPr sz="2400">
              <a:latin typeface="Noto Sans Mono CJK HK"/>
              <a:cs typeface="Noto Sans Mono CJK HK"/>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090" y="191922"/>
            <a:ext cx="358140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5</a:t>
            </a:r>
            <a:r>
              <a:rPr spc="-15" dirty="0">
                <a:latin typeface="Arial" panose="020B0604020202020204"/>
                <a:cs typeface="Arial" panose="020B0604020202020204"/>
              </a:rPr>
              <a:t>. </a:t>
            </a:r>
            <a:r>
              <a:rPr dirty="0">
                <a:latin typeface="Arial" panose="020B0604020202020204"/>
                <a:cs typeface="Arial" panose="020B0604020202020204"/>
              </a:rPr>
              <a:t>DAC</a:t>
            </a:r>
            <a:r>
              <a:rPr spc="-30" dirty="0">
                <a:latin typeface="Arial" panose="020B0604020202020204"/>
                <a:cs typeface="Arial" panose="020B0604020202020204"/>
              </a:rPr>
              <a:t> </a:t>
            </a:r>
            <a:r>
              <a:rPr dirty="0">
                <a:latin typeface="Arial" panose="020B0604020202020204"/>
                <a:cs typeface="Arial" panose="020B0604020202020204"/>
              </a:rPr>
              <a:t>0832</a:t>
            </a:r>
            <a:r>
              <a:rPr spc="-30" dirty="0">
                <a:latin typeface="Arial" panose="020B0604020202020204"/>
                <a:cs typeface="Arial" panose="020B0604020202020204"/>
              </a:rPr>
              <a:t> </a:t>
            </a:r>
            <a:r>
              <a:rPr spc="-35" dirty="0"/>
              <a:t>工作方式</a:t>
            </a:r>
          </a:p>
        </p:txBody>
      </p:sp>
      <p:sp>
        <p:nvSpPr>
          <p:cNvPr id="3" name="object 3"/>
          <p:cNvSpPr/>
          <p:nvPr/>
        </p:nvSpPr>
        <p:spPr>
          <a:xfrm>
            <a:off x="1945297" y="3293681"/>
            <a:ext cx="793750" cy="15240"/>
          </a:xfrm>
          <a:custGeom>
            <a:avLst/>
            <a:gdLst/>
            <a:ahLst/>
            <a:cxnLst/>
            <a:rect l="l" t="t" r="r" b="b"/>
            <a:pathLst>
              <a:path w="793750" h="15239">
                <a:moveTo>
                  <a:pt x="793750" y="15239"/>
                </a:moveTo>
                <a:lnTo>
                  <a:pt x="131114" y="15239"/>
                </a:lnTo>
                <a:lnTo>
                  <a:pt x="0" y="15239"/>
                </a:lnTo>
                <a:lnTo>
                  <a:pt x="0" y="0"/>
                </a:lnTo>
                <a:lnTo>
                  <a:pt x="793750" y="0"/>
                </a:lnTo>
                <a:lnTo>
                  <a:pt x="793750" y="15239"/>
                </a:lnTo>
                <a:close/>
              </a:path>
            </a:pathLst>
          </a:custGeom>
          <a:solidFill>
            <a:srgbClr val="0000CC"/>
          </a:solidFill>
        </p:spPr>
        <p:txBody>
          <a:bodyPr wrap="square" lIns="0" tIns="0" rIns="0" bIns="0" rtlCol="0"/>
          <a:lstStyle/>
          <a:p>
            <a:endParaRPr/>
          </a:p>
        </p:txBody>
      </p:sp>
      <p:sp>
        <p:nvSpPr>
          <p:cNvPr id="4" name="object 4"/>
          <p:cNvSpPr/>
          <p:nvPr/>
        </p:nvSpPr>
        <p:spPr>
          <a:xfrm>
            <a:off x="3047657" y="3258019"/>
            <a:ext cx="649605" cy="20320"/>
          </a:xfrm>
          <a:custGeom>
            <a:avLst/>
            <a:gdLst/>
            <a:ahLst/>
            <a:cxnLst/>
            <a:rect l="l" t="t" r="r" b="b"/>
            <a:pathLst>
              <a:path w="649604" h="20320">
                <a:moveTo>
                  <a:pt x="649604" y="20116"/>
                </a:moveTo>
                <a:lnTo>
                  <a:pt x="0" y="20116"/>
                </a:lnTo>
                <a:lnTo>
                  <a:pt x="0" y="0"/>
                </a:lnTo>
                <a:lnTo>
                  <a:pt x="649604" y="0"/>
                </a:lnTo>
                <a:lnTo>
                  <a:pt x="649604" y="20116"/>
                </a:lnTo>
                <a:close/>
              </a:path>
            </a:pathLst>
          </a:custGeom>
          <a:solidFill>
            <a:srgbClr val="0000CC"/>
          </a:solidFill>
        </p:spPr>
        <p:txBody>
          <a:bodyPr wrap="square" lIns="0" tIns="0" rIns="0" bIns="0" rtlCol="0"/>
          <a:lstStyle/>
          <a:p>
            <a:endParaRPr/>
          </a:p>
        </p:txBody>
      </p:sp>
      <p:sp>
        <p:nvSpPr>
          <p:cNvPr id="5" name="object 5"/>
          <p:cNvSpPr/>
          <p:nvPr/>
        </p:nvSpPr>
        <p:spPr>
          <a:xfrm>
            <a:off x="4925986" y="3271354"/>
            <a:ext cx="342900" cy="20320"/>
          </a:xfrm>
          <a:custGeom>
            <a:avLst/>
            <a:gdLst/>
            <a:ahLst/>
            <a:cxnLst/>
            <a:rect l="l" t="t" r="r" b="b"/>
            <a:pathLst>
              <a:path w="342900" h="20320">
                <a:moveTo>
                  <a:pt x="342900" y="20116"/>
                </a:moveTo>
                <a:lnTo>
                  <a:pt x="0" y="20116"/>
                </a:lnTo>
                <a:lnTo>
                  <a:pt x="0" y="0"/>
                </a:lnTo>
                <a:lnTo>
                  <a:pt x="342900" y="0"/>
                </a:lnTo>
                <a:lnTo>
                  <a:pt x="342900" y="20116"/>
                </a:lnTo>
                <a:close/>
              </a:path>
            </a:pathLst>
          </a:custGeom>
          <a:solidFill>
            <a:srgbClr val="0000CC"/>
          </a:solidFill>
        </p:spPr>
        <p:txBody>
          <a:bodyPr wrap="square" lIns="0" tIns="0" rIns="0" bIns="0" rtlCol="0"/>
          <a:lstStyle/>
          <a:p>
            <a:endParaRPr/>
          </a:p>
        </p:txBody>
      </p:sp>
      <p:sp>
        <p:nvSpPr>
          <p:cNvPr id="6" name="object 6"/>
          <p:cNvSpPr/>
          <p:nvPr/>
        </p:nvSpPr>
        <p:spPr>
          <a:xfrm>
            <a:off x="7730146" y="3258019"/>
            <a:ext cx="653415" cy="20320"/>
          </a:xfrm>
          <a:custGeom>
            <a:avLst/>
            <a:gdLst/>
            <a:ahLst/>
            <a:cxnLst/>
            <a:rect l="l" t="t" r="r" b="b"/>
            <a:pathLst>
              <a:path w="653415" h="20320">
                <a:moveTo>
                  <a:pt x="653415" y="20116"/>
                </a:moveTo>
                <a:lnTo>
                  <a:pt x="0" y="20116"/>
                </a:lnTo>
                <a:lnTo>
                  <a:pt x="0" y="0"/>
                </a:lnTo>
                <a:lnTo>
                  <a:pt x="653415" y="0"/>
                </a:lnTo>
                <a:lnTo>
                  <a:pt x="653415" y="20116"/>
                </a:lnTo>
                <a:close/>
              </a:path>
            </a:pathLst>
          </a:custGeom>
          <a:solidFill>
            <a:srgbClr val="0000CC"/>
          </a:solidFill>
        </p:spPr>
        <p:txBody>
          <a:bodyPr wrap="square" lIns="0" tIns="0" rIns="0" bIns="0" rtlCol="0"/>
          <a:lstStyle/>
          <a:p>
            <a:endParaRPr/>
          </a:p>
        </p:txBody>
      </p:sp>
      <p:sp>
        <p:nvSpPr>
          <p:cNvPr id="7" name="object 7"/>
          <p:cNvSpPr txBox="1"/>
          <p:nvPr/>
        </p:nvSpPr>
        <p:spPr>
          <a:xfrm>
            <a:off x="555282" y="864552"/>
            <a:ext cx="8148320" cy="2772410"/>
          </a:xfrm>
          <a:prstGeom prst="rect">
            <a:avLst/>
          </a:prstGeom>
        </p:spPr>
        <p:txBody>
          <a:bodyPr vert="horz" wrap="square" lIns="0" tIns="104140" rIns="0" bIns="0" rtlCol="0">
            <a:spAutoFit/>
          </a:bodyPr>
          <a:lstStyle/>
          <a:p>
            <a:pPr marL="12700">
              <a:lnSpc>
                <a:spcPct val="100000"/>
              </a:lnSpc>
              <a:spcBef>
                <a:spcPts val="820"/>
              </a:spcBef>
            </a:pPr>
            <a:r>
              <a:rPr sz="2400" dirty="0">
                <a:solidFill>
                  <a:srgbClr val="0000CC"/>
                </a:solidFill>
                <a:latin typeface="Arial" panose="020B0604020202020204"/>
                <a:cs typeface="Arial" panose="020B0604020202020204"/>
              </a:rPr>
              <a:t>(2</a:t>
            </a:r>
            <a:r>
              <a:rPr sz="2400" spc="-2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单缓冲方式</a:t>
            </a:r>
            <a:endParaRPr sz="2400">
              <a:latin typeface="Noto Sans Mono CJK HK"/>
              <a:cs typeface="Noto Sans Mono CJK HK"/>
            </a:endParaRPr>
          </a:p>
          <a:p>
            <a:pPr marL="469900" marR="5080">
              <a:lnSpc>
                <a:spcPct val="110000"/>
              </a:lnSpc>
              <a:spcBef>
                <a:spcPts val="435"/>
              </a:spcBef>
            </a:pPr>
            <a:r>
              <a:rPr sz="2400" spc="-5" dirty="0">
                <a:solidFill>
                  <a:srgbClr val="0000CC"/>
                </a:solidFill>
                <a:latin typeface="Noto Sans Mono CJK HK"/>
                <a:cs typeface="Noto Sans Mono CJK HK"/>
              </a:rPr>
              <a:t>此方式适用于只有一路模拟量输出或多路模拟量非同步输</a:t>
            </a:r>
            <a:r>
              <a:rPr sz="2400" spc="-10" dirty="0">
                <a:solidFill>
                  <a:srgbClr val="0000CC"/>
                </a:solidFill>
                <a:latin typeface="Noto Sans Mono CJK HK"/>
                <a:cs typeface="Noto Sans Mono CJK HK"/>
              </a:rPr>
              <a:t>出的情形。</a:t>
            </a:r>
            <a:endParaRPr sz="2400">
              <a:latin typeface="Noto Sans Mono CJK HK"/>
              <a:cs typeface="Noto Sans Mono CJK HK"/>
            </a:endParaRPr>
          </a:p>
          <a:p>
            <a:pPr marL="469900" marR="5080">
              <a:lnSpc>
                <a:spcPct val="110000"/>
              </a:lnSpc>
              <a:spcBef>
                <a:spcPts val="615"/>
              </a:spcBef>
            </a:pPr>
            <a:r>
              <a:rPr sz="2400" dirty="0">
                <a:solidFill>
                  <a:srgbClr val="0000CC"/>
                </a:solidFill>
                <a:latin typeface="Noto Sans Mono CJK HK"/>
                <a:cs typeface="Noto Sans Mono CJK HK"/>
              </a:rPr>
              <a:t>方法是控制输入寄存器和</a:t>
            </a:r>
            <a:r>
              <a:rPr sz="2400" spc="-10" dirty="0">
                <a:solidFill>
                  <a:srgbClr val="0000CC"/>
                </a:solidFill>
                <a:latin typeface="Arial" panose="020B0604020202020204"/>
                <a:cs typeface="Arial" panose="020B0604020202020204"/>
              </a:rPr>
              <a:t>DAC</a:t>
            </a:r>
            <a:r>
              <a:rPr sz="2400" spc="-5" dirty="0">
                <a:solidFill>
                  <a:srgbClr val="0000CC"/>
                </a:solidFill>
                <a:latin typeface="Noto Sans Mono CJK HK"/>
                <a:cs typeface="Noto Sans Mono CJK HK"/>
              </a:rPr>
              <a:t>寄存器同时接收数据，或者</a:t>
            </a:r>
            <a:r>
              <a:rPr sz="2400" dirty="0">
                <a:solidFill>
                  <a:srgbClr val="0000CC"/>
                </a:solidFill>
                <a:latin typeface="Noto Sans Mono CJK HK"/>
                <a:cs typeface="Noto Sans Mono CJK HK"/>
              </a:rPr>
              <a:t>只用输入寄存器而把</a:t>
            </a:r>
            <a:r>
              <a:rPr sz="2400" spc="-20" dirty="0">
                <a:solidFill>
                  <a:srgbClr val="0000CC"/>
                </a:solidFill>
                <a:latin typeface="Arial" panose="020B0604020202020204"/>
                <a:cs typeface="Arial" panose="020B0604020202020204"/>
              </a:rPr>
              <a:t>DAC</a:t>
            </a:r>
            <a:r>
              <a:rPr sz="2400" spc="-5" dirty="0">
                <a:solidFill>
                  <a:srgbClr val="0000CC"/>
                </a:solidFill>
                <a:latin typeface="Noto Sans Mono CJK HK"/>
                <a:cs typeface="Noto Sans Mono CJK HK"/>
              </a:rPr>
              <a:t>寄存器接成直通方式。</a:t>
            </a:r>
            <a:endParaRPr sz="2400">
              <a:latin typeface="Noto Sans Mono CJK HK"/>
              <a:cs typeface="Noto Sans Mono CJK HK"/>
            </a:endParaRPr>
          </a:p>
          <a:p>
            <a:pPr marL="469900" marR="5080">
              <a:lnSpc>
                <a:spcPct val="116000"/>
              </a:lnSpc>
              <a:spcBef>
                <a:spcPts val="880"/>
              </a:spcBef>
            </a:pPr>
            <a:endParaRPr sz="2400">
              <a:latin typeface="Noto Sans Mono CJK HK"/>
              <a:cs typeface="Noto Sans Mono CJK HK"/>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44</a:t>
            </a:fld>
            <a:endParaRPr spc="-25" dirty="0"/>
          </a:p>
        </p:txBody>
      </p:sp>
      <p:pic>
        <p:nvPicPr>
          <p:cNvPr id="9" name="Picture 8"/>
          <p:cNvPicPr>
            <a:picLocks noChangeAspect="1"/>
          </p:cNvPicPr>
          <p:nvPr/>
        </p:nvPicPr>
        <p:blipFill>
          <a:blip r:embed="rId2"/>
          <a:stretch>
            <a:fillRect/>
          </a:stretch>
        </p:blipFill>
        <p:spPr>
          <a:xfrm>
            <a:off x="1371600" y="3077845"/>
            <a:ext cx="7131050" cy="97155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 y="1071372"/>
            <a:ext cx="9028176" cy="3662172"/>
          </a:xfrm>
          <a:prstGeom prst="rect">
            <a:avLst/>
          </a:prstGeom>
        </p:spPr>
      </p:pic>
      <p:sp>
        <p:nvSpPr>
          <p:cNvPr id="3" name="object 3"/>
          <p:cNvSpPr txBox="1"/>
          <p:nvPr/>
        </p:nvSpPr>
        <p:spPr>
          <a:xfrm>
            <a:off x="3434169" y="4614291"/>
            <a:ext cx="307340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00FF"/>
                </a:solidFill>
                <a:latin typeface="Noto Sans CJK HK"/>
                <a:cs typeface="Noto Sans CJK HK"/>
              </a:rPr>
              <a:t>转换一个数据的程序段</a:t>
            </a:r>
            <a:endParaRPr sz="2400">
              <a:latin typeface="Noto Sans CJK HK"/>
              <a:cs typeface="Noto Sans CJK HK"/>
            </a:endParaRPr>
          </a:p>
        </p:txBody>
      </p:sp>
      <p:graphicFrame>
        <p:nvGraphicFramePr>
          <p:cNvPr id="4" name="object 4"/>
          <p:cNvGraphicFramePr>
            <a:graphicFrameLocks noGrp="1"/>
          </p:cNvGraphicFramePr>
          <p:nvPr/>
        </p:nvGraphicFramePr>
        <p:xfrm>
          <a:off x="3415119" y="5023528"/>
          <a:ext cx="4015104" cy="1071880"/>
        </p:xfrm>
        <a:graphic>
          <a:graphicData uri="http://schemas.openxmlformats.org/drawingml/2006/table">
            <a:tbl>
              <a:tblPr firstRow="1" bandRow="1">
                <a:tableStyleId>{2D5ABB26-0587-4C30-8999-92F81FD0307C}</a:tableStyleId>
              </a:tblPr>
              <a:tblGrid>
                <a:gridCol w="886460">
                  <a:extLst>
                    <a:ext uri="{9D8B030D-6E8A-4147-A177-3AD203B41FA5}">
                      <a16:colId xmlns:a16="http://schemas.microsoft.com/office/drawing/2014/main" val="20000"/>
                    </a:ext>
                  </a:extLst>
                </a:gridCol>
                <a:gridCol w="1506855">
                  <a:extLst>
                    <a:ext uri="{9D8B030D-6E8A-4147-A177-3AD203B41FA5}">
                      <a16:colId xmlns:a16="http://schemas.microsoft.com/office/drawing/2014/main" val="20001"/>
                    </a:ext>
                  </a:extLst>
                </a:gridCol>
                <a:gridCol w="1546860">
                  <a:extLst>
                    <a:ext uri="{9D8B030D-6E8A-4147-A177-3AD203B41FA5}">
                      <a16:colId xmlns:a16="http://schemas.microsoft.com/office/drawing/2014/main" val="20002"/>
                    </a:ext>
                  </a:extLst>
                </a:gridCol>
              </a:tblGrid>
              <a:tr h="353060">
                <a:tc>
                  <a:txBody>
                    <a:bodyPr/>
                    <a:lstStyle/>
                    <a:p>
                      <a:pPr marL="31750">
                        <a:lnSpc>
                          <a:spcPts val="2655"/>
                        </a:lnSpc>
                      </a:pPr>
                      <a:r>
                        <a:rPr sz="2400" spc="-25" dirty="0">
                          <a:solidFill>
                            <a:srgbClr val="0000FF"/>
                          </a:solidFill>
                          <a:latin typeface="Arial" panose="020B0604020202020204"/>
                          <a:cs typeface="Arial" panose="020B0604020202020204"/>
                        </a:rPr>
                        <a:t>MOV</a:t>
                      </a:r>
                      <a:endParaRPr sz="2400">
                        <a:latin typeface="Arial" panose="020B0604020202020204"/>
                        <a:cs typeface="Arial" panose="020B0604020202020204"/>
                      </a:endParaRPr>
                    </a:p>
                  </a:txBody>
                  <a:tcPr marL="0" marR="0" marT="0" marB="0"/>
                </a:tc>
                <a:tc>
                  <a:txBody>
                    <a:bodyPr/>
                    <a:lstStyle/>
                    <a:p>
                      <a:pPr marL="160020">
                        <a:lnSpc>
                          <a:spcPts val="2655"/>
                        </a:lnSpc>
                      </a:pPr>
                      <a:r>
                        <a:rPr sz="2400" dirty="0">
                          <a:solidFill>
                            <a:srgbClr val="0000FF"/>
                          </a:solidFill>
                          <a:latin typeface="Arial" panose="020B0604020202020204"/>
                          <a:cs typeface="Arial" panose="020B0604020202020204"/>
                        </a:rPr>
                        <a:t>AL,</a:t>
                      </a:r>
                      <a:r>
                        <a:rPr sz="2400" spc="-25" dirty="0">
                          <a:solidFill>
                            <a:srgbClr val="0000FF"/>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data</a:t>
                      </a:r>
                      <a:endParaRPr sz="2400">
                        <a:latin typeface="Arial" panose="020B0604020202020204"/>
                        <a:cs typeface="Arial" panose="020B0604020202020204"/>
                      </a:endParaRPr>
                    </a:p>
                  </a:txBody>
                  <a:tcPr marL="0" marR="0" marT="0" marB="0"/>
                </a:tc>
                <a:tc>
                  <a:txBody>
                    <a:bodyPr/>
                    <a:lstStyle/>
                    <a:p>
                      <a:pPr marL="210820">
                        <a:lnSpc>
                          <a:spcPts val="2655"/>
                        </a:lnSpc>
                      </a:pPr>
                      <a:r>
                        <a:rPr sz="2400" spc="-10" dirty="0">
                          <a:solidFill>
                            <a:srgbClr val="0000FF"/>
                          </a:solidFill>
                          <a:latin typeface="Arial" panose="020B0604020202020204"/>
                          <a:cs typeface="Arial" panose="020B0604020202020204"/>
                        </a:rPr>
                        <a:t>;</a:t>
                      </a:r>
                      <a:r>
                        <a:rPr sz="2400" spc="-15" dirty="0">
                          <a:solidFill>
                            <a:srgbClr val="0000FF"/>
                          </a:solidFill>
                          <a:latin typeface="Noto Sans CJK HK"/>
                          <a:cs typeface="Noto Sans CJK HK"/>
                        </a:rPr>
                        <a:t>取数字量</a:t>
                      </a:r>
                      <a:endParaRPr sz="2400">
                        <a:latin typeface="Noto Sans CJK HK"/>
                        <a:cs typeface="Noto Sans CJK HK"/>
                      </a:endParaRPr>
                    </a:p>
                  </a:txBody>
                  <a:tcPr marL="0" marR="0" marT="0" marB="0"/>
                </a:tc>
                <a:extLst>
                  <a:ext uri="{0D108BD9-81ED-4DB2-BD59-A6C34878D82A}">
                    <a16:rowId xmlns:a16="http://schemas.microsoft.com/office/drawing/2014/main" val="10000"/>
                  </a:ext>
                </a:extLst>
              </a:tr>
              <a:tr h="365760">
                <a:tc>
                  <a:txBody>
                    <a:bodyPr/>
                    <a:lstStyle/>
                    <a:p>
                      <a:pPr marL="31750">
                        <a:lnSpc>
                          <a:spcPts val="2750"/>
                        </a:lnSpc>
                      </a:pPr>
                      <a:r>
                        <a:rPr sz="2400" spc="-25" dirty="0">
                          <a:solidFill>
                            <a:srgbClr val="0000FF"/>
                          </a:solidFill>
                          <a:latin typeface="Arial" panose="020B0604020202020204"/>
                          <a:cs typeface="Arial" panose="020B0604020202020204"/>
                        </a:rPr>
                        <a:t>MOV</a:t>
                      </a:r>
                      <a:endParaRPr sz="2400">
                        <a:latin typeface="Arial" panose="020B0604020202020204"/>
                        <a:cs typeface="Arial" panose="020B0604020202020204"/>
                      </a:endParaRPr>
                    </a:p>
                  </a:txBody>
                  <a:tcPr marL="0" marR="0" marT="0" marB="0"/>
                </a:tc>
                <a:tc>
                  <a:txBody>
                    <a:bodyPr/>
                    <a:lstStyle/>
                    <a:p>
                      <a:pPr marL="177165">
                        <a:lnSpc>
                          <a:spcPts val="2750"/>
                        </a:lnSpc>
                      </a:pPr>
                      <a:r>
                        <a:rPr sz="2400" dirty="0">
                          <a:solidFill>
                            <a:srgbClr val="0000FF"/>
                          </a:solidFill>
                          <a:latin typeface="Arial" panose="020B0604020202020204"/>
                          <a:cs typeface="Arial" panose="020B0604020202020204"/>
                        </a:rPr>
                        <a:t>DX,</a:t>
                      </a:r>
                      <a:r>
                        <a:rPr sz="2400" spc="-30" dirty="0">
                          <a:solidFill>
                            <a:srgbClr val="0000FF"/>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port</a:t>
                      </a:r>
                      <a:endParaRPr sz="2400">
                        <a:latin typeface="Arial" panose="020B0604020202020204"/>
                        <a:cs typeface="Arial" panose="020B0604020202020204"/>
                      </a:endParaRPr>
                    </a:p>
                  </a:txBody>
                  <a:tcPr marL="0" marR="0" marT="0" marB="0"/>
                </a:tc>
                <a:tc>
                  <a:txBody>
                    <a:bodyPr/>
                    <a:lstStyle/>
                    <a:p>
                      <a:pPr>
                        <a:lnSpc>
                          <a:spcPct val="100000"/>
                        </a:lnSpc>
                      </a:pPr>
                      <a:endParaRPr sz="23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1"/>
                  </a:ext>
                </a:extLst>
              </a:tr>
              <a:tr h="353060">
                <a:tc>
                  <a:txBody>
                    <a:bodyPr/>
                    <a:lstStyle/>
                    <a:p>
                      <a:pPr marL="31750">
                        <a:lnSpc>
                          <a:spcPts val="2680"/>
                        </a:lnSpc>
                      </a:pPr>
                      <a:r>
                        <a:rPr sz="2400" spc="-25" dirty="0">
                          <a:solidFill>
                            <a:srgbClr val="0000FF"/>
                          </a:solidFill>
                          <a:latin typeface="Arial" panose="020B0604020202020204"/>
                          <a:cs typeface="Arial" panose="020B0604020202020204"/>
                        </a:rPr>
                        <a:t>OUT</a:t>
                      </a:r>
                      <a:endParaRPr sz="2400">
                        <a:latin typeface="Arial" panose="020B0604020202020204"/>
                        <a:cs typeface="Arial" panose="020B0604020202020204"/>
                      </a:endParaRPr>
                    </a:p>
                  </a:txBody>
                  <a:tcPr marL="0" marR="0" marT="0" marB="0"/>
                </a:tc>
                <a:tc>
                  <a:txBody>
                    <a:bodyPr/>
                    <a:lstStyle/>
                    <a:p>
                      <a:pPr marL="205105">
                        <a:lnSpc>
                          <a:spcPts val="2680"/>
                        </a:lnSpc>
                      </a:pPr>
                      <a:r>
                        <a:rPr sz="2400" dirty="0">
                          <a:solidFill>
                            <a:srgbClr val="0000FF"/>
                          </a:solidFill>
                          <a:latin typeface="Arial" panose="020B0604020202020204"/>
                          <a:cs typeface="Arial" panose="020B0604020202020204"/>
                        </a:rPr>
                        <a:t>DX,</a:t>
                      </a:r>
                      <a:r>
                        <a:rPr sz="2400" spc="-165" dirty="0">
                          <a:solidFill>
                            <a:srgbClr val="0000FF"/>
                          </a:solidFill>
                          <a:latin typeface="Arial" panose="020B0604020202020204"/>
                          <a:cs typeface="Arial" panose="020B0604020202020204"/>
                        </a:rPr>
                        <a:t> </a:t>
                      </a:r>
                      <a:r>
                        <a:rPr sz="2400" spc="-25" dirty="0">
                          <a:solidFill>
                            <a:srgbClr val="0000FF"/>
                          </a:solidFill>
                          <a:latin typeface="Arial" panose="020B0604020202020204"/>
                          <a:cs typeface="Arial" panose="020B0604020202020204"/>
                        </a:rPr>
                        <a:t>AL</a:t>
                      </a:r>
                      <a:endParaRPr sz="2400">
                        <a:latin typeface="Arial" panose="020B0604020202020204"/>
                        <a:cs typeface="Arial" panose="020B0604020202020204"/>
                      </a:endParaRPr>
                    </a:p>
                  </a:txBody>
                  <a:tcPr marL="0" marR="0" marT="0" marB="0"/>
                </a:tc>
                <a:tc>
                  <a:txBody>
                    <a:bodyPr/>
                    <a:lstStyle/>
                    <a:p>
                      <a:pPr>
                        <a:lnSpc>
                          <a:spcPct val="100000"/>
                        </a:lnSpc>
                      </a:pPr>
                      <a:endParaRPr sz="22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2"/>
                  </a:ext>
                </a:extLst>
              </a:tr>
            </a:tbl>
          </a:graphicData>
        </a:graphic>
      </p:graphicFrame>
      <p:sp>
        <p:nvSpPr>
          <p:cNvPr id="5" name="object 5"/>
          <p:cNvSpPr txBox="1">
            <a:spLocks noGrp="1"/>
          </p:cNvSpPr>
          <p:nvPr>
            <p:ph type="title"/>
          </p:nvPr>
        </p:nvSpPr>
        <p:spPr>
          <a:xfrm>
            <a:off x="442061" y="133400"/>
            <a:ext cx="3757929"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(2</a:t>
            </a:r>
            <a:r>
              <a:rPr spc="5" dirty="0">
                <a:latin typeface="Arial" panose="020B0604020202020204"/>
                <a:cs typeface="Arial" panose="020B0604020202020204"/>
              </a:rPr>
              <a:t>) </a:t>
            </a:r>
            <a:r>
              <a:rPr spc="-35" dirty="0"/>
              <a:t>单缓冲方式：方法一</a:t>
            </a:r>
          </a:p>
        </p:txBody>
      </p:sp>
      <p:pic>
        <p:nvPicPr>
          <p:cNvPr id="6" name="object 6"/>
          <p:cNvPicPr/>
          <p:nvPr/>
        </p:nvPicPr>
        <p:blipFill>
          <a:blip r:embed="rId3" cstate="print"/>
          <a:stretch>
            <a:fillRect/>
          </a:stretch>
        </p:blipFill>
        <p:spPr>
          <a:xfrm>
            <a:off x="8268944" y="5601943"/>
            <a:ext cx="526340" cy="52634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45</a:t>
            </a:fld>
            <a:endParaRPr spc="-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2063" y="1046988"/>
            <a:ext cx="8020811" cy="3982212"/>
          </a:xfrm>
          <a:prstGeom prst="rect">
            <a:avLst/>
          </a:prstGeom>
        </p:spPr>
      </p:pic>
      <p:sp>
        <p:nvSpPr>
          <p:cNvPr id="3" name="object 3"/>
          <p:cNvSpPr txBox="1"/>
          <p:nvPr/>
        </p:nvSpPr>
        <p:spPr>
          <a:xfrm>
            <a:off x="442061" y="133400"/>
            <a:ext cx="3757929" cy="451484"/>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00CC"/>
                </a:solidFill>
                <a:latin typeface="Arial" panose="020B0604020202020204"/>
                <a:cs typeface="Arial" panose="020B0604020202020204"/>
              </a:rPr>
              <a:t>(2</a:t>
            </a:r>
            <a:r>
              <a:rPr sz="2800" spc="5" dirty="0">
                <a:solidFill>
                  <a:srgbClr val="0000CC"/>
                </a:solidFill>
                <a:latin typeface="Arial" panose="020B0604020202020204"/>
                <a:cs typeface="Arial" panose="020B0604020202020204"/>
              </a:rPr>
              <a:t>) </a:t>
            </a:r>
            <a:r>
              <a:rPr sz="2800" spc="-35" dirty="0">
                <a:solidFill>
                  <a:srgbClr val="0000CC"/>
                </a:solidFill>
                <a:latin typeface="Noto Sans Mono CJK HK"/>
                <a:cs typeface="Noto Sans Mono CJK HK"/>
              </a:rPr>
              <a:t>单缓冲方式：方法一</a:t>
            </a:r>
            <a:endParaRPr sz="2800">
              <a:latin typeface="Noto Sans Mono CJK HK"/>
              <a:cs typeface="Noto Sans Mono CJK HK"/>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46</a:t>
            </a:fld>
            <a:endParaRPr spc="-25" dirty="0"/>
          </a:p>
        </p:txBody>
      </p:sp>
      <p:sp>
        <p:nvSpPr>
          <p:cNvPr id="4" name="object 4"/>
          <p:cNvSpPr txBox="1"/>
          <p:nvPr/>
        </p:nvSpPr>
        <p:spPr>
          <a:xfrm>
            <a:off x="2629319" y="5054091"/>
            <a:ext cx="3785870"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0000FF"/>
                </a:solidFill>
                <a:latin typeface="Arial" panose="020B0604020202020204"/>
                <a:cs typeface="Arial" panose="020B0604020202020204"/>
              </a:rPr>
              <a:t>DAC0832</a:t>
            </a:r>
            <a:r>
              <a:rPr sz="2400" spc="-10" dirty="0">
                <a:solidFill>
                  <a:srgbClr val="0000FF"/>
                </a:solidFill>
                <a:latin typeface="Noto Serif CJK JP"/>
                <a:cs typeface="Noto Serif CJK JP"/>
              </a:rPr>
              <a:t>单缓冲方式原理图</a:t>
            </a:r>
            <a:endParaRPr sz="2400">
              <a:latin typeface="Noto Serif CJK JP"/>
              <a:cs typeface="Noto Serif CJK JP"/>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88" y="1083563"/>
            <a:ext cx="9042655" cy="3549396"/>
          </a:xfrm>
          <a:prstGeom prst="rect">
            <a:avLst/>
          </a:prstGeom>
        </p:spPr>
      </p:pic>
      <p:sp>
        <p:nvSpPr>
          <p:cNvPr id="3" name="object 3"/>
          <p:cNvSpPr txBox="1"/>
          <p:nvPr/>
        </p:nvSpPr>
        <p:spPr>
          <a:xfrm>
            <a:off x="4711700" y="4629099"/>
            <a:ext cx="337820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00FF"/>
                </a:solidFill>
                <a:latin typeface="Noto Sans CJK HK"/>
                <a:cs typeface="Noto Sans CJK HK"/>
              </a:rPr>
              <a:t>转换一个数据的程序段：</a:t>
            </a:r>
            <a:endParaRPr sz="2400">
              <a:latin typeface="Noto Sans CJK HK"/>
              <a:cs typeface="Noto Sans CJK HK"/>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47</a:t>
            </a:fld>
            <a:endParaRPr spc="-25" dirty="0"/>
          </a:p>
        </p:txBody>
      </p:sp>
      <p:sp>
        <p:nvSpPr>
          <p:cNvPr id="4" name="object 4"/>
          <p:cNvSpPr txBox="1"/>
          <p:nvPr/>
        </p:nvSpPr>
        <p:spPr>
          <a:xfrm>
            <a:off x="4711700" y="4996763"/>
            <a:ext cx="2175510" cy="1122680"/>
          </a:xfrm>
          <a:prstGeom prst="rect">
            <a:avLst/>
          </a:prstGeom>
        </p:spPr>
        <p:txBody>
          <a:bodyPr vert="horz" wrap="square" lIns="0" tIns="12700" rIns="0" bIns="0" rtlCol="0">
            <a:spAutoFit/>
          </a:bodyPr>
          <a:lstStyle/>
          <a:p>
            <a:pPr marL="12700" marR="5080" algn="just">
              <a:lnSpc>
                <a:spcPct val="100000"/>
              </a:lnSpc>
              <a:spcBef>
                <a:spcPts val="100"/>
              </a:spcBef>
            </a:pPr>
            <a:r>
              <a:rPr sz="2400" dirty="0">
                <a:solidFill>
                  <a:srgbClr val="0000FF"/>
                </a:solidFill>
                <a:latin typeface="Arial" panose="020B0604020202020204"/>
                <a:cs typeface="Arial" panose="020B0604020202020204"/>
              </a:rPr>
              <a:t>MOV</a:t>
            </a:r>
            <a:r>
              <a:rPr sz="2400" spc="570" dirty="0">
                <a:solidFill>
                  <a:srgbClr val="0000FF"/>
                </a:solidFill>
                <a:latin typeface="Arial" panose="020B0604020202020204"/>
                <a:cs typeface="Arial" panose="020B0604020202020204"/>
              </a:rPr>
              <a:t>  </a:t>
            </a:r>
            <a:r>
              <a:rPr sz="2400" dirty="0">
                <a:solidFill>
                  <a:srgbClr val="0000FF"/>
                </a:solidFill>
                <a:latin typeface="Arial" panose="020B0604020202020204"/>
                <a:cs typeface="Arial" panose="020B0604020202020204"/>
              </a:rPr>
              <a:t>AL,</a:t>
            </a:r>
            <a:r>
              <a:rPr sz="2400" spc="-15" dirty="0">
                <a:solidFill>
                  <a:srgbClr val="0000FF"/>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data </a:t>
            </a:r>
            <a:r>
              <a:rPr sz="2400" dirty="0">
                <a:solidFill>
                  <a:srgbClr val="0000FF"/>
                </a:solidFill>
                <a:latin typeface="Arial" panose="020B0604020202020204"/>
                <a:cs typeface="Arial" panose="020B0604020202020204"/>
              </a:rPr>
              <a:t>MOV</a:t>
            </a:r>
            <a:r>
              <a:rPr sz="2400" spc="200" dirty="0">
                <a:solidFill>
                  <a:srgbClr val="0000FF"/>
                </a:solidFill>
                <a:latin typeface="Arial" panose="020B0604020202020204"/>
                <a:cs typeface="Arial" panose="020B0604020202020204"/>
              </a:rPr>
              <a:t>   </a:t>
            </a:r>
            <a:r>
              <a:rPr sz="2400" dirty="0">
                <a:solidFill>
                  <a:srgbClr val="0000FF"/>
                </a:solidFill>
                <a:latin typeface="Arial" panose="020B0604020202020204"/>
                <a:cs typeface="Arial" panose="020B0604020202020204"/>
              </a:rPr>
              <a:t>DX,</a:t>
            </a:r>
            <a:r>
              <a:rPr sz="2400" spc="-5" dirty="0">
                <a:solidFill>
                  <a:srgbClr val="0000FF"/>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port </a:t>
            </a:r>
            <a:r>
              <a:rPr sz="2400" dirty="0">
                <a:solidFill>
                  <a:srgbClr val="0000FF"/>
                </a:solidFill>
                <a:latin typeface="Arial" panose="020B0604020202020204"/>
                <a:cs typeface="Arial" panose="020B0604020202020204"/>
              </a:rPr>
              <a:t>OUT</a:t>
            </a:r>
            <a:r>
              <a:rPr sz="2400" spc="185" dirty="0">
                <a:solidFill>
                  <a:srgbClr val="0000FF"/>
                </a:solidFill>
                <a:latin typeface="Arial" panose="020B0604020202020204"/>
                <a:cs typeface="Arial" panose="020B0604020202020204"/>
              </a:rPr>
              <a:t>   </a:t>
            </a:r>
            <a:r>
              <a:rPr sz="2400" dirty="0">
                <a:solidFill>
                  <a:srgbClr val="0000FF"/>
                </a:solidFill>
                <a:latin typeface="Arial" panose="020B0604020202020204"/>
                <a:cs typeface="Arial" panose="020B0604020202020204"/>
              </a:rPr>
              <a:t>DX,</a:t>
            </a:r>
            <a:r>
              <a:rPr sz="2400" spc="-135" dirty="0">
                <a:solidFill>
                  <a:srgbClr val="0000FF"/>
                </a:solidFill>
                <a:latin typeface="Arial" panose="020B0604020202020204"/>
                <a:cs typeface="Arial" panose="020B0604020202020204"/>
              </a:rPr>
              <a:t> </a:t>
            </a:r>
            <a:r>
              <a:rPr sz="2400" spc="-35" dirty="0">
                <a:solidFill>
                  <a:srgbClr val="0000FF"/>
                </a:solidFill>
                <a:latin typeface="Arial" panose="020B0604020202020204"/>
                <a:cs typeface="Arial" panose="020B0604020202020204"/>
              </a:rPr>
              <a:t>AL</a:t>
            </a:r>
            <a:endParaRPr sz="2400">
              <a:latin typeface="Arial" panose="020B0604020202020204"/>
              <a:cs typeface="Arial" panose="020B0604020202020204"/>
            </a:endParaRPr>
          </a:p>
        </p:txBody>
      </p:sp>
      <p:sp>
        <p:nvSpPr>
          <p:cNvPr id="5" name="object 5"/>
          <p:cNvSpPr txBox="1">
            <a:spLocks noGrp="1"/>
          </p:cNvSpPr>
          <p:nvPr>
            <p:ph type="title"/>
          </p:nvPr>
        </p:nvSpPr>
        <p:spPr>
          <a:xfrm>
            <a:off x="442061" y="133400"/>
            <a:ext cx="3757929"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(2</a:t>
            </a:r>
            <a:r>
              <a:rPr spc="5" dirty="0">
                <a:latin typeface="Arial" panose="020B0604020202020204"/>
                <a:cs typeface="Arial" panose="020B0604020202020204"/>
              </a:rPr>
              <a:t>) </a:t>
            </a:r>
            <a:r>
              <a:rPr spc="-35" dirty="0"/>
              <a:t>单缓冲方式：方法二</a:t>
            </a:r>
          </a:p>
        </p:txBody>
      </p:sp>
      <p:sp>
        <p:nvSpPr>
          <p:cNvPr id="6" name="object 6"/>
          <p:cNvSpPr txBox="1"/>
          <p:nvPr/>
        </p:nvSpPr>
        <p:spPr>
          <a:xfrm>
            <a:off x="463537" y="4676724"/>
            <a:ext cx="3717290" cy="1122680"/>
          </a:xfrm>
          <a:prstGeom prst="rect">
            <a:avLst/>
          </a:prstGeom>
        </p:spPr>
        <p:txBody>
          <a:bodyPr vert="horz" wrap="square" lIns="0" tIns="12700" rIns="0" bIns="0" rtlCol="0">
            <a:spAutoFit/>
          </a:bodyPr>
          <a:lstStyle/>
          <a:p>
            <a:pPr marL="12700">
              <a:lnSpc>
                <a:spcPts val="2875"/>
              </a:lnSpc>
              <a:spcBef>
                <a:spcPts val="100"/>
              </a:spcBef>
            </a:pPr>
            <a:r>
              <a:rPr sz="2400" spc="-10" dirty="0">
                <a:solidFill>
                  <a:srgbClr val="0000FF"/>
                </a:solidFill>
                <a:latin typeface="Noto Sans CJK HK"/>
                <a:cs typeface="Noto Sans CJK HK"/>
              </a:rPr>
              <a:t>单缓冲工作方式</a:t>
            </a:r>
            <a:endParaRPr sz="2400">
              <a:latin typeface="Noto Sans CJK HK"/>
              <a:cs typeface="Noto Sans CJK HK"/>
            </a:endParaRPr>
          </a:p>
          <a:p>
            <a:pPr marL="12700">
              <a:lnSpc>
                <a:spcPts val="2875"/>
              </a:lnSpc>
            </a:pPr>
            <a:r>
              <a:rPr sz="2400" spc="-5" dirty="0">
                <a:solidFill>
                  <a:srgbClr val="0000FF"/>
                </a:solidFill>
                <a:latin typeface="Noto Sans CJK HK"/>
                <a:cs typeface="Noto Sans CJK HK"/>
              </a:rPr>
              <a:t>输入寄存器工作于直通状态</a:t>
            </a:r>
            <a:endParaRPr sz="2400">
              <a:latin typeface="Noto Sans CJK HK"/>
              <a:cs typeface="Noto Sans CJK HK"/>
            </a:endParaRPr>
          </a:p>
          <a:p>
            <a:pPr marL="12700">
              <a:lnSpc>
                <a:spcPct val="100000"/>
              </a:lnSpc>
              <a:spcBef>
                <a:spcPts val="15"/>
              </a:spcBef>
            </a:pPr>
            <a:r>
              <a:rPr sz="2400" spc="-20" dirty="0">
                <a:solidFill>
                  <a:srgbClr val="0000FF"/>
                </a:solidFill>
                <a:latin typeface="Arial" panose="020B0604020202020204"/>
                <a:cs typeface="Arial" panose="020B0604020202020204"/>
              </a:rPr>
              <a:t>DAC</a:t>
            </a:r>
            <a:r>
              <a:rPr sz="2400" spc="-5" dirty="0">
                <a:solidFill>
                  <a:srgbClr val="0000FF"/>
                </a:solidFill>
                <a:latin typeface="Noto Sans CJK HK"/>
                <a:cs typeface="Noto Sans CJK HK"/>
              </a:rPr>
              <a:t>寄存器工作于受控状态</a:t>
            </a:r>
            <a:endParaRPr sz="2400">
              <a:latin typeface="Noto Sans CJK HK"/>
              <a:cs typeface="Noto Sans CJK HK"/>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4819" y="1001267"/>
            <a:ext cx="8420100" cy="4067555"/>
          </a:xfrm>
          <a:prstGeom prst="rect">
            <a:avLst/>
          </a:prstGeom>
        </p:spPr>
      </p:pic>
      <p:sp>
        <p:nvSpPr>
          <p:cNvPr id="3" name="object 3"/>
          <p:cNvSpPr txBox="1">
            <a:spLocks noGrp="1"/>
          </p:cNvSpPr>
          <p:nvPr>
            <p:ph type="title"/>
          </p:nvPr>
        </p:nvSpPr>
        <p:spPr>
          <a:xfrm>
            <a:off x="442061" y="133400"/>
            <a:ext cx="3757929"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(2</a:t>
            </a:r>
            <a:r>
              <a:rPr spc="5" dirty="0">
                <a:latin typeface="Arial" panose="020B0604020202020204"/>
                <a:cs typeface="Arial" panose="020B0604020202020204"/>
              </a:rPr>
              <a:t>) </a:t>
            </a:r>
            <a:r>
              <a:rPr spc="-35" dirty="0"/>
              <a:t>单缓冲方式：方法二</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48</a:t>
            </a:fld>
            <a:endParaRPr spc="-25" dirty="0"/>
          </a:p>
        </p:txBody>
      </p:sp>
      <p:sp>
        <p:nvSpPr>
          <p:cNvPr id="4" name="object 4"/>
          <p:cNvSpPr txBox="1"/>
          <p:nvPr/>
        </p:nvSpPr>
        <p:spPr>
          <a:xfrm>
            <a:off x="2077085" y="5248909"/>
            <a:ext cx="4700270"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0000FF"/>
                </a:solidFill>
                <a:latin typeface="Arial" panose="020B0604020202020204"/>
                <a:cs typeface="Arial" panose="020B0604020202020204"/>
              </a:rPr>
              <a:t>DAC0832</a:t>
            </a:r>
            <a:r>
              <a:rPr sz="2400" spc="-5" dirty="0">
                <a:solidFill>
                  <a:srgbClr val="0000FF"/>
                </a:solidFill>
                <a:latin typeface="Noto Serif CJK JP"/>
                <a:cs typeface="Noto Serif CJK JP"/>
              </a:rPr>
              <a:t>单缓冲方式方案二原理图</a:t>
            </a:r>
            <a:endParaRPr sz="2400">
              <a:latin typeface="Noto Serif CJK JP"/>
              <a:cs typeface="Noto Serif CJK JP"/>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355" y="954024"/>
            <a:ext cx="8145780" cy="3223260"/>
          </a:xfrm>
          <a:prstGeom prst="rect">
            <a:avLst/>
          </a:prstGeom>
        </p:spPr>
      </p:pic>
      <p:sp>
        <p:nvSpPr>
          <p:cNvPr id="3" name="object 3"/>
          <p:cNvSpPr txBox="1"/>
          <p:nvPr/>
        </p:nvSpPr>
        <p:spPr>
          <a:xfrm>
            <a:off x="2331961" y="4016870"/>
            <a:ext cx="307340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00FF"/>
                </a:solidFill>
                <a:latin typeface="Noto Sans CJK HK"/>
                <a:cs typeface="Noto Sans CJK HK"/>
              </a:rPr>
              <a:t>转换一个数据的程序段</a:t>
            </a:r>
            <a:endParaRPr sz="2400">
              <a:latin typeface="Noto Sans CJK HK"/>
              <a:cs typeface="Noto Sans CJK HK"/>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49</a:t>
            </a:fld>
            <a:endParaRPr spc="-25" dirty="0"/>
          </a:p>
        </p:txBody>
      </p:sp>
      <p:sp>
        <p:nvSpPr>
          <p:cNvPr id="4" name="object 4"/>
          <p:cNvSpPr txBox="1"/>
          <p:nvPr/>
        </p:nvSpPr>
        <p:spPr>
          <a:xfrm>
            <a:off x="4583036" y="4384535"/>
            <a:ext cx="132905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Arial" panose="020B0604020202020204"/>
                <a:cs typeface="Arial" panose="020B0604020202020204"/>
              </a:rPr>
              <a:t>;</a:t>
            </a:r>
            <a:r>
              <a:rPr sz="2400" spc="-15" dirty="0">
                <a:solidFill>
                  <a:srgbClr val="0000FF"/>
                </a:solidFill>
                <a:latin typeface="Noto Sans CJK HK"/>
                <a:cs typeface="Noto Sans CJK HK"/>
              </a:rPr>
              <a:t>取数字量</a:t>
            </a:r>
            <a:endParaRPr sz="2400">
              <a:latin typeface="Noto Sans CJK HK"/>
              <a:cs typeface="Noto Sans CJK HK"/>
            </a:endParaRPr>
          </a:p>
        </p:txBody>
      </p:sp>
      <p:sp>
        <p:nvSpPr>
          <p:cNvPr id="5" name="object 5"/>
          <p:cNvSpPr txBox="1"/>
          <p:nvPr/>
        </p:nvSpPr>
        <p:spPr>
          <a:xfrm>
            <a:off x="2331961" y="4384535"/>
            <a:ext cx="2175510" cy="1854200"/>
          </a:xfrm>
          <a:prstGeom prst="rect">
            <a:avLst/>
          </a:prstGeom>
        </p:spPr>
        <p:txBody>
          <a:bodyPr vert="horz" wrap="square" lIns="0" tIns="12700" rIns="0" bIns="0" rtlCol="0">
            <a:spAutoFit/>
          </a:bodyPr>
          <a:lstStyle/>
          <a:p>
            <a:pPr marL="12700" marR="5080">
              <a:lnSpc>
                <a:spcPct val="100000"/>
              </a:lnSpc>
              <a:spcBef>
                <a:spcPts val="100"/>
              </a:spcBef>
              <a:tabLst>
                <a:tab pos="959485" algn="l"/>
                <a:tab pos="987425" algn="l"/>
              </a:tabLst>
            </a:pPr>
            <a:r>
              <a:rPr sz="2400" spc="-25" dirty="0">
                <a:solidFill>
                  <a:srgbClr val="0000FF"/>
                </a:solidFill>
                <a:latin typeface="Arial" panose="020B0604020202020204"/>
                <a:cs typeface="Arial" panose="020B0604020202020204"/>
              </a:rPr>
              <a:t>MOV</a:t>
            </a:r>
            <a:r>
              <a:rPr sz="2400" dirty="0">
                <a:solidFill>
                  <a:srgbClr val="0000FF"/>
                </a:solidFill>
                <a:latin typeface="Arial" panose="020B0604020202020204"/>
                <a:cs typeface="Arial" panose="020B0604020202020204"/>
              </a:rPr>
              <a:t>	</a:t>
            </a:r>
            <a:r>
              <a:rPr sz="2400" spc="-10" dirty="0">
                <a:solidFill>
                  <a:srgbClr val="0000FF"/>
                </a:solidFill>
                <a:latin typeface="Arial" panose="020B0604020202020204"/>
                <a:cs typeface="Arial" panose="020B0604020202020204"/>
              </a:rPr>
              <a:t>AL,data </a:t>
            </a:r>
            <a:r>
              <a:rPr sz="2400" spc="-25" dirty="0">
                <a:solidFill>
                  <a:srgbClr val="0000FF"/>
                </a:solidFill>
                <a:latin typeface="Arial" panose="020B0604020202020204"/>
                <a:cs typeface="Arial" panose="020B0604020202020204"/>
              </a:rPr>
              <a:t>MOV</a:t>
            </a:r>
            <a:r>
              <a:rPr sz="2400" dirty="0">
                <a:solidFill>
                  <a:srgbClr val="0000FF"/>
                </a:solidFill>
                <a:latin typeface="Arial" panose="020B0604020202020204"/>
                <a:cs typeface="Arial" panose="020B0604020202020204"/>
              </a:rPr>
              <a:t>	</a:t>
            </a:r>
            <a:r>
              <a:rPr sz="2400" spc="-10" dirty="0">
                <a:solidFill>
                  <a:srgbClr val="0000FF"/>
                </a:solidFill>
                <a:latin typeface="Arial" panose="020B0604020202020204"/>
                <a:cs typeface="Arial" panose="020B0604020202020204"/>
              </a:rPr>
              <a:t>DX,port1 </a:t>
            </a:r>
            <a:r>
              <a:rPr sz="2400" spc="-25" dirty="0">
                <a:solidFill>
                  <a:srgbClr val="0000FF"/>
                </a:solidFill>
                <a:latin typeface="Arial" panose="020B0604020202020204"/>
                <a:cs typeface="Arial" panose="020B0604020202020204"/>
              </a:rPr>
              <a:t>OUT</a:t>
            </a:r>
            <a:r>
              <a:rPr sz="2400" dirty="0">
                <a:solidFill>
                  <a:srgbClr val="0000FF"/>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DX,AL</a:t>
            </a:r>
            <a:endParaRPr sz="2400">
              <a:latin typeface="Arial" panose="020B0604020202020204"/>
              <a:cs typeface="Arial" panose="020B0604020202020204"/>
            </a:endParaRPr>
          </a:p>
          <a:p>
            <a:pPr marL="12700" marR="5080">
              <a:lnSpc>
                <a:spcPct val="100000"/>
              </a:lnSpc>
              <a:tabLst>
                <a:tab pos="959485" algn="l"/>
                <a:tab pos="987425" algn="l"/>
              </a:tabLst>
            </a:pPr>
            <a:r>
              <a:rPr sz="2400" spc="-25" dirty="0">
                <a:solidFill>
                  <a:srgbClr val="0000FF"/>
                </a:solidFill>
                <a:latin typeface="Arial" panose="020B0604020202020204"/>
                <a:cs typeface="Arial" panose="020B0604020202020204"/>
              </a:rPr>
              <a:t>MOV</a:t>
            </a:r>
            <a:r>
              <a:rPr sz="2400" dirty="0">
                <a:solidFill>
                  <a:srgbClr val="0000FF"/>
                </a:solidFill>
                <a:latin typeface="Arial" panose="020B0604020202020204"/>
                <a:cs typeface="Arial" panose="020B0604020202020204"/>
              </a:rPr>
              <a:t>	</a:t>
            </a:r>
            <a:r>
              <a:rPr sz="2400" spc="-10" dirty="0">
                <a:solidFill>
                  <a:srgbClr val="0000FF"/>
                </a:solidFill>
                <a:latin typeface="Arial" panose="020B0604020202020204"/>
                <a:cs typeface="Arial" panose="020B0604020202020204"/>
              </a:rPr>
              <a:t>DX,port2 </a:t>
            </a:r>
            <a:r>
              <a:rPr sz="2400" spc="-25" dirty="0">
                <a:solidFill>
                  <a:srgbClr val="0000FF"/>
                </a:solidFill>
                <a:latin typeface="Arial" panose="020B0604020202020204"/>
                <a:cs typeface="Arial" panose="020B0604020202020204"/>
              </a:rPr>
              <a:t>OUT</a:t>
            </a:r>
            <a:r>
              <a:rPr sz="2400" dirty="0">
                <a:solidFill>
                  <a:srgbClr val="0000FF"/>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DX,AL</a:t>
            </a:r>
            <a:endParaRPr sz="2400">
              <a:latin typeface="Arial" panose="020B0604020202020204"/>
              <a:cs typeface="Arial" panose="020B0604020202020204"/>
            </a:endParaRPr>
          </a:p>
        </p:txBody>
      </p:sp>
      <p:sp>
        <p:nvSpPr>
          <p:cNvPr id="6" name="object 6"/>
          <p:cNvSpPr txBox="1"/>
          <p:nvPr/>
        </p:nvSpPr>
        <p:spPr>
          <a:xfrm>
            <a:off x="4598911" y="5116055"/>
            <a:ext cx="224345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Arial" panose="020B0604020202020204"/>
                <a:cs typeface="Arial" panose="020B0604020202020204"/>
              </a:rPr>
              <a:t>;</a:t>
            </a:r>
            <a:r>
              <a:rPr sz="2400" spc="-10" dirty="0">
                <a:solidFill>
                  <a:srgbClr val="0000FF"/>
                </a:solidFill>
                <a:latin typeface="Noto Sans CJK HK"/>
                <a:cs typeface="Noto Sans CJK HK"/>
              </a:rPr>
              <a:t>打开第一级锁存</a:t>
            </a:r>
            <a:endParaRPr sz="2400">
              <a:latin typeface="Noto Sans CJK HK"/>
              <a:cs typeface="Noto Sans CJK HK"/>
            </a:endParaRPr>
          </a:p>
        </p:txBody>
      </p:sp>
      <p:sp>
        <p:nvSpPr>
          <p:cNvPr id="7" name="object 7"/>
          <p:cNvSpPr txBox="1"/>
          <p:nvPr/>
        </p:nvSpPr>
        <p:spPr>
          <a:xfrm>
            <a:off x="4598911" y="5847575"/>
            <a:ext cx="224345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Arial" panose="020B0604020202020204"/>
                <a:cs typeface="Arial" panose="020B0604020202020204"/>
              </a:rPr>
              <a:t>;</a:t>
            </a:r>
            <a:r>
              <a:rPr sz="2400" spc="-10" dirty="0">
                <a:solidFill>
                  <a:srgbClr val="0000FF"/>
                </a:solidFill>
                <a:latin typeface="Noto Sans CJK HK"/>
                <a:cs typeface="Noto Sans CJK HK"/>
              </a:rPr>
              <a:t>打开第二级锁存</a:t>
            </a:r>
            <a:endParaRPr sz="2400">
              <a:latin typeface="Noto Sans CJK HK"/>
              <a:cs typeface="Noto Sans CJK HK"/>
            </a:endParaRPr>
          </a:p>
        </p:txBody>
      </p:sp>
      <p:sp>
        <p:nvSpPr>
          <p:cNvPr id="8" name="object 8"/>
          <p:cNvSpPr txBox="1">
            <a:spLocks noGrp="1"/>
          </p:cNvSpPr>
          <p:nvPr>
            <p:ph type="title"/>
          </p:nvPr>
        </p:nvSpPr>
        <p:spPr>
          <a:xfrm>
            <a:off x="465277" y="171894"/>
            <a:ext cx="233553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(3</a:t>
            </a:r>
            <a:r>
              <a:rPr spc="-10" dirty="0">
                <a:latin typeface="Arial" panose="020B0604020202020204"/>
                <a:cs typeface="Arial" panose="020B0604020202020204"/>
              </a:rPr>
              <a:t>) </a:t>
            </a:r>
            <a:r>
              <a:rPr spc="-35" dirty="0"/>
              <a:t>双缓冲方式</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1965" y="969187"/>
            <a:ext cx="20066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CC"/>
                </a:solidFill>
                <a:latin typeface="Arial" panose="020B0604020202020204"/>
                <a:cs typeface="Arial" panose="020B0604020202020204"/>
              </a:rPr>
              <a:t>(3</a:t>
            </a:r>
            <a:r>
              <a:rPr sz="2400" spc="-2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双缓冲方式</a:t>
            </a:r>
            <a:endParaRPr sz="2400">
              <a:latin typeface="Noto Sans Mono CJK HK"/>
              <a:cs typeface="Noto Sans Mono CJK HK"/>
            </a:endParaRPr>
          </a:p>
        </p:txBody>
      </p:sp>
      <p:sp>
        <p:nvSpPr>
          <p:cNvPr id="3" name="object 3"/>
          <p:cNvSpPr txBox="1">
            <a:spLocks noGrp="1"/>
          </p:cNvSpPr>
          <p:nvPr>
            <p:ph type="title"/>
          </p:nvPr>
        </p:nvSpPr>
        <p:spPr>
          <a:xfrm>
            <a:off x="466090" y="191922"/>
            <a:ext cx="348234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5</a:t>
            </a:r>
            <a:r>
              <a:rPr spc="-25" dirty="0">
                <a:latin typeface="Arial" panose="020B0604020202020204"/>
                <a:cs typeface="Arial" panose="020B0604020202020204"/>
              </a:rPr>
              <a:t>. </a:t>
            </a:r>
            <a:r>
              <a:rPr dirty="0">
                <a:latin typeface="Arial" panose="020B0604020202020204"/>
                <a:cs typeface="Arial" panose="020B0604020202020204"/>
              </a:rPr>
              <a:t>DAC0832</a:t>
            </a:r>
            <a:r>
              <a:rPr spc="-45" dirty="0">
                <a:latin typeface="Arial" panose="020B0604020202020204"/>
                <a:cs typeface="Arial" panose="020B0604020202020204"/>
              </a:rPr>
              <a:t> </a:t>
            </a:r>
            <a:r>
              <a:rPr spc="-35" dirty="0"/>
              <a:t>工作方式</a:t>
            </a:r>
          </a:p>
        </p:txBody>
      </p:sp>
      <p:pic>
        <p:nvPicPr>
          <p:cNvPr id="4" name="object 4"/>
          <p:cNvPicPr/>
          <p:nvPr/>
        </p:nvPicPr>
        <p:blipFill>
          <a:blip r:embed="rId2" cstate="print"/>
          <a:stretch>
            <a:fillRect/>
          </a:stretch>
        </p:blipFill>
        <p:spPr>
          <a:xfrm>
            <a:off x="1601724" y="1495044"/>
            <a:ext cx="6574535" cy="4070057"/>
          </a:xfrm>
          <a:prstGeom prst="rect">
            <a:avLst/>
          </a:prstGeom>
        </p:spPr>
      </p:pic>
      <p:sp>
        <p:nvSpPr>
          <p:cNvPr id="5" name="object 5"/>
          <p:cNvSpPr txBox="1"/>
          <p:nvPr/>
        </p:nvSpPr>
        <p:spPr>
          <a:xfrm>
            <a:off x="2777159" y="5704573"/>
            <a:ext cx="3785870"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0000FF"/>
                </a:solidFill>
                <a:latin typeface="Arial" panose="020B0604020202020204"/>
                <a:cs typeface="Arial" panose="020B0604020202020204"/>
              </a:rPr>
              <a:t>DAC0832</a:t>
            </a:r>
            <a:r>
              <a:rPr sz="2400" spc="-10" dirty="0">
                <a:solidFill>
                  <a:srgbClr val="0000FF"/>
                </a:solidFill>
                <a:latin typeface="Noto Serif CJK JP"/>
                <a:cs typeface="Noto Serif CJK JP"/>
              </a:rPr>
              <a:t>双缓冲方式原理图</a:t>
            </a:r>
            <a:endParaRPr sz="2400">
              <a:latin typeface="Noto Serif CJK JP"/>
              <a:cs typeface="Noto Serif CJK J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50</a:t>
            </a:fld>
            <a:endParaRPr spc="-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1965" y="885405"/>
            <a:ext cx="7340600" cy="914400"/>
          </a:xfrm>
          <a:prstGeom prst="rect">
            <a:avLst/>
          </a:prstGeom>
        </p:spPr>
        <p:txBody>
          <a:bodyPr vert="horz" wrap="square" lIns="0" tIns="91440" rIns="0" bIns="0" rtlCol="0">
            <a:spAutoFit/>
          </a:bodyPr>
          <a:lstStyle/>
          <a:p>
            <a:pPr marL="12700">
              <a:lnSpc>
                <a:spcPct val="100000"/>
              </a:lnSpc>
              <a:spcBef>
                <a:spcPts val="720"/>
              </a:spcBef>
            </a:pPr>
            <a:r>
              <a:rPr sz="2400" dirty="0">
                <a:solidFill>
                  <a:srgbClr val="0000CC"/>
                </a:solidFill>
                <a:latin typeface="Arial" panose="020B0604020202020204"/>
                <a:cs typeface="Arial" panose="020B0604020202020204"/>
              </a:rPr>
              <a:t>(3</a:t>
            </a:r>
            <a:r>
              <a:rPr sz="2400" spc="-2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双缓冲方式</a:t>
            </a:r>
            <a:endParaRPr sz="2400">
              <a:latin typeface="Noto Sans Mono CJK HK"/>
              <a:cs typeface="Noto Sans Mono CJK HK"/>
            </a:endParaRPr>
          </a:p>
          <a:p>
            <a:pPr marL="518795">
              <a:lnSpc>
                <a:spcPct val="100000"/>
              </a:lnSpc>
              <a:spcBef>
                <a:spcPts val="620"/>
              </a:spcBef>
            </a:pPr>
            <a:r>
              <a:rPr sz="2400" dirty="0">
                <a:solidFill>
                  <a:srgbClr val="0000CC"/>
                </a:solidFill>
                <a:latin typeface="Noto Sans Mono CJK HK"/>
                <a:cs typeface="Noto Sans Mono CJK HK"/>
              </a:rPr>
              <a:t>双缓冲方式适用于多个</a:t>
            </a:r>
            <a:r>
              <a:rPr sz="2400" spc="-20" dirty="0">
                <a:solidFill>
                  <a:srgbClr val="0000CC"/>
                </a:solidFill>
                <a:latin typeface="Arial" panose="020B0604020202020204"/>
                <a:cs typeface="Arial" panose="020B0604020202020204"/>
              </a:rPr>
              <a:t>DAC0832</a:t>
            </a:r>
            <a:r>
              <a:rPr sz="2400" spc="-10" dirty="0">
                <a:solidFill>
                  <a:srgbClr val="0000CC"/>
                </a:solidFill>
                <a:latin typeface="Noto Sans Mono CJK HK"/>
                <a:cs typeface="Noto Sans Mono CJK HK"/>
              </a:rPr>
              <a:t>同时输出的情形。</a:t>
            </a:r>
            <a:endParaRPr sz="2400">
              <a:latin typeface="Noto Sans Mono CJK HK"/>
              <a:cs typeface="Noto Sans Mono CJK HK"/>
            </a:endParaRPr>
          </a:p>
        </p:txBody>
      </p:sp>
      <p:sp>
        <p:nvSpPr>
          <p:cNvPr id="3" name="object 3"/>
          <p:cNvSpPr txBox="1">
            <a:spLocks noGrp="1"/>
          </p:cNvSpPr>
          <p:nvPr>
            <p:ph type="title"/>
          </p:nvPr>
        </p:nvSpPr>
        <p:spPr>
          <a:xfrm>
            <a:off x="466090" y="191922"/>
            <a:ext cx="348234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5</a:t>
            </a:r>
            <a:r>
              <a:rPr spc="-25" dirty="0">
                <a:latin typeface="Arial" panose="020B0604020202020204"/>
                <a:cs typeface="Arial" panose="020B0604020202020204"/>
              </a:rPr>
              <a:t>. </a:t>
            </a:r>
            <a:r>
              <a:rPr dirty="0">
                <a:latin typeface="Arial" panose="020B0604020202020204"/>
                <a:cs typeface="Arial" panose="020B0604020202020204"/>
              </a:rPr>
              <a:t>DAC0832</a:t>
            </a:r>
            <a:r>
              <a:rPr spc="-45" dirty="0">
                <a:latin typeface="Arial" panose="020B0604020202020204"/>
                <a:cs typeface="Arial" panose="020B0604020202020204"/>
              </a:rPr>
              <a:t> </a:t>
            </a:r>
            <a:r>
              <a:rPr spc="-35" dirty="0"/>
              <a:t>工作方式</a:t>
            </a:r>
          </a:p>
        </p:txBody>
      </p:sp>
      <p:pic>
        <p:nvPicPr>
          <p:cNvPr id="4" name="object 4"/>
          <p:cNvPicPr/>
          <p:nvPr/>
        </p:nvPicPr>
        <p:blipFill>
          <a:blip r:embed="rId2" cstate="print"/>
          <a:stretch>
            <a:fillRect/>
          </a:stretch>
        </p:blipFill>
        <p:spPr>
          <a:xfrm>
            <a:off x="1886711" y="1943100"/>
            <a:ext cx="5589180" cy="417880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51</a:t>
            </a:fld>
            <a:endParaRPr spc="-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277" y="178397"/>
            <a:ext cx="480568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6</a:t>
            </a:r>
            <a:r>
              <a:rPr spc="40" dirty="0">
                <a:latin typeface="Arial" panose="020B0604020202020204"/>
                <a:cs typeface="Arial" panose="020B0604020202020204"/>
              </a:rPr>
              <a:t>. </a:t>
            </a:r>
            <a:r>
              <a:rPr u="heavy" spc="-20" dirty="0">
                <a:solidFill>
                  <a:srgbClr val="0000FF"/>
                </a:solidFill>
                <a:uFill>
                  <a:solidFill>
                    <a:srgbClr val="0000FF"/>
                  </a:solidFill>
                </a:uFill>
                <a:latin typeface="Arial" panose="020B0604020202020204"/>
                <a:cs typeface="Arial" panose="020B0604020202020204"/>
                <a:hlinkClick r:id="rId2" action="ppaction://hlinksldjump"/>
              </a:rPr>
              <a:t>DAC0832</a:t>
            </a:r>
            <a:r>
              <a:rPr u="none" spc="-35" dirty="0"/>
              <a:t>的接口设计与编程</a:t>
            </a:r>
          </a:p>
        </p:txBody>
      </p:sp>
      <p:sp>
        <p:nvSpPr>
          <p:cNvPr id="3" name="object 3"/>
          <p:cNvSpPr txBox="1"/>
          <p:nvPr/>
        </p:nvSpPr>
        <p:spPr>
          <a:xfrm>
            <a:off x="554990" y="1045527"/>
            <a:ext cx="7782559" cy="1397000"/>
          </a:xfrm>
          <a:prstGeom prst="rect">
            <a:avLst/>
          </a:prstGeom>
        </p:spPr>
        <p:txBody>
          <a:bodyPr vert="horz" wrap="square" lIns="0" tIns="12700" rIns="0" bIns="0" rtlCol="0">
            <a:spAutoFit/>
          </a:bodyPr>
          <a:lstStyle/>
          <a:p>
            <a:pPr marL="12700" marR="5080">
              <a:lnSpc>
                <a:spcPct val="125000"/>
              </a:lnSpc>
              <a:spcBef>
                <a:spcPts val="100"/>
              </a:spcBef>
            </a:pPr>
            <a:r>
              <a:rPr sz="2400" dirty="0">
                <a:solidFill>
                  <a:srgbClr val="0000CC"/>
                </a:solidFill>
                <a:latin typeface="Noto Sans Mono CJK HK"/>
                <a:cs typeface="Noto Sans Mono CJK HK"/>
              </a:rPr>
              <a:t>例</a:t>
            </a:r>
            <a:r>
              <a:rPr sz="2400" spc="-10" dirty="0">
                <a:solidFill>
                  <a:srgbClr val="0000CC"/>
                </a:solidFill>
                <a:latin typeface="Arial" panose="020B0604020202020204"/>
                <a:cs typeface="Arial" panose="020B0604020202020204"/>
              </a:rPr>
              <a:t>1</a:t>
            </a:r>
            <a:r>
              <a:rPr sz="2400" spc="-5" dirty="0">
                <a:solidFill>
                  <a:srgbClr val="0000CC"/>
                </a:solidFill>
                <a:latin typeface="Noto Sans Mono CJK HK"/>
                <a:cs typeface="Noto Sans Mono CJK HK"/>
              </a:rPr>
              <a:t>：设计基于</a:t>
            </a:r>
            <a:r>
              <a:rPr sz="2400" spc="-20" dirty="0">
                <a:solidFill>
                  <a:srgbClr val="0000CC"/>
                </a:solidFill>
                <a:latin typeface="Arial" panose="020B0604020202020204"/>
                <a:cs typeface="Arial" panose="020B0604020202020204"/>
              </a:rPr>
              <a:t>8088</a:t>
            </a:r>
            <a:r>
              <a:rPr sz="2400" dirty="0">
                <a:solidFill>
                  <a:srgbClr val="0000CC"/>
                </a:solidFill>
                <a:latin typeface="Noto Sans Mono CJK HK"/>
                <a:cs typeface="Noto Sans Mono CJK HK"/>
              </a:rPr>
              <a:t>微处理器和</a:t>
            </a:r>
            <a:r>
              <a:rPr sz="2400" spc="-20" dirty="0">
                <a:solidFill>
                  <a:srgbClr val="0000CC"/>
                </a:solidFill>
                <a:latin typeface="Arial" panose="020B0604020202020204"/>
                <a:cs typeface="Arial" panose="020B0604020202020204"/>
              </a:rPr>
              <a:t>DAC0832</a:t>
            </a:r>
            <a:r>
              <a:rPr sz="2400" spc="-10" dirty="0">
                <a:solidFill>
                  <a:srgbClr val="0000CC"/>
                </a:solidFill>
                <a:latin typeface="Noto Sans Mono CJK HK"/>
                <a:cs typeface="Noto Sans Mono CJK HK"/>
              </a:rPr>
              <a:t>的波形发生器，</a:t>
            </a:r>
            <a:r>
              <a:rPr sz="2400" spc="-50" dirty="0">
                <a:solidFill>
                  <a:srgbClr val="0000CC"/>
                </a:solidFill>
                <a:latin typeface="Noto Sans Mono CJK HK"/>
                <a:cs typeface="Noto Sans Mono CJK HK"/>
              </a:rPr>
              <a:t> </a:t>
            </a:r>
            <a:r>
              <a:rPr sz="2400" spc="-20" dirty="0">
                <a:solidFill>
                  <a:srgbClr val="0000CC"/>
                </a:solidFill>
                <a:latin typeface="Arial" panose="020B0604020202020204"/>
                <a:cs typeface="Arial" panose="020B0604020202020204"/>
              </a:rPr>
              <a:t>DAC</a:t>
            </a:r>
            <a:r>
              <a:rPr sz="2400" dirty="0">
                <a:solidFill>
                  <a:srgbClr val="0000CC"/>
                </a:solidFill>
                <a:latin typeface="Noto Sans Mono CJK HK"/>
                <a:cs typeface="Noto Sans Mono CJK HK"/>
              </a:rPr>
              <a:t>采用单缓冲工作方式，编程使</a:t>
            </a:r>
            <a:r>
              <a:rPr sz="2400" spc="-20" dirty="0">
                <a:solidFill>
                  <a:srgbClr val="0000CC"/>
                </a:solidFill>
                <a:latin typeface="Arial" panose="020B0604020202020204"/>
                <a:cs typeface="Arial" panose="020B0604020202020204"/>
              </a:rPr>
              <a:t>DAC0832</a:t>
            </a:r>
            <a:r>
              <a:rPr sz="2400" spc="-10" dirty="0">
                <a:solidFill>
                  <a:srgbClr val="0000CC"/>
                </a:solidFill>
                <a:latin typeface="Noto Sans Mono CJK HK"/>
                <a:cs typeface="Noto Sans Mono CJK HK"/>
              </a:rPr>
              <a:t>输出三角波，</a:t>
            </a:r>
            <a:r>
              <a:rPr sz="2400" dirty="0">
                <a:solidFill>
                  <a:srgbClr val="0000CC"/>
                </a:solidFill>
                <a:latin typeface="Noto Sans Mono CJK HK"/>
                <a:cs typeface="Noto Sans Mono CJK HK"/>
              </a:rPr>
              <a:t>三角波最高电压</a:t>
            </a:r>
            <a:r>
              <a:rPr sz="2400" spc="-10" dirty="0">
                <a:solidFill>
                  <a:srgbClr val="0000CC"/>
                </a:solidFill>
                <a:latin typeface="Arial" panose="020B0604020202020204"/>
                <a:cs typeface="Arial" panose="020B0604020202020204"/>
              </a:rPr>
              <a:t>5</a:t>
            </a:r>
            <a:r>
              <a:rPr sz="2400" spc="-10" dirty="0">
                <a:solidFill>
                  <a:srgbClr val="0000CC"/>
                </a:solidFill>
                <a:latin typeface="Noto Sans Mono CJK HK"/>
                <a:cs typeface="Noto Sans Mono CJK HK"/>
              </a:rPr>
              <a:t>Ｖ，最低电压</a:t>
            </a:r>
            <a:r>
              <a:rPr sz="2400" spc="-10" dirty="0">
                <a:solidFill>
                  <a:srgbClr val="0000CC"/>
                </a:solidFill>
                <a:latin typeface="Arial" panose="020B0604020202020204"/>
                <a:cs typeface="Arial" panose="020B0604020202020204"/>
              </a:rPr>
              <a:t>0</a:t>
            </a:r>
            <a:r>
              <a:rPr sz="2400" spc="-30" dirty="0">
                <a:solidFill>
                  <a:srgbClr val="0000CC"/>
                </a:solidFill>
                <a:latin typeface="Noto Sans Mono CJK HK"/>
                <a:cs typeface="Noto Sans Mono CJK HK"/>
              </a:rPr>
              <a:t>Ｖ。</a:t>
            </a:r>
            <a:endParaRPr sz="2400">
              <a:latin typeface="Noto Sans Mono CJK HK"/>
              <a:cs typeface="Noto Sans Mono CJK HK"/>
            </a:endParaRPr>
          </a:p>
        </p:txBody>
      </p:sp>
      <p:grpSp>
        <p:nvGrpSpPr>
          <p:cNvPr id="4" name="object 4"/>
          <p:cNvGrpSpPr/>
          <p:nvPr/>
        </p:nvGrpSpPr>
        <p:grpSpPr>
          <a:xfrm>
            <a:off x="1601673" y="4838319"/>
            <a:ext cx="6711315" cy="864869"/>
            <a:chOff x="1601673" y="4838319"/>
            <a:chExt cx="6711315" cy="864869"/>
          </a:xfrm>
        </p:grpSpPr>
        <p:sp>
          <p:nvSpPr>
            <p:cNvPr id="5" name="object 5"/>
            <p:cNvSpPr/>
            <p:nvPr/>
          </p:nvSpPr>
          <p:spPr>
            <a:xfrm>
              <a:off x="2451887" y="4838318"/>
              <a:ext cx="5861050" cy="864869"/>
            </a:xfrm>
            <a:custGeom>
              <a:avLst/>
              <a:gdLst/>
              <a:ahLst/>
              <a:cxnLst/>
              <a:rect l="l" t="t" r="r" b="b"/>
              <a:pathLst>
                <a:path w="5861050" h="864870">
                  <a:moveTo>
                    <a:pt x="5860897" y="765175"/>
                  </a:moveTo>
                  <a:lnTo>
                    <a:pt x="5095722" y="0"/>
                  </a:lnTo>
                  <a:lnTo>
                    <a:pt x="5091227" y="4495"/>
                  </a:lnTo>
                  <a:lnTo>
                    <a:pt x="5086350" y="431"/>
                  </a:lnTo>
                  <a:lnTo>
                    <a:pt x="4416107" y="806297"/>
                  </a:lnTo>
                  <a:lnTo>
                    <a:pt x="3609822" y="0"/>
                  </a:lnTo>
                  <a:lnTo>
                    <a:pt x="3605326" y="4495"/>
                  </a:lnTo>
                  <a:lnTo>
                    <a:pt x="3600450" y="431"/>
                  </a:lnTo>
                  <a:lnTo>
                    <a:pt x="2930931" y="805434"/>
                  </a:lnTo>
                  <a:lnTo>
                    <a:pt x="2169960" y="44450"/>
                  </a:lnTo>
                  <a:lnTo>
                    <a:pt x="2165464" y="48945"/>
                  </a:lnTo>
                  <a:lnTo>
                    <a:pt x="2160587" y="44881"/>
                  </a:lnTo>
                  <a:lnTo>
                    <a:pt x="1490345" y="850747"/>
                  </a:lnTo>
                  <a:lnTo>
                    <a:pt x="684060" y="44450"/>
                  </a:lnTo>
                  <a:lnTo>
                    <a:pt x="679564" y="48945"/>
                  </a:lnTo>
                  <a:lnTo>
                    <a:pt x="674687" y="44881"/>
                  </a:lnTo>
                  <a:lnTo>
                    <a:pt x="0" y="856094"/>
                  </a:lnTo>
                  <a:lnTo>
                    <a:pt x="9753" y="864209"/>
                  </a:lnTo>
                  <a:lnTo>
                    <a:pt x="679983" y="58356"/>
                  </a:lnTo>
                  <a:lnTo>
                    <a:pt x="1486281" y="864641"/>
                  </a:lnTo>
                  <a:lnTo>
                    <a:pt x="1490776" y="860158"/>
                  </a:lnTo>
                  <a:lnTo>
                    <a:pt x="1495653" y="864209"/>
                  </a:lnTo>
                  <a:lnTo>
                    <a:pt x="2165883" y="58356"/>
                  </a:lnTo>
                  <a:lnTo>
                    <a:pt x="2926143" y="818603"/>
                  </a:lnTo>
                  <a:lnTo>
                    <a:pt x="2929763" y="814984"/>
                  </a:lnTo>
                  <a:lnTo>
                    <a:pt x="2935528" y="819759"/>
                  </a:lnTo>
                  <a:lnTo>
                    <a:pt x="3605746" y="13906"/>
                  </a:lnTo>
                  <a:lnTo>
                    <a:pt x="4412043" y="820191"/>
                  </a:lnTo>
                  <a:lnTo>
                    <a:pt x="4416539" y="815708"/>
                  </a:lnTo>
                  <a:lnTo>
                    <a:pt x="4421416" y="819759"/>
                  </a:lnTo>
                  <a:lnTo>
                    <a:pt x="5091646" y="13906"/>
                  </a:lnTo>
                  <a:lnTo>
                    <a:pt x="5851906" y="774153"/>
                  </a:lnTo>
                  <a:lnTo>
                    <a:pt x="5860897" y="765175"/>
                  </a:lnTo>
                  <a:close/>
                </a:path>
              </a:pathLst>
            </a:custGeom>
            <a:solidFill>
              <a:srgbClr val="0000FF"/>
            </a:solidFill>
          </p:spPr>
          <p:txBody>
            <a:bodyPr wrap="square" lIns="0" tIns="0" rIns="0" bIns="0" rtlCol="0"/>
            <a:lstStyle/>
            <a:p>
              <a:endParaRPr/>
            </a:p>
          </p:txBody>
        </p:sp>
        <p:sp>
          <p:nvSpPr>
            <p:cNvPr id="6" name="object 6"/>
            <p:cNvSpPr/>
            <p:nvPr/>
          </p:nvSpPr>
          <p:spPr>
            <a:xfrm>
              <a:off x="1601673" y="4864392"/>
              <a:ext cx="1485265" cy="9525"/>
            </a:xfrm>
            <a:custGeom>
              <a:avLst/>
              <a:gdLst/>
              <a:ahLst/>
              <a:cxnLst/>
              <a:rect l="l" t="t" r="r" b="b"/>
              <a:pathLst>
                <a:path w="1485264" h="9525">
                  <a:moveTo>
                    <a:pt x="1484782" y="9525"/>
                  </a:moveTo>
                  <a:lnTo>
                    <a:pt x="0" y="9525"/>
                  </a:lnTo>
                  <a:lnTo>
                    <a:pt x="0" y="0"/>
                  </a:lnTo>
                  <a:lnTo>
                    <a:pt x="1484782" y="0"/>
                  </a:lnTo>
                  <a:lnTo>
                    <a:pt x="1484782" y="9525"/>
                  </a:lnTo>
                  <a:close/>
                </a:path>
              </a:pathLst>
            </a:custGeom>
            <a:solidFill>
              <a:srgbClr val="FF0000"/>
            </a:solidFill>
          </p:spPr>
          <p:txBody>
            <a:bodyPr wrap="square" lIns="0" tIns="0" rIns="0" bIns="0" rtlCol="0"/>
            <a:lstStyle/>
            <a:p>
              <a:endParaRPr/>
            </a:p>
          </p:txBody>
        </p:sp>
      </p:grpSp>
      <p:sp>
        <p:nvSpPr>
          <p:cNvPr id="7" name="object 7"/>
          <p:cNvSpPr/>
          <p:nvPr/>
        </p:nvSpPr>
        <p:spPr>
          <a:xfrm>
            <a:off x="1601673" y="5719495"/>
            <a:ext cx="765175" cy="9525"/>
          </a:xfrm>
          <a:custGeom>
            <a:avLst/>
            <a:gdLst/>
            <a:ahLst/>
            <a:cxnLst/>
            <a:rect l="l" t="t" r="r" b="b"/>
            <a:pathLst>
              <a:path w="765175" h="9525">
                <a:moveTo>
                  <a:pt x="765086" y="0"/>
                </a:moveTo>
                <a:lnTo>
                  <a:pt x="0" y="0"/>
                </a:lnTo>
                <a:lnTo>
                  <a:pt x="0" y="9525"/>
                </a:lnTo>
                <a:lnTo>
                  <a:pt x="765086" y="9525"/>
                </a:lnTo>
                <a:lnTo>
                  <a:pt x="765086" y="4648"/>
                </a:lnTo>
                <a:lnTo>
                  <a:pt x="765086" y="0"/>
                </a:lnTo>
                <a:close/>
              </a:path>
            </a:pathLst>
          </a:custGeom>
          <a:solidFill>
            <a:srgbClr val="0000FF"/>
          </a:solidFill>
        </p:spPr>
        <p:txBody>
          <a:bodyPr wrap="square" lIns="0" tIns="0" rIns="0" bIns="0" rtlCol="0"/>
          <a:lstStyle/>
          <a:p>
            <a:endParaRPr/>
          </a:p>
        </p:txBody>
      </p:sp>
      <p:sp>
        <p:nvSpPr>
          <p:cNvPr id="8" name="object 8"/>
          <p:cNvSpPr txBox="1"/>
          <p:nvPr/>
        </p:nvSpPr>
        <p:spPr>
          <a:xfrm>
            <a:off x="1860435" y="5385803"/>
            <a:ext cx="30543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0000FF"/>
                </a:solidFill>
                <a:latin typeface="Arial" panose="020B0604020202020204"/>
                <a:cs typeface="Arial" panose="020B0604020202020204"/>
              </a:rPr>
              <a:t>0V</a:t>
            </a:r>
            <a:endParaRPr sz="1800">
              <a:latin typeface="Arial" panose="020B0604020202020204"/>
              <a:cs typeface="Arial" panose="020B0604020202020204"/>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52</a:t>
            </a:fld>
            <a:endParaRPr spc="-25" dirty="0"/>
          </a:p>
        </p:txBody>
      </p:sp>
      <p:sp>
        <p:nvSpPr>
          <p:cNvPr id="9" name="object 9"/>
          <p:cNvSpPr txBox="1"/>
          <p:nvPr/>
        </p:nvSpPr>
        <p:spPr>
          <a:xfrm>
            <a:off x="1860435" y="4521415"/>
            <a:ext cx="30543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0000"/>
                </a:solidFill>
                <a:latin typeface="Arial" panose="020B0604020202020204"/>
                <a:cs typeface="Arial" panose="020B0604020202020204"/>
              </a:rPr>
              <a:t>5V</a:t>
            </a:r>
            <a:endParaRPr sz="1800">
              <a:latin typeface="Arial" panose="020B0604020202020204"/>
              <a:cs typeface="Arial" panose="020B06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1589" y="191401"/>
            <a:ext cx="446913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(1</a:t>
            </a:r>
            <a:r>
              <a:rPr spc="15" dirty="0">
                <a:latin typeface="Arial" panose="020B0604020202020204"/>
                <a:cs typeface="Arial" panose="020B0604020202020204"/>
              </a:rPr>
              <a:t>) </a:t>
            </a:r>
            <a:r>
              <a:rPr spc="-35" dirty="0"/>
              <a:t>电路设计所要考虑的问题</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53</a:t>
            </a:fld>
            <a:endParaRPr spc="-25" dirty="0"/>
          </a:p>
        </p:txBody>
      </p:sp>
      <p:pic>
        <p:nvPicPr>
          <p:cNvPr id="11" name="Picture 10"/>
          <p:cNvPicPr>
            <a:picLocks noChangeAspect="1"/>
          </p:cNvPicPr>
          <p:nvPr/>
        </p:nvPicPr>
        <p:blipFill>
          <a:blip r:embed="rId2"/>
          <a:stretch>
            <a:fillRect/>
          </a:stretch>
        </p:blipFill>
        <p:spPr>
          <a:xfrm>
            <a:off x="685800" y="1143000"/>
            <a:ext cx="7903210" cy="451739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277" y="171018"/>
            <a:ext cx="446913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(1</a:t>
            </a:r>
            <a:r>
              <a:rPr spc="15" dirty="0">
                <a:latin typeface="Arial" panose="020B0604020202020204"/>
                <a:cs typeface="Arial" panose="020B0604020202020204"/>
              </a:rPr>
              <a:t>) </a:t>
            </a:r>
            <a:r>
              <a:rPr spc="-35" dirty="0"/>
              <a:t>电路设计所要考虑的问题</a:t>
            </a:r>
          </a:p>
        </p:txBody>
      </p:sp>
      <p:sp>
        <p:nvSpPr>
          <p:cNvPr id="3" name="object 3"/>
          <p:cNvSpPr txBox="1"/>
          <p:nvPr/>
        </p:nvSpPr>
        <p:spPr>
          <a:xfrm>
            <a:off x="535940" y="939482"/>
            <a:ext cx="7823200" cy="906780"/>
          </a:xfrm>
          <a:prstGeom prst="rect">
            <a:avLst/>
          </a:prstGeom>
        </p:spPr>
        <p:txBody>
          <a:bodyPr vert="horz" wrap="square" lIns="0" tIns="87630" rIns="0" bIns="0" rtlCol="0">
            <a:spAutoFit/>
          </a:bodyPr>
          <a:lstStyle/>
          <a:p>
            <a:pPr marL="12700">
              <a:lnSpc>
                <a:spcPct val="100000"/>
              </a:lnSpc>
              <a:spcBef>
                <a:spcPts val="690"/>
              </a:spcBef>
            </a:pPr>
            <a:r>
              <a:rPr sz="2400" spc="-10" dirty="0">
                <a:solidFill>
                  <a:srgbClr val="0000CC"/>
                </a:solidFill>
                <a:latin typeface="Noto Sans Mono CJK HK"/>
                <a:cs typeface="Noto Sans Mono CJK HK"/>
              </a:rPr>
              <a:t>③输出电压极性</a:t>
            </a:r>
            <a:endParaRPr sz="2400">
              <a:latin typeface="Noto Sans Mono CJK HK"/>
              <a:cs typeface="Noto Sans Mono CJK HK"/>
            </a:endParaRPr>
          </a:p>
          <a:p>
            <a:pPr marL="180975">
              <a:lnSpc>
                <a:spcPct val="100000"/>
              </a:lnSpc>
              <a:spcBef>
                <a:spcPts val="590"/>
              </a:spcBef>
            </a:pPr>
            <a:r>
              <a:rPr sz="2400" dirty="0">
                <a:solidFill>
                  <a:srgbClr val="0000CC"/>
                </a:solidFill>
                <a:latin typeface="Noto Sans Mono CJK HK"/>
                <a:cs typeface="Noto Sans Mono CJK HK"/>
              </a:rPr>
              <a:t>按题意输出波形变化范围为</a:t>
            </a:r>
            <a:r>
              <a:rPr sz="2400" spc="-10" dirty="0">
                <a:solidFill>
                  <a:srgbClr val="0000CC"/>
                </a:solidFill>
                <a:latin typeface="Arial" panose="020B0604020202020204"/>
                <a:cs typeface="Arial" panose="020B0604020202020204"/>
              </a:rPr>
              <a:t>0V~5V</a:t>
            </a:r>
            <a:r>
              <a:rPr sz="2400" spc="-10" dirty="0">
                <a:solidFill>
                  <a:srgbClr val="0000CC"/>
                </a:solidFill>
                <a:latin typeface="Noto Sans Mono CJK HK"/>
                <a:cs typeface="Noto Sans Mono CJK HK"/>
              </a:rPr>
              <a:t>，需单极性电压输出。</a:t>
            </a:r>
            <a:endParaRPr sz="2400">
              <a:latin typeface="Noto Sans Mono CJK HK"/>
              <a:cs typeface="Noto Sans Mono CJK HK"/>
            </a:endParaRPr>
          </a:p>
        </p:txBody>
      </p:sp>
      <p:pic>
        <p:nvPicPr>
          <p:cNvPr id="4" name="object 4"/>
          <p:cNvPicPr/>
          <p:nvPr/>
        </p:nvPicPr>
        <p:blipFill>
          <a:blip r:embed="rId2" cstate="print"/>
          <a:stretch>
            <a:fillRect/>
          </a:stretch>
        </p:blipFill>
        <p:spPr>
          <a:xfrm>
            <a:off x="810768" y="2045980"/>
            <a:ext cx="7391400" cy="39821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54</a:t>
            </a:fld>
            <a:endParaRPr spc="-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1589" y="133667"/>
            <a:ext cx="446913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(2</a:t>
            </a:r>
            <a:r>
              <a:rPr spc="15" dirty="0">
                <a:latin typeface="Arial" panose="020B0604020202020204"/>
                <a:cs typeface="Arial" panose="020B0604020202020204"/>
              </a:rPr>
              <a:t>) </a:t>
            </a:r>
            <a:r>
              <a:rPr spc="-35" dirty="0"/>
              <a:t>软件设计所要考虑的问题</a:t>
            </a:r>
          </a:p>
        </p:txBody>
      </p:sp>
      <p:sp>
        <p:nvSpPr>
          <p:cNvPr id="3" name="object 3"/>
          <p:cNvSpPr txBox="1"/>
          <p:nvPr/>
        </p:nvSpPr>
        <p:spPr>
          <a:xfrm>
            <a:off x="535940" y="939482"/>
            <a:ext cx="7959090" cy="2150110"/>
          </a:xfrm>
          <a:prstGeom prst="rect">
            <a:avLst/>
          </a:prstGeom>
        </p:spPr>
        <p:txBody>
          <a:bodyPr vert="horz" wrap="square" lIns="0" tIns="87630" rIns="0" bIns="0" rtlCol="0">
            <a:spAutoFit/>
          </a:bodyPr>
          <a:lstStyle/>
          <a:p>
            <a:pPr marL="12700">
              <a:lnSpc>
                <a:spcPct val="100000"/>
              </a:lnSpc>
              <a:spcBef>
                <a:spcPts val="690"/>
              </a:spcBef>
            </a:pPr>
            <a:r>
              <a:rPr sz="2400" spc="-5" dirty="0">
                <a:solidFill>
                  <a:srgbClr val="0000CC"/>
                </a:solidFill>
                <a:latin typeface="Noto Sans Mono CJK HK"/>
                <a:cs typeface="Noto Sans Mono CJK HK"/>
              </a:rPr>
              <a:t>①单缓冲方式下输出数据的指令仅需一条输出指令即可。</a:t>
            </a:r>
            <a:endParaRPr sz="2400">
              <a:latin typeface="Noto Sans Mono CJK HK"/>
              <a:cs typeface="Noto Sans Mono CJK HK"/>
            </a:endParaRPr>
          </a:p>
          <a:p>
            <a:pPr marL="355600" marR="5080" indent="-342900">
              <a:lnSpc>
                <a:spcPct val="100000"/>
              </a:lnSpc>
              <a:spcBef>
                <a:spcPts val="590"/>
              </a:spcBef>
            </a:pPr>
            <a:r>
              <a:rPr sz="2400" dirty="0">
                <a:solidFill>
                  <a:srgbClr val="0000CC"/>
                </a:solidFill>
                <a:latin typeface="Noto Sans Mono CJK HK"/>
                <a:cs typeface="Noto Sans Mono CJK HK"/>
              </a:rPr>
              <a:t>②按题意产生三角波电压范围为</a:t>
            </a:r>
            <a:r>
              <a:rPr sz="2400" spc="-10" dirty="0">
                <a:solidFill>
                  <a:srgbClr val="0000CC"/>
                </a:solidFill>
                <a:latin typeface="Arial" panose="020B0604020202020204"/>
                <a:cs typeface="Arial" panose="020B0604020202020204"/>
              </a:rPr>
              <a:t>0V~5V</a:t>
            </a:r>
            <a:r>
              <a:rPr sz="2400" spc="-10" dirty="0">
                <a:solidFill>
                  <a:srgbClr val="0000CC"/>
                </a:solidFill>
                <a:latin typeface="Noto Sans Mono CJK HK"/>
                <a:cs typeface="Noto Sans Mono CJK HK"/>
              </a:rPr>
              <a:t>，那么所对应输出数</a:t>
            </a:r>
            <a:r>
              <a:rPr sz="2400" dirty="0">
                <a:solidFill>
                  <a:srgbClr val="0000CC"/>
                </a:solidFill>
                <a:latin typeface="Noto Sans Mono CJK HK"/>
                <a:cs typeface="Noto Sans Mono CJK HK"/>
              </a:rPr>
              <a:t>据</a:t>
            </a:r>
            <a:r>
              <a:rPr sz="2400" spc="-20" dirty="0">
                <a:solidFill>
                  <a:srgbClr val="0000CC"/>
                </a:solidFill>
                <a:latin typeface="Arial" panose="020B0604020202020204"/>
                <a:cs typeface="Arial" panose="020B0604020202020204"/>
              </a:rPr>
              <a:t>00H~FFH</a:t>
            </a:r>
            <a:r>
              <a:rPr sz="2400" spc="-20" dirty="0">
                <a:solidFill>
                  <a:srgbClr val="0000CC"/>
                </a:solidFill>
                <a:latin typeface="Noto Sans Mono CJK HK"/>
                <a:cs typeface="Noto Sans Mono CJK HK"/>
              </a:rPr>
              <a:t>。所以</a:t>
            </a:r>
            <a:endParaRPr sz="2400">
              <a:latin typeface="Noto Sans Mono CJK HK"/>
              <a:cs typeface="Noto Sans Mono CJK HK"/>
            </a:endParaRPr>
          </a:p>
          <a:p>
            <a:pPr marL="1190625" indent="-815975">
              <a:lnSpc>
                <a:spcPct val="100000"/>
              </a:lnSpc>
              <a:spcBef>
                <a:spcPts val="575"/>
              </a:spcBef>
              <a:buFont typeface="Wingdings" panose="05000000000000000000"/>
              <a:buChar char=""/>
              <a:tabLst>
                <a:tab pos="1190625" algn="l"/>
              </a:tabLst>
            </a:pPr>
            <a:r>
              <a:rPr sz="2400" dirty="0">
                <a:solidFill>
                  <a:srgbClr val="0000CC"/>
                </a:solidFill>
                <a:latin typeface="Noto Sans Mono CJK HK"/>
                <a:cs typeface="Noto Sans Mono CJK HK"/>
              </a:rPr>
              <a:t>三角波上升部分，从</a:t>
            </a:r>
            <a:r>
              <a:rPr sz="2400" spc="-20" dirty="0">
                <a:solidFill>
                  <a:srgbClr val="0000CC"/>
                </a:solidFill>
                <a:latin typeface="Arial" panose="020B0604020202020204"/>
                <a:cs typeface="Arial" panose="020B0604020202020204"/>
              </a:rPr>
              <a:t>00H</a:t>
            </a:r>
            <a:r>
              <a:rPr sz="2400" dirty="0">
                <a:solidFill>
                  <a:srgbClr val="0000CC"/>
                </a:solidFill>
                <a:latin typeface="Noto Sans Mono CJK HK"/>
                <a:cs typeface="Noto Sans Mono CJK HK"/>
              </a:rPr>
              <a:t>起加</a:t>
            </a:r>
            <a:r>
              <a:rPr sz="2400" spc="-10" dirty="0">
                <a:solidFill>
                  <a:srgbClr val="0000CC"/>
                </a:solidFill>
                <a:latin typeface="Arial" panose="020B0604020202020204"/>
                <a:cs typeface="Arial" panose="020B0604020202020204"/>
              </a:rPr>
              <a:t>1</a:t>
            </a:r>
            <a:r>
              <a:rPr sz="2400" spc="-5" dirty="0">
                <a:solidFill>
                  <a:srgbClr val="0000CC"/>
                </a:solidFill>
                <a:latin typeface="Noto Sans Mono CJK HK"/>
                <a:cs typeface="Noto Sans Mono CJK HK"/>
              </a:rPr>
              <a:t>，直到</a:t>
            </a:r>
            <a:r>
              <a:rPr sz="2400" spc="-10" dirty="0">
                <a:solidFill>
                  <a:srgbClr val="0000CC"/>
                </a:solidFill>
                <a:latin typeface="Arial" panose="020B0604020202020204"/>
                <a:cs typeface="Arial" panose="020B0604020202020204"/>
              </a:rPr>
              <a:t>FFH</a:t>
            </a:r>
            <a:r>
              <a:rPr sz="2400" spc="-50" dirty="0">
                <a:solidFill>
                  <a:srgbClr val="0000CC"/>
                </a:solidFill>
                <a:latin typeface="Noto Sans Mono CJK HK"/>
                <a:cs typeface="Noto Sans Mono CJK HK"/>
              </a:rPr>
              <a:t>。</a:t>
            </a:r>
            <a:endParaRPr sz="2400">
              <a:latin typeface="Noto Sans Mono CJK HK"/>
              <a:cs typeface="Noto Sans Mono CJK HK"/>
            </a:endParaRPr>
          </a:p>
          <a:p>
            <a:pPr marL="1190625" indent="-815975">
              <a:lnSpc>
                <a:spcPct val="100000"/>
              </a:lnSpc>
              <a:spcBef>
                <a:spcPts val="575"/>
              </a:spcBef>
              <a:buFont typeface="Wingdings" panose="05000000000000000000"/>
              <a:buChar char=""/>
              <a:tabLst>
                <a:tab pos="1190625" algn="l"/>
              </a:tabLst>
            </a:pPr>
            <a:r>
              <a:rPr sz="2400" dirty="0">
                <a:solidFill>
                  <a:srgbClr val="0000CC"/>
                </a:solidFill>
                <a:latin typeface="Noto Sans Mono CJK HK"/>
                <a:cs typeface="Noto Sans Mono CJK HK"/>
              </a:rPr>
              <a:t>三角波下降部分，从</a:t>
            </a:r>
            <a:r>
              <a:rPr sz="2400" spc="-10" dirty="0">
                <a:solidFill>
                  <a:srgbClr val="0000CC"/>
                </a:solidFill>
                <a:latin typeface="Arial" panose="020B0604020202020204"/>
                <a:cs typeface="Arial" panose="020B0604020202020204"/>
              </a:rPr>
              <a:t>FFH</a:t>
            </a:r>
            <a:r>
              <a:rPr sz="2400" dirty="0">
                <a:solidFill>
                  <a:srgbClr val="0000CC"/>
                </a:solidFill>
                <a:latin typeface="Noto Sans Mono CJK HK"/>
                <a:cs typeface="Noto Sans Mono CJK HK"/>
              </a:rPr>
              <a:t>起减</a:t>
            </a:r>
            <a:r>
              <a:rPr sz="2400" spc="-10" dirty="0">
                <a:solidFill>
                  <a:srgbClr val="0000CC"/>
                </a:solidFill>
                <a:latin typeface="Arial" panose="020B0604020202020204"/>
                <a:cs typeface="Arial" panose="020B0604020202020204"/>
              </a:rPr>
              <a:t>1</a:t>
            </a:r>
            <a:r>
              <a:rPr sz="2400" spc="-5" dirty="0">
                <a:solidFill>
                  <a:srgbClr val="0000CC"/>
                </a:solidFill>
                <a:latin typeface="Noto Sans Mono CJK HK"/>
                <a:cs typeface="Noto Sans Mono CJK HK"/>
              </a:rPr>
              <a:t>，直到</a:t>
            </a:r>
            <a:r>
              <a:rPr sz="2400" spc="-20" dirty="0">
                <a:solidFill>
                  <a:srgbClr val="0000CC"/>
                </a:solidFill>
                <a:latin typeface="Arial" panose="020B0604020202020204"/>
                <a:cs typeface="Arial" panose="020B0604020202020204"/>
              </a:rPr>
              <a:t>00H</a:t>
            </a:r>
            <a:r>
              <a:rPr sz="2400" spc="-50" dirty="0">
                <a:solidFill>
                  <a:srgbClr val="0000CC"/>
                </a:solidFill>
                <a:latin typeface="Noto Sans Mono CJK HK"/>
                <a:cs typeface="Noto Sans Mono CJK HK"/>
              </a:rPr>
              <a:t>。</a:t>
            </a:r>
            <a:endParaRPr sz="2400">
              <a:latin typeface="Noto Sans Mono CJK HK"/>
              <a:cs typeface="Noto Sans Mono CJK HK"/>
            </a:endParaRPr>
          </a:p>
        </p:txBody>
      </p:sp>
      <p:sp>
        <p:nvSpPr>
          <p:cNvPr id="4" name="object 4"/>
          <p:cNvSpPr/>
          <p:nvPr/>
        </p:nvSpPr>
        <p:spPr>
          <a:xfrm>
            <a:off x="2451887" y="4838319"/>
            <a:ext cx="5861050" cy="864869"/>
          </a:xfrm>
          <a:custGeom>
            <a:avLst/>
            <a:gdLst/>
            <a:ahLst/>
            <a:cxnLst/>
            <a:rect l="l" t="t" r="r" b="b"/>
            <a:pathLst>
              <a:path w="5861050" h="864870">
                <a:moveTo>
                  <a:pt x="5860897" y="765175"/>
                </a:moveTo>
                <a:lnTo>
                  <a:pt x="5095722" y="0"/>
                </a:lnTo>
                <a:lnTo>
                  <a:pt x="5091227" y="4495"/>
                </a:lnTo>
                <a:lnTo>
                  <a:pt x="5086350" y="431"/>
                </a:lnTo>
                <a:lnTo>
                  <a:pt x="4416107" y="806297"/>
                </a:lnTo>
                <a:lnTo>
                  <a:pt x="3609822" y="0"/>
                </a:lnTo>
                <a:lnTo>
                  <a:pt x="3605326" y="4495"/>
                </a:lnTo>
                <a:lnTo>
                  <a:pt x="3600450" y="431"/>
                </a:lnTo>
                <a:lnTo>
                  <a:pt x="2930931" y="805434"/>
                </a:lnTo>
                <a:lnTo>
                  <a:pt x="2169960" y="44450"/>
                </a:lnTo>
                <a:lnTo>
                  <a:pt x="2165464" y="48945"/>
                </a:lnTo>
                <a:lnTo>
                  <a:pt x="2160587" y="44881"/>
                </a:lnTo>
                <a:lnTo>
                  <a:pt x="1490345" y="850747"/>
                </a:lnTo>
                <a:lnTo>
                  <a:pt x="684060" y="44450"/>
                </a:lnTo>
                <a:lnTo>
                  <a:pt x="679564" y="48945"/>
                </a:lnTo>
                <a:lnTo>
                  <a:pt x="674687" y="44881"/>
                </a:lnTo>
                <a:lnTo>
                  <a:pt x="0" y="856094"/>
                </a:lnTo>
                <a:lnTo>
                  <a:pt x="9753" y="864209"/>
                </a:lnTo>
                <a:lnTo>
                  <a:pt x="679983" y="58356"/>
                </a:lnTo>
                <a:lnTo>
                  <a:pt x="1486281" y="864641"/>
                </a:lnTo>
                <a:lnTo>
                  <a:pt x="1490776" y="860158"/>
                </a:lnTo>
                <a:lnTo>
                  <a:pt x="1495653" y="864209"/>
                </a:lnTo>
                <a:lnTo>
                  <a:pt x="2165883" y="58356"/>
                </a:lnTo>
                <a:lnTo>
                  <a:pt x="2926143" y="818603"/>
                </a:lnTo>
                <a:lnTo>
                  <a:pt x="2929763" y="814984"/>
                </a:lnTo>
                <a:lnTo>
                  <a:pt x="2935528" y="819759"/>
                </a:lnTo>
                <a:lnTo>
                  <a:pt x="3605746" y="13906"/>
                </a:lnTo>
                <a:lnTo>
                  <a:pt x="4412043" y="820191"/>
                </a:lnTo>
                <a:lnTo>
                  <a:pt x="4416539" y="815708"/>
                </a:lnTo>
                <a:lnTo>
                  <a:pt x="4421416" y="819759"/>
                </a:lnTo>
                <a:lnTo>
                  <a:pt x="5091646" y="13906"/>
                </a:lnTo>
                <a:lnTo>
                  <a:pt x="5851906" y="774153"/>
                </a:lnTo>
                <a:lnTo>
                  <a:pt x="5860897" y="765175"/>
                </a:lnTo>
                <a:close/>
              </a:path>
            </a:pathLst>
          </a:custGeom>
          <a:solidFill>
            <a:srgbClr val="0000FF"/>
          </a:solid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55</a:t>
            </a:fld>
            <a:endParaRPr spc="-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15667" y="909827"/>
            <a:ext cx="7155180" cy="5715000"/>
            <a:chOff x="1915667" y="909827"/>
            <a:chExt cx="7155180" cy="5715000"/>
          </a:xfrm>
        </p:grpSpPr>
        <p:pic>
          <p:nvPicPr>
            <p:cNvPr id="3" name="object 3"/>
            <p:cNvPicPr/>
            <p:nvPr/>
          </p:nvPicPr>
          <p:blipFill>
            <a:blip r:embed="rId2" cstate="print"/>
            <a:stretch>
              <a:fillRect/>
            </a:stretch>
          </p:blipFill>
          <p:spPr>
            <a:xfrm>
              <a:off x="1915667" y="909827"/>
              <a:ext cx="2296668" cy="5715000"/>
            </a:xfrm>
            <a:prstGeom prst="rect">
              <a:avLst/>
            </a:prstGeom>
          </p:spPr>
        </p:pic>
        <p:sp>
          <p:nvSpPr>
            <p:cNvPr id="4" name="object 4"/>
            <p:cNvSpPr/>
            <p:nvPr/>
          </p:nvSpPr>
          <p:spPr>
            <a:xfrm>
              <a:off x="4188180" y="5359831"/>
              <a:ext cx="4709160" cy="729615"/>
            </a:xfrm>
            <a:custGeom>
              <a:avLst/>
              <a:gdLst/>
              <a:ahLst/>
              <a:cxnLst/>
              <a:rect l="l" t="t" r="r" b="b"/>
              <a:pathLst>
                <a:path w="4709159" h="729614">
                  <a:moveTo>
                    <a:pt x="4708893" y="644385"/>
                  </a:moveTo>
                  <a:lnTo>
                    <a:pt x="4094391" y="0"/>
                  </a:lnTo>
                  <a:lnTo>
                    <a:pt x="4089793" y="4381"/>
                  </a:lnTo>
                  <a:lnTo>
                    <a:pt x="4084815" y="431"/>
                  </a:lnTo>
                  <a:lnTo>
                    <a:pt x="3547516" y="677887"/>
                  </a:lnTo>
                  <a:lnTo>
                    <a:pt x="2901073" y="0"/>
                  </a:lnTo>
                  <a:lnTo>
                    <a:pt x="2896476" y="4381"/>
                  </a:lnTo>
                  <a:lnTo>
                    <a:pt x="2891498" y="431"/>
                  </a:lnTo>
                  <a:lnTo>
                    <a:pt x="2354770" y="677164"/>
                  </a:lnTo>
                  <a:lnTo>
                    <a:pt x="1744726" y="37439"/>
                  </a:lnTo>
                  <a:lnTo>
                    <a:pt x="1740128" y="41821"/>
                  </a:lnTo>
                  <a:lnTo>
                    <a:pt x="1735150" y="37871"/>
                  </a:lnTo>
                  <a:lnTo>
                    <a:pt x="1197851" y="715314"/>
                  </a:lnTo>
                  <a:lnTo>
                    <a:pt x="551408" y="37439"/>
                  </a:lnTo>
                  <a:lnTo>
                    <a:pt x="546811" y="41821"/>
                  </a:lnTo>
                  <a:lnTo>
                    <a:pt x="541845" y="37871"/>
                  </a:lnTo>
                  <a:lnTo>
                    <a:pt x="0" y="721029"/>
                  </a:lnTo>
                  <a:lnTo>
                    <a:pt x="9956" y="728929"/>
                  </a:lnTo>
                  <a:lnTo>
                    <a:pt x="547243" y="51485"/>
                  </a:lnTo>
                  <a:lnTo>
                    <a:pt x="1193698" y="729361"/>
                  </a:lnTo>
                  <a:lnTo>
                    <a:pt x="1198295" y="724979"/>
                  </a:lnTo>
                  <a:lnTo>
                    <a:pt x="1203274" y="728929"/>
                  </a:lnTo>
                  <a:lnTo>
                    <a:pt x="1740560" y="51485"/>
                  </a:lnTo>
                  <a:lnTo>
                    <a:pt x="2350046" y="690587"/>
                  </a:lnTo>
                  <a:lnTo>
                    <a:pt x="2353856" y="686943"/>
                  </a:lnTo>
                  <a:lnTo>
                    <a:pt x="2359596" y="691489"/>
                  </a:lnTo>
                  <a:lnTo>
                    <a:pt x="2896908" y="14058"/>
                  </a:lnTo>
                  <a:lnTo>
                    <a:pt x="3543363" y="691921"/>
                  </a:lnTo>
                  <a:lnTo>
                    <a:pt x="3547948" y="687552"/>
                  </a:lnTo>
                  <a:lnTo>
                    <a:pt x="3552926" y="691489"/>
                  </a:lnTo>
                  <a:lnTo>
                    <a:pt x="4090225" y="14058"/>
                  </a:lnTo>
                  <a:lnTo>
                    <a:pt x="4699698" y="653161"/>
                  </a:lnTo>
                  <a:lnTo>
                    <a:pt x="4708893" y="644385"/>
                  </a:lnTo>
                  <a:close/>
                </a:path>
              </a:pathLst>
            </a:custGeom>
            <a:solidFill>
              <a:srgbClr val="0000FF"/>
            </a:solidFill>
          </p:spPr>
          <p:txBody>
            <a:bodyPr wrap="square" lIns="0" tIns="0" rIns="0" bIns="0" rtlCol="0"/>
            <a:lstStyle/>
            <a:p>
              <a:endParaRPr/>
            </a:p>
          </p:txBody>
        </p:sp>
      </p:grpSp>
      <p:sp>
        <p:nvSpPr>
          <p:cNvPr id="5" name="object 5"/>
          <p:cNvSpPr txBox="1">
            <a:spLocks noGrp="1"/>
          </p:cNvSpPr>
          <p:nvPr>
            <p:ph type="title"/>
          </p:nvPr>
        </p:nvSpPr>
        <p:spPr>
          <a:xfrm>
            <a:off x="471589" y="191401"/>
            <a:ext cx="4469130" cy="451484"/>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(2</a:t>
            </a:r>
            <a:r>
              <a:rPr spc="15" dirty="0">
                <a:latin typeface="Arial" panose="020B0604020202020204"/>
                <a:cs typeface="Arial" panose="020B0604020202020204"/>
              </a:rPr>
              <a:t>) </a:t>
            </a:r>
            <a:r>
              <a:rPr spc="-35" dirty="0"/>
              <a:t>软件设计所要考虑的问题</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56</a:t>
            </a:fld>
            <a:endParaRPr spc="-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1589" y="191401"/>
            <a:ext cx="6029960" cy="451484"/>
          </a:xfrm>
          <a:prstGeom prst="rect">
            <a:avLst/>
          </a:prstGeom>
        </p:spPr>
        <p:txBody>
          <a:bodyPr vert="horz" wrap="square" lIns="0" tIns="12065" rIns="0" bIns="0" rtlCol="0">
            <a:spAutoFit/>
          </a:bodyPr>
          <a:lstStyle/>
          <a:p>
            <a:pPr marL="12700">
              <a:lnSpc>
                <a:spcPct val="100000"/>
              </a:lnSpc>
              <a:spcBef>
                <a:spcPts val="95"/>
              </a:spcBef>
            </a:pPr>
            <a:r>
              <a:rPr spc="-30" dirty="0"/>
              <a:t>（</a:t>
            </a:r>
            <a:r>
              <a:rPr spc="-30" dirty="0">
                <a:latin typeface="Arial" panose="020B0604020202020204"/>
                <a:cs typeface="Arial" panose="020B0604020202020204"/>
              </a:rPr>
              <a:t>3</a:t>
            </a:r>
            <a:r>
              <a:rPr spc="-30" dirty="0"/>
              <a:t>）利用</a:t>
            </a:r>
            <a:r>
              <a:rPr spc="-20" dirty="0">
                <a:latin typeface="Arial" panose="020B0604020202020204"/>
                <a:cs typeface="Arial" panose="020B0604020202020204"/>
              </a:rPr>
              <a:t>DAC0832</a:t>
            </a:r>
            <a:r>
              <a:rPr spc="-35" dirty="0"/>
              <a:t>产生三角波的程序</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57</a:t>
            </a:fld>
            <a:endParaRPr spc="-25" dirty="0"/>
          </a:p>
        </p:txBody>
      </p:sp>
      <p:graphicFrame>
        <p:nvGraphicFramePr>
          <p:cNvPr id="3" name="object 3"/>
          <p:cNvGraphicFramePr>
            <a:graphicFrameLocks noGrp="1"/>
          </p:cNvGraphicFramePr>
          <p:nvPr/>
        </p:nvGraphicFramePr>
        <p:xfrm>
          <a:off x="516890" y="1066095"/>
          <a:ext cx="7282180" cy="4730115"/>
        </p:xfrm>
        <a:graphic>
          <a:graphicData uri="http://schemas.openxmlformats.org/drawingml/2006/table">
            <a:tbl>
              <a:tblPr firstRow="1" bandRow="1">
                <a:tableStyleId>{2D5ABB26-0587-4C30-8999-92F81FD0307C}</a:tableStyleId>
              </a:tblPr>
              <a:tblGrid>
                <a:gridCol w="717550">
                  <a:extLst>
                    <a:ext uri="{9D8B030D-6E8A-4147-A177-3AD203B41FA5}">
                      <a16:colId xmlns:a16="http://schemas.microsoft.com/office/drawing/2014/main" val="20000"/>
                    </a:ext>
                  </a:extLst>
                </a:gridCol>
                <a:gridCol w="908685">
                  <a:extLst>
                    <a:ext uri="{9D8B030D-6E8A-4147-A177-3AD203B41FA5}">
                      <a16:colId xmlns:a16="http://schemas.microsoft.com/office/drawing/2014/main" val="20001"/>
                    </a:ext>
                  </a:extLst>
                </a:gridCol>
                <a:gridCol w="1798319">
                  <a:extLst>
                    <a:ext uri="{9D8B030D-6E8A-4147-A177-3AD203B41FA5}">
                      <a16:colId xmlns:a16="http://schemas.microsoft.com/office/drawing/2014/main" val="20002"/>
                    </a:ext>
                  </a:extLst>
                </a:gridCol>
                <a:gridCol w="3780789">
                  <a:extLst>
                    <a:ext uri="{9D8B030D-6E8A-4147-A177-3AD203B41FA5}">
                      <a16:colId xmlns:a16="http://schemas.microsoft.com/office/drawing/2014/main" val="20003"/>
                    </a:ext>
                  </a:extLst>
                </a:gridCol>
              </a:tblGrid>
              <a:tr h="391795">
                <a:tc rowSpan="2">
                  <a:txBody>
                    <a:bodyPr/>
                    <a:lstStyle/>
                    <a:p>
                      <a:pPr>
                        <a:lnSpc>
                          <a:spcPct val="100000"/>
                        </a:lnSpc>
                      </a:pPr>
                      <a:endParaRPr sz="2400">
                        <a:latin typeface="Times New Roman" panose="02020603050405020304"/>
                        <a:cs typeface="Times New Roman" panose="02020603050405020304"/>
                      </a:endParaRPr>
                    </a:p>
                  </a:txBody>
                  <a:tcPr marL="0" marR="0" marT="0" marB="0"/>
                </a:tc>
                <a:tc>
                  <a:txBody>
                    <a:bodyPr/>
                    <a:lstStyle/>
                    <a:p>
                      <a:pPr marR="123190" algn="r">
                        <a:lnSpc>
                          <a:spcPts val="2480"/>
                        </a:lnSpc>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60325">
                        <a:lnSpc>
                          <a:spcPts val="2480"/>
                        </a:lnSpc>
                      </a:pPr>
                      <a:r>
                        <a:rPr sz="2400" spc="-10" dirty="0">
                          <a:solidFill>
                            <a:srgbClr val="0000FF"/>
                          </a:solidFill>
                          <a:latin typeface="Courier New" panose="02070309020205020404"/>
                          <a:cs typeface="Courier New" panose="02070309020205020404"/>
                        </a:rPr>
                        <a:t>AL,00H</a:t>
                      </a:r>
                      <a:endParaRPr sz="2400">
                        <a:latin typeface="Courier New" panose="02070309020205020404"/>
                        <a:cs typeface="Courier New" panose="02070309020205020404"/>
                      </a:endParaRPr>
                    </a:p>
                  </a:txBody>
                  <a:tcPr marL="0" marR="0" marT="0" marB="0"/>
                </a:tc>
                <a:tc>
                  <a:txBody>
                    <a:bodyPr/>
                    <a:lstStyle/>
                    <a:p>
                      <a:pPr marL="273685">
                        <a:lnSpc>
                          <a:spcPts val="2480"/>
                        </a:lnSpc>
                      </a:pPr>
                      <a:r>
                        <a:rPr sz="2400" spc="-10" dirty="0">
                          <a:solidFill>
                            <a:srgbClr val="0000FF"/>
                          </a:solidFill>
                          <a:latin typeface="Noto Sans Mono CJK HK"/>
                          <a:cs typeface="Noto Sans Mono CJK HK"/>
                        </a:rPr>
                        <a:t>；设置输出电压值</a:t>
                      </a:r>
                      <a:endParaRPr sz="2400">
                        <a:latin typeface="Noto Sans Mono CJK HK"/>
                        <a:cs typeface="Noto Sans Mono CJK HK"/>
                      </a:endParaRPr>
                    </a:p>
                  </a:txBody>
                  <a:tcPr marL="0" marR="0" marT="0" marB="0"/>
                </a:tc>
                <a:extLst>
                  <a:ext uri="{0D108BD9-81ED-4DB2-BD59-A6C34878D82A}">
                    <a16:rowId xmlns:a16="http://schemas.microsoft.com/office/drawing/2014/main" val="10000"/>
                  </a:ext>
                </a:extLst>
              </a:tr>
              <a:tr h="434340">
                <a:tc vMerge="1">
                  <a:txBody>
                    <a:bodyPr/>
                    <a:lstStyle/>
                    <a:p>
                      <a:endParaRPr lang="zh-CN"/>
                    </a:p>
                  </a:txBody>
                  <a:tcPr marL="0" marR="0" marT="0" marB="0"/>
                </a:tc>
                <a:tc>
                  <a:txBody>
                    <a:bodyPr/>
                    <a:lstStyle/>
                    <a:p>
                      <a:pPr marR="123190" algn="r">
                        <a:lnSpc>
                          <a:spcPts val="2845"/>
                        </a:lnSpc>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60325">
                        <a:lnSpc>
                          <a:spcPts val="2845"/>
                        </a:lnSpc>
                      </a:pPr>
                      <a:r>
                        <a:rPr sz="2400" spc="-10" dirty="0">
                          <a:solidFill>
                            <a:srgbClr val="0000FF"/>
                          </a:solidFill>
                          <a:latin typeface="Courier New" panose="02070309020205020404"/>
                          <a:cs typeface="Courier New" panose="02070309020205020404"/>
                        </a:rPr>
                        <a:t>DX,04A0H</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spc="-10" dirty="0">
                          <a:solidFill>
                            <a:srgbClr val="0000FF"/>
                          </a:solidFill>
                          <a:latin typeface="Noto Sans Mono CJK HK"/>
                          <a:cs typeface="Noto Sans Mono CJK HK"/>
                        </a:rPr>
                        <a:t>；</a:t>
                      </a:r>
                      <a:r>
                        <a:rPr sz="2400" spc="-10" dirty="0">
                          <a:solidFill>
                            <a:srgbClr val="0000FF"/>
                          </a:solidFill>
                          <a:latin typeface="Courier New" panose="02070309020205020404"/>
                          <a:cs typeface="Courier New" panose="02070309020205020404"/>
                        </a:rPr>
                        <a:t>DAC0832</a:t>
                      </a:r>
                      <a:r>
                        <a:rPr sz="2400" dirty="0">
                          <a:solidFill>
                            <a:srgbClr val="0000FF"/>
                          </a:solidFill>
                          <a:latin typeface="Noto Sans Mono CJK HK"/>
                          <a:cs typeface="Noto Sans Mono CJK HK"/>
                        </a:rPr>
                        <a:t>芯片地址送</a:t>
                      </a:r>
                      <a:r>
                        <a:rPr sz="2400" spc="-25" dirty="0">
                          <a:solidFill>
                            <a:srgbClr val="0000FF"/>
                          </a:solidFill>
                          <a:latin typeface="Courier New" panose="02070309020205020404"/>
                          <a:cs typeface="Courier New" panose="02070309020205020404"/>
                        </a:rPr>
                        <a:t>DX</a:t>
                      </a:r>
                      <a:endParaRPr sz="2400">
                        <a:latin typeface="Courier New" panose="02070309020205020404"/>
                        <a:cs typeface="Courier New" panose="02070309020205020404"/>
                      </a:endParaRPr>
                    </a:p>
                  </a:txBody>
                  <a:tcPr marL="0" marR="0" marT="0" marB="0"/>
                </a:tc>
                <a:extLst>
                  <a:ext uri="{0D108BD9-81ED-4DB2-BD59-A6C34878D82A}">
                    <a16:rowId xmlns:a16="http://schemas.microsoft.com/office/drawing/2014/main" val="10001"/>
                  </a:ext>
                </a:extLst>
              </a:tr>
              <a:tr h="442595">
                <a:tc>
                  <a:txBody>
                    <a:bodyPr/>
                    <a:lstStyle/>
                    <a:p>
                      <a:pPr marL="31750">
                        <a:lnSpc>
                          <a:spcPts val="2880"/>
                        </a:lnSpc>
                      </a:pPr>
                      <a:r>
                        <a:rPr sz="2400" spc="-25" dirty="0">
                          <a:solidFill>
                            <a:srgbClr val="FF0000"/>
                          </a:solidFill>
                          <a:latin typeface="Courier New" panose="02070309020205020404"/>
                          <a:cs typeface="Courier New" panose="02070309020205020404"/>
                        </a:rPr>
                        <a:t>UP</a:t>
                      </a:r>
                      <a:r>
                        <a:rPr sz="2400" spc="-25" dirty="0">
                          <a:solidFill>
                            <a:srgbClr val="0000FF"/>
                          </a:solidFill>
                          <a:latin typeface="AoyagiKouzanFontT"/>
                          <a:cs typeface="AoyagiKouzanFontT"/>
                        </a:rPr>
                        <a:t>∶</a:t>
                      </a:r>
                      <a:endParaRPr sz="2400">
                        <a:latin typeface="AoyagiKouzanFontT"/>
                        <a:cs typeface="AoyagiKouzanFontT"/>
                      </a:endParaRPr>
                    </a:p>
                  </a:txBody>
                  <a:tcPr marL="0" marR="0" marT="0" marB="0"/>
                </a:tc>
                <a:tc>
                  <a:txBody>
                    <a:bodyPr/>
                    <a:lstStyle/>
                    <a:p>
                      <a:pPr marL="167005" marR="3175">
                        <a:lnSpc>
                          <a:spcPts val="2880"/>
                        </a:lnSpc>
                      </a:pPr>
                      <a:r>
                        <a:rPr sz="2400" spc="-25" dirty="0">
                          <a:solidFill>
                            <a:srgbClr val="0000FF"/>
                          </a:solidFill>
                          <a:latin typeface="Courier New" panose="02070309020205020404"/>
                          <a:cs typeface="Courier New" panose="02070309020205020404"/>
                        </a:rPr>
                        <a:t>OUT</a:t>
                      </a:r>
                      <a:endParaRPr sz="2400">
                        <a:latin typeface="Courier New" panose="02070309020205020404"/>
                        <a:cs typeface="Courier New" panose="02070309020205020404"/>
                      </a:endParaRPr>
                    </a:p>
                  </a:txBody>
                  <a:tcPr marL="0" marR="0" marT="0" marB="0"/>
                </a:tc>
                <a:tc>
                  <a:txBody>
                    <a:bodyPr/>
                    <a:lstStyle/>
                    <a:p>
                      <a:pPr>
                        <a:lnSpc>
                          <a:spcPts val="2880"/>
                        </a:lnSpc>
                      </a:pPr>
                      <a:r>
                        <a:rPr sz="2400" spc="-10" dirty="0">
                          <a:solidFill>
                            <a:srgbClr val="0000FF"/>
                          </a:solidFill>
                          <a:latin typeface="Courier New" panose="02070309020205020404"/>
                          <a:cs typeface="Courier New" panose="02070309020205020404"/>
                        </a:rPr>
                        <a:t>DX,AL</a:t>
                      </a:r>
                      <a:endParaRPr sz="2400">
                        <a:latin typeface="Courier New" panose="02070309020205020404"/>
                        <a:cs typeface="Courier New" panose="02070309020205020404"/>
                      </a:endParaRPr>
                    </a:p>
                  </a:txBody>
                  <a:tcPr marL="0" marR="0" marT="0"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2"/>
                  </a:ext>
                </a:extLst>
              </a:tr>
              <a:tr h="438784">
                <a:tc>
                  <a:txBody>
                    <a:bodyPr/>
                    <a:lstStyle/>
                    <a:p>
                      <a:pPr>
                        <a:lnSpc>
                          <a:spcPct val="100000"/>
                        </a:lnSpc>
                      </a:pPr>
                      <a:endParaRPr sz="2400">
                        <a:latin typeface="Times New Roman" panose="02020603050405020304"/>
                        <a:cs typeface="Times New Roman" panose="02020603050405020304"/>
                      </a:endParaRPr>
                    </a:p>
                  </a:txBody>
                  <a:tcPr marL="0" marR="0" marT="0" marB="0"/>
                </a:tc>
                <a:tc>
                  <a:txBody>
                    <a:bodyPr/>
                    <a:lstStyle/>
                    <a:p>
                      <a:pPr marR="123190" algn="r">
                        <a:lnSpc>
                          <a:spcPts val="2845"/>
                        </a:lnSpc>
                      </a:pPr>
                      <a:r>
                        <a:rPr sz="2400" spc="-25" dirty="0">
                          <a:solidFill>
                            <a:srgbClr val="0000FF"/>
                          </a:solidFill>
                          <a:latin typeface="Courier New" panose="02070309020205020404"/>
                          <a:cs typeface="Courier New" panose="02070309020205020404"/>
                        </a:rPr>
                        <a:t>INC</a:t>
                      </a:r>
                      <a:endParaRPr sz="2400">
                        <a:latin typeface="Courier New" panose="02070309020205020404"/>
                        <a:cs typeface="Courier New" panose="02070309020205020404"/>
                      </a:endParaRPr>
                    </a:p>
                  </a:txBody>
                  <a:tcPr marL="0" marR="0" marT="0" marB="0"/>
                </a:tc>
                <a:tc>
                  <a:txBody>
                    <a:bodyPr/>
                    <a:lstStyle/>
                    <a:p>
                      <a:pPr marL="60325">
                        <a:lnSpc>
                          <a:spcPts val="2845"/>
                        </a:lnSpc>
                      </a:pPr>
                      <a:r>
                        <a:rPr sz="2400" spc="-25" dirty="0">
                          <a:solidFill>
                            <a:srgbClr val="0000FF"/>
                          </a:solidFill>
                          <a:latin typeface="Courier New" panose="02070309020205020404"/>
                          <a:cs typeface="Courier New" panose="02070309020205020404"/>
                        </a:rPr>
                        <a:t>AL</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spc="-10" dirty="0">
                          <a:solidFill>
                            <a:srgbClr val="0000FF"/>
                          </a:solidFill>
                          <a:latin typeface="Noto Sans Mono CJK HK"/>
                          <a:cs typeface="Noto Sans Mono CJK HK"/>
                        </a:rPr>
                        <a:t>；修改输出数据</a:t>
                      </a:r>
                      <a:endParaRPr sz="2400">
                        <a:latin typeface="Noto Sans Mono CJK HK"/>
                        <a:cs typeface="Noto Sans Mono CJK HK"/>
                      </a:endParaRPr>
                    </a:p>
                  </a:txBody>
                  <a:tcPr marL="0" marR="0" marT="0" marB="0"/>
                </a:tc>
                <a:extLst>
                  <a:ext uri="{0D108BD9-81ED-4DB2-BD59-A6C34878D82A}">
                    <a16:rowId xmlns:a16="http://schemas.microsoft.com/office/drawing/2014/main" val="10003"/>
                  </a:ext>
                </a:extLst>
              </a:tr>
              <a:tr h="438150">
                <a:tc>
                  <a:txBody>
                    <a:bodyPr/>
                    <a:lstStyle/>
                    <a:p>
                      <a:pPr>
                        <a:lnSpc>
                          <a:spcPct val="100000"/>
                        </a:lnSpc>
                      </a:pPr>
                      <a:endParaRPr sz="2400">
                        <a:latin typeface="Times New Roman" panose="02020603050405020304"/>
                        <a:cs typeface="Times New Roman" panose="02020603050405020304"/>
                      </a:endParaRPr>
                    </a:p>
                  </a:txBody>
                  <a:tcPr marL="0" marR="0" marT="0" marB="0"/>
                </a:tc>
                <a:tc>
                  <a:txBody>
                    <a:bodyPr/>
                    <a:lstStyle/>
                    <a:p>
                      <a:pPr marR="123190" algn="r">
                        <a:lnSpc>
                          <a:spcPts val="2845"/>
                        </a:lnSpc>
                      </a:pPr>
                      <a:r>
                        <a:rPr sz="2400" spc="-25" dirty="0">
                          <a:solidFill>
                            <a:srgbClr val="0000FF"/>
                          </a:solidFill>
                          <a:latin typeface="Courier New" panose="02070309020205020404"/>
                          <a:cs typeface="Courier New" panose="02070309020205020404"/>
                        </a:rPr>
                        <a:t>CMP</a:t>
                      </a:r>
                      <a:endParaRPr sz="2400">
                        <a:latin typeface="Courier New" panose="02070309020205020404"/>
                        <a:cs typeface="Courier New" panose="02070309020205020404"/>
                      </a:endParaRPr>
                    </a:p>
                  </a:txBody>
                  <a:tcPr marL="0" marR="0" marT="0" marB="0"/>
                </a:tc>
                <a:tc>
                  <a:txBody>
                    <a:bodyPr/>
                    <a:lstStyle/>
                    <a:p>
                      <a:pPr marL="60325">
                        <a:lnSpc>
                          <a:spcPts val="2845"/>
                        </a:lnSpc>
                      </a:pPr>
                      <a:r>
                        <a:rPr sz="2400" spc="-10" dirty="0">
                          <a:solidFill>
                            <a:srgbClr val="0000FF"/>
                          </a:solidFill>
                          <a:latin typeface="Courier New" panose="02070309020205020404"/>
                          <a:cs typeface="Courier New" panose="02070309020205020404"/>
                        </a:rPr>
                        <a:t>AL,0FFH</a:t>
                      </a:r>
                      <a:endParaRPr sz="2400">
                        <a:latin typeface="Courier New" panose="02070309020205020404"/>
                        <a:cs typeface="Courier New" panose="02070309020205020404"/>
                      </a:endParaRPr>
                    </a:p>
                  </a:txBody>
                  <a:tcPr marL="0" marR="0" marT="0"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4"/>
                  </a:ext>
                </a:extLst>
              </a:tr>
              <a:tr h="391795">
                <a:tc>
                  <a:txBody>
                    <a:bodyPr/>
                    <a:lstStyle/>
                    <a:p>
                      <a:pPr>
                        <a:lnSpc>
                          <a:spcPct val="100000"/>
                        </a:lnSpc>
                      </a:pPr>
                      <a:endParaRPr sz="2400">
                        <a:latin typeface="Times New Roman" panose="02020603050405020304"/>
                        <a:cs typeface="Times New Roman" panose="02020603050405020304"/>
                      </a:endParaRPr>
                    </a:p>
                  </a:txBody>
                  <a:tcPr marL="0" marR="0" marT="0" marB="0"/>
                </a:tc>
                <a:tc>
                  <a:txBody>
                    <a:bodyPr/>
                    <a:lstStyle/>
                    <a:p>
                      <a:pPr marR="123190" algn="r">
                        <a:lnSpc>
                          <a:spcPts val="2845"/>
                        </a:lnSpc>
                      </a:pPr>
                      <a:r>
                        <a:rPr sz="2400" spc="-25" dirty="0">
                          <a:solidFill>
                            <a:srgbClr val="0000FF"/>
                          </a:solidFill>
                          <a:latin typeface="Courier New" panose="02070309020205020404"/>
                          <a:cs typeface="Courier New" panose="02070309020205020404"/>
                        </a:rPr>
                        <a:t>JNE</a:t>
                      </a:r>
                      <a:endParaRPr sz="2400">
                        <a:latin typeface="Courier New" panose="02070309020205020404"/>
                        <a:cs typeface="Courier New" panose="02070309020205020404"/>
                      </a:endParaRPr>
                    </a:p>
                  </a:txBody>
                  <a:tcPr marL="0" marR="0" marT="0" marB="0"/>
                </a:tc>
                <a:tc>
                  <a:txBody>
                    <a:bodyPr/>
                    <a:lstStyle/>
                    <a:p>
                      <a:pPr marL="60325">
                        <a:lnSpc>
                          <a:spcPts val="2845"/>
                        </a:lnSpc>
                      </a:pPr>
                      <a:r>
                        <a:rPr sz="2400" spc="-25" dirty="0">
                          <a:solidFill>
                            <a:srgbClr val="FF0000"/>
                          </a:solidFill>
                          <a:latin typeface="Courier New" panose="02070309020205020404"/>
                          <a:cs typeface="Courier New" panose="02070309020205020404"/>
                        </a:rPr>
                        <a:t>UP</a:t>
                      </a:r>
                      <a:endParaRPr sz="2400">
                        <a:latin typeface="Courier New" panose="02070309020205020404"/>
                        <a:cs typeface="Courier New" panose="02070309020205020404"/>
                      </a:endParaRPr>
                    </a:p>
                  </a:txBody>
                  <a:tcPr marL="0" marR="0" marT="0"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5"/>
                  </a:ext>
                </a:extLst>
              </a:tr>
              <a:tr h="485140">
                <a:tc gridSpan="2">
                  <a:txBody>
                    <a:bodyPr/>
                    <a:lstStyle/>
                    <a:p>
                      <a:pPr marL="31750">
                        <a:lnSpc>
                          <a:spcPct val="100000"/>
                        </a:lnSpc>
                        <a:spcBef>
                          <a:spcPts val="335"/>
                        </a:spcBef>
                        <a:tabLst>
                          <a:tab pos="1067435" algn="l"/>
                        </a:tabLst>
                      </a:pPr>
                      <a:r>
                        <a:rPr sz="2400" spc="-10" dirty="0">
                          <a:solidFill>
                            <a:srgbClr val="0000FF"/>
                          </a:solidFill>
                          <a:latin typeface="Courier New" panose="02070309020205020404"/>
                          <a:cs typeface="Courier New" panose="02070309020205020404"/>
                        </a:rPr>
                        <a:t>DOWN</a:t>
                      </a:r>
                      <a:r>
                        <a:rPr sz="2400" spc="-10" dirty="0">
                          <a:solidFill>
                            <a:srgbClr val="0000FF"/>
                          </a:solidFill>
                          <a:latin typeface="AoyagiKouzanFontT"/>
                          <a:cs typeface="AoyagiKouzanFontT"/>
                        </a:rPr>
                        <a:t>∶</a:t>
                      </a:r>
                      <a:r>
                        <a:rPr sz="2400" dirty="0">
                          <a:solidFill>
                            <a:srgbClr val="0000FF"/>
                          </a:solidFill>
                          <a:latin typeface="AoyagiKouzanFontT"/>
                          <a:cs typeface="AoyagiKouzanFontT"/>
                        </a:rPr>
                        <a:t>	</a:t>
                      </a:r>
                      <a:r>
                        <a:rPr sz="2400" spc="-25" dirty="0">
                          <a:solidFill>
                            <a:srgbClr val="0000FF"/>
                          </a:solidFill>
                          <a:latin typeface="Courier New" panose="02070309020205020404"/>
                          <a:cs typeface="Courier New" panose="02070309020205020404"/>
                        </a:rPr>
                        <a:t>OUT</a:t>
                      </a:r>
                      <a:endParaRPr sz="2400">
                        <a:latin typeface="Courier New" panose="02070309020205020404"/>
                        <a:cs typeface="Courier New" panose="02070309020205020404"/>
                      </a:endParaRPr>
                    </a:p>
                  </a:txBody>
                  <a:tcPr marL="0" marR="0" marT="42544" marB="0"/>
                </a:tc>
                <a:tc hMerge="1">
                  <a:txBody>
                    <a:bodyPr/>
                    <a:lstStyle/>
                    <a:p>
                      <a:endParaRPr lang="zh-CN"/>
                    </a:p>
                  </a:txBody>
                  <a:tcPr marL="0" marR="0" marT="0" marB="0"/>
                </a:tc>
                <a:tc>
                  <a:txBody>
                    <a:bodyPr/>
                    <a:lstStyle/>
                    <a:p>
                      <a:pPr marL="182245">
                        <a:lnSpc>
                          <a:spcPct val="100000"/>
                        </a:lnSpc>
                        <a:spcBef>
                          <a:spcPts val="335"/>
                        </a:spcBef>
                      </a:pPr>
                      <a:r>
                        <a:rPr sz="2400" spc="-10" dirty="0">
                          <a:solidFill>
                            <a:srgbClr val="0000FF"/>
                          </a:solidFill>
                          <a:latin typeface="Courier New" panose="02070309020205020404"/>
                          <a:cs typeface="Courier New" panose="02070309020205020404"/>
                        </a:rPr>
                        <a:t>DX,AL</a:t>
                      </a:r>
                      <a:endParaRPr sz="2400">
                        <a:latin typeface="Courier New" panose="02070309020205020404"/>
                        <a:cs typeface="Courier New" panose="02070309020205020404"/>
                      </a:endParaRPr>
                    </a:p>
                  </a:txBody>
                  <a:tcPr marL="0" marR="0" marT="42544"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6"/>
                  </a:ext>
                </a:extLst>
              </a:tr>
              <a:tr h="438150">
                <a:tc gridSpan="2">
                  <a:txBody>
                    <a:bodyPr/>
                    <a:lstStyle/>
                    <a:p>
                      <a:pPr marL="946150" marR="3175">
                        <a:lnSpc>
                          <a:spcPts val="2845"/>
                        </a:lnSpc>
                      </a:pPr>
                      <a:r>
                        <a:rPr sz="2400" spc="-25" dirty="0">
                          <a:solidFill>
                            <a:srgbClr val="0000FF"/>
                          </a:solidFill>
                          <a:latin typeface="Courier New" panose="02070309020205020404"/>
                          <a:cs typeface="Courier New" panose="02070309020205020404"/>
                        </a:rPr>
                        <a:t>DEC</a:t>
                      </a:r>
                      <a:endParaRPr sz="2400">
                        <a:latin typeface="Courier New" panose="02070309020205020404"/>
                        <a:cs typeface="Courier New" panose="02070309020205020404"/>
                      </a:endParaRPr>
                    </a:p>
                  </a:txBody>
                  <a:tcPr marL="0" marR="0" marT="0" marB="0"/>
                </a:tc>
                <a:tc hMerge="1">
                  <a:txBody>
                    <a:bodyPr/>
                    <a:lstStyle/>
                    <a:p>
                      <a:endParaRPr lang="zh-CN"/>
                    </a:p>
                  </a:txBody>
                  <a:tcPr marL="0" marR="0" marT="0" marB="0"/>
                </a:tc>
                <a:tc>
                  <a:txBody>
                    <a:bodyPr/>
                    <a:lstStyle/>
                    <a:p>
                      <a:pPr marL="60325">
                        <a:lnSpc>
                          <a:spcPts val="2845"/>
                        </a:lnSpc>
                      </a:pPr>
                      <a:r>
                        <a:rPr sz="2400" spc="-25" dirty="0">
                          <a:solidFill>
                            <a:srgbClr val="0000FF"/>
                          </a:solidFill>
                          <a:latin typeface="Courier New" panose="02070309020205020404"/>
                          <a:cs typeface="Courier New" panose="02070309020205020404"/>
                        </a:rPr>
                        <a:t>AL</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spc="-10" dirty="0">
                          <a:solidFill>
                            <a:srgbClr val="0000FF"/>
                          </a:solidFill>
                          <a:latin typeface="Noto Sans Mono CJK HK"/>
                          <a:cs typeface="Noto Sans Mono CJK HK"/>
                        </a:rPr>
                        <a:t>；修改输出数据</a:t>
                      </a:r>
                      <a:endParaRPr sz="2400">
                        <a:latin typeface="Noto Sans Mono CJK HK"/>
                        <a:cs typeface="Noto Sans Mono CJK HK"/>
                      </a:endParaRPr>
                    </a:p>
                  </a:txBody>
                  <a:tcPr marL="0" marR="0" marT="0" marB="0"/>
                </a:tc>
                <a:extLst>
                  <a:ext uri="{0D108BD9-81ED-4DB2-BD59-A6C34878D82A}">
                    <a16:rowId xmlns:a16="http://schemas.microsoft.com/office/drawing/2014/main" val="10007"/>
                  </a:ext>
                </a:extLst>
              </a:tr>
              <a:tr h="438784">
                <a:tc gridSpan="2">
                  <a:txBody>
                    <a:bodyPr/>
                    <a:lstStyle/>
                    <a:p>
                      <a:pPr marL="946150" marR="3175">
                        <a:lnSpc>
                          <a:spcPts val="2845"/>
                        </a:lnSpc>
                      </a:pPr>
                      <a:r>
                        <a:rPr sz="2400" spc="-25" dirty="0">
                          <a:solidFill>
                            <a:srgbClr val="0000FF"/>
                          </a:solidFill>
                          <a:latin typeface="Courier New" panose="02070309020205020404"/>
                          <a:cs typeface="Courier New" panose="02070309020205020404"/>
                        </a:rPr>
                        <a:t>CMP</a:t>
                      </a:r>
                      <a:endParaRPr sz="2400">
                        <a:latin typeface="Courier New" panose="02070309020205020404"/>
                        <a:cs typeface="Courier New" panose="02070309020205020404"/>
                      </a:endParaRPr>
                    </a:p>
                  </a:txBody>
                  <a:tcPr marL="0" marR="0" marT="0" marB="0"/>
                </a:tc>
                <a:tc hMerge="1">
                  <a:txBody>
                    <a:bodyPr/>
                    <a:lstStyle/>
                    <a:p>
                      <a:endParaRPr lang="zh-CN"/>
                    </a:p>
                  </a:txBody>
                  <a:tcPr marL="0" marR="0" marT="0" marB="0"/>
                </a:tc>
                <a:tc>
                  <a:txBody>
                    <a:bodyPr/>
                    <a:lstStyle/>
                    <a:p>
                      <a:pPr marL="60325">
                        <a:lnSpc>
                          <a:spcPts val="2845"/>
                        </a:lnSpc>
                      </a:pPr>
                      <a:r>
                        <a:rPr sz="2400" spc="-10" dirty="0">
                          <a:solidFill>
                            <a:srgbClr val="0000FF"/>
                          </a:solidFill>
                          <a:latin typeface="Courier New" panose="02070309020205020404"/>
                          <a:cs typeface="Courier New" panose="02070309020205020404"/>
                        </a:rPr>
                        <a:t>AL,00H</a:t>
                      </a:r>
                      <a:endParaRPr sz="2400">
                        <a:latin typeface="Courier New" panose="02070309020205020404"/>
                        <a:cs typeface="Courier New" panose="02070309020205020404"/>
                      </a:endParaRPr>
                    </a:p>
                  </a:txBody>
                  <a:tcPr marL="0" marR="0" marT="0"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8"/>
                  </a:ext>
                </a:extLst>
              </a:tr>
              <a:tr h="438784">
                <a:tc gridSpan="2">
                  <a:txBody>
                    <a:bodyPr/>
                    <a:lstStyle/>
                    <a:p>
                      <a:pPr marL="946150" marR="3175">
                        <a:lnSpc>
                          <a:spcPts val="2845"/>
                        </a:lnSpc>
                      </a:pPr>
                      <a:r>
                        <a:rPr sz="2400" spc="-25" dirty="0">
                          <a:solidFill>
                            <a:srgbClr val="0000FF"/>
                          </a:solidFill>
                          <a:latin typeface="Courier New" panose="02070309020205020404"/>
                          <a:cs typeface="Courier New" panose="02070309020205020404"/>
                        </a:rPr>
                        <a:t>JNE</a:t>
                      </a:r>
                      <a:endParaRPr sz="2400">
                        <a:latin typeface="Courier New" panose="02070309020205020404"/>
                        <a:cs typeface="Courier New" panose="02070309020205020404"/>
                      </a:endParaRPr>
                    </a:p>
                  </a:txBody>
                  <a:tcPr marL="0" marR="0" marT="0" marB="0"/>
                </a:tc>
                <a:tc hMerge="1">
                  <a:txBody>
                    <a:bodyPr/>
                    <a:lstStyle/>
                    <a:p>
                      <a:endParaRPr lang="zh-CN"/>
                    </a:p>
                  </a:txBody>
                  <a:tcPr marL="0" marR="0" marT="0" marB="0"/>
                </a:tc>
                <a:tc>
                  <a:txBody>
                    <a:bodyPr/>
                    <a:lstStyle/>
                    <a:p>
                      <a:pPr marL="60325">
                        <a:lnSpc>
                          <a:spcPts val="2845"/>
                        </a:lnSpc>
                      </a:pPr>
                      <a:r>
                        <a:rPr sz="2400" spc="-20" dirty="0">
                          <a:solidFill>
                            <a:srgbClr val="0000FF"/>
                          </a:solidFill>
                          <a:latin typeface="Courier New" panose="02070309020205020404"/>
                          <a:cs typeface="Courier New" panose="02070309020205020404"/>
                        </a:rPr>
                        <a:t>DOWN</a:t>
                      </a:r>
                      <a:endParaRPr sz="2400">
                        <a:latin typeface="Courier New" panose="02070309020205020404"/>
                        <a:cs typeface="Courier New" panose="02070309020205020404"/>
                      </a:endParaRPr>
                    </a:p>
                  </a:txBody>
                  <a:tcPr marL="0" marR="0" marT="0"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9"/>
                  </a:ext>
                </a:extLst>
              </a:tr>
              <a:tr h="391795">
                <a:tc gridSpan="2">
                  <a:txBody>
                    <a:bodyPr/>
                    <a:lstStyle/>
                    <a:p>
                      <a:pPr marL="946150" marR="3175">
                        <a:lnSpc>
                          <a:spcPts val="2845"/>
                        </a:lnSpc>
                      </a:pPr>
                      <a:r>
                        <a:rPr sz="2400" spc="-25" dirty="0">
                          <a:solidFill>
                            <a:srgbClr val="0000FF"/>
                          </a:solidFill>
                          <a:latin typeface="Courier New" panose="02070309020205020404"/>
                          <a:cs typeface="Courier New" panose="02070309020205020404"/>
                        </a:rPr>
                        <a:t>JMP</a:t>
                      </a:r>
                      <a:endParaRPr sz="2400">
                        <a:latin typeface="Courier New" panose="02070309020205020404"/>
                        <a:cs typeface="Courier New" panose="02070309020205020404"/>
                      </a:endParaRPr>
                    </a:p>
                  </a:txBody>
                  <a:tcPr marL="0" marR="0" marT="0" marB="0"/>
                </a:tc>
                <a:tc hMerge="1">
                  <a:txBody>
                    <a:bodyPr/>
                    <a:lstStyle/>
                    <a:p>
                      <a:endParaRPr lang="zh-CN"/>
                    </a:p>
                  </a:txBody>
                  <a:tcPr marL="0" marR="0" marT="0" marB="0"/>
                </a:tc>
                <a:tc>
                  <a:txBody>
                    <a:bodyPr/>
                    <a:lstStyle/>
                    <a:p>
                      <a:pPr marL="60325">
                        <a:lnSpc>
                          <a:spcPts val="2845"/>
                        </a:lnSpc>
                      </a:pPr>
                      <a:r>
                        <a:rPr sz="2400" spc="-25" dirty="0">
                          <a:solidFill>
                            <a:srgbClr val="0000FF"/>
                          </a:solidFill>
                          <a:latin typeface="Courier New" panose="02070309020205020404"/>
                          <a:cs typeface="Courier New" panose="02070309020205020404"/>
                        </a:rPr>
                        <a:t>UP</a:t>
                      </a:r>
                      <a:endParaRPr sz="2400">
                        <a:latin typeface="Courier New" panose="02070309020205020404"/>
                        <a:cs typeface="Courier New" panose="02070309020205020404"/>
                      </a:endParaRPr>
                    </a:p>
                  </a:txBody>
                  <a:tcPr marL="0" marR="0" marT="0"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1589" y="191401"/>
            <a:ext cx="4805680" cy="451484"/>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00CC"/>
                </a:solidFill>
                <a:latin typeface="Arial" panose="020B0604020202020204"/>
                <a:cs typeface="Arial" panose="020B0604020202020204"/>
              </a:rPr>
              <a:t>6</a:t>
            </a:r>
            <a:r>
              <a:rPr sz="2800" spc="40" dirty="0">
                <a:solidFill>
                  <a:srgbClr val="0000CC"/>
                </a:solidFill>
                <a:latin typeface="Arial" panose="020B0604020202020204"/>
                <a:cs typeface="Arial" panose="020B0604020202020204"/>
              </a:rPr>
              <a:t>. </a:t>
            </a:r>
            <a:r>
              <a:rPr sz="2800" spc="-20" dirty="0">
                <a:solidFill>
                  <a:srgbClr val="0000CC"/>
                </a:solidFill>
                <a:latin typeface="Arial" panose="020B0604020202020204"/>
                <a:cs typeface="Arial" panose="020B0604020202020204"/>
              </a:rPr>
              <a:t>DAC0832</a:t>
            </a:r>
            <a:r>
              <a:rPr sz="2800" spc="-35" dirty="0">
                <a:solidFill>
                  <a:srgbClr val="0000CC"/>
                </a:solidFill>
                <a:latin typeface="Noto Sans Mono CJK HK"/>
                <a:cs typeface="Noto Sans Mono CJK HK"/>
              </a:rPr>
              <a:t>的接口设计与编程</a:t>
            </a:r>
            <a:endParaRPr sz="2800">
              <a:latin typeface="Noto Sans Mono CJK HK"/>
              <a:cs typeface="Noto Sans Mono CJK HK"/>
            </a:endParaRPr>
          </a:p>
        </p:txBody>
      </p:sp>
      <p:sp>
        <p:nvSpPr>
          <p:cNvPr id="3" name="object 3"/>
          <p:cNvSpPr txBox="1"/>
          <p:nvPr/>
        </p:nvSpPr>
        <p:spPr>
          <a:xfrm>
            <a:off x="535940" y="1016317"/>
            <a:ext cx="7983855" cy="755015"/>
          </a:xfrm>
          <a:prstGeom prst="rect">
            <a:avLst/>
          </a:prstGeom>
        </p:spPr>
        <p:txBody>
          <a:bodyPr vert="horz" wrap="square" lIns="0" tIns="26670" rIns="0" bIns="0" rtlCol="0">
            <a:spAutoFit/>
          </a:bodyPr>
          <a:lstStyle/>
          <a:p>
            <a:pPr marL="12700" marR="5080">
              <a:lnSpc>
                <a:spcPts val="2860"/>
              </a:lnSpc>
              <a:spcBef>
                <a:spcPts val="210"/>
              </a:spcBef>
              <a:tabLst>
                <a:tab pos="655320" algn="l"/>
              </a:tabLst>
            </a:pPr>
            <a:r>
              <a:rPr sz="2400" dirty="0">
                <a:solidFill>
                  <a:srgbClr val="FF0000"/>
                </a:solidFill>
                <a:latin typeface="Noto Sans Mono CJK HK"/>
                <a:cs typeface="Noto Sans Mono CJK HK"/>
              </a:rPr>
              <a:t>例</a:t>
            </a:r>
            <a:r>
              <a:rPr sz="2400" spc="-50" dirty="0">
                <a:solidFill>
                  <a:srgbClr val="FF0000"/>
                </a:solidFill>
                <a:latin typeface="Arial" panose="020B0604020202020204"/>
                <a:cs typeface="Arial" panose="020B0604020202020204"/>
              </a:rPr>
              <a:t>2</a:t>
            </a:r>
            <a:r>
              <a:rPr sz="2400" dirty="0">
                <a:solidFill>
                  <a:srgbClr val="FF0000"/>
                </a:solidFill>
                <a:latin typeface="Arial" panose="020B0604020202020204"/>
                <a:cs typeface="Arial" panose="020B0604020202020204"/>
              </a:rPr>
              <a:t>	</a:t>
            </a:r>
            <a:r>
              <a:rPr sz="2400" dirty="0">
                <a:solidFill>
                  <a:srgbClr val="0000CC"/>
                </a:solidFill>
                <a:latin typeface="Noto Sans Mono CJK HK"/>
                <a:cs typeface="Noto Sans Mono CJK HK"/>
              </a:rPr>
              <a:t>产生两个不同极性的方波信号，相位关系如图所示，</a:t>
            </a:r>
            <a:r>
              <a:rPr sz="2400" spc="-50" dirty="0">
                <a:solidFill>
                  <a:srgbClr val="0000CC"/>
                </a:solidFill>
                <a:latin typeface="Noto Sans Mono CJK HK"/>
                <a:cs typeface="Noto Sans Mono CJK HK"/>
              </a:rPr>
              <a:t>试</a:t>
            </a:r>
            <a:r>
              <a:rPr sz="2400" dirty="0">
                <a:solidFill>
                  <a:srgbClr val="0000CC"/>
                </a:solidFill>
                <a:latin typeface="Noto Sans Mono CJK HK"/>
                <a:cs typeface="Noto Sans Mono CJK HK"/>
              </a:rPr>
              <a:t>进行软硬件设计</a:t>
            </a:r>
            <a:r>
              <a:rPr sz="2400" spc="-50" dirty="0">
                <a:solidFill>
                  <a:srgbClr val="0000CC"/>
                </a:solidFill>
                <a:latin typeface="Noto Sans Mono CJK HK"/>
                <a:cs typeface="Noto Sans Mono CJK HK"/>
              </a:rPr>
              <a:t>。</a:t>
            </a:r>
            <a:endParaRPr sz="2400">
              <a:latin typeface="Noto Sans Mono CJK HK"/>
              <a:cs typeface="Noto Sans Mono CJK HK"/>
            </a:endParaRPr>
          </a:p>
        </p:txBody>
      </p:sp>
      <p:pic>
        <p:nvPicPr>
          <p:cNvPr id="4" name="object 4"/>
          <p:cNvPicPr/>
          <p:nvPr/>
        </p:nvPicPr>
        <p:blipFill>
          <a:blip r:embed="rId2" cstate="print"/>
          <a:stretch>
            <a:fillRect/>
          </a:stretch>
        </p:blipFill>
        <p:spPr>
          <a:xfrm>
            <a:off x="2220025" y="2211086"/>
            <a:ext cx="5285464" cy="363849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58</a:t>
            </a:fld>
            <a:endParaRPr spc="-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0540" y="1016317"/>
            <a:ext cx="8122920" cy="1120775"/>
          </a:xfrm>
          <a:prstGeom prst="rect">
            <a:avLst/>
          </a:prstGeom>
        </p:spPr>
        <p:txBody>
          <a:bodyPr vert="horz" wrap="square" lIns="0" tIns="13335" rIns="0" bIns="0" rtlCol="0">
            <a:spAutoFit/>
          </a:bodyPr>
          <a:lstStyle/>
          <a:p>
            <a:pPr marL="440690" marR="30480" indent="-402590" algn="just">
              <a:lnSpc>
                <a:spcPct val="100000"/>
              </a:lnSpc>
              <a:spcBef>
                <a:spcPts val="105"/>
              </a:spcBef>
            </a:pPr>
            <a:r>
              <a:rPr sz="2400" dirty="0">
                <a:solidFill>
                  <a:srgbClr val="0000CC"/>
                </a:solidFill>
                <a:latin typeface="Arial" panose="020B0604020202020204"/>
                <a:cs typeface="Arial" panose="020B0604020202020204"/>
              </a:rPr>
              <a:t>(1)</a:t>
            </a:r>
            <a:r>
              <a:rPr sz="2400" dirty="0">
                <a:solidFill>
                  <a:srgbClr val="0000CC"/>
                </a:solidFill>
                <a:latin typeface="Noto Sans Mono CJK HK"/>
                <a:cs typeface="Noto Sans Mono CJK HK"/>
              </a:rPr>
              <a:t>从下图可看出</a:t>
            </a:r>
            <a:r>
              <a:rPr sz="2400" dirty="0">
                <a:solidFill>
                  <a:srgbClr val="0000CC"/>
                </a:solidFill>
                <a:latin typeface="Arial" panose="020B0604020202020204"/>
                <a:cs typeface="Arial" panose="020B0604020202020204"/>
              </a:rPr>
              <a:t>u</a:t>
            </a:r>
            <a:r>
              <a:rPr sz="2325" baseline="-18000" dirty="0">
                <a:solidFill>
                  <a:srgbClr val="0000CC"/>
                </a:solidFill>
                <a:latin typeface="Arial" panose="020B0604020202020204"/>
                <a:cs typeface="Arial" panose="020B0604020202020204"/>
              </a:rPr>
              <a:t>1</a:t>
            </a:r>
            <a:r>
              <a:rPr sz="2400" dirty="0">
                <a:solidFill>
                  <a:srgbClr val="0000CC"/>
                </a:solidFill>
                <a:latin typeface="Noto Sans Mono CJK HK"/>
                <a:cs typeface="Noto Sans Mono CJK HK"/>
              </a:rPr>
              <a:t>是单极性的方波，</a:t>
            </a:r>
            <a:r>
              <a:rPr sz="2400" dirty="0">
                <a:solidFill>
                  <a:srgbClr val="0000CC"/>
                </a:solidFill>
                <a:latin typeface="Arial" panose="020B0604020202020204"/>
                <a:cs typeface="Arial" panose="020B0604020202020204"/>
              </a:rPr>
              <a:t>u</a:t>
            </a:r>
            <a:r>
              <a:rPr sz="2325" baseline="-18000" dirty="0">
                <a:solidFill>
                  <a:srgbClr val="0000CC"/>
                </a:solidFill>
                <a:latin typeface="Arial" panose="020B0604020202020204"/>
                <a:cs typeface="Arial" panose="020B0604020202020204"/>
              </a:rPr>
              <a:t>2</a:t>
            </a:r>
            <a:r>
              <a:rPr sz="2400" spc="-10" dirty="0">
                <a:solidFill>
                  <a:srgbClr val="0000CC"/>
                </a:solidFill>
                <a:latin typeface="Noto Sans Mono CJK HK"/>
                <a:cs typeface="Noto Sans Mono CJK HK"/>
              </a:rPr>
              <a:t>是双极性的方波，需</a:t>
            </a:r>
            <a:r>
              <a:rPr sz="2400" spc="-50" dirty="0">
                <a:solidFill>
                  <a:srgbClr val="0000CC"/>
                </a:solidFill>
                <a:latin typeface="Noto Sans Mono CJK HK"/>
                <a:cs typeface="Noto Sans Mono CJK HK"/>
              </a:rPr>
              <a:t> </a:t>
            </a:r>
            <a:r>
              <a:rPr sz="2400" dirty="0">
                <a:solidFill>
                  <a:srgbClr val="0000CC"/>
                </a:solidFill>
                <a:latin typeface="Arial" panose="020B0604020202020204"/>
                <a:cs typeface="Arial" panose="020B0604020202020204"/>
              </a:rPr>
              <a:t>2</a:t>
            </a:r>
            <a:r>
              <a:rPr sz="2400" dirty="0">
                <a:solidFill>
                  <a:srgbClr val="0000CC"/>
                </a:solidFill>
                <a:latin typeface="Noto Sans Mono CJK HK"/>
                <a:cs typeface="Noto Sans Mono CJK HK"/>
              </a:rPr>
              <a:t>个</a:t>
            </a:r>
            <a:r>
              <a:rPr sz="2400" dirty="0">
                <a:solidFill>
                  <a:srgbClr val="0000CC"/>
                </a:solidFill>
                <a:latin typeface="Arial" panose="020B0604020202020204"/>
                <a:cs typeface="Arial" panose="020B0604020202020204"/>
              </a:rPr>
              <a:t>DAC0832</a:t>
            </a:r>
            <a:r>
              <a:rPr sz="2400" spc="-5" dirty="0">
                <a:solidFill>
                  <a:srgbClr val="0000CC"/>
                </a:solidFill>
                <a:latin typeface="Noto Sans Mono CJK HK"/>
                <a:cs typeface="Noto Sans Mono CJK HK"/>
              </a:rPr>
              <a:t>转换器，一个为单极性输出，另一个为双极</a:t>
            </a:r>
            <a:r>
              <a:rPr sz="2400" spc="-15" dirty="0">
                <a:solidFill>
                  <a:srgbClr val="0000CC"/>
                </a:solidFill>
                <a:latin typeface="Noto Sans Mono CJK HK"/>
                <a:cs typeface="Noto Sans Mono CJK HK"/>
              </a:rPr>
              <a:t>性输出。</a:t>
            </a:r>
            <a:endParaRPr sz="2400">
              <a:latin typeface="Noto Sans Mono CJK HK"/>
              <a:cs typeface="Noto Sans Mono CJK HK"/>
            </a:endParaRPr>
          </a:p>
        </p:txBody>
      </p:sp>
      <p:pic>
        <p:nvPicPr>
          <p:cNvPr id="3" name="object 3"/>
          <p:cNvPicPr/>
          <p:nvPr/>
        </p:nvPicPr>
        <p:blipFill>
          <a:blip r:embed="rId2" cstate="print"/>
          <a:stretch>
            <a:fillRect/>
          </a:stretch>
        </p:blipFill>
        <p:spPr>
          <a:xfrm>
            <a:off x="2347855" y="2384721"/>
            <a:ext cx="4907931" cy="3378200"/>
          </a:xfrm>
          <a:prstGeom prst="rect">
            <a:avLst/>
          </a:prstGeom>
        </p:spPr>
      </p:pic>
      <p:sp>
        <p:nvSpPr>
          <p:cNvPr id="4" name="object 4"/>
          <p:cNvSpPr txBox="1"/>
          <p:nvPr/>
        </p:nvSpPr>
        <p:spPr>
          <a:xfrm>
            <a:off x="554990" y="178397"/>
            <a:ext cx="3659504" cy="451484"/>
          </a:xfrm>
          <a:prstGeom prst="rect">
            <a:avLst/>
          </a:prstGeom>
        </p:spPr>
        <p:txBody>
          <a:bodyPr vert="horz" wrap="square" lIns="0" tIns="12065" rIns="0" bIns="0" rtlCol="0">
            <a:spAutoFit/>
          </a:bodyPr>
          <a:lstStyle/>
          <a:p>
            <a:pPr marL="12700">
              <a:lnSpc>
                <a:spcPct val="100000"/>
              </a:lnSpc>
              <a:spcBef>
                <a:spcPts val="95"/>
              </a:spcBef>
            </a:pPr>
            <a:r>
              <a:rPr sz="2800" spc="-30" dirty="0">
                <a:solidFill>
                  <a:srgbClr val="0000CC"/>
                </a:solidFill>
                <a:latin typeface="Noto Sans Mono CJK HK"/>
                <a:cs typeface="Noto Sans Mono CJK HK"/>
              </a:rPr>
              <a:t>分析：需要几片</a:t>
            </a:r>
            <a:r>
              <a:rPr sz="2800" spc="-10" dirty="0">
                <a:solidFill>
                  <a:srgbClr val="0000CC"/>
                </a:solidFill>
                <a:latin typeface="Arial" panose="020B0604020202020204"/>
                <a:cs typeface="Arial" panose="020B0604020202020204"/>
              </a:rPr>
              <a:t>0832</a:t>
            </a:r>
            <a:r>
              <a:rPr sz="2800" spc="-10" dirty="0">
                <a:solidFill>
                  <a:srgbClr val="0000CC"/>
                </a:solidFill>
                <a:latin typeface="Noto Sans Mono CJK HK"/>
                <a:cs typeface="Noto Sans Mono CJK HK"/>
              </a:rPr>
              <a:t>？</a:t>
            </a:r>
            <a:endParaRPr sz="2800">
              <a:latin typeface="Noto Sans Mono CJK HK"/>
              <a:cs typeface="Noto Sans Mono CJK HK"/>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59</a:t>
            </a:fld>
            <a:endParaRPr spc="-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0540" y="1016634"/>
            <a:ext cx="8122920" cy="1486535"/>
          </a:xfrm>
          <a:prstGeom prst="rect">
            <a:avLst/>
          </a:prstGeom>
        </p:spPr>
        <p:txBody>
          <a:bodyPr vert="horz" wrap="square" lIns="0" tIns="13335" rIns="0" bIns="0" rtlCol="0">
            <a:spAutoFit/>
          </a:bodyPr>
          <a:lstStyle/>
          <a:p>
            <a:pPr marL="400050" marR="30480" indent="-361950" algn="just">
              <a:lnSpc>
                <a:spcPct val="100000"/>
              </a:lnSpc>
              <a:spcBef>
                <a:spcPts val="105"/>
              </a:spcBef>
            </a:pPr>
            <a:r>
              <a:rPr sz="2400" spc="15" dirty="0">
                <a:solidFill>
                  <a:srgbClr val="0000CC"/>
                </a:solidFill>
                <a:latin typeface="Arial" panose="020B0604020202020204"/>
                <a:cs typeface="Arial" panose="020B0604020202020204"/>
              </a:rPr>
              <a:t>(2)</a:t>
            </a:r>
            <a:r>
              <a:rPr sz="2400" spc="25" dirty="0">
                <a:solidFill>
                  <a:srgbClr val="0000CC"/>
                </a:solidFill>
                <a:latin typeface="Noto Sans Mono CJK HK"/>
                <a:cs typeface="Noto Sans Mono CJK HK"/>
              </a:rPr>
              <a:t>从两路信号的相位关系看，</a:t>
            </a:r>
            <a:r>
              <a:rPr sz="2400" spc="25" dirty="0">
                <a:solidFill>
                  <a:srgbClr val="0000CC"/>
                </a:solidFill>
                <a:latin typeface="Arial" panose="020B0604020202020204"/>
                <a:cs typeface="Arial" panose="020B0604020202020204"/>
              </a:rPr>
              <a:t>u</a:t>
            </a:r>
            <a:r>
              <a:rPr sz="2325" spc="37" baseline="-18000" dirty="0">
                <a:solidFill>
                  <a:srgbClr val="0000CC"/>
                </a:solidFill>
                <a:latin typeface="Arial" panose="020B0604020202020204"/>
                <a:cs typeface="Arial" panose="020B0604020202020204"/>
              </a:rPr>
              <a:t>1</a:t>
            </a:r>
            <a:r>
              <a:rPr sz="2400" spc="25" dirty="0">
                <a:solidFill>
                  <a:srgbClr val="0000CC"/>
                </a:solidFill>
                <a:latin typeface="Noto Sans Mono CJK HK"/>
                <a:cs typeface="Noto Sans Mono CJK HK"/>
              </a:rPr>
              <a:t>产生正跳变时，</a:t>
            </a:r>
            <a:r>
              <a:rPr sz="2400" spc="25" dirty="0">
                <a:solidFill>
                  <a:srgbClr val="0000CC"/>
                </a:solidFill>
                <a:latin typeface="Arial" panose="020B0604020202020204"/>
                <a:cs typeface="Arial" panose="020B0604020202020204"/>
              </a:rPr>
              <a:t>u</a:t>
            </a:r>
            <a:r>
              <a:rPr sz="2325" spc="37" baseline="-18000" dirty="0">
                <a:solidFill>
                  <a:srgbClr val="0000CC"/>
                </a:solidFill>
                <a:latin typeface="Arial" panose="020B0604020202020204"/>
                <a:cs typeface="Arial" panose="020B0604020202020204"/>
              </a:rPr>
              <a:t>2</a:t>
            </a:r>
            <a:r>
              <a:rPr sz="2400" spc="20" dirty="0">
                <a:solidFill>
                  <a:srgbClr val="0000CC"/>
                </a:solidFill>
                <a:latin typeface="Noto Sans Mono CJK HK"/>
                <a:cs typeface="Noto Sans Mono CJK HK"/>
              </a:rPr>
              <a:t>也产生正</a:t>
            </a:r>
            <a:r>
              <a:rPr sz="2400" spc="-125" dirty="0">
                <a:solidFill>
                  <a:srgbClr val="0000CC"/>
                </a:solidFill>
                <a:latin typeface="Noto Sans Mono CJK HK"/>
                <a:cs typeface="Noto Sans Mono CJK HK"/>
              </a:rPr>
              <a:t>跳变， </a:t>
            </a:r>
            <a:r>
              <a:rPr sz="2400" spc="-15" dirty="0">
                <a:solidFill>
                  <a:srgbClr val="0000CC"/>
                </a:solidFill>
                <a:latin typeface="Arial" panose="020B0604020202020204"/>
                <a:cs typeface="Arial" panose="020B0604020202020204"/>
              </a:rPr>
              <a:t>u</a:t>
            </a:r>
            <a:r>
              <a:rPr sz="2400" spc="-434" dirty="0">
                <a:solidFill>
                  <a:srgbClr val="0000CC"/>
                </a:solidFill>
                <a:latin typeface="Arial" panose="020B0604020202020204"/>
                <a:cs typeface="Arial" panose="020B0604020202020204"/>
              </a:rPr>
              <a:t> </a:t>
            </a:r>
            <a:r>
              <a:rPr sz="2325" baseline="-18000" dirty="0">
                <a:solidFill>
                  <a:srgbClr val="0000CC"/>
                </a:solidFill>
                <a:latin typeface="Arial" panose="020B0604020202020204"/>
                <a:cs typeface="Arial" panose="020B0604020202020204"/>
              </a:rPr>
              <a:t>1</a:t>
            </a:r>
            <a:r>
              <a:rPr sz="2325" spc="-292" baseline="-18000" dirty="0">
                <a:solidFill>
                  <a:srgbClr val="0000CC"/>
                </a:solidFill>
                <a:latin typeface="Arial" panose="020B0604020202020204"/>
                <a:cs typeface="Arial" panose="020B0604020202020204"/>
              </a:rPr>
              <a:t> </a:t>
            </a:r>
            <a:r>
              <a:rPr sz="2400" spc="50" dirty="0">
                <a:solidFill>
                  <a:srgbClr val="0000CC"/>
                </a:solidFill>
                <a:latin typeface="Noto Sans Mono CJK HK"/>
                <a:cs typeface="Noto Sans Mono CJK HK"/>
              </a:rPr>
              <a:t>产生负跳变时， </a:t>
            </a:r>
            <a:r>
              <a:rPr sz="2400" spc="-15" dirty="0">
                <a:solidFill>
                  <a:srgbClr val="0000CC"/>
                </a:solidFill>
                <a:latin typeface="Arial" panose="020B0604020202020204"/>
                <a:cs typeface="Arial" panose="020B0604020202020204"/>
              </a:rPr>
              <a:t>u</a:t>
            </a:r>
            <a:r>
              <a:rPr sz="2400" spc="-430" dirty="0">
                <a:solidFill>
                  <a:srgbClr val="0000CC"/>
                </a:solidFill>
                <a:latin typeface="Arial" panose="020B0604020202020204"/>
                <a:cs typeface="Arial" panose="020B0604020202020204"/>
              </a:rPr>
              <a:t> </a:t>
            </a:r>
            <a:r>
              <a:rPr sz="2325" baseline="-18000" dirty="0">
                <a:solidFill>
                  <a:srgbClr val="0000CC"/>
                </a:solidFill>
                <a:latin typeface="Arial" panose="020B0604020202020204"/>
                <a:cs typeface="Arial" panose="020B0604020202020204"/>
              </a:rPr>
              <a:t>2</a:t>
            </a:r>
            <a:r>
              <a:rPr sz="2325" spc="-284" baseline="-18000" dirty="0">
                <a:solidFill>
                  <a:srgbClr val="0000CC"/>
                </a:solidFill>
                <a:latin typeface="Arial" panose="020B0604020202020204"/>
                <a:cs typeface="Arial" panose="020B0604020202020204"/>
              </a:rPr>
              <a:t> </a:t>
            </a:r>
            <a:r>
              <a:rPr sz="2400" spc="90" dirty="0">
                <a:solidFill>
                  <a:srgbClr val="0000CC"/>
                </a:solidFill>
                <a:latin typeface="Noto Sans Mono CJK HK"/>
                <a:cs typeface="Noto Sans Mono CJK HK"/>
              </a:rPr>
              <a:t>也产生负跳变， 要求二个</a:t>
            </a:r>
            <a:r>
              <a:rPr sz="2400" dirty="0">
                <a:solidFill>
                  <a:srgbClr val="0000CC"/>
                </a:solidFill>
                <a:latin typeface="Noto Sans Mono CJK HK"/>
                <a:cs typeface="Noto Sans Mono CJK HK"/>
              </a:rPr>
              <a:t> </a:t>
            </a:r>
            <a:r>
              <a:rPr sz="2400" spc="25" dirty="0">
                <a:solidFill>
                  <a:srgbClr val="0000CC"/>
                </a:solidFill>
                <a:latin typeface="Arial" panose="020B0604020202020204"/>
                <a:cs typeface="Arial" panose="020B0604020202020204"/>
              </a:rPr>
              <a:t>DAC0832</a:t>
            </a:r>
            <a:r>
              <a:rPr sz="2400" spc="45" dirty="0">
                <a:solidFill>
                  <a:srgbClr val="0000CC"/>
                </a:solidFill>
                <a:latin typeface="Noto Sans Mono CJK HK"/>
                <a:cs typeface="Noto Sans Mono CJK HK"/>
              </a:rPr>
              <a:t>的输出波形同步，因而</a:t>
            </a:r>
            <a:r>
              <a:rPr sz="2400" spc="30" dirty="0">
                <a:solidFill>
                  <a:srgbClr val="0000CC"/>
                </a:solidFill>
                <a:latin typeface="Arial" panose="020B0604020202020204"/>
                <a:cs typeface="Arial" panose="020B0604020202020204"/>
              </a:rPr>
              <a:t>DAC0832</a:t>
            </a:r>
            <a:r>
              <a:rPr sz="2400" spc="35" dirty="0">
                <a:solidFill>
                  <a:srgbClr val="0000CC"/>
                </a:solidFill>
                <a:latin typeface="Noto Sans Mono CJK HK"/>
                <a:cs typeface="Noto Sans Mono CJK HK"/>
              </a:rPr>
              <a:t>的工作方式需</a:t>
            </a:r>
            <a:r>
              <a:rPr sz="2400" dirty="0">
                <a:solidFill>
                  <a:srgbClr val="0000CC"/>
                </a:solidFill>
                <a:latin typeface="Noto Sans Mono CJK HK"/>
                <a:cs typeface="Noto Sans Mono CJK HK"/>
              </a:rPr>
              <a:t>采用双缓冲方式。</a:t>
            </a:r>
            <a:endParaRPr sz="2400">
              <a:latin typeface="Noto Sans Mono CJK HK"/>
              <a:cs typeface="Noto Sans Mono CJK HK"/>
            </a:endParaRPr>
          </a:p>
        </p:txBody>
      </p:sp>
      <p:pic>
        <p:nvPicPr>
          <p:cNvPr id="3" name="object 3"/>
          <p:cNvPicPr/>
          <p:nvPr/>
        </p:nvPicPr>
        <p:blipFill>
          <a:blip r:embed="rId2" cstate="print"/>
          <a:stretch>
            <a:fillRect/>
          </a:stretch>
        </p:blipFill>
        <p:spPr>
          <a:xfrm>
            <a:off x="2555538" y="2781164"/>
            <a:ext cx="4362921" cy="3002686"/>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47955">
              <a:lnSpc>
                <a:spcPct val="100000"/>
              </a:lnSpc>
              <a:spcBef>
                <a:spcPts val="95"/>
              </a:spcBef>
            </a:pPr>
            <a:r>
              <a:rPr spc="-35" dirty="0"/>
              <a:t>分析：采用那种工作方式？</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875" y="2829729"/>
            <a:ext cx="3839200" cy="3186176"/>
          </a:xfrm>
          <a:prstGeom prst="rect">
            <a:avLst/>
          </a:prstGeom>
        </p:spPr>
      </p:pic>
      <p:sp>
        <p:nvSpPr>
          <p:cNvPr id="3" name="object 3"/>
          <p:cNvSpPr txBox="1"/>
          <p:nvPr/>
        </p:nvSpPr>
        <p:spPr>
          <a:xfrm>
            <a:off x="561594" y="1016508"/>
            <a:ext cx="8110220" cy="1488440"/>
          </a:xfrm>
          <a:prstGeom prst="rect">
            <a:avLst/>
          </a:prstGeom>
        </p:spPr>
        <p:txBody>
          <a:bodyPr vert="horz" wrap="square" lIns="0" tIns="12700" rIns="0" bIns="0" rtlCol="0">
            <a:spAutoFit/>
          </a:bodyPr>
          <a:lstStyle/>
          <a:p>
            <a:pPr marL="374650" marR="5080" indent="-361950">
              <a:lnSpc>
                <a:spcPct val="100000"/>
              </a:lnSpc>
              <a:spcBef>
                <a:spcPts val="100"/>
              </a:spcBef>
            </a:pPr>
            <a:r>
              <a:rPr sz="2400" spc="55" dirty="0">
                <a:solidFill>
                  <a:srgbClr val="0000CC"/>
                </a:solidFill>
                <a:latin typeface="Arial" panose="020B0604020202020204"/>
                <a:cs typeface="Arial" panose="020B0604020202020204"/>
              </a:rPr>
              <a:t>(3)</a:t>
            </a:r>
            <a:r>
              <a:rPr sz="2400" spc="70" dirty="0">
                <a:solidFill>
                  <a:srgbClr val="0000CC"/>
                </a:solidFill>
                <a:latin typeface="Noto Sans Mono CJK HK"/>
                <a:cs typeface="Noto Sans Mono CJK HK"/>
              </a:rPr>
              <a:t>需要三个端口地址，👉一个地址生成👉一片</a:t>
            </a:r>
            <a:r>
              <a:rPr sz="2400" spc="55" dirty="0">
                <a:solidFill>
                  <a:srgbClr val="0000CC"/>
                </a:solidFill>
                <a:latin typeface="Arial" panose="020B0604020202020204"/>
                <a:cs typeface="Arial" panose="020B0604020202020204"/>
              </a:rPr>
              <a:t>DAC0832</a:t>
            </a:r>
            <a:r>
              <a:rPr sz="2400" spc="-50" dirty="0">
                <a:solidFill>
                  <a:srgbClr val="0000CC"/>
                </a:solidFill>
                <a:latin typeface="Noto Sans Mono CJK HK"/>
                <a:cs typeface="Noto Sans Mono CJK HK"/>
              </a:rPr>
              <a:t>的</a:t>
            </a:r>
            <a:r>
              <a:rPr sz="2400" dirty="0">
                <a:solidFill>
                  <a:srgbClr val="0000CC"/>
                </a:solidFill>
                <a:latin typeface="Noto Sans Mono CJK HK"/>
                <a:cs typeface="Noto Sans Mono CJK HK"/>
              </a:rPr>
              <a:t>片选信号，👉二个地址生成👉二片</a:t>
            </a:r>
            <a:r>
              <a:rPr sz="2400" spc="-20" dirty="0">
                <a:solidFill>
                  <a:srgbClr val="0000CC"/>
                </a:solidFill>
                <a:latin typeface="Arial" panose="020B0604020202020204"/>
                <a:cs typeface="Arial" panose="020B0604020202020204"/>
              </a:rPr>
              <a:t>DAC0832</a:t>
            </a:r>
            <a:r>
              <a:rPr sz="2400" spc="-10" dirty="0">
                <a:solidFill>
                  <a:srgbClr val="0000CC"/>
                </a:solidFill>
                <a:latin typeface="Noto Sans Mono CJK HK"/>
                <a:cs typeface="Noto Sans Mono CJK HK"/>
              </a:rPr>
              <a:t>的片选信号，</a:t>
            </a:r>
            <a:endParaRPr sz="2400">
              <a:latin typeface="Noto Sans Mono CJK HK"/>
              <a:cs typeface="Noto Sans Mono CJK HK"/>
            </a:endParaRPr>
          </a:p>
          <a:p>
            <a:pPr marL="374650" marR="43815">
              <a:lnSpc>
                <a:spcPct val="100000"/>
              </a:lnSpc>
            </a:pPr>
            <a:r>
              <a:rPr sz="2400" spc="65" dirty="0">
                <a:solidFill>
                  <a:srgbClr val="0000CC"/>
                </a:solidFill>
                <a:latin typeface="Noto Sans Mono CJK HK"/>
                <a:cs typeface="Noto Sans Mono CJK HK"/>
              </a:rPr>
              <a:t>👉三个地址生成同时打开两片</a:t>
            </a:r>
            <a:r>
              <a:rPr sz="2400" spc="55" dirty="0">
                <a:solidFill>
                  <a:srgbClr val="0000CC"/>
                </a:solidFill>
                <a:latin typeface="Arial" panose="020B0604020202020204"/>
                <a:cs typeface="Arial" panose="020B0604020202020204"/>
              </a:rPr>
              <a:t>DAC0832</a:t>
            </a:r>
            <a:r>
              <a:rPr sz="2400" spc="70" dirty="0">
                <a:solidFill>
                  <a:srgbClr val="0000CC"/>
                </a:solidFill>
                <a:latin typeface="Noto Sans Mono CJK HK"/>
                <a:cs typeface="Noto Sans Mono CJK HK"/>
              </a:rPr>
              <a:t>的</a:t>
            </a:r>
            <a:r>
              <a:rPr sz="2400" spc="55" dirty="0">
                <a:solidFill>
                  <a:srgbClr val="0000CC"/>
                </a:solidFill>
                <a:latin typeface="Arial" panose="020B0604020202020204"/>
                <a:cs typeface="Arial" panose="020B0604020202020204"/>
              </a:rPr>
              <a:t>DAC</a:t>
            </a:r>
            <a:r>
              <a:rPr sz="2400" spc="40" dirty="0">
                <a:solidFill>
                  <a:srgbClr val="0000CC"/>
                </a:solidFill>
                <a:latin typeface="Noto Sans Mono CJK HK"/>
                <a:cs typeface="Noto Sans Mono CJK HK"/>
              </a:rPr>
              <a:t>寄存器的</a:t>
            </a:r>
            <a:r>
              <a:rPr sz="2400" dirty="0">
                <a:solidFill>
                  <a:srgbClr val="0000CC"/>
                </a:solidFill>
                <a:latin typeface="Noto Sans Mono CJK HK"/>
                <a:cs typeface="Noto Sans Mono CJK HK"/>
              </a:rPr>
              <a:t>控制信号，该信号连接到两片</a:t>
            </a:r>
            <a:r>
              <a:rPr sz="2400" spc="-20" dirty="0">
                <a:solidFill>
                  <a:srgbClr val="0000CC"/>
                </a:solidFill>
                <a:latin typeface="Arial" panose="020B0604020202020204"/>
                <a:cs typeface="Arial" panose="020B0604020202020204"/>
              </a:rPr>
              <a:t>DAC0832</a:t>
            </a:r>
            <a:r>
              <a:rPr sz="2400" dirty="0">
                <a:solidFill>
                  <a:srgbClr val="0000CC"/>
                </a:solidFill>
                <a:latin typeface="Noto Sans Mono CJK HK"/>
                <a:cs typeface="Noto Sans Mono CJK HK"/>
              </a:rPr>
              <a:t>的</a:t>
            </a:r>
            <a:r>
              <a:rPr sz="2400" spc="-10" dirty="0">
                <a:solidFill>
                  <a:srgbClr val="0000CC"/>
                </a:solidFill>
                <a:latin typeface="Arial" panose="020B0604020202020204"/>
                <a:cs typeface="Arial" panose="020B0604020202020204"/>
              </a:rPr>
              <a:t>XFER*</a:t>
            </a:r>
            <a:r>
              <a:rPr sz="2400" spc="-25" dirty="0">
                <a:solidFill>
                  <a:srgbClr val="0000CC"/>
                </a:solidFill>
                <a:latin typeface="Noto Sans Mono CJK HK"/>
                <a:cs typeface="Noto Sans Mono CJK HK"/>
              </a:rPr>
              <a:t>端。</a:t>
            </a:r>
            <a:endParaRPr sz="2400">
              <a:latin typeface="Noto Sans Mono CJK HK"/>
              <a:cs typeface="Noto Sans Mono CJK HK"/>
            </a:endParaRPr>
          </a:p>
        </p:txBody>
      </p:sp>
      <p:pic>
        <p:nvPicPr>
          <p:cNvPr id="4" name="object 4"/>
          <p:cNvPicPr/>
          <p:nvPr/>
        </p:nvPicPr>
        <p:blipFill>
          <a:blip r:embed="rId3" cstate="print"/>
          <a:stretch>
            <a:fillRect/>
          </a:stretch>
        </p:blipFill>
        <p:spPr>
          <a:xfrm>
            <a:off x="4122420" y="2753867"/>
            <a:ext cx="4951476" cy="3317748"/>
          </a:xfrm>
          <a:prstGeom prst="rect">
            <a:avLst/>
          </a:prstGeom>
        </p:spPr>
      </p:pic>
      <p:sp>
        <p:nvSpPr>
          <p:cNvPr id="5" name="object 5"/>
          <p:cNvSpPr txBox="1">
            <a:spLocks noGrp="1"/>
          </p:cNvSpPr>
          <p:nvPr>
            <p:ph type="title"/>
          </p:nvPr>
        </p:nvSpPr>
        <p:spPr>
          <a:prstGeom prst="rect">
            <a:avLst/>
          </a:prstGeom>
        </p:spPr>
        <p:txBody>
          <a:bodyPr vert="horz" wrap="square" lIns="0" tIns="12065" rIns="0" bIns="0" rtlCol="0">
            <a:spAutoFit/>
          </a:bodyPr>
          <a:lstStyle/>
          <a:p>
            <a:pPr marL="148590">
              <a:lnSpc>
                <a:spcPct val="100000"/>
              </a:lnSpc>
              <a:spcBef>
                <a:spcPts val="95"/>
              </a:spcBef>
            </a:pPr>
            <a:r>
              <a:rPr spc="-35" dirty="0"/>
              <a:t>分析：端口如何分配？</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61</a:t>
            </a:fld>
            <a:endParaRPr spc="-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990" y="190017"/>
            <a:ext cx="1091565" cy="451484"/>
          </a:xfrm>
          <a:prstGeom prst="rect">
            <a:avLst/>
          </a:prstGeom>
        </p:spPr>
        <p:txBody>
          <a:bodyPr vert="horz" wrap="square" lIns="0" tIns="12065" rIns="0" bIns="0" rtlCol="0">
            <a:spAutoFit/>
          </a:bodyPr>
          <a:lstStyle/>
          <a:p>
            <a:pPr marL="12700">
              <a:lnSpc>
                <a:spcPct val="100000"/>
              </a:lnSpc>
              <a:spcBef>
                <a:spcPts val="95"/>
              </a:spcBef>
            </a:pPr>
            <a:r>
              <a:rPr sz="2800" spc="-40" dirty="0">
                <a:solidFill>
                  <a:srgbClr val="0000CC"/>
                </a:solidFill>
                <a:latin typeface="Noto Sans Mono CJK HK"/>
                <a:cs typeface="Noto Sans Mono CJK HK"/>
              </a:rPr>
              <a:t>原理图</a:t>
            </a:r>
            <a:endParaRPr sz="2800">
              <a:latin typeface="Noto Sans Mono CJK HK"/>
              <a:cs typeface="Noto Sans Mono CJK HK"/>
            </a:endParaRPr>
          </a:p>
        </p:txBody>
      </p:sp>
      <p:pic>
        <p:nvPicPr>
          <p:cNvPr id="3" name="object 3"/>
          <p:cNvPicPr/>
          <p:nvPr/>
        </p:nvPicPr>
        <p:blipFill>
          <a:blip r:embed="rId2" cstate="print"/>
          <a:stretch>
            <a:fillRect/>
          </a:stretch>
        </p:blipFill>
        <p:spPr>
          <a:xfrm>
            <a:off x="559810" y="1125212"/>
            <a:ext cx="8114294" cy="4470984"/>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010678"/>
            <a:ext cx="8143240" cy="2513330"/>
          </a:xfrm>
          <a:prstGeom prst="rect">
            <a:avLst/>
          </a:prstGeom>
        </p:spPr>
        <p:txBody>
          <a:bodyPr vert="horz" wrap="square" lIns="0" tIns="12700" rIns="0" bIns="0" rtlCol="0">
            <a:spAutoFit/>
          </a:bodyPr>
          <a:lstStyle/>
          <a:p>
            <a:pPr marL="374650" marR="5080" indent="-361950" algn="just">
              <a:lnSpc>
                <a:spcPct val="110000"/>
              </a:lnSpc>
              <a:spcBef>
                <a:spcPts val="100"/>
              </a:spcBef>
            </a:pPr>
            <a:r>
              <a:rPr sz="2400" dirty="0">
                <a:solidFill>
                  <a:srgbClr val="0000CC"/>
                </a:solidFill>
                <a:latin typeface="Arial" panose="020B0604020202020204"/>
                <a:cs typeface="Arial" panose="020B0604020202020204"/>
              </a:rPr>
              <a:t>(4)</a:t>
            </a:r>
            <a:r>
              <a:rPr sz="2400" dirty="0">
                <a:solidFill>
                  <a:srgbClr val="0000CC"/>
                </a:solidFill>
                <a:latin typeface="Noto Sans Mono CJK HK"/>
                <a:cs typeface="Noto Sans Mono CJK HK"/>
              </a:rPr>
              <a:t>👉二片</a:t>
            </a:r>
            <a:r>
              <a:rPr sz="2400" dirty="0">
                <a:solidFill>
                  <a:srgbClr val="0000CC"/>
                </a:solidFill>
                <a:latin typeface="Arial" panose="020B0604020202020204"/>
                <a:cs typeface="Arial" panose="020B0604020202020204"/>
              </a:rPr>
              <a:t>0832</a:t>
            </a:r>
            <a:r>
              <a:rPr sz="2400" dirty="0">
                <a:solidFill>
                  <a:srgbClr val="0000CC"/>
                </a:solidFill>
                <a:latin typeface="Noto Sans Mono CJK HK"/>
                <a:cs typeface="Noto Sans Mono CJK HK"/>
              </a:rPr>
              <a:t>输出电压范围为</a:t>
            </a:r>
            <a:r>
              <a:rPr sz="2400" dirty="0">
                <a:solidFill>
                  <a:srgbClr val="0000CC"/>
                </a:solidFill>
                <a:latin typeface="Arial" panose="020B0604020202020204"/>
                <a:cs typeface="Arial" panose="020B0604020202020204"/>
              </a:rPr>
              <a:t>-2.5</a:t>
            </a:r>
            <a:r>
              <a:rPr sz="2400" dirty="0">
                <a:solidFill>
                  <a:srgbClr val="0000CC"/>
                </a:solidFill>
                <a:latin typeface="Noto Sans Mono CJK HK"/>
                <a:cs typeface="Noto Sans Mono CJK HK"/>
              </a:rPr>
              <a:t>Ｖ</a:t>
            </a:r>
            <a:r>
              <a:rPr sz="2400" dirty="0">
                <a:solidFill>
                  <a:srgbClr val="0000CC"/>
                </a:solidFill>
                <a:latin typeface="Arial" panose="020B0604020202020204"/>
                <a:cs typeface="Arial" panose="020B0604020202020204"/>
              </a:rPr>
              <a:t>~</a:t>
            </a:r>
            <a:r>
              <a:rPr sz="2400" dirty="0">
                <a:solidFill>
                  <a:srgbClr val="0000CC"/>
                </a:solidFill>
                <a:latin typeface="Noto Sans Mono CJK HK"/>
                <a:cs typeface="Noto Sans Mono CJK HK"/>
              </a:rPr>
              <a:t>＋</a:t>
            </a:r>
            <a:r>
              <a:rPr sz="2400" dirty="0">
                <a:solidFill>
                  <a:srgbClr val="0000CC"/>
                </a:solidFill>
                <a:latin typeface="Arial" panose="020B0604020202020204"/>
                <a:cs typeface="Arial" panose="020B0604020202020204"/>
              </a:rPr>
              <a:t>2.5</a:t>
            </a:r>
            <a:r>
              <a:rPr sz="2400" spc="-10" dirty="0">
                <a:solidFill>
                  <a:srgbClr val="0000CC"/>
                </a:solidFill>
                <a:latin typeface="Noto Sans Mono CJK HK"/>
                <a:cs typeface="Noto Sans Mono CJK HK"/>
              </a:rPr>
              <a:t>Ｖ，题目要求产</a:t>
            </a:r>
            <a:r>
              <a:rPr sz="2400" spc="60" dirty="0">
                <a:solidFill>
                  <a:srgbClr val="0000CC"/>
                </a:solidFill>
                <a:latin typeface="Noto Sans Mono CJK HK"/>
                <a:cs typeface="Noto Sans Mono CJK HK"/>
              </a:rPr>
              <a:t>生方波的电压范围为</a:t>
            </a:r>
            <a:r>
              <a:rPr sz="2400" spc="55" dirty="0">
                <a:solidFill>
                  <a:srgbClr val="0000CC"/>
                </a:solidFill>
                <a:latin typeface="Arial" panose="020B0604020202020204"/>
                <a:cs typeface="Arial" panose="020B0604020202020204"/>
              </a:rPr>
              <a:t>-2.0</a:t>
            </a:r>
            <a:r>
              <a:rPr sz="2400" spc="55" dirty="0">
                <a:solidFill>
                  <a:srgbClr val="0000CC"/>
                </a:solidFill>
                <a:latin typeface="Noto Sans Mono CJK HK"/>
                <a:cs typeface="Noto Sans Mono CJK HK"/>
              </a:rPr>
              <a:t>Ｖ</a:t>
            </a:r>
            <a:r>
              <a:rPr sz="2400" spc="55" dirty="0">
                <a:solidFill>
                  <a:srgbClr val="0000CC"/>
                </a:solidFill>
                <a:latin typeface="Arial" panose="020B0604020202020204"/>
                <a:cs typeface="Arial" panose="020B0604020202020204"/>
              </a:rPr>
              <a:t>~</a:t>
            </a:r>
            <a:r>
              <a:rPr sz="2400" spc="55" dirty="0">
                <a:solidFill>
                  <a:srgbClr val="0000CC"/>
                </a:solidFill>
                <a:latin typeface="Noto Sans Mono CJK HK"/>
                <a:cs typeface="Noto Sans Mono CJK HK"/>
              </a:rPr>
              <a:t>＋</a:t>
            </a:r>
            <a:r>
              <a:rPr sz="2400" spc="55" dirty="0">
                <a:solidFill>
                  <a:srgbClr val="0000CC"/>
                </a:solidFill>
                <a:latin typeface="Arial" panose="020B0604020202020204"/>
                <a:cs typeface="Arial" panose="020B0604020202020204"/>
              </a:rPr>
              <a:t>1.2</a:t>
            </a:r>
            <a:r>
              <a:rPr sz="2400" spc="40" dirty="0">
                <a:solidFill>
                  <a:srgbClr val="0000CC"/>
                </a:solidFill>
                <a:latin typeface="Noto Sans Mono CJK HK"/>
                <a:cs typeface="Noto Sans Mono CJK HK"/>
              </a:rPr>
              <a:t>Ｖ，模拟电压所对应的</a:t>
            </a:r>
            <a:r>
              <a:rPr sz="2400" spc="-5" dirty="0">
                <a:solidFill>
                  <a:srgbClr val="0000CC"/>
                </a:solidFill>
                <a:latin typeface="Noto Sans Mono CJK HK"/>
                <a:cs typeface="Noto Sans Mono CJK HK"/>
              </a:rPr>
              <a:t>数字量计算方法如下：</a:t>
            </a:r>
            <a:r>
              <a:rPr sz="2400" spc="-10" dirty="0">
                <a:solidFill>
                  <a:srgbClr val="0000CC"/>
                </a:solidFill>
                <a:latin typeface="Arial" panose="020B0604020202020204"/>
                <a:cs typeface="Arial" panose="020B0604020202020204"/>
              </a:rPr>
              <a:t>Dx=(Vx-V2)/(V1-</a:t>
            </a:r>
            <a:r>
              <a:rPr sz="2400" dirty="0">
                <a:solidFill>
                  <a:srgbClr val="0000CC"/>
                </a:solidFill>
                <a:latin typeface="Arial" panose="020B0604020202020204"/>
                <a:cs typeface="Arial" panose="020B0604020202020204"/>
              </a:rPr>
              <a:t>V2</a:t>
            </a:r>
            <a:r>
              <a:rPr sz="2400" spc="5" dirty="0">
                <a:solidFill>
                  <a:srgbClr val="0000CC"/>
                </a:solidFill>
                <a:latin typeface="Arial" panose="020B0604020202020204"/>
                <a:cs typeface="Arial" panose="020B0604020202020204"/>
              </a:rPr>
              <a:t>) </a:t>
            </a:r>
            <a:r>
              <a:rPr sz="2400" spc="-20" dirty="0">
                <a:solidFill>
                  <a:srgbClr val="0000CC"/>
                </a:solidFill>
                <a:latin typeface="Noto Sans Mono CJK HK"/>
                <a:cs typeface="Noto Sans Mono CJK HK"/>
              </a:rPr>
              <a:t>×</a:t>
            </a:r>
            <a:r>
              <a:rPr sz="2400" spc="-20" dirty="0">
                <a:solidFill>
                  <a:srgbClr val="0000CC"/>
                </a:solidFill>
                <a:latin typeface="Arial" panose="020B0604020202020204"/>
                <a:cs typeface="Arial" panose="020B0604020202020204"/>
              </a:rPr>
              <a:t>FFH</a:t>
            </a:r>
            <a:endParaRPr sz="2400">
              <a:latin typeface="Arial" panose="020B0604020202020204"/>
              <a:cs typeface="Arial" panose="020B0604020202020204"/>
            </a:endParaRPr>
          </a:p>
          <a:p>
            <a:pPr marL="374650" marR="5080" indent="-24130" algn="just">
              <a:lnSpc>
                <a:spcPct val="110000"/>
              </a:lnSpc>
              <a:spcBef>
                <a:spcPts val="600"/>
              </a:spcBef>
            </a:pPr>
            <a:r>
              <a:rPr sz="2400" spc="60" dirty="0">
                <a:solidFill>
                  <a:srgbClr val="0000CC"/>
                </a:solidFill>
                <a:latin typeface="Noto Sans Mono CJK HK"/>
                <a:cs typeface="Noto Sans Mono CJK HK"/>
              </a:rPr>
              <a:t>其中Ｖ</a:t>
            </a:r>
            <a:r>
              <a:rPr sz="2400" spc="55" dirty="0">
                <a:solidFill>
                  <a:srgbClr val="0000CC"/>
                </a:solidFill>
                <a:latin typeface="Arial" panose="020B0604020202020204"/>
                <a:cs typeface="Arial" panose="020B0604020202020204"/>
              </a:rPr>
              <a:t>1</a:t>
            </a:r>
            <a:r>
              <a:rPr sz="2400" spc="65" dirty="0">
                <a:solidFill>
                  <a:srgbClr val="0000CC"/>
                </a:solidFill>
                <a:latin typeface="Noto Sans Mono CJK HK"/>
                <a:cs typeface="Noto Sans Mono CJK HK"/>
              </a:rPr>
              <a:t>为上限范围电压，等于</a:t>
            </a:r>
            <a:r>
              <a:rPr sz="2400" spc="60" dirty="0">
                <a:solidFill>
                  <a:srgbClr val="0000CC"/>
                </a:solidFill>
                <a:latin typeface="Arial" panose="020B0604020202020204"/>
                <a:cs typeface="Arial" panose="020B0604020202020204"/>
              </a:rPr>
              <a:t>+2.5V</a:t>
            </a:r>
            <a:r>
              <a:rPr sz="2400" spc="60" dirty="0">
                <a:solidFill>
                  <a:srgbClr val="0000CC"/>
                </a:solidFill>
                <a:latin typeface="Noto Sans Mono CJK HK"/>
                <a:cs typeface="Noto Sans Mono CJK HK"/>
              </a:rPr>
              <a:t>；Ｖ</a:t>
            </a:r>
            <a:r>
              <a:rPr sz="2400" spc="60" dirty="0">
                <a:solidFill>
                  <a:srgbClr val="0000CC"/>
                </a:solidFill>
                <a:latin typeface="Arial" panose="020B0604020202020204"/>
                <a:cs typeface="Arial" panose="020B0604020202020204"/>
              </a:rPr>
              <a:t>2</a:t>
            </a:r>
            <a:r>
              <a:rPr sz="2400" spc="50" dirty="0">
                <a:solidFill>
                  <a:srgbClr val="0000CC"/>
                </a:solidFill>
                <a:latin typeface="Noto Sans Mono CJK HK"/>
                <a:cs typeface="Noto Sans Mono CJK HK"/>
              </a:rPr>
              <a:t>为下限范围电</a:t>
            </a:r>
            <a:r>
              <a:rPr sz="2400" dirty="0">
                <a:solidFill>
                  <a:srgbClr val="0000CC"/>
                </a:solidFill>
                <a:latin typeface="Noto Sans Mono CJK HK"/>
                <a:cs typeface="Noto Sans Mono CJK HK"/>
              </a:rPr>
              <a:t>压，等于</a:t>
            </a:r>
            <a:r>
              <a:rPr sz="2400" dirty="0">
                <a:solidFill>
                  <a:srgbClr val="0000CC"/>
                </a:solidFill>
                <a:latin typeface="Arial" panose="020B0604020202020204"/>
                <a:cs typeface="Arial" panose="020B0604020202020204"/>
              </a:rPr>
              <a:t>-2.5V</a:t>
            </a:r>
            <a:r>
              <a:rPr sz="2400" dirty="0">
                <a:solidFill>
                  <a:srgbClr val="0000CC"/>
                </a:solidFill>
                <a:latin typeface="Noto Sans Mono CJK HK"/>
                <a:cs typeface="Noto Sans Mono CJK HK"/>
              </a:rPr>
              <a:t>；Ｖ</a:t>
            </a:r>
            <a:r>
              <a:rPr sz="2400" dirty="0">
                <a:solidFill>
                  <a:srgbClr val="0000CC"/>
                </a:solidFill>
                <a:latin typeface="Arial" panose="020B0604020202020204"/>
                <a:cs typeface="Arial" panose="020B0604020202020204"/>
              </a:rPr>
              <a:t>x</a:t>
            </a:r>
            <a:r>
              <a:rPr sz="2400" dirty="0">
                <a:solidFill>
                  <a:srgbClr val="0000CC"/>
                </a:solidFill>
                <a:latin typeface="Noto Sans Mono CJK HK"/>
                <a:cs typeface="Noto Sans Mono CJK HK"/>
              </a:rPr>
              <a:t>为待输出电压值。</a:t>
            </a:r>
            <a:r>
              <a:rPr sz="2400" dirty="0">
                <a:solidFill>
                  <a:srgbClr val="0000CC"/>
                </a:solidFill>
                <a:latin typeface="Arial" panose="020B0604020202020204"/>
                <a:cs typeface="Arial" panose="020B0604020202020204"/>
              </a:rPr>
              <a:t>1.2V</a:t>
            </a:r>
            <a:r>
              <a:rPr sz="2400" spc="-10" dirty="0">
                <a:solidFill>
                  <a:srgbClr val="0000CC"/>
                </a:solidFill>
                <a:latin typeface="Noto Sans Mono CJK HK"/>
                <a:cs typeface="Noto Sans Mono CJK HK"/>
              </a:rPr>
              <a:t>对应的数字量</a:t>
            </a:r>
            <a:r>
              <a:rPr sz="2400" dirty="0">
                <a:solidFill>
                  <a:srgbClr val="0000CC"/>
                </a:solidFill>
                <a:latin typeface="Noto Sans Mono CJK HK"/>
                <a:cs typeface="Noto Sans Mono CJK HK"/>
              </a:rPr>
              <a:t>等于</a:t>
            </a:r>
            <a:r>
              <a:rPr sz="2400" spc="-10" dirty="0">
                <a:solidFill>
                  <a:srgbClr val="0000CC"/>
                </a:solidFill>
                <a:latin typeface="Arial" panose="020B0604020202020204"/>
                <a:cs typeface="Arial" panose="020B0604020202020204"/>
              </a:rPr>
              <a:t>BCH</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-2.0</a:t>
            </a:r>
            <a:r>
              <a:rPr sz="2400" spc="-5" dirty="0">
                <a:solidFill>
                  <a:srgbClr val="0000CC"/>
                </a:solidFill>
                <a:latin typeface="Noto Sans Mono CJK HK"/>
                <a:cs typeface="Noto Sans Mono CJK HK"/>
              </a:rPr>
              <a:t>Ｖ对应的数字量等于</a:t>
            </a:r>
            <a:r>
              <a:rPr sz="2400" spc="-20" dirty="0">
                <a:solidFill>
                  <a:srgbClr val="0000CC"/>
                </a:solidFill>
                <a:latin typeface="Arial" panose="020B0604020202020204"/>
                <a:cs typeface="Arial" panose="020B0604020202020204"/>
              </a:rPr>
              <a:t>19H</a:t>
            </a:r>
            <a:r>
              <a:rPr sz="2400" spc="-50" dirty="0">
                <a:solidFill>
                  <a:srgbClr val="0000CC"/>
                </a:solidFill>
                <a:latin typeface="Noto Sans Mono CJK HK"/>
                <a:cs typeface="Noto Sans Mono CJK HK"/>
              </a:rPr>
              <a:t>。</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63</a:t>
            </a:fld>
            <a:endParaRPr spc="-25" dirty="0"/>
          </a:p>
        </p:txBody>
      </p:sp>
      <p:sp>
        <p:nvSpPr>
          <p:cNvPr id="3" name="object 3"/>
          <p:cNvSpPr txBox="1">
            <a:spLocks noGrp="1"/>
          </p:cNvSpPr>
          <p:nvPr>
            <p:ph type="title"/>
          </p:nvPr>
        </p:nvSpPr>
        <p:spPr>
          <a:xfrm>
            <a:off x="465277" y="188429"/>
            <a:ext cx="6425565" cy="451484"/>
          </a:xfrm>
          <a:prstGeom prst="rect">
            <a:avLst/>
          </a:prstGeom>
        </p:spPr>
        <p:txBody>
          <a:bodyPr vert="horz" wrap="square" lIns="0" tIns="12065" rIns="0" bIns="0" rtlCol="0">
            <a:spAutoFit/>
          </a:bodyPr>
          <a:lstStyle/>
          <a:p>
            <a:pPr marL="12700">
              <a:lnSpc>
                <a:spcPct val="100000"/>
              </a:lnSpc>
              <a:spcBef>
                <a:spcPts val="95"/>
              </a:spcBef>
            </a:pPr>
            <a:r>
              <a:rPr spc="-35" dirty="0"/>
              <a:t>分析：与指定电压对应的数字量如何计算</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5282" y="1016241"/>
            <a:ext cx="7898130" cy="1852295"/>
          </a:xfrm>
          <a:prstGeom prst="rect">
            <a:avLst/>
          </a:prstGeom>
        </p:spPr>
        <p:txBody>
          <a:bodyPr vert="horz" wrap="square" lIns="0" tIns="12700" rIns="0" bIns="0" rtlCol="0">
            <a:spAutoFit/>
          </a:bodyPr>
          <a:lstStyle/>
          <a:p>
            <a:pPr marL="12700" marR="5080" algn="just">
              <a:lnSpc>
                <a:spcPct val="100000"/>
              </a:lnSpc>
              <a:spcBef>
                <a:spcPts val="100"/>
              </a:spcBef>
            </a:pPr>
            <a:r>
              <a:rPr sz="2400" dirty="0">
                <a:solidFill>
                  <a:srgbClr val="0000CC"/>
                </a:solidFill>
                <a:latin typeface="Arial" panose="020B0604020202020204"/>
                <a:cs typeface="Arial" panose="020B0604020202020204"/>
              </a:rPr>
              <a:t>(5)</a:t>
            </a:r>
            <a:r>
              <a:rPr sz="2400" spc="55" dirty="0">
                <a:solidFill>
                  <a:srgbClr val="0000CC"/>
                </a:solidFill>
                <a:latin typeface="Noto Sans Mono CJK HK"/>
                <a:cs typeface="Noto Sans Mono CJK HK"/>
              </a:rPr>
              <a:t>在双缓冲方式时，需要执行两条输出指令。</a:t>
            </a:r>
            <a:r>
              <a:rPr sz="2400" spc="60" dirty="0">
                <a:solidFill>
                  <a:srgbClr val="0000CC"/>
                </a:solidFill>
                <a:latin typeface="Noto Sans Mono CJK HK"/>
                <a:cs typeface="Noto Sans Mono CJK HK"/>
              </a:rPr>
              <a:t>👉</a:t>
            </a:r>
            <a:r>
              <a:rPr sz="2400" spc="30" dirty="0">
                <a:solidFill>
                  <a:srgbClr val="0000CC"/>
                </a:solidFill>
                <a:latin typeface="Noto Sans Mono CJK HK"/>
                <a:cs typeface="Noto Sans Mono CJK HK"/>
              </a:rPr>
              <a:t>一条输出</a:t>
            </a:r>
            <a:r>
              <a:rPr sz="2400" spc="70" dirty="0">
                <a:solidFill>
                  <a:srgbClr val="0000CC"/>
                </a:solidFill>
                <a:latin typeface="Noto Sans Mono CJK HK"/>
                <a:cs typeface="Noto Sans Mono CJK HK"/>
              </a:rPr>
              <a:t>指令打开</a:t>
            </a:r>
            <a:r>
              <a:rPr sz="2400" spc="55" dirty="0">
                <a:solidFill>
                  <a:srgbClr val="0000CC"/>
                </a:solidFill>
                <a:latin typeface="Arial" panose="020B0604020202020204"/>
                <a:cs typeface="Arial" panose="020B0604020202020204"/>
              </a:rPr>
              <a:t>DAC0832</a:t>
            </a:r>
            <a:r>
              <a:rPr sz="2400" spc="70" dirty="0">
                <a:solidFill>
                  <a:srgbClr val="0000CC"/>
                </a:solidFill>
                <a:latin typeface="Noto Sans Mono CJK HK"/>
                <a:cs typeface="Noto Sans Mono CJK HK"/>
              </a:rPr>
              <a:t>的输入寄存器，把来自</a:t>
            </a:r>
            <a:r>
              <a:rPr sz="2400" spc="55" dirty="0">
                <a:solidFill>
                  <a:srgbClr val="0000CC"/>
                </a:solidFill>
                <a:latin typeface="Arial" panose="020B0604020202020204"/>
                <a:cs typeface="Arial" panose="020B0604020202020204"/>
              </a:rPr>
              <a:t>CPU</a:t>
            </a:r>
            <a:r>
              <a:rPr sz="2400" spc="70" dirty="0">
                <a:solidFill>
                  <a:srgbClr val="0000CC"/>
                </a:solidFill>
                <a:latin typeface="Noto Sans Mono CJK HK"/>
                <a:cs typeface="Noto Sans Mono CJK HK"/>
              </a:rPr>
              <a:t>的</a:t>
            </a:r>
            <a:r>
              <a:rPr sz="2400" spc="60" dirty="0">
                <a:solidFill>
                  <a:srgbClr val="0000CC"/>
                </a:solidFill>
                <a:latin typeface="Arial" panose="020B0604020202020204"/>
                <a:cs typeface="Arial" panose="020B0604020202020204"/>
              </a:rPr>
              <a:t>8</a:t>
            </a:r>
            <a:r>
              <a:rPr sz="2400" spc="30" dirty="0">
                <a:solidFill>
                  <a:srgbClr val="0000CC"/>
                </a:solidFill>
                <a:latin typeface="Noto Sans Mono CJK HK"/>
                <a:cs typeface="Noto Sans Mono CJK HK"/>
              </a:rPr>
              <a:t>位数据</a:t>
            </a:r>
            <a:r>
              <a:rPr sz="2400" spc="55" dirty="0">
                <a:solidFill>
                  <a:srgbClr val="0000CC"/>
                </a:solidFill>
                <a:latin typeface="Noto Sans Mono CJK HK"/>
                <a:cs typeface="Noto Sans Mono CJK HK"/>
              </a:rPr>
              <a:t>送入</a:t>
            </a:r>
            <a:r>
              <a:rPr sz="2400" dirty="0">
                <a:solidFill>
                  <a:srgbClr val="0000CC"/>
                </a:solidFill>
                <a:latin typeface="Arial" panose="020B0604020202020204"/>
                <a:cs typeface="Arial" panose="020B0604020202020204"/>
              </a:rPr>
              <a:t>8</a:t>
            </a:r>
            <a:r>
              <a:rPr sz="2400" spc="55" dirty="0">
                <a:solidFill>
                  <a:srgbClr val="0000CC"/>
                </a:solidFill>
                <a:latin typeface="Noto Sans Mono CJK HK"/>
                <a:cs typeface="Noto Sans Mono CJK HK"/>
              </a:rPr>
              <a:t>位输入寄存器锁存。👉二条输出指令打开</a:t>
            </a:r>
            <a:r>
              <a:rPr sz="2400" dirty="0">
                <a:solidFill>
                  <a:srgbClr val="0000CC"/>
                </a:solidFill>
                <a:latin typeface="Arial" panose="020B0604020202020204"/>
                <a:cs typeface="Arial" panose="020B0604020202020204"/>
              </a:rPr>
              <a:t>8</a:t>
            </a:r>
            <a:r>
              <a:rPr sz="2400" spc="60" dirty="0">
                <a:solidFill>
                  <a:srgbClr val="0000CC"/>
                </a:solidFill>
                <a:latin typeface="Noto Sans Mono CJK HK"/>
                <a:cs typeface="Noto Sans Mono CJK HK"/>
              </a:rPr>
              <a:t>位</a:t>
            </a:r>
            <a:r>
              <a:rPr sz="2400" dirty="0">
                <a:solidFill>
                  <a:srgbClr val="0000CC"/>
                </a:solidFill>
                <a:latin typeface="Arial" panose="020B0604020202020204"/>
                <a:cs typeface="Arial" panose="020B0604020202020204"/>
              </a:rPr>
              <a:t>DAC</a:t>
            </a:r>
            <a:r>
              <a:rPr sz="2400" spc="-50" dirty="0">
                <a:solidFill>
                  <a:srgbClr val="0000CC"/>
                </a:solidFill>
                <a:latin typeface="Noto Sans Mono CJK HK"/>
                <a:cs typeface="Noto Sans Mono CJK HK"/>
              </a:rPr>
              <a:t>寄</a:t>
            </a:r>
            <a:r>
              <a:rPr sz="2400" dirty="0">
                <a:solidFill>
                  <a:srgbClr val="0000CC"/>
                </a:solidFill>
                <a:latin typeface="Noto Sans Mono CJK HK"/>
                <a:cs typeface="Noto Sans Mono CJK HK"/>
              </a:rPr>
              <a:t>存器，使输入的数据通过</a:t>
            </a:r>
            <a:r>
              <a:rPr sz="2400" spc="-10" dirty="0">
                <a:solidFill>
                  <a:srgbClr val="0000CC"/>
                </a:solidFill>
                <a:latin typeface="Arial" panose="020B0604020202020204"/>
                <a:cs typeface="Arial" panose="020B0604020202020204"/>
              </a:rPr>
              <a:t>DAC</a:t>
            </a:r>
            <a:r>
              <a:rPr sz="2400" dirty="0">
                <a:solidFill>
                  <a:srgbClr val="0000CC"/>
                </a:solidFill>
                <a:latin typeface="Noto Sans Mono CJK HK"/>
                <a:cs typeface="Noto Sans Mono CJK HK"/>
              </a:rPr>
              <a:t>寄存器送到</a:t>
            </a:r>
            <a:r>
              <a:rPr sz="2400" spc="-10" dirty="0">
                <a:solidFill>
                  <a:srgbClr val="0000CC"/>
                </a:solidFill>
                <a:latin typeface="Arial" panose="020B0604020202020204"/>
                <a:cs typeface="Arial" panose="020B0604020202020204"/>
              </a:rPr>
              <a:t>D/A</a:t>
            </a:r>
            <a:r>
              <a:rPr sz="2400" spc="-10" dirty="0">
                <a:solidFill>
                  <a:srgbClr val="0000CC"/>
                </a:solidFill>
                <a:latin typeface="Noto Sans Mono CJK HK"/>
                <a:cs typeface="Noto Sans Mono CJK HK"/>
              </a:rPr>
              <a:t>转换器中进行</a:t>
            </a:r>
            <a:r>
              <a:rPr sz="2400" spc="-20" dirty="0">
                <a:solidFill>
                  <a:srgbClr val="0000CC"/>
                </a:solidFill>
                <a:latin typeface="Noto Sans Mono CJK HK"/>
                <a:cs typeface="Noto Sans Mono CJK HK"/>
              </a:rPr>
              <a:t>转换。</a:t>
            </a:r>
            <a:endParaRPr sz="2400">
              <a:latin typeface="Noto Sans Mono CJK HK"/>
              <a:cs typeface="Noto Sans Mono CJK HK"/>
            </a:endParaRPr>
          </a:p>
        </p:txBody>
      </p:sp>
      <p:sp>
        <p:nvSpPr>
          <p:cNvPr id="3" name="object 3"/>
          <p:cNvSpPr txBox="1">
            <a:spLocks noGrp="1"/>
          </p:cNvSpPr>
          <p:nvPr>
            <p:ph type="title"/>
          </p:nvPr>
        </p:nvSpPr>
        <p:spPr>
          <a:xfrm>
            <a:off x="554990" y="197281"/>
            <a:ext cx="4726305" cy="451484"/>
          </a:xfrm>
          <a:prstGeom prst="rect">
            <a:avLst/>
          </a:prstGeom>
        </p:spPr>
        <p:txBody>
          <a:bodyPr vert="horz" wrap="square" lIns="0" tIns="12065" rIns="0" bIns="0" rtlCol="0">
            <a:spAutoFit/>
          </a:bodyPr>
          <a:lstStyle/>
          <a:p>
            <a:pPr marL="12700">
              <a:lnSpc>
                <a:spcPct val="100000"/>
              </a:lnSpc>
              <a:spcBef>
                <a:spcPts val="95"/>
              </a:spcBef>
            </a:pPr>
            <a:r>
              <a:rPr spc="-30" dirty="0"/>
              <a:t>分析：数字量如何向</a:t>
            </a:r>
            <a:r>
              <a:rPr spc="-25" dirty="0">
                <a:latin typeface="Arial" panose="020B0604020202020204"/>
                <a:cs typeface="Arial" panose="020B0604020202020204"/>
              </a:rPr>
              <a:t>0832</a:t>
            </a:r>
            <a:r>
              <a:rPr spc="-40" dirty="0"/>
              <a:t>输出</a:t>
            </a:r>
          </a:p>
        </p:txBody>
      </p:sp>
      <p:pic>
        <p:nvPicPr>
          <p:cNvPr id="4" name="object 4"/>
          <p:cNvPicPr/>
          <p:nvPr/>
        </p:nvPicPr>
        <p:blipFill>
          <a:blip r:embed="rId2" cstate="print"/>
          <a:stretch>
            <a:fillRect/>
          </a:stretch>
        </p:blipFill>
        <p:spPr>
          <a:xfrm>
            <a:off x="4797552" y="2618232"/>
            <a:ext cx="2711196" cy="3617976"/>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64</a:t>
            </a:fld>
            <a:endParaRPr spc="-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516890" y="229517"/>
          <a:ext cx="7942580" cy="5565775"/>
        </p:xfrm>
        <a:graphic>
          <a:graphicData uri="http://schemas.openxmlformats.org/drawingml/2006/table">
            <a:tbl>
              <a:tblPr firstRow="1" bandRow="1">
                <a:tableStyleId>{2D5ABB26-0587-4C30-8999-92F81FD0307C}</a:tableStyleId>
              </a:tblPr>
              <a:tblGrid>
                <a:gridCol w="85471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828799">
                  <a:extLst>
                    <a:ext uri="{9D8B030D-6E8A-4147-A177-3AD203B41FA5}">
                      <a16:colId xmlns:a16="http://schemas.microsoft.com/office/drawing/2014/main" val="20002"/>
                    </a:ext>
                  </a:extLst>
                </a:gridCol>
                <a:gridCol w="4451350">
                  <a:extLst>
                    <a:ext uri="{9D8B030D-6E8A-4147-A177-3AD203B41FA5}">
                      <a16:colId xmlns:a16="http://schemas.microsoft.com/office/drawing/2014/main" val="20003"/>
                    </a:ext>
                  </a:extLst>
                </a:gridCol>
              </a:tblGrid>
              <a:tr h="595630">
                <a:tc>
                  <a:txBody>
                    <a:bodyPr/>
                    <a:lstStyle/>
                    <a:p>
                      <a:pPr marR="34925" algn="ctr">
                        <a:lnSpc>
                          <a:spcPts val="2855"/>
                        </a:lnSpc>
                      </a:pPr>
                      <a:r>
                        <a:rPr sz="2800" spc="-45" dirty="0">
                          <a:solidFill>
                            <a:srgbClr val="0000CC"/>
                          </a:solidFill>
                          <a:latin typeface="Noto Sans Mono CJK HK"/>
                          <a:cs typeface="Noto Sans Mono CJK HK"/>
                        </a:rPr>
                        <a:t>程序</a:t>
                      </a:r>
                      <a:endParaRPr sz="2800">
                        <a:latin typeface="Noto Sans Mono CJK HK"/>
                        <a:cs typeface="Noto Sans Mono CJK HK"/>
                      </a:endParaRPr>
                    </a:p>
                  </a:txBody>
                  <a:tcPr marL="0" marR="0" marT="0" marB="0"/>
                </a:tc>
                <a:tc gridSpan="3">
                  <a:txBody>
                    <a:bodyPr/>
                    <a:lstStyle/>
                    <a:p>
                      <a:pPr>
                        <a:lnSpc>
                          <a:spcPct val="100000"/>
                        </a:lnSpc>
                      </a:pPr>
                      <a:endParaRPr sz="2300">
                        <a:latin typeface="Times New Roman" panose="02020603050405020304"/>
                        <a:cs typeface="Times New Roman" panose="02020603050405020304"/>
                      </a:endParaRPr>
                    </a:p>
                  </a:txBody>
                  <a:tcPr marL="0" marR="0" marT="0" marB="0"/>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0"/>
                  </a:ext>
                </a:extLst>
              </a:tr>
              <a:tr h="632460">
                <a:tc>
                  <a:txBody>
                    <a:bodyPr/>
                    <a:lstStyle/>
                    <a:p>
                      <a:pPr marR="51435" algn="ctr">
                        <a:lnSpc>
                          <a:spcPct val="100000"/>
                        </a:lnSpc>
                        <a:spcBef>
                          <a:spcPts val="1495"/>
                        </a:spcBef>
                      </a:pPr>
                      <a:r>
                        <a:rPr sz="2400" spc="-20" dirty="0">
                          <a:solidFill>
                            <a:srgbClr val="008000"/>
                          </a:solidFill>
                          <a:latin typeface="Courier New" panose="02070309020205020404"/>
                          <a:cs typeface="Courier New" panose="02070309020205020404"/>
                        </a:rPr>
                        <a:t>AA1:</a:t>
                      </a:r>
                      <a:endParaRPr sz="2400">
                        <a:latin typeface="Courier New" panose="02070309020205020404"/>
                        <a:cs typeface="Courier New" panose="02070309020205020404"/>
                      </a:endParaRPr>
                    </a:p>
                  </a:txBody>
                  <a:tcPr marL="0" marR="0" marT="189865" marB="0"/>
                </a:tc>
                <a:tc>
                  <a:txBody>
                    <a:bodyPr/>
                    <a:lstStyle/>
                    <a:p>
                      <a:pPr algn="ctr">
                        <a:lnSpc>
                          <a:spcPct val="100000"/>
                        </a:lnSpc>
                        <a:spcBef>
                          <a:spcPts val="1495"/>
                        </a:spcBef>
                      </a:pPr>
                      <a:r>
                        <a:rPr sz="2400" spc="-25" dirty="0">
                          <a:solidFill>
                            <a:srgbClr val="008000"/>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189865" marB="0"/>
                </a:tc>
                <a:tc>
                  <a:txBody>
                    <a:bodyPr/>
                    <a:lstStyle/>
                    <a:p>
                      <a:pPr marL="90805">
                        <a:lnSpc>
                          <a:spcPct val="100000"/>
                        </a:lnSpc>
                        <a:spcBef>
                          <a:spcPts val="1495"/>
                        </a:spcBef>
                      </a:pPr>
                      <a:r>
                        <a:rPr sz="2400" spc="-10" dirty="0">
                          <a:solidFill>
                            <a:srgbClr val="008000"/>
                          </a:solidFill>
                          <a:latin typeface="Courier New" panose="02070309020205020404"/>
                          <a:cs typeface="Courier New" panose="02070309020205020404"/>
                        </a:rPr>
                        <a:t>AL,</a:t>
                      </a:r>
                      <a:r>
                        <a:rPr sz="2400" u="heavy" spc="-10" dirty="0">
                          <a:solidFill>
                            <a:srgbClr val="0000FF"/>
                          </a:solidFill>
                          <a:uFill>
                            <a:solidFill>
                              <a:srgbClr val="0000FF"/>
                            </a:solidFill>
                          </a:uFill>
                          <a:latin typeface="Courier New" panose="02070309020205020404"/>
                          <a:cs typeface="Courier New" panose="02070309020205020404"/>
                          <a:hlinkClick r:id="rId2" action="ppaction://hlinksldjump"/>
                        </a:rPr>
                        <a:t>00H</a:t>
                      </a:r>
                      <a:endParaRPr sz="2400">
                        <a:latin typeface="Courier New" panose="02070309020205020404"/>
                        <a:cs typeface="Courier New" panose="02070309020205020404"/>
                      </a:endParaRPr>
                    </a:p>
                  </a:txBody>
                  <a:tcPr marL="0" marR="0" marT="189865" marB="0"/>
                </a:tc>
                <a:tc>
                  <a:txBody>
                    <a:bodyPr/>
                    <a:lstStyle/>
                    <a:p>
                      <a:pPr marL="273685">
                        <a:lnSpc>
                          <a:spcPct val="100000"/>
                        </a:lnSpc>
                        <a:spcBef>
                          <a:spcPts val="1495"/>
                        </a:spcBef>
                      </a:pPr>
                      <a:r>
                        <a:rPr sz="2400" spc="-10" dirty="0">
                          <a:solidFill>
                            <a:srgbClr val="008000"/>
                          </a:solidFill>
                          <a:latin typeface="Noto Sans Mono CJK HK"/>
                          <a:cs typeface="Noto Sans Mono CJK HK"/>
                        </a:rPr>
                        <a:t>；设定输出电压值</a:t>
                      </a:r>
                      <a:endParaRPr sz="2400">
                        <a:latin typeface="Noto Sans Mono CJK HK"/>
                        <a:cs typeface="Noto Sans Mono CJK HK"/>
                      </a:endParaRPr>
                    </a:p>
                  </a:txBody>
                  <a:tcPr marL="0" marR="0" marT="189865" marB="0"/>
                </a:tc>
                <a:extLst>
                  <a:ext uri="{0D108BD9-81ED-4DB2-BD59-A6C34878D82A}">
                    <a16:rowId xmlns:a16="http://schemas.microsoft.com/office/drawing/2014/main" val="10001"/>
                  </a:ext>
                </a:extLst>
              </a:tr>
              <a:tr h="438150">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008000"/>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8000"/>
                          </a:solidFill>
                          <a:latin typeface="Courier New" panose="02070309020205020404"/>
                          <a:cs typeface="Courier New" panose="02070309020205020404"/>
                        </a:rPr>
                        <a:t>DX,04A0H</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8000"/>
                          </a:solidFill>
                          <a:latin typeface="Noto Sans Mono CJK HK"/>
                          <a:cs typeface="Noto Sans Mono CJK HK"/>
                        </a:rPr>
                        <a:t>；设置👉一片</a:t>
                      </a:r>
                      <a:r>
                        <a:rPr sz="2400" spc="-10" dirty="0">
                          <a:solidFill>
                            <a:srgbClr val="008000"/>
                          </a:solidFill>
                          <a:latin typeface="Courier New" panose="02070309020205020404"/>
                          <a:cs typeface="Courier New" panose="02070309020205020404"/>
                        </a:rPr>
                        <a:t>DAC0832</a:t>
                      </a:r>
                      <a:r>
                        <a:rPr sz="2400" spc="-25" dirty="0">
                          <a:solidFill>
                            <a:srgbClr val="008000"/>
                          </a:solidFill>
                          <a:latin typeface="Noto Sans Mono CJK HK"/>
                          <a:cs typeface="Noto Sans Mono CJK HK"/>
                        </a:rPr>
                        <a:t>地址</a:t>
                      </a:r>
                      <a:endParaRPr sz="2400">
                        <a:latin typeface="Noto Sans Mono CJK HK"/>
                        <a:cs typeface="Noto Sans Mono CJK HK"/>
                      </a:endParaRPr>
                    </a:p>
                  </a:txBody>
                  <a:tcPr marL="0" marR="0" marT="0" marB="0"/>
                </a:tc>
                <a:extLst>
                  <a:ext uri="{0D108BD9-81ED-4DB2-BD59-A6C34878D82A}">
                    <a16:rowId xmlns:a16="http://schemas.microsoft.com/office/drawing/2014/main" val="10002"/>
                  </a:ext>
                </a:extLst>
              </a:tr>
              <a:tr h="438150">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008000"/>
                          </a:solidFill>
                          <a:latin typeface="Courier New" panose="02070309020205020404"/>
                          <a:cs typeface="Courier New" panose="02070309020205020404"/>
                        </a:rPr>
                        <a:t>OUT</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8000"/>
                          </a:solidFill>
                          <a:latin typeface="Courier New" panose="02070309020205020404"/>
                          <a:cs typeface="Courier New" panose="02070309020205020404"/>
                        </a:rPr>
                        <a:t>DX,AL</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8000"/>
                          </a:solidFill>
                          <a:latin typeface="Noto Sans Mono CJK HK"/>
                          <a:cs typeface="Noto Sans Mono CJK HK"/>
                        </a:rPr>
                        <a:t>；数据被锁存在</a:t>
                      </a:r>
                      <a:r>
                        <a:rPr sz="2400" spc="-10" dirty="0">
                          <a:solidFill>
                            <a:srgbClr val="008000"/>
                          </a:solidFill>
                          <a:latin typeface="Courier New" panose="02070309020205020404"/>
                          <a:cs typeface="Courier New" panose="02070309020205020404"/>
                        </a:rPr>
                        <a:t>8</a:t>
                      </a:r>
                      <a:r>
                        <a:rPr sz="2400" spc="-10" dirty="0">
                          <a:solidFill>
                            <a:srgbClr val="008000"/>
                          </a:solidFill>
                          <a:latin typeface="Noto Sans Mono CJK HK"/>
                          <a:cs typeface="Noto Sans Mono CJK HK"/>
                        </a:rPr>
                        <a:t>位输入寄存器</a:t>
                      </a:r>
                      <a:endParaRPr sz="2400">
                        <a:latin typeface="Noto Sans Mono CJK HK"/>
                        <a:cs typeface="Noto Sans Mono CJK HK"/>
                      </a:endParaRPr>
                    </a:p>
                  </a:txBody>
                  <a:tcPr marL="0" marR="0" marT="0" marB="0"/>
                </a:tc>
                <a:extLst>
                  <a:ext uri="{0D108BD9-81ED-4DB2-BD59-A6C34878D82A}">
                    <a16:rowId xmlns:a16="http://schemas.microsoft.com/office/drawing/2014/main" val="10003"/>
                  </a:ext>
                </a:extLst>
              </a:tr>
              <a:tr h="438784">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00FF"/>
                          </a:solidFill>
                          <a:latin typeface="Courier New" panose="02070309020205020404"/>
                          <a:cs typeface="Courier New" panose="02070309020205020404"/>
                        </a:rPr>
                        <a:t>AL,</a:t>
                      </a:r>
                      <a:r>
                        <a:rPr sz="2400" u="heavy" spc="-10" dirty="0">
                          <a:solidFill>
                            <a:srgbClr val="0000FF"/>
                          </a:solidFill>
                          <a:uFill>
                            <a:solidFill>
                              <a:srgbClr val="0000FF"/>
                            </a:solidFill>
                          </a:uFill>
                          <a:latin typeface="Courier New" panose="02070309020205020404"/>
                          <a:cs typeface="Courier New" panose="02070309020205020404"/>
                          <a:hlinkClick r:id="rId2" action="ppaction://hlinksldjump"/>
                        </a:rPr>
                        <a:t>19H</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00FF"/>
                          </a:solidFill>
                          <a:latin typeface="Noto Sans Mono CJK HK"/>
                          <a:cs typeface="Noto Sans Mono CJK HK"/>
                        </a:rPr>
                        <a:t>；输出电压</a:t>
                      </a:r>
                      <a:r>
                        <a:rPr sz="2400" spc="-10" dirty="0">
                          <a:solidFill>
                            <a:srgbClr val="0000FF"/>
                          </a:solidFill>
                          <a:latin typeface="Courier New" panose="02070309020205020404"/>
                          <a:cs typeface="Courier New" panose="02070309020205020404"/>
                        </a:rPr>
                        <a:t>-2.0V</a:t>
                      </a:r>
                      <a:r>
                        <a:rPr sz="2400" spc="-10" dirty="0">
                          <a:solidFill>
                            <a:srgbClr val="0000FF"/>
                          </a:solidFill>
                          <a:latin typeface="Noto Sans Mono CJK HK"/>
                          <a:cs typeface="Noto Sans Mono CJK HK"/>
                        </a:rPr>
                        <a:t>对应数字值</a:t>
                      </a:r>
                      <a:endParaRPr sz="2400">
                        <a:latin typeface="Noto Sans Mono CJK HK"/>
                        <a:cs typeface="Noto Sans Mono CJK HK"/>
                      </a:endParaRPr>
                    </a:p>
                  </a:txBody>
                  <a:tcPr marL="0" marR="0" marT="0" marB="0"/>
                </a:tc>
                <a:extLst>
                  <a:ext uri="{0D108BD9-81ED-4DB2-BD59-A6C34878D82A}">
                    <a16:rowId xmlns:a16="http://schemas.microsoft.com/office/drawing/2014/main" val="10004"/>
                  </a:ext>
                </a:extLst>
              </a:tr>
              <a:tr h="438150">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00FF"/>
                          </a:solidFill>
                          <a:latin typeface="Courier New" panose="02070309020205020404"/>
                          <a:cs typeface="Courier New" panose="02070309020205020404"/>
                        </a:rPr>
                        <a:t>DX,04A2H</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00FF"/>
                          </a:solidFill>
                          <a:latin typeface="Noto Sans Mono CJK HK"/>
                          <a:cs typeface="Noto Sans Mono CJK HK"/>
                        </a:rPr>
                        <a:t>；设置👉二片</a:t>
                      </a:r>
                      <a:r>
                        <a:rPr sz="2400" spc="-10" dirty="0">
                          <a:solidFill>
                            <a:srgbClr val="0000FF"/>
                          </a:solidFill>
                          <a:latin typeface="Courier New" panose="02070309020205020404"/>
                          <a:cs typeface="Courier New" panose="02070309020205020404"/>
                        </a:rPr>
                        <a:t>DAC0832</a:t>
                      </a:r>
                      <a:r>
                        <a:rPr sz="2400" spc="-25" dirty="0">
                          <a:solidFill>
                            <a:srgbClr val="0000FF"/>
                          </a:solidFill>
                          <a:latin typeface="Noto Sans Mono CJK HK"/>
                          <a:cs typeface="Noto Sans Mono CJK HK"/>
                        </a:rPr>
                        <a:t>地址</a:t>
                      </a:r>
                      <a:endParaRPr sz="2400">
                        <a:latin typeface="Noto Sans Mono CJK HK"/>
                        <a:cs typeface="Noto Sans Mono CJK HK"/>
                      </a:endParaRPr>
                    </a:p>
                  </a:txBody>
                  <a:tcPr marL="0" marR="0" marT="0" marB="0"/>
                </a:tc>
                <a:extLst>
                  <a:ext uri="{0D108BD9-81ED-4DB2-BD59-A6C34878D82A}">
                    <a16:rowId xmlns:a16="http://schemas.microsoft.com/office/drawing/2014/main" val="10005"/>
                  </a:ext>
                </a:extLst>
              </a:tr>
              <a:tr h="438784">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0000FF"/>
                          </a:solidFill>
                          <a:latin typeface="Courier New" panose="02070309020205020404"/>
                          <a:cs typeface="Courier New" panose="02070309020205020404"/>
                        </a:rPr>
                        <a:t>OUT</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00FF"/>
                          </a:solidFill>
                          <a:latin typeface="Courier New" panose="02070309020205020404"/>
                          <a:cs typeface="Courier New" panose="02070309020205020404"/>
                        </a:rPr>
                        <a:t>DX,AL</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00FF"/>
                          </a:solidFill>
                          <a:latin typeface="Noto Sans Mono CJK HK"/>
                          <a:cs typeface="Noto Sans Mono CJK HK"/>
                        </a:rPr>
                        <a:t>；数据被锁存在</a:t>
                      </a:r>
                      <a:r>
                        <a:rPr sz="2400" spc="-10" dirty="0">
                          <a:solidFill>
                            <a:srgbClr val="0000FF"/>
                          </a:solidFill>
                          <a:latin typeface="Courier New" panose="02070309020205020404"/>
                          <a:cs typeface="Courier New" panose="02070309020205020404"/>
                        </a:rPr>
                        <a:t>8</a:t>
                      </a:r>
                      <a:r>
                        <a:rPr sz="2400" spc="-10" dirty="0">
                          <a:solidFill>
                            <a:srgbClr val="0000FF"/>
                          </a:solidFill>
                          <a:latin typeface="Noto Sans Mono CJK HK"/>
                          <a:cs typeface="Noto Sans Mono CJK HK"/>
                        </a:rPr>
                        <a:t>位输入寄存器</a:t>
                      </a:r>
                      <a:endParaRPr sz="2400">
                        <a:latin typeface="Noto Sans Mono CJK HK"/>
                        <a:cs typeface="Noto Sans Mono CJK HK"/>
                      </a:endParaRPr>
                    </a:p>
                  </a:txBody>
                  <a:tcPr marL="0" marR="0" marT="0" marB="0"/>
                </a:tc>
                <a:extLst>
                  <a:ext uri="{0D108BD9-81ED-4DB2-BD59-A6C34878D82A}">
                    <a16:rowId xmlns:a16="http://schemas.microsoft.com/office/drawing/2014/main" val="10006"/>
                  </a:ext>
                </a:extLst>
              </a:tr>
              <a:tr h="438150">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FF0000"/>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FF0000"/>
                          </a:solidFill>
                          <a:latin typeface="Courier New" panose="02070309020205020404"/>
                          <a:cs typeface="Courier New" panose="02070309020205020404"/>
                        </a:rPr>
                        <a:t>DX,04A4H</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FF0000"/>
                          </a:solidFill>
                          <a:latin typeface="Noto Sans Mono CJK HK"/>
                          <a:cs typeface="Noto Sans Mono CJK HK"/>
                        </a:rPr>
                        <a:t>；设置二片</a:t>
                      </a:r>
                      <a:r>
                        <a:rPr sz="2400" spc="-10" dirty="0">
                          <a:solidFill>
                            <a:srgbClr val="FF0000"/>
                          </a:solidFill>
                          <a:latin typeface="Courier New" panose="02070309020205020404"/>
                          <a:cs typeface="Courier New" panose="02070309020205020404"/>
                        </a:rPr>
                        <a:t>0832</a:t>
                      </a:r>
                      <a:r>
                        <a:rPr sz="2400" spc="-15" dirty="0">
                          <a:solidFill>
                            <a:srgbClr val="FF0000"/>
                          </a:solidFill>
                          <a:latin typeface="Noto Sans Mono CJK HK"/>
                          <a:cs typeface="Noto Sans Mono CJK HK"/>
                        </a:rPr>
                        <a:t>共用地址</a:t>
                      </a:r>
                      <a:endParaRPr sz="2400">
                        <a:latin typeface="Noto Sans Mono CJK HK"/>
                        <a:cs typeface="Noto Sans Mono CJK HK"/>
                      </a:endParaRPr>
                    </a:p>
                  </a:txBody>
                  <a:tcPr marL="0" marR="0" marT="0" marB="0"/>
                </a:tc>
                <a:extLst>
                  <a:ext uri="{0D108BD9-81ED-4DB2-BD59-A6C34878D82A}">
                    <a16:rowId xmlns:a16="http://schemas.microsoft.com/office/drawing/2014/main" val="10007"/>
                  </a:ext>
                </a:extLst>
              </a:tr>
              <a:tr h="438150">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FF0000"/>
                          </a:solidFill>
                          <a:latin typeface="Courier New" panose="02070309020205020404"/>
                          <a:cs typeface="Courier New" panose="02070309020205020404"/>
                        </a:rPr>
                        <a:t>OUT</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FF0000"/>
                          </a:solidFill>
                          <a:latin typeface="Courier New" panose="02070309020205020404"/>
                          <a:cs typeface="Courier New" panose="02070309020205020404"/>
                        </a:rPr>
                        <a:t>DX,AL</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FF0000"/>
                          </a:solidFill>
                          <a:latin typeface="Noto Sans Mono CJK HK"/>
                          <a:cs typeface="Noto Sans Mono CJK HK"/>
                        </a:rPr>
                        <a:t>；启动两片</a:t>
                      </a:r>
                      <a:r>
                        <a:rPr sz="2400" spc="-10" dirty="0">
                          <a:solidFill>
                            <a:srgbClr val="FF0000"/>
                          </a:solidFill>
                          <a:latin typeface="Courier New" panose="02070309020205020404"/>
                          <a:cs typeface="Courier New" panose="02070309020205020404"/>
                        </a:rPr>
                        <a:t>DAC0832</a:t>
                      </a:r>
                      <a:r>
                        <a:rPr sz="2400" spc="-15" dirty="0">
                          <a:solidFill>
                            <a:srgbClr val="FF0000"/>
                          </a:solidFill>
                          <a:latin typeface="Noto Sans Mono CJK HK"/>
                          <a:cs typeface="Noto Sans Mono CJK HK"/>
                        </a:rPr>
                        <a:t>同时转换</a:t>
                      </a:r>
                      <a:endParaRPr sz="2400">
                        <a:latin typeface="Noto Sans Mono CJK HK"/>
                        <a:cs typeface="Noto Sans Mono CJK HK"/>
                      </a:endParaRPr>
                    </a:p>
                  </a:txBody>
                  <a:tcPr marL="0" marR="0" marT="0" marB="0"/>
                </a:tc>
                <a:extLst>
                  <a:ext uri="{0D108BD9-81ED-4DB2-BD59-A6C34878D82A}">
                    <a16:rowId xmlns:a16="http://schemas.microsoft.com/office/drawing/2014/main" val="10008"/>
                  </a:ext>
                </a:extLst>
              </a:tr>
              <a:tr h="438784">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00FF"/>
                          </a:solidFill>
                          <a:latin typeface="Courier New" panose="02070309020205020404"/>
                          <a:cs typeface="Courier New" panose="02070309020205020404"/>
                        </a:rPr>
                        <a:t>AL,0FFH</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00FF"/>
                          </a:solidFill>
                          <a:latin typeface="Noto Sans Mono CJK HK"/>
                          <a:cs typeface="Noto Sans Mono CJK HK"/>
                        </a:rPr>
                        <a:t>；输出电压</a:t>
                      </a:r>
                      <a:r>
                        <a:rPr sz="2400" spc="-10" dirty="0">
                          <a:solidFill>
                            <a:srgbClr val="0000FF"/>
                          </a:solidFill>
                          <a:latin typeface="Courier New" panose="02070309020205020404"/>
                          <a:cs typeface="Courier New" panose="02070309020205020404"/>
                        </a:rPr>
                        <a:t>5V</a:t>
                      </a:r>
                      <a:r>
                        <a:rPr sz="2400" spc="-10" dirty="0">
                          <a:solidFill>
                            <a:srgbClr val="0000FF"/>
                          </a:solidFill>
                          <a:latin typeface="Noto Sans Mono CJK HK"/>
                          <a:cs typeface="Noto Sans Mono CJK HK"/>
                        </a:rPr>
                        <a:t>对应数字值</a:t>
                      </a:r>
                      <a:endParaRPr sz="2400">
                        <a:latin typeface="Noto Sans Mono CJK HK"/>
                        <a:cs typeface="Noto Sans Mono CJK HK"/>
                      </a:endParaRPr>
                    </a:p>
                  </a:txBody>
                  <a:tcPr marL="0" marR="0" marT="0" marB="0"/>
                </a:tc>
                <a:extLst>
                  <a:ext uri="{0D108BD9-81ED-4DB2-BD59-A6C34878D82A}">
                    <a16:rowId xmlns:a16="http://schemas.microsoft.com/office/drawing/2014/main" val="10009"/>
                  </a:ext>
                </a:extLst>
              </a:tr>
              <a:tr h="438784">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00FF"/>
                          </a:solidFill>
                          <a:latin typeface="Courier New" panose="02070309020205020404"/>
                          <a:cs typeface="Courier New" panose="02070309020205020404"/>
                        </a:rPr>
                        <a:t>DX,04A0H</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00FF"/>
                          </a:solidFill>
                          <a:latin typeface="Noto Sans Mono CJK HK"/>
                          <a:cs typeface="Noto Sans Mono CJK HK"/>
                        </a:rPr>
                        <a:t>；设置👉一片</a:t>
                      </a:r>
                      <a:r>
                        <a:rPr sz="2400" spc="-10" dirty="0">
                          <a:solidFill>
                            <a:srgbClr val="0000FF"/>
                          </a:solidFill>
                          <a:latin typeface="Courier New" panose="02070309020205020404"/>
                          <a:cs typeface="Courier New" panose="02070309020205020404"/>
                        </a:rPr>
                        <a:t>DAC0832</a:t>
                      </a:r>
                      <a:r>
                        <a:rPr sz="2400" spc="-25" dirty="0">
                          <a:solidFill>
                            <a:srgbClr val="0000FF"/>
                          </a:solidFill>
                          <a:latin typeface="Noto Sans Mono CJK HK"/>
                          <a:cs typeface="Noto Sans Mono CJK HK"/>
                        </a:rPr>
                        <a:t>地址</a:t>
                      </a:r>
                      <a:endParaRPr sz="2400">
                        <a:latin typeface="Noto Sans Mono CJK HK"/>
                        <a:cs typeface="Noto Sans Mono CJK HK"/>
                      </a:endParaRPr>
                    </a:p>
                  </a:txBody>
                  <a:tcPr marL="0" marR="0" marT="0" marB="0"/>
                </a:tc>
                <a:extLst>
                  <a:ext uri="{0D108BD9-81ED-4DB2-BD59-A6C34878D82A}">
                    <a16:rowId xmlns:a16="http://schemas.microsoft.com/office/drawing/2014/main" val="10010"/>
                  </a:ext>
                </a:extLst>
              </a:tr>
              <a:tr h="391795">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algn="ctr">
                        <a:lnSpc>
                          <a:spcPts val="2845"/>
                        </a:lnSpc>
                      </a:pPr>
                      <a:r>
                        <a:rPr sz="2400" spc="-25" dirty="0">
                          <a:solidFill>
                            <a:srgbClr val="0000FF"/>
                          </a:solidFill>
                          <a:latin typeface="Courier New" panose="02070309020205020404"/>
                          <a:cs typeface="Courier New" panose="02070309020205020404"/>
                        </a:rPr>
                        <a:t>OUT</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00FF"/>
                          </a:solidFill>
                          <a:latin typeface="Courier New" panose="02070309020205020404"/>
                          <a:cs typeface="Courier New" panose="02070309020205020404"/>
                        </a:rPr>
                        <a:t>DX,AL</a:t>
                      </a:r>
                      <a:endParaRPr sz="2400">
                        <a:latin typeface="Courier New" panose="02070309020205020404"/>
                        <a:cs typeface="Courier New" panose="02070309020205020404"/>
                      </a:endParaRPr>
                    </a:p>
                  </a:txBody>
                  <a:tcPr marL="0" marR="0" marT="0" marB="0"/>
                </a:tc>
                <a:tc>
                  <a:txBody>
                    <a:bodyPr/>
                    <a:lstStyle/>
                    <a:p>
                      <a:pPr>
                        <a:lnSpc>
                          <a:spcPct val="100000"/>
                        </a:lnSpc>
                      </a:pPr>
                      <a:endParaRPr sz="23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11"/>
                  </a:ext>
                </a:extLst>
              </a:tr>
            </a:tbl>
          </a:graphicData>
        </a:graphic>
      </p:graphicFrame>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65</a:t>
            </a:fld>
            <a:endParaRPr spc="-25"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54305">
              <a:lnSpc>
                <a:spcPct val="100000"/>
              </a:lnSpc>
              <a:spcBef>
                <a:spcPts val="95"/>
              </a:spcBef>
            </a:pPr>
            <a:r>
              <a:rPr spc="-35" dirty="0"/>
              <a:t>程序(续)</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66</a:t>
            </a:fld>
            <a:endParaRPr spc="-25" dirty="0"/>
          </a:p>
        </p:txBody>
      </p:sp>
      <p:graphicFrame>
        <p:nvGraphicFramePr>
          <p:cNvPr id="3" name="object 3"/>
          <p:cNvGraphicFramePr>
            <a:graphicFrameLocks noGrp="1"/>
          </p:cNvGraphicFramePr>
          <p:nvPr/>
        </p:nvGraphicFramePr>
        <p:xfrm>
          <a:off x="516890" y="1066095"/>
          <a:ext cx="6906259" cy="2526030"/>
        </p:xfrm>
        <a:graphic>
          <a:graphicData uri="http://schemas.openxmlformats.org/drawingml/2006/table">
            <a:tbl>
              <a:tblPr firstRow="1" bandRow="1">
                <a:tableStyleId>{2D5ABB26-0587-4C30-8999-92F81FD0307C}</a:tableStyleId>
              </a:tblPr>
              <a:tblGrid>
                <a:gridCol w="67183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329430">
                  <a:extLst>
                    <a:ext uri="{9D8B030D-6E8A-4147-A177-3AD203B41FA5}">
                      <a16:colId xmlns:a16="http://schemas.microsoft.com/office/drawing/2014/main" val="20002"/>
                    </a:ext>
                  </a:extLst>
                </a:gridCol>
              </a:tblGrid>
              <a:tr h="391795">
                <a:tc>
                  <a:txBody>
                    <a:bodyPr/>
                    <a:lstStyle/>
                    <a:p>
                      <a:pPr marR="51435" algn="ctr">
                        <a:lnSpc>
                          <a:spcPts val="2480"/>
                        </a:lnSpc>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90805">
                        <a:lnSpc>
                          <a:spcPts val="2480"/>
                        </a:lnSpc>
                      </a:pPr>
                      <a:r>
                        <a:rPr sz="2400" spc="-10" dirty="0">
                          <a:solidFill>
                            <a:srgbClr val="0000FF"/>
                          </a:solidFill>
                          <a:latin typeface="Courier New" panose="02070309020205020404"/>
                          <a:cs typeface="Courier New" panose="02070309020205020404"/>
                        </a:rPr>
                        <a:t>AL,0BCH</a:t>
                      </a:r>
                      <a:endParaRPr sz="2400">
                        <a:latin typeface="Courier New" panose="02070309020205020404"/>
                        <a:cs typeface="Courier New" panose="02070309020205020404"/>
                      </a:endParaRPr>
                    </a:p>
                  </a:txBody>
                  <a:tcPr marL="0" marR="0" marT="0" marB="0"/>
                </a:tc>
                <a:tc>
                  <a:txBody>
                    <a:bodyPr/>
                    <a:lstStyle/>
                    <a:p>
                      <a:pPr marL="273685">
                        <a:lnSpc>
                          <a:spcPts val="2480"/>
                        </a:lnSpc>
                      </a:pPr>
                      <a:r>
                        <a:rPr sz="2400" dirty="0">
                          <a:solidFill>
                            <a:srgbClr val="0000FF"/>
                          </a:solidFill>
                          <a:latin typeface="Noto Sans Mono CJK HK"/>
                          <a:cs typeface="Noto Sans Mono CJK HK"/>
                        </a:rPr>
                        <a:t>；输出电压</a:t>
                      </a:r>
                      <a:r>
                        <a:rPr sz="2400" spc="-10" dirty="0">
                          <a:solidFill>
                            <a:srgbClr val="0000FF"/>
                          </a:solidFill>
                          <a:latin typeface="Courier New" panose="02070309020205020404"/>
                          <a:cs typeface="Courier New" panose="02070309020205020404"/>
                        </a:rPr>
                        <a:t>1.2V</a:t>
                      </a:r>
                      <a:r>
                        <a:rPr sz="2400" spc="-10" dirty="0">
                          <a:solidFill>
                            <a:srgbClr val="0000FF"/>
                          </a:solidFill>
                          <a:latin typeface="Noto Sans Mono CJK HK"/>
                          <a:cs typeface="Noto Sans Mono CJK HK"/>
                        </a:rPr>
                        <a:t>对应数字值</a:t>
                      </a:r>
                      <a:endParaRPr sz="2400">
                        <a:latin typeface="Noto Sans Mono CJK HK"/>
                        <a:cs typeface="Noto Sans Mono CJK HK"/>
                      </a:endParaRPr>
                    </a:p>
                  </a:txBody>
                  <a:tcPr marL="0" marR="0" marT="0" marB="0"/>
                </a:tc>
                <a:extLst>
                  <a:ext uri="{0D108BD9-81ED-4DB2-BD59-A6C34878D82A}">
                    <a16:rowId xmlns:a16="http://schemas.microsoft.com/office/drawing/2014/main" val="10000"/>
                  </a:ext>
                </a:extLst>
              </a:tr>
              <a:tr h="433070">
                <a:tc>
                  <a:txBody>
                    <a:bodyPr/>
                    <a:lstStyle/>
                    <a:p>
                      <a:pPr marR="51435" algn="ctr">
                        <a:lnSpc>
                          <a:spcPts val="2845"/>
                        </a:lnSpc>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00FF"/>
                          </a:solidFill>
                          <a:latin typeface="Courier New" panose="02070309020205020404"/>
                          <a:cs typeface="Courier New" panose="02070309020205020404"/>
                        </a:rPr>
                        <a:t>DX,04A2H</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00FF"/>
                          </a:solidFill>
                          <a:latin typeface="Noto Sans Mono CJK HK"/>
                          <a:cs typeface="Noto Sans Mono CJK HK"/>
                        </a:rPr>
                        <a:t>；设置👉二片</a:t>
                      </a:r>
                      <a:r>
                        <a:rPr sz="2400" spc="-10" dirty="0">
                          <a:solidFill>
                            <a:srgbClr val="0000FF"/>
                          </a:solidFill>
                          <a:latin typeface="Courier New" panose="02070309020205020404"/>
                          <a:cs typeface="Courier New" panose="02070309020205020404"/>
                        </a:rPr>
                        <a:t>DAC0832</a:t>
                      </a:r>
                      <a:r>
                        <a:rPr sz="2400" spc="-25" dirty="0">
                          <a:solidFill>
                            <a:srgbClr val="0000FF"/>
                          </a:solidFill>
                          <a:latin typeface="Noto Sans Mono CJK HK"/>
                          <a:cs typeface="Noto Sans Mono CJK HK"/>
                        </a:rPr>
                        <a:t>地址</a:t>
                      </a:r>
                      <a:endParaRPr sz="2400">
                        <a:latin typeface="Noto Sans Mono CJK HK"/>
                        <a:cs typeface="Noto Sans Mono CJK HK"/>
                      </a:endParaRPr>
                    </a:p>
                  </a:txBody>
                  <a:tcPr marL="0" marR="0" marT="0" marB="0"/>
                </a:tc>
                <a:extLst>
                  <a:ext uri="{0D108BD9-81ED-4DB2-BD59-A6C34878D82A}">
                    <a16:rowId xmlns:a16="http://schemas.microsoft.com/office/drawing/2014/main" val="10001"/>
                  </a:ext>
                </a:extLst>
              </a:tr>
              <a:tr h="438150">
                <a:tc>
                  <a:txBody>
                    <a:bodyPr/>
                    <a:lstStyle/>
                    <a:p>
                      <a:pPr marR="51435" algn="ctr">
                        <a:lnSpc>
                          <a:spcPts val="2805"/>
                        </a:lnSpc>
                      </a:pPr>
                      <a:r>
                        <a:rPr sz="2400" spc="-25" dirty="0">
                          <a:solidFill>
                            <a:srgbClr val="0000FF"/>
                          </a:solidFill>
                          <a:latin typeface="Courier New" panose="02070309020205020404"/>
                          <a:cs typeface="Courier New" panose="02070309020205020404"/>
                        </a:rPr>
                        <a:t>OUT</a:t>
                      </a:r>
                      <a:endParaRPr sz="2400">
                        <a:latin typeface="Courier New" panose="02070309020205020404"/>
                        <a:cs typeface="Courier New" panose="02070309020205020404"/>
                      </a:endParaRPr>
                    </a:p>
                  </a:txBody>
                  <a:tcPr marL="0" marR="0" marT="0" marB="0"/>
                </a:tc>
                <a:tc>
                  <a:txBody>
                    <a:bodyPr/>
                    <a:lstStyle/>
                    <a:p>
                      <a:pPr marL="90805">
                        <a:lnSpc>
                          <a:spcPts val="2805"/>
                        </a:lnSpc>
                      </a:pPr>
                      <a:r>
                        <a:rPr sz="2400" spc="-10" dirty="0">
                          <a:solidFill>
                            <a:srgbClr val="0000FF"/>
                          </a:solidFill>
                          <a:latin typeface="Courier New" panose="02070309020205020404"/>
                          <a:cs typeface="Courier New" panose="02070309020205020404"/>
                        </a:rPr>
                        <a:t>DX,AL</a:t>
                      </a:r>
                      <a:endParaRPr sz="2400">
                        <a:latin typeface="Courier New" panose="02070309020205020404"/>
                        <a:cs typeface="Courier New" panose="02070309020205020404"/>
                      </a:endParaRPr>
                    </a:p>
                  </a:txBody>
                  <a:tcPr marL="0" marR="0" marT="0"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2"/>
                  </a:ext>
                </a:extLst>
              </a:tr>
              <a:tr h="443865">
                <a:tc>
                  <a:txBody>
                    <a:bodyPr/>
                    <a:lstStyle/>
                    <a:p>
                      <a:pPr marR="51435" algn="ctr">
                        <a:lnSpc>
                          <a:spcPct val="100000"/>
                        </a:lnSpc>
                        <a:spcBef>
                          <a:spcPts val="5"/>
                        </a:spcBef>
                      </a:pPr>
                      <a:r>
                        <a:rPr sz="2400" spc="-25" dirty="0">
                          <a:solidFill>
                            <a:srgbClr val="0000FF"/>
                          </a:solidFill>
                          <a:latin typeface="Courier New" panose="02070309020205020404"/>
                          <a:cs typeface="Courier New" panose="02070309020205020404"/>
                        </a:rPr>
                        <a:t>MOV</a:t>
                      </a:r>
                      <a:endParaRPr sz="2400">
                        <a:latin typeface="Courier New" panose="02070309020205020404"/>
                        <a:cs typeface="Courier New" panose="02070309020205020404"/>
                      </a:endParaRPr>
                    </a:p>
                  </a:txBody>
                  <a:tcPr marL="0" marR="0" marT="635" marB="0"/>
                </a:tc>
                <a:tc>
                  <a:txBody>
                    <a:bodyPr/>
                    <a:lstStyle/>
                    <a:p>
                      <a:pPr marL="90805">
                        <a:lnSpc>
                          <a:spcPct val="100000"/>
                        </a:lnSpc>
                        <a:spcBef>
                          <a:spcPts val="5"/>
                        </a:spcBef>
                      </a:pPr>
                      <a:r>
                        <a:rPr sz="2400" spc="-10" dirty="0">
                          <a:solidFill>
                            <a:srgbClr val="0000FF"/>
                          </a:solidFill>
                          <a:latin typeface="Courier New" panose="02070309020205020404"/>
                          <a:cs typeface="Courier New" panose="02070309020205020404"/>
                        </a:rPr>
                        <a:t>DX,04A4H</a:t>
                      </a:r>
                      <a:endParaRPr sz="2400">
                        <a:latin typeface="Courier New" panose="02070309020205020404"/>
                        <a:cs typeface="Courier New" panose="02070309020205020404"/>
                      </a:endParaRPr>
                    </a:p>
                  </a:txBody>
                  <a:tcPr marL="0" marR="0" marT="635" marB="0"/>
                </a:tc>
                <a:tc>
                  <a:txBody>
                    <a:bodyPr/>
                    <a:lstStyle/>
                    <a:p>
                      <a:pPr marL="273685">
                        <a:lnSpc>
                          <a:spcPct val="100000"/>
                        </a:lnSpc>
                        <a:spcBef>
                          <a:spcPts val="5"/>
                        </a:spcBef>
                      </a:pPr>
                      <a:r>
                        <a:rPr sz="2400" dirty="0">
                          <a:solidFill>
                            <a:srgbClr val="0000FF"/>
                          </a:solidFill>
                          <a:latin typeface="Noto Sans Mono CJK HK"/>
                          <a:cs typeface="Noto Sans Mono CJK HK"/>
                        </a:rPr>
                        <a:t>；设置二片</a:t>
                      </a:r>
                      <a:r>
                        <a:rPr sz="2400" spc="-10" dirty="0">
                          <a:solidFill>
                            <a:srgbClr val="0000FF"/>
                          </a:solidFill>
                          <a:latin typeface="Courier New" panose="02070309020205020404"/>
                          <a:cs typeface="Courier New" panose="02070309020205020404"/>
                        </a:rPr>
                        <a:t>DAC0832</a:t>
                      </a:r>
                      <a:r>
                        <a:rPr sz="2400" spc="-15" dirty="0">
                          <a:solidFill>
                            <a:srgbClr val="0000FF"/>
                          </a:solidFill>
                          <a:latin typeface="Noto Sans Mono CJK HK"/>
                          <a:cs typeface="Noto Sans Mono CJK HK"/>
                        </a:rPr>
                        <a:t>共用地址</a:t>
                      </a:r>
                      <a:endParaRPr sz="2400">
                        <a:latin typeface="Noto Sans Mono CJK HK"/>
                        <a:cs typeface="Noto Sans Mono CJK HK"/>
                      </a:endParaRPr>
                    </a:p>
                  </a:txBody>
                  <a:tcPr marL="0" marR="0" marT="635" marB="0"/>
                </a:tc>
                <a:extLst>
                  <a:ext uri="{0D108BD9-81ED-4DB2-BD59-A6C34878D82A}">
                    <a16:rowId xmlns:a16="http://schemas.microsoft.com/office/drawing/2014/main" val="10003"/>
                  </a:ext>
                </a:extLst>
              </a:tr>
              <a:tr h="433070">
                <a:tc>
                  <a:txBody>
                    <a:bodyPr/>
                    <a:lstStyle/>
                    <a:p>
                      <a:pPr marR="51435" algn="ctr">
                        <a:lnSpc>
                          <a:spcPts val="2845"/>
                        </a:lnSpc>
                      </a:pPr>
                      <a:r>
                        <a:rPr sz="2400" spc="-25" dirty="0">
                          <a:solidFill>
                            <a:srgbClr val="0000FF"/>
                          </a:solidFill>
                          <a:latin typeface="Courier New" panose="02070309020205020404"/>
                          <a:cs typeface="Courier New" panose="02070309020205020404"/>
                        </a:rPr>
                        <a:t>OUT</a:t>
                      </a:r>
                      <a:endParaRPr sz="2400">
                        <a:latin typeface="Courier New" panose="02070309020205020404"/>
                        <a:cs typeface="Courier New" panose="02070309020205020404"/>
                      </a:endParaRPr>
                    </a:p>
                  </a:txBody>
                  <a:tcPr marL="0" marR="0" marT="0" marB="0"/>
                </a:tc>
                <a:tc>
                  <a:txBody>
                    <a:bodyPr/>
                    <a:lstStyle/>
                    <a:p>
                      <a:pPr marL="90805">
                        <a:lnSpc>
                          <a:spcPts val="2845"/>
                        </a:lnSpc>
                      </a:pPr>
                      <a:r>
                        <a:rPr sz="2400" spc="-10" dirty="0">
                          <a:solidFill>
                            <a:srgbClr val="0000FF"/>
                          </a:solidFill>
                          <a:latin typeface="Courier New" panose="02070309020205020404"/>
                          <a:cs typeface="Courier New" panose="02070309020205020404"/>
                        </a:rPr>
                        <a:t>DX,AL</a:t>
                      </a:r>
                      <a:endParaRPr sz="2400">
                        <a:latin typeface="Courier New" panose="02070309020205020404"/>
                        <a:cs typeface="Courier New" panose="02070309020205020404"/>
                      </a:endParaRPr>
                    </a:p>
                  </a:txBody>
                  <a:tcPr marL="0" marR="0" marT="0" marB="0"/>
                </a:tc>
                <a:tc>
                  <a:txBody>
                    <a:bodyPr/>
                    <a:lstStyle/>
                    <a:p>
                      <a:pPr marL="273685">
                        <a:lnSpc>
                          <a:spcPts val="2845"/>
                        </a:lnSpc>
                      </a:pPr>
                      <a:r>
                        <a:rPr sz="2400" dirty="0">
                          <a:solidFill>
                            <a:srgbClr val="0000FF"/>
                          </a:solidFill>
                          <a:latin typeface="Noto Sans Mono CJK HK"/>
                          <a:cs typeface="Noto Sans Mono CJK HK"/>
                        </a:rPr>
                        <a:t>；启动两片</a:t>
                      </a:r>
                      <a:r>
                        <a:rPr sz="2400" spc="-10" dirty="0">
                          <a:solidFill>
                            <a:srgbClr val="0000FF"/>
                          </a:solidFill>
                          <a:latin typeface="Courier New" panose="02070309020205020404"/>
                          <a:cs typeface="Courier New" panose="02070309020205020404"/>
                        </a:rPr>
                        <a:t>DAC0832</a:t>
                      </a:r>
                      <a:r>
                        <a:rPr sz="2400" spc="-15" dirty="0">
                          <a:solidFill>
                            <a:srgbClr val="0000FF"/>
                          </a:solidFill>
                          <a:latin typeface="Noto Sans Mono CJK HK"/>
                          <a:cs typeface="Noto Sans Mono CJK HK"/>
                        </a:rPr>
                        <a:t>同时转换</a:t>
                      </a:r>
                      <a:endParaRPr sz="2400">
                        <a:latin typeface="Noto Sans Mono CJK HK"/>
                        <a:cs typeface="Noto Sans Mono CJK HK"/>
                      </a:endParaRPr>
                    </a:p>
                  </a:txBody>
                  <a:tcPr marL="0" marR="0" marT="0" marB="0"/>
                </a:tc>
                <a:extLst>
                  <a:ext uri="{0D108BD9-81ED-4DB2-BD59-A6C34878D82A}">
                    <a16:rowId xmlns:a16="http://schemas.microsoft.com/office/drawing/2014/main" val="10004"/>
                  </a:ext>
                </a:extLst>
              </a:tr>
              <a:tr h="386080">
                <a:tc>
                  <a:txBody>
                    <a:bodyPr/>
                    <a:lstStyle/>
                    <a:p>
                      <a:pPr marR="51435" algn="ctr">
                        <a:lnSpc>
                          <a:spcPts val="2805"/>
                        </a:lnSpc>
                      </a:pPr>
                      <a:r>
                        <a:rPr sz="2400" spc="-25" dirty="0">
                          <a:solidFill>
                            <a:srgbClr val="0000FF"/>
                          </a:solidFill>
                          <a:latin typeface="Courier New" panose="02070309020205020404"/>
                          <a:cs typeface="Courier New" panose="02070309020205020404"/>
                        </a:rPr>
                        <a:t>JMP</a:t>
                      </a:r>
                      <a:endParaRPr sz="2400">
                        <a:latin typeface="Courier New" panose="02070309020205020404"/>
                        <a:cs typeface="Courier New" panose="02070309020205020404"/>
                      </a:endParaRPr>
                    </a:p>
                  </a:txBody>
                  <a:tcPr marL="0" marR="0" marT="0" marB="0"/>
                </a:tc>
                <a:tc>
                  <a:txBody>
                    <a:bodyPr/>
                    <a:lstStyle/>
                    <a:p>
                      <a:pPr marL="90805">
                        <a:lnSpc>
                          <a:spcPts val="2805"/>
                        </a:lnSpc>
                      </a:pPr>
                      <a:r>
                        <a:rPr sz="2400" spc="-25" dirty="0">
                          <a:solidFill>
                            <a:srgbClr val="0000FF"/>
                          </a:solidFill>
                          <a:latin typeface="Courier New" panose="02070309020205020404"/>
                          <a:cs typeface="Courier New" panose="02070309020205020404"/>
                        </a:rPr>
                        <a:t>AA1</a:t>
                      </a:r>
                      <a:endParaRPr sz="2400">
                        <a:latin typeface="Courier New" panose="02070309020205020404"/>
                        <a:cs typeface="Courier New" panose="02070309020205020404"/>
                      </a:endParaRPr>
                    </a:p>
                  </a:txBody>
                  <a:tcPr marL="0" marR="0" marT="0" marB="0"/>
                </a:tc>
                <a:tc>
                  <a:txBody>
                    <a:bodyPr/>
                    <a:lstStyle/>
                    <a:p>
                      <a:pPr>
                        <a:lnSpc>
                          <a:spcPct val="100000"/>
                        </a:lnSpc>
                      </a:pPr>
                      <a:endParaRPr sz="24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990" y="118668"/>
            <a:ext cx="5872480" cy="451484"/>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00CC"/>
                </a:solidFill>
                <a:latin typeface="Arial" panose="020B0604020202020204"/>
                <a:cs typeface="Arial" panose="020B0604020202020204"/>
              </a:rPr>
              <a:t>7</a:t>
            </a:r>
            <a:r>
              <a:rPr sz="2800" spc="50" dirty="0">
                <a:solidFill>
                  <a:srgbClr val="0000CC"/>
                </a:solidFill>
                <a:latin typeface="Arial" panose="020B0604020202020204"/>
                <a:cs typeface="Arial" panose="020B0604020202020204"/>
              </a:rPr>
              <a:t>. </a:t>
            </a:r>
            <a:r>
              <a:rPr sz="2800" spc="-20" dirty="0">
                <a:solidFill>
                  <a:srgbClr val="0000CC"/>
                </a:solidFill>
                <a:latin typeface="Arial" panose="020B0604020202020204"/>
                <a:cs typeface="Arial" panose="020B0604020202020204"/>
              </a:rPr>
              <a:t>DAC0832</a:t>
            </a:r>
            <a:r>
              <a:rPr sz="2800" spc="-35" dirty="0">
                <a:solidFill>
                  <a:srgbClr val="0000CC"/>
                </a:solidFill>
                <a:latin typeface="Noto Sans Mono CJK HK"/>
                <a:cs typeface="Noto Sans Mono CJK HK"/>
              </a:rPr>
              <a:t>的接口设计：地线的连接</a:t>
            </a:r>
            <a:endParaRPr sz="2800">
              <a:latin typeface="Noto Sans Mono CJK HK"/>
              <a:cs typeface="Noto Sans Mono CJK HK"/>
            </a:endParaRPr>
          </a:p>
        </p:txBody>
      </p:sp>
      <p:sp>
        <p:nvSpPr>
          <p:cNvPr id="3" name="object 3"/>
          <p:cNvSpPr txBox="1"/>
          <p:nvPr/>
        </p:nvSpPr>
        <p:spPr>
          <a:xfrm>
            <a:off x="554990" y="1044727"/>
            <a:ext cx="8072120" cy="1397000"/>
          </a:xfrm>
          <a:prstGeom prst="rect">
            <a:avLst/>
          </a:prstGeom>
        </p:spPr>
        <p:txBody>
          <a:bodyPr vert="horz" wrap="square" lIns="0" tIns="12700" rIns="0" bIns="0" rtlCol="0">
            <a:spAutoFit/>
          </a:bodyPr>
          <a:lstStyle/>
          <a:p>
            <a:pPr marL="908050" marR="5080" indent="-895350" algn="just">
              <a:lnSpc>
                <a:spcPct val="125000"/>
              </a:lnSpc>
              <a:spcBef>
                <a:spcPts val="100"/>
              </a:spcBef>
            </a:pPr>
            <a:r>
              <a:rPr sz="2400" spc="-5" dirty="0">
                <a:solidFill>
                  <a:srgbClr val="0000CC"/>
                </a:solidFill>
                <a:latin typeface="Noto Sans Mono CJK HK"/>
                <a:cs typeface="Noto Sans Mono CJK HK"/>
              </a:rPr>
              <a:t>共地：将所有的数字地连在一起，所有的模拟地连在一起，</a:t>
            </a:r>
            <a:r>
              <a:rPr sz="2400" spc="45" dirty="0">
                <a:solidFill>
                  <a:srgbClr val="0000CC"/>
                </a:solidFill>
                <a:latin typeface="Noto Sans Mono CJK HK"/>
                <a:cs typeface="Noto Sans Mono CJK HK"/>
              </a:rPr>
              <a:t>然后再用一个“共地点”，把模拟地与数字地连在一</a:t>
            </a:r>
            <a:r>
              <a:rPr sz="2400" spc="-10" dirty="0">
                <a:solidFill>
                  <a:srgbClr val="0000CC"/>
                </a:solidFill>
                <a:latin typeface="Noto Sans Mono CJK HK"/>
                <a:cs typeface="Noto Sans Mono CJK HK"/>
              </a:rPr>
              <a:t>起，以防干扰。</a:t>
            </a:r>
            <a:endParaRPr sz="2400">
              <a:latin typeface="Noto Sans Mono CJK HK"/>
              <a:cs typeface="Noto Sans Mono CJK HK"/>
            </a:endParaRPr>
          </a:p>
        </p:txBody>
      </p:sp>
      <p:pic>
        <p:nvPicPr>
          <p:cNvPr id="4" name="object 4"/>
          <p:cNvPicPr/>
          <p:nvPr/>
        </p:nvPicPr>
        <p:blipFill>
          <a:blip r:embed="rId2" cstate="print"/>
          <a:stretch>
            <a:fillRect/>
          </a:stretch>
        </p:blipFill>
        <p:spPr>
          <a:xfrm>
            <a:off x="1286255" y="2753867"/>
            <a:ext cx="6886956" cy="2389631"/>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67</a:t>
            </a:fld>
            <a:endParaRPr spc="-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0268" y="158915"/>
            <a:ext cx="4806315" cy="442595"/>
          </a:xfrm>
          <a:prstGeom prst="rect">
            <a:avLst/>
          </a:prstGeom>
        </p:spPr>
        <p:txBody>
          <a:bodyPr vert="horz" wrap="square" lIns="0" tIns="12065" rIns="0" bIns="0" rtlCol="0">
            <a:spAutoFit/>
          </a:bodyPr>
          <a:lstStyle/>
          <a:p>
            <a:pPr marL="12700">
              <a:lnSpc>
                <a:spcPct val="100000"/>
              </a:lnSpc>
              <a:spcBef>
                <a:spcPts val="95"/>
              </a:spcBef>
              <a:tabLst>
                <a:tab pos="1198245" algn="l"/>
              </a:tabLst>
            </a:pPr>
            <a:r>
              <a:rPr spc="-10" dirty="0">
                <a:latin typeface="Arial" panose="020B0604020202020204"/>
                <a:cs typeface="Arial" panose="020B0604020202020204"/>
              </a:rPr>
              <a:t>9.2.7</a:t>
            </a:r>
            <a:r>
              <a:rPr dirty="0">
                <a:latin typeface="Arial" panose="020B0604020202020204"/>
                <a:cs typeface="Arial" panose="020B0604020202020204"/>
              </a:rPr>
              <a:t>	</a:t>
            </a:r>
            <a:r>
              <a:rPr spc="-20" dirty="0">
                <a:latin typeface="Arial" panose="020B0604020202020204"/>
                <a:cs typeface="Arial" panose="020B0604020202020204"/>
              </a:rPr>
              <a:t>DAC</a:t>
            </a:r>
            <a:r>
              <a:rPr spc="-35" dirty="0"/>
              <a:t>芯片与主机的连接</a:t>
            </a:r>
          </a:p>
        </p:txBody>
      </p:sp>
      <p:grpSp>
        <p:nvGrpSpPr>
          <p:cNvPr id="3" name="object 3"/>
          <p:cNvGrpSpPr/>
          <p:nvPr/>
        </p:nvGrpSpPr>
        <p:grpSpPr>
          <a:xfrm>
            <a:off x="1106424" y="1601724"/>
            <a:ext cx="7452359" cy="3898900"/>
            <a:chOff x="1106424" y="1601724"/>
            <a:chExt cx="7452359" cy="3898900"/>
          </a:xfrm>
        </p:grpSpPr>
        <p:pic>
          <p:nvPicPr>
            <p:cNvPr id="4" name="object 4"/>
            <p:cNvPicPr/>
            <p:nvPr/>
          </p:nvPicPr>
          <p:blipFill>
            <a:blip r:embed="rId2" cstate="print"/>
            <a:stretch>
              <a:fillRect/>
            </a:stretch>
          </p:blipFill>
          <p:spPr>
            <a:xfrm>
              <a:off x="1106424" y="1601724"/>
              <a:ext cx="7220711" cy="3898391"/>
            </a:xfrm>
            <a:prstGeom prst="rect">
              <a:avLst/>
            </a:prstGeom>
          </p:spPr>
        </p:pic>
        <p:sp>
          <p:nvSpPr>
            <p:cNvPr id="5" name="object 5"/>
            <p:cNvSpPr/>
            <p:nvPr/>
          </p:nvSpPr>
          <p:spPr>
            <a:xfrm>
              <a:off x="6976301" y="4784559"/>
              <a:ext cx="1582420" cy="628015"/>
            </a:xfrm>
            <a:custGeom>
              <a:avLst/>
              <a:gdLst/>
              <a:ahLst/>
              <a:cxnLst/>
              <a:rect l="l" t="t" r="r" b="b"/>
              <a:pathLst>
                <a:path w="1582420" h="628014">
                  <a:moveTo>
                    <a:pt x="1582115" y="6527"/>
                  </a:moveTo>
                  <a:lnTo>
                    <a:pt x="1575168" y="0"/>
                  </a:lnTo>
                  <a:lnTo>
                    <a:pt x="994244" y="617004"/>
                  </a:lnTo>
                  <a:lnTo>
                    <a:pt x="592518" y="660"/>
                  </a:lnTo>
                  <a:lnTo>
                    <a:pt x="588530" y="3263"/>
                  </a:lnTo>
                  <a:lnTo>
                    <a:pt x="585063" y="0"/>
                  </a:lnTo>
                  <a:lnTo>
                    <a:pt x="0" y="621398"/>
                  </a:lnTo>
                  <a:lnTo>
                    <a:pt x="6934" y="627926"/>
                  </a:lnTo>
                  <a:lnTo>
                    <a:pt x="587844" y="10947"/>
                  </a:lnTo>
                  <a:lnTo>
                    <a:pt x="989584" y="627265"/>
                  </a:lnTo>
                  <a:lnTo>
                    <a:pt x="993571" y="624662"/>
                  </a:lnTo>
                  <a:lnTo>
                    <a:pt x="997038" y="627926"/>
                  </a:lnTo>
                  <a:lnTo>
                    <a:pt x="1582115" y="6527"/>
                  </a:lnTo>
                  <a:close/>
                </a:path>
              </a:pathLst>
            </a:custGeom>
            <a:solidFill>
              <a:srgbClr val="0000FF"/>
            </a:solidFill>
          </p:spPr>
          <p:txBody>
            <a:bodyPr wrap="square" lIns="0" tIns="0" rIns="0" bIns="0" rtlCol="0"/>
            <a:lstStyle/>
            <a:p>
              <a:endParaRPr/>
            </a:p>
          </p:txBody>
        </p:sp>
      </p:grpSp>
      <p:sp>
        <p:nvSpPr>
          <p:cNvPr id="6" name="object 6"/>
          <p:cNvSpPr txBox="1"/>
          <p:nvPr/>
        </p:nvSpPr>
        <p:spPr>
          <a:xfrm>
            <a:off x="555282" y="1064501"/>
            <a:ext cx="818007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CC"/>
                </a:solidFill>
                <a:latin typeface="Noto Sans Mono CJK HK"/>
                <a:cs typeface="Noto Sans Mono CJK HK"/>
              </a:rPr>
              <a:t>超过</a:t>
            </a:r>
            <a:r>
              <a:rPr sz="2400" spc="-25" dirty="0">
                <a:solidFill>
                  <a:srgbClr val="0000CC"/>
                </a:solidFill>
                <a:latin typeface="Tahoma" panose="020B0604030504040204"/>
                <a:cs typeface="Tahoma" panose="020B0604030504040204"/>
              </a:rPr>
              <a:t>8</a:t>
            </a:r>
            <a:r>
              <a:rPr sz="2400" dirty="0">
                <a:solidFill>
                  <a:srgbClr val="0000CC"/>
                </a:solidFill>
                <a:latin typeface="Noto Sans Mono CJK HK"/>
                <a:cs typeface="Noto Sans Mono CJK HK"/>
              </a:rPr>
              <a:t>位的</a:t>
            </a:r>
            <a:r>
              <a:rPr sz="2400" dirty="0">
                <a:solidFill>
                  <a:srgbClr val="0000CC"/>
                </a:solidFill>
                <a:latin typeface="Tahoma" panose="020B0604030504040204"/>
                <a:cs typeface="Tahoma" panose="020B0604030504040204"/>
              </a:rPr>
              <a:t>D/A</a:t>
            </a:r>
            <a:r>
              <a:rPr sz="2400" dirty="0">
                <a:solidFill>
                  <a:srgbClr val="0000CC"/>
                </a:solidFill>
                <a:latin typeface="Noto Sans Mono CJK HK"/>
                <a:cs typeface="Noto Sans Mono CJK HK"/>
              </a:rPr>
              <a:t>转换器的连接（假设系统数据总线宽度为</a:t>
            </a:r>
            <a:r>
              <a:rPr sz="2400" spc="-25" dirty="0">
                <a:solidFill>
                  <a:srgbClr val="0000CC"/>
                </a:solidFill>
                <a:latin typeface="Tahoma" panose="020B0604030504040204"/>
                <a:cs typeface="Tahoma" panose="020B0604030504040204"/>
              </a:rPr>
              <a:t>8</a:t>
            </a:r>
            <a:r>
              <a:rPr sz="2400" dirty="0">
                <a:solidFill>
                  <a:srgbClr val="0000CC"/>
                </a:solidFill>
                <a:latin typeface="Noto Sans Mono CJK HK"/>
                <a:cs typeface="Noto Sans Mono CJK HK"/>
              </a:rPr>
              <a:t>位</a:t>
            </a:r>
            <a:r>
              <a:rPr sz="2400" spc="-50" dirty="0">
                <a:solidFill>
                  <a:srgbClr val="0000CC"/>
                </a:solidFill>
                <a:latin typeface="Noto Sans Mono CJK HK"/>
                <a:cs typeface="Noto Sans Mono CJK HK"/>
              </a:rPr>
              <a:t>）</a:t>
            </a:r>
            <a:endParaRPr sz="2400">
              <a:latin typeface="Noto Sans Mono CJK HK"/>
              <a:cs typeface="Noto Sans Mono CJK HK"/>
            </a:endParaRPr>
          </a:p>
        </p:txBody>
      </p:sp>
      <p:grpSp>
        <p:nvGrpSpPr>
          <p:cNvPr id="7" name="object 7"/>
          <p:cNvGrpSpPr/>
          <p:nvPr/>
        </p:nvGrpSpPr>
        <p:grpSpPr>
          <a:xfrm>
            <a:off x="2497124" y="5584481"/>
            <a:ext cx="5834380" cy="566420"/>
            <a:chOff x="2497124" y="5584481"/>
            <a:chExt cx="5834380" cy="566420"/>
          </a:xfrm>
        </p:grpSpPr>
        <p:sp>
          <p:nvSpPr>
            <p:cNvPr id="8" name="object 8"/>
            <p:cNvSpPr/>
            <p:nvPr/>
          </p:nvSpPr>
          <p:spPr>
            <a:xfrm>
              <a:off x="2502407" y="5588507"/>
              <a:ext cx="5824855" cy="558165"/>
            </a:xfrm>
            <a:custGeom>
              <a:avLst/>
              <a:gdLst/>
              <a:ahLst/>
              <a:cxnLst/>
              <a:rect l="l" t="t" r="r" b="b"/>
              <a:pathLst>
                <a:path w="5824855" h="558164">
                  <a:moveTo>
                    <a:pt x="5731764" y="557783"/>
                  </a:moveTo>
                  <a:lnTo>
                    <a:pt x="92964" y="557783"/>
                  </a:lnTo>
                  <a:lnTo>
                    <a:pt x="56408" y="550682"/>
                  </a:lnTo>
                  <a:lnTo>
                    <a:pt x="26741" y="530833"/>
                  </a:lnTo>
                  <a:lnTo>
                    <a:pt x="6944" y="501218"/>
                  </a:lnTo>
                  <a:lnTo>
                    <a:pt x="0" y="464819"/>
                  </a:lnTo>
                  <a:lnTo>
                    <a:pt x="0" y="92963"/>
                  </a:lnTo>
                  <a:lnTo>
                    <a:pt x="6944" y="57180"/>
                  </a:lnTo>
                  <a:lnTo>
                    <a:pt x="26741" y="27770"/>
                  </a:lnTo>
                  <a:lnTo>
                    <a:pt x="56408" y="7715"/>
                  </a:lnTo>
                  <a:lnTo>
                    <a:pt x="92964" y="0"/>
                  </a:lnTo>
                  <a:lnTo>
                    <a:pt x="5731764" y="0"/>
                  </a:lnTo>
                  <a:lnTo>
                    <a:pt x="5767661" y="7715"/>
                  </a:lnTo>
                  <a:lnTo>
                    <a:pt x="5797110" y="27770"/>
                  </a:lnTo>
                  <a:lnTo>
                    <a:pt x="5817126" y="57180"/>
                  </a:lnTo>
                  <a:lnTo>
                    <a:pt x="5824728" y="92963"/>
                  </a:lnTo>
                  <a:lnTo>
                    <a:pt x="5824728" y="464819"/>
                  </a:lnTo>
                  <a:lnTo>
                    <a:pt x="5817126" y="501218"/>
                  </a:lnTo>
                  <a:lnTo>
                    <a:pt x="5797110" y="530833"/>
                  </a:lnTo>
                  <a:lnTo>
                    <a:pt x="5767661" y="550682"/>
                  </a:lnTo>
                  <a:lnTo>
                    <a:pt x="5731764" y="557783"/>
                  </a:lnTo>
                  <a:close/>
                </a:path>
              </a:pathLst>
            </a:custGeom>
            <a:solidFill>
              <a:srgbClr val="3366FF"/>
            </a:solidFill>
          </p:spPr>
          <p:txBody>
            <a:bodyPr wrap="square" lIns="0" tIns="0" rIns="0" bIns="0" rtlCol="0"/>
            <a:lstStyle/>
            <a:p>
              <a:endParaRPr/>
            </a:p>
          </p:txBody>
        </p:sp>
        <p:sp>
          <p:nvSpPr>
            <p:cNvPr id="9" name="object 9"/>
            <p:cNvSpPr/>
            <p:nvPr/>
          </p:nvSpPr>
          <p:spPr>
            <a:xfrm>
              <a:off x="2497124" y="5584481"/>
              <a:ext cx="5834380" cy="566420"/>
            </a:xfrm>
            <a:custGeom>
              <a:avLst/>
              <a:gdLst/>
              <a:ahLst/>
              <a:cxnLst/>
              <a:rect l="l" t="t" r="r" b="b"/>
              <a:pathLst>
                <a:path w="5834380" h="566420">
                  <a:moveTo>
                    <a:pt x="5746432" y="566420"/>
                  </a:moveTo>
                  <a:lnTo>
                    <a:pt x="92405" y="566420"/>
                  </a:lnTo>
                  <a:lnTo>
                    <a:pt x="87452" y="565150"/>
                  </a:lnTo>
                  <a:lnTo>
                    <a:pt x="82562" y="565150"/>
                  </a:lnTo>
                  <a:lnTo>
                    <a:pt x="73025" y="562610"/>
                  </a:lnTo>
                  <a:lnTo>
                    <a:pt x="59423" y="558800"/>
                  </a:lnTo>
                  <a:lnTo>
                    <a:pt x="55092" y="556260"/>
                  </a:lnTo>
                  <a:lnTo>
                    <a:pt x="50888" y="554989"/>
                  </a:lnTo>
                  <a:lnTo>
                    <a:pt x="46799" y="552450"/>
                  </a:lnTo>
                  <a:lnTo>
                    <a:pt x="42849" y="549910"/>
                  </a:lnTo>
                  <a:lnTo>
                    <a:pt x="39014" y="547370"/>
                  </a:lnTo>
                  <a:lnTo>
                    <a:pt x="35331" y="543560"/>
                  </a:lnTo>
                  <a:lnTo>
                    <a:pt x="31800" y="541020"/>
                  </a:lnTo>
                  <a:lnTo>
                    <a:pt x="28562" y="537210"/>
                  </a:lnTo>
                  <a:lnTo>
                    <a:pt x="25184" y="534670"/>
                  </a:lnTo>
                  <a:lnTo>
                    <a:pt x="22110" y="530860"/>
                  </a:lnTo>
                  <a:lnTo>
                    <a:pt x="9461" y="510539"/>
                  </a:lnTo>
                  <a:lnTo>
                    <a:pt x="7518" y="506729"/>
                  </a:lnTo>
                  <a:lnTo>
                    <a:pt x="5765" y="501650"/>
                  </a:lnTo>
                  <a:lnTo>
                    <a:pt x="4241" y="497839"/>
                  </a:lnTo>
                  <a:lnTo>
                    <a:pt x="2984" y="492760"/>
                  </a:lnTo>
                  <a:lnTo>
                    <a:pt x="990" y="483870"/>
                  </a:lnTo>
                  <a:lnTo>
                    <a:pt x="393" y="478789"/>
                  </a:lnTo>
                  <a:lnTo>
                    <a:pt x="0" y="473710"/>
                  </a:lnTo>
                  <a:lnTo>
                    <a:pt x="0" y="92710"/>
                  </a:lnTo>
                  <a:lnTo>
                    <a:pt x="5765" y="63500"/>
                  </a:lnTo>
                  <a:lnTo>
                    <a:pt x="7607" y="58420"/>
                  </a:lnTo>
                  <a:lnTo>
                    <a:pt x="9563" y="54610"/>
                  </a:lnTo>
                  <a:lnTo>
                    <a:pt x="11734" y="50800"/>
                  </a:lnTo>
                  <a:lnTo>
                    <a:pt x="14084" y="45720"/>
                  </a:lnTo>
                  <a:lnTo>
                    <a:pt x="16624" y="41910"/>
                  </a:lnTo>
                  <a:lnTo>
                    <a:pt x="19354" y="38100"/>
                  </a:lnTo>
                  <a:lnTo>
                    <a:pt x="22263" y="34289"/>
                  </a:lnTo>
                  <a:lnTo>
                    <a:pt x="25336" y="31750"/>
                  </a:lnTo>
                  <a:lnTo>
                    <a:pt x="28562" y="27939"/>
                  </a:lnTo>
                  <a:lnTo>
                    <a:pt x="47002" y="13970"/>
                  </a:lnTo>
                  <a:lnTo>
                    <a:pt x="50888" y="11429"/>
                  </a:lnTo>
                  <a:lnTo>
                    <a:pt x="55308" y="8889"/>
                  </a:lnTo>
                  <a:lnTo>
                    <a:pt x="59639" y="7620"/>
                  </a:lnTo>
                  <a:lnTo>
                    <a:pt x="64071" y="5079"/>
                  </a:lnTo>
                  <a:lnTo>
                    <a:pt x="73025" y="2539"/>
                  </a:lnTo>
                  <a:lnTo>
                    <a:pt x="82804" y="0"/>
                  </a:lnTo>
                  <a:lnTo>
                    <a:pt x="5751563" y="0"/>
                  </a:lnTo>
                  <a:lnTo>
                    <a:pt x="5765723" y="3810"/>
                  </a:lnTo>
                  <a:lnTo>
                    <a:pt x="5770041" y="5079"/>
                  </a:lnTo>
                  <a:lnTo>
                    <a:pt x="5774689" y="7620"/>
                  </a:lnTo>
                  <a:lnTo>
                    <a:pt x="5779020" y="8889"/>
                  </a:lnTo>
                  <a:lnTo>
                    <a:pt x="88646" y="8889"/>
                  </a:lnTo>
                  <a:lnTo>
                    <a:pt x="83997" y="10160"/>
                  </a:lnTo>
                  <a:lnTo>
                    <a:pt x="79895" y="10160"/>
                  </a:lnTo>
                  <a:lnTo>
                    <a:pt x="75399" y="11429"/>
                  </a:lnTo>
                  <a:lnTo>
                    <a:pt x="75628" y="11429"/>
                  </a:lnTo>
                  <a:lnTo>
                    <a:pt x="71221" y="12700"/>
                  </a:lnTo>
                  <a:lnTo>
                    <a:pt x="71450" y="12700"/>
                  </a:lnTo>
                  <a:lnTo>
                    <a:pt x="67132" y="13970"/>
                  </a:lnTo>
                  <a:lnTo>
                    <a:pt x="67348" y="13970"/>
                  </a:lnTo>
                  <a:lnTo>
                    <a:pt x="63131" y="15239"/>
                  </a:lnTo>
                  <a:lnTo>
                    <a:pt x="63347" y="15239"/>
                  </a:lnTo>
                  <a:lnTo>
                    <a:pt x="59232" y="17779"/>
                  </a:lnTo>
                  <a:lnTo>
                    <a:pt x="59436" y="17779"/>
                  </a:lnTo>
                  <a:lnTo>
                    <a:pt x="55435" y="19050"/>
                  </a:lnTo>
                  <a:lnTo>
                    <a:pt x="55638" y="19050"/>
                  </a:lnTo>
                  <a:lnTo>
                    <a:pt x="51752" y="21589"/>
                  </a:lnTo>
                  <a:lnTo>
                    <a:pt x="51943" y="21589"/>
                  </a:lnTo>
                  <a:lnTo>
                    <a:pt x="48171" y="24129"/>
                  </a:lnTo>
                  <a:lnTo>
                    <a:pt x="48361" y="24129"/>
                  </a:lnTo>
                  <a:lnTo>
                    <a:pt x="44716" y="26670"/>
                  </a:lnTo>
                  <a:lnTo>
                    <a:pt x="44907" y="26670"/>
                  </a:lnTo>
                  <a:lnTo>
                    <a:pt x="41389" y="29210"/>
                  </a:lnTo>
                  <a:lnTo>
                    <a:pt x="41567" y="29210"/>
                  </a:lnTo>
                  <a:lnTo>
                    <a:pt x="38201" y="31750"/>
                  </a:lnTo>
                  <a:lnTo>
                    <a:pt x="38366" y="31750"/>
                  </a:lnTo>
                  <a:lnTo>
                    <a:pt x="35140" y="34289"/>
                  </a:lnTo>
                  <a:lnTo>
                    <a:pt x="35306" y="34289"/>
                  </a:lnTo>
                  <a:lnTo>
                    <a:pt x="32219" y="38100"/>
                  </a:lnTo>
                  <a:lnTo>
                    <a:pt x="32372" y="38100"/>
                  </a:lnTo>
                  <a:lnTo>
                    <a:pt x="29463" y="40639"/>
                  </a:lnTo>
                  <a:lnTo>
                    <a:pt x="29603" y="40639"/>
                  </a:lnTo>
                  <a:lnTo>
                    <a:pt x="26847" y="44450"/>
                  </a:lnTo>
                  <a:lnTo>
                    <a:pt x="26987" y="44450"/>
                  </a:lnTo>
                  <a:lnTo>
                    <a:pt x="24396" y="48260"/>
                  </a:lnTo>
                  <a:lnTo>
                    <a:pt x="24523" y="48260"/>
                  </a:lnTo>
                  <a:lnTo>
                    <a:pt x="22098" y="50800"/>
                  </a:lnTo>
                  <a:lnTo>
                    <a:pt x="19989" y="54610"/>
                  </a:lnTo>
                  <a:lnTo>
                    <a:pt x="18046" y="58420"/>
                  </a:lnTo>
                  <a:lnTo>
                    <a:pt x="16281" y="62229"/>
                  </a:lnTo>
                  <a:lnTo>
                    <a:pt x="15122" y="66039"/>
                  </a:lnTo>
                  <a:lnTo>
                    <a:pt x="14795" y="66039"/>
                  </a:lnTo>
                  <a:lnTo>
                    <a:pt x="13335" y="71120"/>
                  </a:lnTo>
                  <a:lnTo>
                    <a:pt x="12153" y="74929"/>
                  </a:lnTo>
                  <a:lnTo>
                    <a:pt x="11433" y="78739"/>
                  </a:lnTo>
                  <a:lnTo>
                    <a:pt x="11214" y="78739"/>
                  </a:lnTo>
                  <a:lnTo>
                    <a:pt x="10401" y="83820"/>
                  </a:lnTo>
                  <a:lnTo>
                    <a:pt x="9842" y="87629"/>
                  </a:lnTo>
                  <a:lnTo>
                    <a:pt x="9512" y="92710"/>
                  </a:lnTo>
                  <a:lnTo>
                    <a:pt x="9601" y="473710"/>
                  </a:lnTo>
                  <a:lnTo>
                    <a:pt x="9867" y="477520"/>
                  </a:lnTo>
                  <a:lnTo>
                    <a:pt x="10439" y="482600"/>
                  </a:lnTo>
                  <a:lnTo>
                    <a:pt x="10604" y="482600"/>
                  </a:lnTo>
                  <a:lnTo>
                    <a:pt x="11214" y="486410"/>
                  </a:lnTo>
                  <a:lnTo>
                    <a:pt x="12204" y="490220"/>
                  </a:lnTo>
                  <a:lnTo>
                    <a:pt x="13398" y="495300"/>
                  </a:lnTo>
                  <a:lnTo>
                    <a:pt x="14795" y="499110"/>
                  </a:lnTo>
                  <a:lnTo>
                    <a:pt x="16370" y="502920"/>
                  </a:lnTo>
                  <a:lnTo>
                    <a:pt x="18148" y="506729"/>
                  </a:lnTo>
                  <a:lnTo>
                    <a:pt x="20091" y="510539"/>
                  </a:lnTo>
                  <a:lnTo>
                    <a:pt x="22225" y="514350"/>
                  </a:lnTo>
                  <a:lnTo>
                    <a:pt x="24523" y="518160"/>
                  </a:lnTo>
                  <a:lnTo>
                    <a:pt x="24396" y="518160"/>
                  </a:lnTo>
                  <a:lnTo>
                    <a:pt x="26987" y="521970"/>
                  </a:lnTo>
                  <a:lnTo>
                    <a:pt x="27766" y="521970"/>
                  </a:lnTo>
                  <a:lnTo>
                    <a:pt x="29603" y="524510"/>
                  </a:lnTo>
                  <a:lnTo>
                    <a:pt x="29463" y="524510"/>
                  </a:lnTo>
                  <a:lnTo>
                    <a:pt x="32372" y="528320"/>
                  </a:lnTo>
                  <a:lnTo>
                    <a:pt x="32219" y="528320"/>
                  </a:lnTo>
                  <a:lnTo>
                    <a:pt x="35306" y="530860"/>
                  </a:lnTo>
                  <a:lnTo>
                    <a:pt x="35140" y="530860"/>
                  </a:lnTo>
                  <a:lnTo>
                    <a:pt x="38366" y="533400"/>
                  </a:lnTo>
                  <a:lnTo>
                    <a:pt x="38201" y="533400"/>
                  </a:lnTo>
                  <a:lnTo>
                    <a:pt x="41567" y="537210"/>
                  </a:lnTo>
                  <a:lnTo>
                    <a:pt x="41389" y="537210"/>
                  </a:lnTo>
                  <a:lnTo>
                    <a:pt x="44907" y="539750"/>
                  </a:lnTo>
                  <a:lnTo>
                    <a:pt x="44716" y="539750"/>
                  </a:lnTo>
                  <a:lnTo>
                    <a:pt x="48361" y="542289"/>
                  </a:lnTo>
                  <a:lnTo>
                    <a:pt x="50057" y="542289"/>
                  </a:lnTo>
                  <a:lnTo>
                    <a:pt x="51943" y="543560"/>
                  </a:lnTo>
                  <a:lnTo>
                    <a:pt x="51752" y="543560"/>
                  </a:lnTo>
                  <a:lnTo>
                    <a:pt x="55638" y="546100"/>
                  </a:lnTo>
                  <a:lnTo>
                    <a:pt x="55435" y="546100"/>
                  </a:lnTo>
                  <a:lnTo>
                    <a:pt x="59436" y="548639"/>
                  </a:lnTo>
                  <a:lnTo>
                    <a:pt x="59232" y="548639"/>
                  </a:lnTo>
                  <a:lnTo>
                    <a:pt x="63347" y="549910"/>
                  </a:lnTo>
                  <a:lnTo>
                    <a:pt x="63131" y="549910"/>
                  </a:lnTo>
                  <a:lnTo>
                    <a:pt x="67348" y="551179"/>
                  </a:lnTo>
                  <a:lnTo>
                    <a:pt x="67132" y="551179"/>
                  </a:lnTo>
                  <a:lnTo>
                    <a:pt x="71450" y="552450"/>
                  </a:lnTo>
                  <a:lnTo>
                    <a:pt x="71221" y="552450"/>
                  </a:lnTo>
                  <a:lnTo>
                    <a:pt x="75628" y="553720"/>
                  </a:lnTo>
                  <a:lnTo>
                    <a:pt x="75399" y="553720"/>
                  </a:lnTo>
                  <a:lnTo>
                    <a:pt x="79895" y="554989"/>
                  </a:lnTo>
                  <a:lnTo>
                    <a:pt x="79667" y="554989"/>
                  </a:lnTo>
                  <a:lnTo>
                    <a:pt x="84239" y="556260"/>
                  </a:lnTo>
                  <a:lnTo>
                    <a:pt x="5778804" y="556260"/>
                  </a:lnTo>
                  <a:lnTo>
                    <a:pt x="5774486" y="558800"/>
                  </a:lnTo>
                  <a:lnTo>
                    <a:pt x="5756363" y="563879"/>
                  </a:lnTo>
                  <a:lnTo>
                    <a:pt x="5746432" y="566420"/>
                  </a:lnTo>
                  <a:close/>
                </a:path>
                <a:path w="5834380" h="566420">
                  <a:moveTo>
                    <a:pt x="5819406" y="67310"/>
                  </a:moveTo>
                  <a:lnTo>
                    <a:pt x="5817743" y="62229"/>
                  </a:lnTo>
                  <a:lnTo>
                    <a:pt x="5815977" y="58420"/>
                  </a:lnTo>
                  <a:lnTo>
                    <a:pt x="5814021" y="54610"/>
                  </a:lnTo>
                  <a:lnTo>
                    <a:pt x="5811901" y="50800"/>
                  </a:lnTo>
                  <a:lnTo>
                    <a:pt x="5809602" y="48260"/>
                  </a:lnTo>
                  <a:lnTo>
                    <a:pt x="5807138" y="44450"/>
                  </a:lnTo>
                  <a:lnTo>
                    <a:pt x="5807278" y="44450"/>
                  </a:lnTo>
                  <a:lnTo>
                    <a:pt x="5804509" y="40639"/>
                  </a:lnTo>
                  <a:lnTo>
                    <a:pt x="5804661" y="40639"/>
                  </a:lnTo>
                  <a:lnTo>
                    <a:pt x="5801740" y="38100"/>
                  </a:lnTo>
                  <a:lnTo>
                    <a:pt x="5801893" y="38100"/>
                  </a:lnTo>
                  <a:lnTo>
                    <a:pt x="5798820" y="34289"/>
                  </a:lnTo>
                  <a:lnTo>
                    <a:pt x="5798972" y="34289"/>
                  </a:lnTo>
                  <a:lnTo>
                    <a:pt x="5795746" y="31750"/>
                  </a:lnTo>
                  <a:lnTo>
                    <a:pt x="5795924" y="31750"/>
                  </a:lnTo>
                  <a:lnTo>
                    <a:pt x="5792546" y="29210"/>
                  </a:lnTo>
                  <a:lnTo>
                    <a:pt x="5792724" y="29210"/>
                  </a:lnTo>
                  <a:lnTo>
                    <a:pt x="5789218" y="26670"/>
                  </a:lnTo>
                  <a:lnTo>
                    <a:pt x="5789396" y="26670"/>
                  </a:lnTo>
                  <a:lnTo>
                    <a:pt x="5785751" y="24129"/>
                  </a:lnTo>
                  <a:lnTo>
                    <a:pt x="5785942" y="24129"/>
                  </a:lnTo>
                  <a:lnTo>
                    <a:pt x="5782170" y="21589"/>
                  </a:lnTo>
                  <a:lnTo>
                    <a:pt x="5782373" y="21589"/>
                  </a:lnTo>
                  <a:lnTo>
                    <a:pt x="5778474" y="19050"/>
                  </a:lnTo>
                  <a:lnTo>
                    <a:pt x="5778677" y="19050"/>
                  </a:lnTo>
                  <a:lnTo>
                    <a:pt x="5774677" y="17779"/>
                  </a:lnTo>
                  <a:lnTo>
                    <a:pt x="5774893" y="17779"/>
                  </a:lnTo>
                  <a:lnTo>
                    <a:pt x="5770778" y="15239"/>
                  </a:lnTo>
                  <a:lnTo>
                    <a:pt x="5770981" y="15239"/>
                  </a:lnTo>
                  <a:lnTo>
                    <a:pt x="5766765" y="13970"/>
                  </a:lnTo>
                  <a:lnTo>
                    <a:pt x="5766993" y="13970"/>
                  </a:lnTo>
                  <a:lnTo>
                    <a:pt x="5762675" y="12700"/>
                  </a:lnTo>
                  <a:lnTo>
                    <a:pt x="5762891" y="12700"/>
                  </a:lnTo>
                  <a:lnTo>
                    <a:pt x="5758484" y="11429"/>
                  </a:lnTo>
                  <a:lnTo>
                    <a:pt x="5758713" y="11429"/>
                  </a:lnTo>
                  <a:lnTo>
                    <a:pt x="5754230" y="10160"/>
                  </a:lnTo>
                  <a:lnTo>
                    <a:pt x="5750115" y="10160"/>
                  </a:lnTo>
                  <a:lnTo>
                    <a:pt x="5745467" y="8889"/>
                  </a:lnTo>
                  <a:lnTo>
                    <a:pt x="5779020" y="8889"/>
                  </a:lnTo>
                  <a:lnTo>
                    <a:pt x="5783224" y="11429"/>
                  </a:lnTo>
                  <a:lnTo>
                    <a:pt x="5802325" y="25400"/>
                  </a:lnTo>
                  <a:lnTo>
                    <a:pt x="5805716" y="27939"/>
                  </a:lnTo>
                  <a:lnTo>
                    <a:pt x="5808941" y="31750"/>
                  </a:lnTo>
                  <a:lnTo>
                    <a:pt x="5812002" y="35560"/>
                  </a:lnTo>
                  <a:lnTo>
                    <a:pt x="5814898" y="38100"/>
                  </a:lnTo>
                  <a:lnTo>
                    <a:pt x="5817615" y="41910"/>
                  </a:lnTo>
                  <a:lnTo>
                    <a:pt x="5820156" y="46989"/>
                  </a:lnTo>
                  <a:lnTo>
                    <a:pt x="5822505" y="50800"/>
                  </a:lnTo>
                  <a:lnTo>
                    <a:pt x="5824651" y="54610"/>
                  </a:lnTo>
                  <a:lnTo>
                    <a:pt x="5826607" y="59689"/>
                  </a:lnTo>
                  <a:lnTo>
                    <a:pt x="5828347" y="63500"/>
                  </a:lnTo>
                  <a:lnTo>
                    <a:pt x="5829115" y="66039"/>
                  </a:lnTo>
                  <a:lnTo>
                    <a:pt x="5819330" y="66039"/>
                  </a:lnTo>
                  <a:lnTo>
                    <a:pt x="5819406" y="67310"/>
                  </a:lnTo>
                  <a:close/>
                </a:path>
                <a:path w="5834380" h="566420">
                  <a:moveTo>
                    <a:pt x="14706" y="67310"/>
                  </a:moveTo>
                  <a:lnTo>
                    <a:pt x="14795" y="66039"/>
                  </a:lnTo>
                  <a:lnTo>
                    <a:pt x="15122" y="66039"/>
                  </a:lnTo>
                  <a:lnTo>
                    <a:pt x="14706" y="67310"/>
                  </a:lnTo>
                  <a:close/>
                </a:path>
                <a:path w="5834380" h="566420">
                  <a:moveTo>
                    <a:pt x="5822950" y="80010"/>
                  </a:moveTo>
                  <a:lnTo>
                    <a:pt x="5821908" y="74929"/>
                  </a:lnTo>
                  <a:lnTo>
                    <a:pt x="5820714" y="71120"/>
                  </a:lnTo>
                  <a:lnTo>
                    <a:pt x="5819330" y="66039"/>
                  </a:lnTo>
                  <a:lnTo>
                    <a:pt x="5829115" y="66039"/>
                  </a:lnTo>
                  <a:lnTo>
                    <a:pt x="5829884" y="68579"/>
                  </a:lnTo>
                  <a:lnTo>
                    <a:pt x="5831192" y="72389"/>
                  </a:lnTo>
                  <a:lnTo>
                    <a:pt x="5832233" y="77470"/>
                  </a:lnTo>
                  <a:lnTo>
                    <a:pt x="5832449" y="78739"/>
                  </a:lnTo>
                  <a:lnTo>
                    <a:pt x="5822899" y="78739"/>
                  </a:lnTo>
                  <a:lnTo>
                    <a:pt x="5822950" y="80010"/>
                  </a:lnTo>
                  <a:close/>
                </a:path>
                <a:path w="5834380" h="566420">
                  <a:moveTo>
                    <a:pt x="11175" y="80010"/>
                  </a:moveTo>
                  <a:lnTo>
                    <a:pt x="11214" y="78739"/>
                  </a:lnTo>
                  <a:lnTo>
                    <a:pt x="11433" y="78739"/>
                  </a:lnTo>
                  <a:lnTo>
                    <a:pt x="11175" y="80010"/>
                  </a:lnTo>
                  <a:close/>
                </a:path>
                <a:path w="5834380" h="566420">
                  <a:moveTo>
                    <a:pt x="5834100" y="473710"/>
                  </a:moveTo>
                  <a:lnTo>
                    <a:pt x="5824588" y="473710"/>
                  </a:lnTo>
                  <a:lnTo>
                    <a:pt x="5824588" y="92710"/>
                  </a:lnTo>
                  <a:lnTo>
                    <a:pt x="5824245" y="87629"/>
                  </a:lnTo>
                  <a:lnTo>
                    <a:pt x="5823673" y="83820"/>
                  </a:lnTo>
                  <a:lnTo>
                    <a:pt x="5822899" y="78739"/>
                  </a:lnTo>
                  <a:lnTo>
                    <a:pt x="5832449" y="78739"/>
                  </a:lnTo>
                  <a:lnTo>
                    <a:pt x="5833097" y="82550"/>
                  </a:lnTo>
                  <a:lnTo>
                    <a:pt x="5833745" y="87629"/>
                  </a:lnTo>
                  <a:lnTo>
                    <a:pt x="5834113" y="92710"/>
                  </a:lnTo>
                  <a:lnTo>
                    <a:pt x="5834100" y="473710"/>
                  </a:lnTo>
                  <a:close/>
                </a:path>
                <a:path w="5834380" h="566420">
                  <a:moveTo>
                    <a:pt x="9601" y="473710"/>
                  </a:moveTo>
                  <a:lnTo>
                    <a:pt x="9512" y="472439"/>
                  </a:lnTo>
                  <a:lnTo>
                    <a:pt x="9601" y="473710"/>
                  </a:lnTo>
                  <a:close/>
                </a:path>
                <a:path w="5834380" h="566420">
                  <a:moveTo>
                    <a:pt x="5833252" y="482600"/>
                  </a:moveTo>
                  <a:lnTo>
                    <a:pt x="5823673" y="482600"/>
                  </a:lnTo>
                  <a:lnTo>
                    <a:pt x="5824270" y="477520"/>
                  </a:lnTo>
                  <a:lnTo>
                    <a:pt x="5824601" y="472439"/>
                  </a:lnTo>
                  <a:lnTo>
                    <a:pt x="5824588" y="473710"/>
                  </a:lnTo>
                  <a:lnTo>
                    <a:pt x="5834100" y="473710"/>
                  </a:lnTo>
                  <a:lnTo>
                    <a:pt x="5833719" y="478789"/>
                  </a:lnTo>
                  <a:lnTo>
                    <a:pt x="5833252" y="482600"/>
                  </a:lnTo>
                  <a:close/>
                </a:path>
                <a:path w="5834380" h="566420">
                  <a:moveTo>
                    <a:pt x="10604" y="482600"/>
                  </a:moveTo>
                  <a:lnTo>
                    <a:pt x="10439" y="482600"/>
                  </a:lnTo>
                  <a:lnTo>
                    <a:pt x="10401" y="481329"/>
                  </a:lnTo>
                  <a:lnTo>
                    <a:pt x="10604" y="482600"/>
                  </a:lnTo>
                  <a:close/>
                </a:path>
                <a:path w="5834380" h="566420">
                  <a:moveTo>
                    <a:pt x="5818377" y="521970"/>
                  </a:moveTo>
                  <a:lnTo>
                    <a:pt x="5807138" y="521970"/>
                  </a:lnTo>
                  <a:lnTo>
                    <a:pt x="5809729" y="518160"/>
                  </a:lnTo>
                  <a:lnTo>
                    <a:pt x="5812015" y="514350"/>
                  </a:lnTo>
                  <a:lnTo>
                    <a:pt x="5814136" y="510539"/>
                  </a:lnTo>
                  <a:lnTo>
                    <a:pt x="5816079" y="506729"/>
                  </a:lnTo>
                  <a:lnTo>
                    <a:pt x="5817831" y="502920"/>
                  </a:lnTo>
                  <a:lnTo>
                    <a:pt x="5819406" y="499110"/>
                  </a:lnTo>
                  <a:lnTo>
                    <a:pt x="5820790" y="495300"/>
                  </a:lnTo>
                  <a:lnTo>
                    <a:pt x="5821972" y="490220"/>
                  </a:lnTo>
                  <a:lnTo>
                    <a:pt x="5822950" y="486410"/>
                  </a:lnTo>
                  <a:lnTo>
                    <a:pt x="5823711" y="481329"/>
                  </a:lnTo>
                  <a:lnTo>
                    <a:pt x="5823673" y="482600"/>
                  </a:lnTo>
                  <a:lnTo>
                    <a:pt x="5833252" y="482600"/>
                  </a:lnTo>
                  <a:lnTo>
                    <a:pt x="5833097" y="483870"/>
                  </a:lnTo>
                  <a:lnTo>
                    <a:pt x="5832233" y="488950"/>
                  </a:lnTo>
                  <a:lnTo>
                    <a:pt x="5831128" y="492760"/>
                  </a:lnTo>
                  <a:lnTo>
                    <a:pt x="5829884" y="497839"/>
                  </a:lnTo>
                  <a:lnTo>
                    <a:pt x="5828271" y="502920"/>
                  </a:lnTo>
                  <a:lnTo>
                    <a:pt x="5826518" y="506729"/>
                  </a:lnTo>
                  <a:lnTo>
                    <a:pt x="5824550" y="510539"/>
                  </a:lnTo>
                  <a:lnTo>
                    <a:pt x="5822391" y="515620"/>
                  </a:lnTo>
                  <a:lnTo>
                    <a:pt x="5820156" y="519429"/>
                  </a:lnTo>
                  <a:lnTo>
                    <a:pt x="5818377" y="521970"/>
                  </a:lnTo>
                  <a:close/>
                </a:path>
                <a:path w="5834380" h="566420">
                  <a:moveTo>
                    <a:pt x="27766" y="521970"/>
                  </a:moveTo>
                  <a:lnTo>
                    <a:pt x="26987" y="521970"/>
                  </a:lnTo>
                  <a:lnTo>
                    <a:pt x="26847" y="520700"/>
                  </a:lnTo>
                  <a:lnTo>
                    <a:pt x="27766" y="521970"/>
                  </a:lnTo>
                  <a:close/>
                </a:path>
                <a:path w="5834380" h="566420">
                  <a:moveTo>
                    <a:pt x="5800382" y="542289"/>
                  </a:moveTo>
                  <a:lnTo>
                    <a:pt x="5785751" y="542289"/>
                  </a:lnTo>
                  <a:lnTo>
                    <a:pt x="5789396" y="539750"/>
                  </a:lnTo>
                  <a:lnTo>
                    <a:pt x="5789218" y="539750"/>
                  </a:lnTo>
                  <a:lnTo>
                    <a:pt x="5792724" y="537210"/>
                  </a:lnTo>
                  <a:lnTo>
                    <a:pt x="5792546" y="537210"/>
                  </a:lnTo>
                  <a:lnTo>
                    <a:pt x="5795924" y="533400"/>
                  </a:lnTo>
                  <a:lnTo>
                    <a:pt x="5795746" y="533400"/>
                  </a:lnTo>
                  <a:lnTo>
                    <a:pt x="5798972" y="530860"/>
                  </a:lnTo>
                  <a:lnTo>
                    <a:pt x="5798820" y="530860"/>
                  </a:lnTo>
                  <a:lnTo>
                    <a:pt x="5801893" y="528320"/>
                  </a:lnTo>
                  <a:lnTo>
                    <a:pt x="5801740" y="528320"/>
                  </a:lnTo>
                  <a:lnTo>
                    <a:pt x="5804661" y="524510"/>
                  </a:lnTo>
                  <a:lnTo>
                    <a:pt x="5804509" y="524510"/>
                  </a:lnTo>
                  <a:lnTo>
                    <a:pt x="5807278" y="520700"/>
                  </a:lnTo>
                  <a:lnTo>
                    <a:pt x="5807138" y="521970"/>
                  </a:lnTo>
                  <a:lnTo>
                    <a:pt x="5818377" y="521970"/>
                  </a:lnTo>
                  <a:lnTo>
                    <a:pt x="5805551" y="537210"/>
                  </a:lnTo>
                  <a:lnTo>
                    <a:pt x="5802160" y="541020"/>
                  </a:lnTo>
                  <a:lnTo>
                    <a:pt x="5800382" y="542289"/>
                  </a:lnTo>
                  <a:close/>
                </a:path>
                <a:path w="5834380" h="566420">
                  <a:moveTo>
                    <a:pt x="50057" y="542289"/>
                  </a:moveTo>
                  <a:lnTo>
                    <a:pt x="48361" y="542289"/>
                  </a:lnTo>
                  <a:lnTo>
                    <a:pt x="48171" y="541020"/>
                  </a:lnTo>
                  <a:lnTo>
                    <a:pt x="50057" y="542289"/>
                  </a:lnTo>
                  <a:close/>
                </a:path>
                <a:path w="5834380" h="566420">
                  <a:moveTo>
                    <a:pt x="5778804" y="556260"/>
                  </a:moveTo>
                  <a:lnTo>
                    <a:pt x="5749886" y="556260"/>
                  </a:lnTo>
                  <a:lnTo>
                    <a:pt x="5754458" y="554989"/>
                  </a:lnTo>
                  <a:lnTo>
                    <a:pt x="5754230" y="554989"/>
                  </a:lnTo>
                  <a:lnTo>
                    <a:pt x="5758713" y="553720"/>
                  </a:lnTo>
                  <a:lnTo>
                    <a:pt x="5758484" y="553720"/>
                  </a:lnTo>
                  <a:lnTo>
                    <a:pt x="5762891" y="552450"/>
                  </a:lnTo>
                  <a:lnTo>
                    <a:pt x="5762675" y="552450"/>
                  </a:lnTo>
                  <a:lnTo>
                    <a:pt x="5766993" y="551179"/>
                  </a:lnTo>
                  <a:lnTo>
                    <a:pt x="5766765" y="551179"/>
                  </a:lnTo>
                  <a:lnTo>
                    <a:pt x="5770981" y="549910"/>
                  </a:lnTo>
                  <a:lnTo>
                    <a:pt x="5770778" y="549910"/>
                  </a:lnTo>
                  <a:lnTo>
                    <a:pt x="5774893" y="548639"/>
                  </a:lnTo>
                  <a:lnTo>
                    <a:pt x="5774677" y="548639"/>
                  </a:lnTo>
                  <a:lnTo>
                    <a:pt x="5778677" y="546100"/>
                  </a:lnTo>
                  <a:lnTo>
                    <a:pt x="5778474" y="546100"/>
                  </a:lnTo>
                  <a:lnTo>
                    <a:pt x="5782373" y="543560"/>
                  </a:lnTo>
                  <a:lnTo>
                    <a:pt x="5782170" y="543560"/>
                  </a:lnTo>
                  <a:lnTo>
                    <a:pt x="5785942" y="541020"/>
                  </a:lnTo>
                  <a:lnTo>
                    <a:pt x="5785751" y="542289"/>
                  </a:lnTo>
                  <a:lnTo>
                    <a:pt x="5800382" y="542289"/>
                  </a:lnTo>
                  <a:lnTo>
                    <a:pt x="5798604" y="543560"/>
                  </a:lnTo>
                  <a:lnTo>
                    <a:pt x="5794921" y="547370"/>
                  </a:lnTo>
                  <a:lnTo>
                    <a:pt x="5791085" y="549910"/>
                  </a:lnTo>
                  <a:lnTo>
                    <a:pt x="5787123" y="552450"/>
                  </a:lnTo>
                  <a:lnTo>
                    <a:pt x="5783021" y="554989"/>
                  </a:lnTo>
                  <a:lnTo>
                    <a:pt x="5778804" y="556260"/>
                  </a:lnTo>
                  <a:close/>
                </a:path>
              </a:pathLst>
            </a:custGeom>
            <a:solidFill>
              <a:srgbClr val="0000FF"/>
            </a:solidFill>
          </p:spPr>
          <p:txBody>
            <a:bodyPr wrap="square" lIns="0" tIns="0" rIns="0" bIns="0" rtlCol="0"/>
            <a:lstStyle/>
            <a:p>
              <a:endParaRPr/>
            </a:p>
          </p:txBody>
        </p:sp>
      </p:grpSp>
      <p:sp>
        <p:nvSpPr>
          <p:cNvPr id="10" name="object 10"/>
          <p:cNvSpPr txBox="1"/>
          <p:nvPr/>
        </p:nvSpPr>
        <p:spPr>
          <a:xfrm>
            <a:off x="2674391" y="5657088"/>
            <a:ext cx="547878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Noto Serif CJK JP"/>
                <a:cs typeface="Noto Serif CJK JP"/>
              </a:rPr>
              <a:t>考虑数字量输出由</a:t>
            </a:r>
            <a:r>
              <a:rPr sz="2400" spc="-20" dirty="0">
                <a:solidFill>
                  <a:srgbClr val="FFFFFF"/>
                </a:solidFill>
                <a:latin typeface="Arial" panose="020B0604020202020204"/>
                <a:cs typeface="Arial" panose="020B0604020202020204"/>
              </a:rPr>
              <a:t>2FFH</a:t>
            </a:r>
            <a:r>
              <a:rPr sz="2400" dirty="0">
                <a:solidFill>
                  <a:srgbClr val="FFFFFF"/>
                </a:solidFill>
                <a:latin typeface="Noto Serif CJK JP"/>
                <a:cs typeface="Noto Serif CJK JP"/>
              </a:rPr>
              <a:t>变为</a:t>
            </a:r>
            <a:r>
              <a:rPr sz="2400" spc="-20" dirty="0">
                <a:solidFill>
                  <a:srgbClr val="FFFFFF"/>
                </a:solidFill>
                <a:latin typeface="Arial" panose="020B0604020202020204"/>
                <a:cs typeface="Arial" panose="020B0604020202020204"/>
              </a:rPr>
              <a:t>300H</a:t>
            </a:r>
            <a:r>
              <a:rPr sz="2400" spc="-20" dirty="0">
                <a:solidFill>
                  <a:srgbClr val="FFFFFF"/>
                </a:solidFill>
                <a:latin typeface="Noto Serif CJK JP"/>
                <a:cs typeface="Noto Serif CJK JP"/>
              </a:rPr>
              <a:t>的情况</a:t>
            </a:r>
            <a:endParaRPr sz="2400">
              <a:latin typeface="Noto Serif CJK JP"/>
              <a:cs typeface="Noto Serif CJK JP"/>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68</a:t>
            </a:fld>
            <a:endParaRPr spc="-25"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06424" y="1757172"/>
            <a:ext cx="7050024" cy="4238244"/>
          </a:xfrm>
          <a:prstGeom prst="rect">
            <a:avLst/>
          </a:prstGeom>
        </p:spPr>
      </p:pic>
      <p:sp>
        <p:nvSpPr>
          <p:cNvPr id="3" name="object 3"/>
          <p:cNvSpPr txBox="1"/>
          <p:nvPr/>
        </p:nvSpPr>
        <p:spPr>
          <a:xfrm>
            <a:off x="555282" y="1031113"/>
            <a:ext cx="693293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CC"/>
                </a:solidFill>
                <a:latin typeface="Tahoma" panose="020B0604030504040204"/>
                <a:cs typeface="Tahoma" panose="020B0604030504040204"/>
              </a:rPr>
              <a:t>D/A</a:t>
            </a:r>
            <a:r>
              <a:rPr sz="2400" spc="-5" dirty="0">
                <a:solidFill>
                  <a:srgbClr val="0000CC"/>
                </a:solidFill>
                <a:latin typeface="Noto Sans Mono CJK HK"/>
                <a:cs typeface="Noto Sans Mono CJK HK"/>
              </a:rPr>
              <a:t>转换器通过两级数据缓冲器和总线相连的示意图</a:t>
            </a:r>
            <a:endParaRPr sz="2400">
              <a:latin typeface="Noto Sans Mono CJK HK"/>
              <a:cs typeface="Noto Sans Mono CJK HK"/>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69</a:t>
            </a:fld>
            <a:endParaRPr spc="-25" dirty="0"/>
          </a:p>
        </p:txBody>
      </p:sp>
      <p:sp>
        <p:nvSpPr>
          <p:cNvPr id="4" name="object 4"/>
          <p:cNvSpPr txBox="1"/>
          <p:nvPr/>
        </p:nvSpPr>
        <p:spPr>
          <a:xfrm>
            <a:off x="420268" y="158915"/>
            <a:ext cx="4806315" cy="442595"/>
          </a:xfrm>
          <a:prstGeom prst="rect">
            <a:avLst/>
          </a:prstGeom>
        </p:spPr>
        <p:txBody>
          <a:bodyPr vert="horz" wrap="square" lIns="0" tIns="12065" rIns="0" bIns="0" rtlCol="0">
            <a:spAutoFit/>
          </a:bodyPr>
          <a:lstStyle/>
          <a:p>
            <a:pPr marL="12700">
              <a:lnSpc>
                <a:spcPct val="100000"/>
              </a:lnSpc>
              <a:spcBef>
                <a:spcPts val="95"/>
              </a:spcBef>
              <a:tabLst>
                <a:tab pos="1198245" algn="l"/>
              </a:tabLst>
            </a:pPr>
            <a:r>
              <a:rPr sz="2800" spc="-10" dirty="0">
                <a:solidFill>
                  <a:srgbClr val="0000CC"/>
                </a:solidFill>
                <a:latin typeface="Arial" panose="020B0604020202020204"/>
                <a:cs typeface="Arial" panose="020B0604020202020204"/>
              </a:rPr>
              <a:t>9.2.7</a:t>
            </a:r>
            <a:r>
              <a:rPr sz="2800" dirty="0">
                <a:solidFill>
                  <a:srgbClr val="0000CC"/>
                </a:solidFill>
                <a:latin typeface="Arial" panose="020B0604020202020204"/>
                <a:cs typeface="Arial" panose="020B0604020202020204"/>
              </a:rPr>
              <a:t>	</a:t>
            </a:r>
            <a:r>
              <a:rPr sz="2800" spc="-20" dirty="0">
                <a:solidFill>
                  <a:srgbClr val="0000CC"/>
                </a:solidFill>
                <a:latin typeface="Arial" panose="020B0604020202020204"/>
                <a:cs typeface="Arial" panose="020B0604020202020204"/>
              </a:rPr>
              <a:t>DAC</a:t>
            </a:r>
            <a:r>
              <a:rPr sz="2800" spc="-35" dirty="0">
                <a:solidFill>
                  <a:srgbClr val="0000CC"/>
                </a:solidFill>
                <a:latin typeface="Noto Sans Mono CJK HK"/>
                <a:cs typeface="Noto Sans Mono CJK HK"/>
              </a:rPr>
              <a:t>芯片与主机的连接</a:t>
            </a:r>
            <a:endParaRPr sz="2800">
              <a:latin typeface="Noto Sans Mono CJK HK"/>
              <a:cs typeface="Noto Sans Mono CJK HK"/>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156" y="158153"/>
            <a:ext cx="3838575" cy="442595"/>
          </a:xfrm>
          <a:prstGeom prst="rect">
            <a:avLst/>
          </a:prstGeom>
        </p:spPr>
        <p:txBody>
          <a:bodyPr vert="horz" wrap="square" lIns="0" tIns="12065" rIns="0" bIns="0" rtlCol="0">
            <a:spAutoFit/>
          </a:bodyPr>
          <a:lstStyle/>
          <a:p>
            <a:pPr marL="12700">
              <a:lnSpc>
                <a:spcPct val="100000"/>
              </a:lnSpc>
              <a:spcBef>
                <a:spcPts val="95"/>
              </a:spcBef>
            </a:pPr>
            <a:r>
              <a:rPr dirty="0">
                <a:latin typeface="Arial" panose="020B0604020202020204"/>
                <a:cs typeface="Arial" panose="020B0604020202020204"/>
              </a:rPr>
              <a:t>9.2.8</a:t>
            </a:r>
            <a:r>
              <a:rPr spc="-15" dirty="0">
                <a:latin typeface="Arial" panose="020B0604020202020204"/>
                <a:cs typeface="Arial" panose="020B0604020202020204"/>
              </a:rPr>
              <a:t> </a:t>
            </a:r>
            <a:r>
              <a:rPr spc="-10" dirty="0">
                <a:latin typeface="Arial" panose="020B0604020202020204"/>
                <a:cs typeface="Arial" panose="020B0604020202020204"/>
              </a:rPr>
              <a:t>D/A</a:t>
            </a:r>
            <a:r>
              <a:rPr spc="-35" dirty="0"/>
              <a:t>转换器的应用</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70</a:t>
            </a:fld>
            <a:endParaRPr spc="-25" dirty="0"/>
          </a:p>
        </p:txBody>
      </p:sp>
      <p:sp>
        <p:nvSpPr>
          <p:cNvPr id="3" name="object 3"/>
          <p:cNvSpPr txBox="1"/>
          <p:nvPr/>
        </p:nvSpPr>
        <p:spPr>
          <a:xfrm>
            <a:off x="554990" y="939673"/>
            <a:ext cx="8168640" cy="3113405"/>
          </a:xfrm>
          <a:prstGeom prst="rect">
            <a:avLst/>
          </a:prstGeom>
        </p:spPr>
        <p:txBody>
          <a:bodyPr vert="horz" wrap="square" lIns="0" tIns="87630" rIns="0" bIns="0" rtlCol="0">
            <a:spAutoFit/>
          </a:bodyPr>
          <a:lstStyle/>
          <a:p>
            <a:pPr marL="353060" indent="-340360" algn="just">
              <a:lnSpc>
                <a:spcPct val="100000"/>
              </a:lnSpc>
              <a:spcBef>
                <a:spcPts val="690"/>
              </a:spcBef>
              <a:buFont typeface="Arial" panose="020B0604020202020204"/>
              <a:buChar char="•"/>
              <a:tabLst>
                <a:tab pos="353060" algn="l"/>
              </a:tabLst>
            </a:pPr>
            <a:r>
              <a:rPr sz="2400" spc="-10" dirty="0">
                <a:solidFill>
                  <a:srgbClr val="0000CC"/>
                </a:solidFill>
                <a:latin typeface="Noto Sans Mono CJK HK"/>
                <a:cs typeface="Noto Sans Mono CJK HK"/>
              </a:rPr>
              <a:t>函数发生器</a:t>
            </a:r>
            <a:endParaRPr sz="2400">
              <a:latin typeface="Noto Sans Mono CJK HK"/>
              <a:cs typeface="Noto Sans Mono CJK HK"/>
            </a:endParaRPr>
          </a:p>
          <a:p>
            <a:pPr marL="374650" marR="5080" algn="just">
              <a:lnSpc>
                <a:spcPct val="100000"/>
              </a:lnSpc>
              <a:spcBef>
                <a:spcPts val="595"/>
              </a:spcBef>
            </a:pPr>
            <a:r>
              <a:rPr sz="2400" spc="80" dirty="0">
                <a:solidFill>
                  <a:srgbClr val="0000CC"/>
                </a:solidFill>
                <a:latin typeface="Noto Sans Mono CJK HK"/>
                <a:cs typeface="Noto Sans Mono CJK HK"/>
              </a:rPr>
              <a:t>只要往</a:t>
            </a:r>
            <a:r>
              <a:rPr sz="2400" spc="70" dirty="0">
                <a:solidFill>
                  <a:srgbClr val="0000CC"/>
                </a:solidFill>
                <a:latin typeface="Arial" panose="020B0604020202020204"/>
                <a:cs typeface="Arial" panose="020B0604020202020204"/>
              </a:rPr>
              <a:t>D/A</a:t>
            </a:r>
            <a:r>
              <a:rPr sz="2400" spc="70" dirty="0">
                <a:solidFill>
                  <a:srgbClr val="0000CC"/>
                </a:solidFill>
                <a:latin typeface="Noto Sans Mono CJK HK"/>
                <a:cs typeface="Noto Sans Mono CJK HK"/>
              </a:rPr>
              <a:t>转换器写入按规律变化的数据，即可在输出端</a:t>
            </a:r>
            <a:r>
              <a:rPr sz="2400" spc="45" dirty="0">
                <a:solidFill>
                  <a:srgbClr val="0000CC"/>
                </a:solidFill>
                <a:latin typeface="Noto Sans Mono CJK HK"/>
                <a:cs typeface="Noto Sans Mono CJK HK"/>
              </a:rPr>
              <a:t>获得正弦波、三角波、锯齿波、方波、阶梯波、梯形波等</a:t>
            </a:r>
            <a:r>
              <a:rPr sz="2400" spc="-10" dirty="0">
                <a:solidFill>
                  <a:srgbClr val="0000CC"/>
                </a:solidFill>
                <a:latin typeface="Noto Sans Mono CJK HK"/>
                <a:cs typeface="Noto Sans Mono CJK HK"/>
              </a:rPr>
              <a:t>函数波形。</a:t>
            </a:r>
            <a:endParaRPr sz="2400">
              <a:latin typeface="Noto Sans Mono CJK HK"/>
              <a:cs typeface="Noto Sans Mono CJK HK"/>
            </a:endParaRPr>
          </a:p>
          <a:p>
            <a:pPr marL="353060" indent="-340360" algn="just">
              <a:lnSpc>
                <a:spcPct val="100000"/>
              </a:lnSpc>
              <a:spcBef>
                <a:spcPts val="1200"/>
              </a:spcBef>
              <a:buFont typeface="Arial" panose="020B0604020202020204"/>
              <a:buChar char="•"/>
              <a:tabLst>
                <a:tab pos="353060" algn="l"/>
              </a:tabLst>
            </a:pPr>
            <a:r>
              <a:rPr sz="2400" spc="-10" dirty="0">
                <a:solidFill>
                  <a:srgbClr val="0000CC"/>
                </a:solidFill>
                <a:latin typeface="Noto Sans Mono CJK HK"/>
                <a:cs typeface="Noto Sans Mono CJK HK"/>
              </a:rPr>
              <a:t>直流电机的转速控制</a:t>
            </a:r>
            <a:endParaRPr sz="2400">
              <a:latin typeface="Noto Sans Mono CJK HK"/>
              <a:cs typeface="Noto Sans Mono CJK HK"/>
            </a:endParaRPr>
          </a:p>
          <a:p>
            <a:pPr marL="374650">
              <a:lnSpc>
                <a:spcPct val="100000"/>
              </a:lnSpc>
              <a:spcBef>
                <a:spcPts val="575"/>
              </a:spcBef>
            </a:pPr>
            <a:r>
              <a:rPr sz="2400" spc="-5" dirty="0">
                <a:solidFill>
                  <a:srgbClr val="0000CC"/>
                </a:solidFill>
                <a:latin typeface="Noto Sans Mono CJK HK"/>
                <a:cs typeface="Noto Sans Mono CJK HK"/>
              </a:rPr>
              <a:t>用不同的数值产生不同的电压，控制电机的转速</a:t>
            </a:r>
            <a:endParaRPr sz="2400">
              <a:latin typeface="Noto Sans Mono CJK HK"/>
              <a:cs typeface="Noto Sans Mono CJK HK"/>
            </a:endParaRPr>
          </a:p>
          <a:p>
            <a:pPr marL="354965" indent="-342265">
              <a:lnSpc>
                <a:spcPct val="100000"/>
              </a:lnSpc>
              <a:spcBef>
                <a:spcPts val="1215"/>
              </a:spcBef>
              <a:buFont typeface="Arial" panose="020B0604020202020204"/>
              <a:buChar char="•"/>
              <a:tabLst>
                <a:tab pos="354965" algn="l"/>
              </a:tabLst>
            </a:pPr>
            <a:r>
              <a:rPr sz="2400" dirty="0">
                <a:solidFill>
                  <a:srgbClr val="0000CC"/>
                </a:solidFill>
                <a:latin typeface="Noto Sans Mono CJK HK"/>
                <a:cs typeface="Noto Sans Mono CJK HK"/>
              </a:rPr>
              <a:t>其他需要用电压</a:t>
            </a:r>
            <a:r>
              <a:rPr sz="2400" spc="-10" dirty="0">
                <a:solidFill>
                  <a:srgbClr val="0000CC"/>
                </a:solidFill>
                <a:latin typeface="Arial" panose="020B0604020202020204"/>
                <a:cs typeface="Arial" panose="020B0604020202020204"/>
              </a:rPr>
              <a:t>/</a:t>
            </a:r>
            <a:r>
              <a:rPr sz="2400" spc="-5" dirty="0">
                <a:solidFill>
                  <a:srgbClr val="0000CC"/>
                </a:solidFill>
                <a:latin typeface="Noto Sans Mono CJK HK"/>
                <a:cs typeface="Noto Sans Mono CJK HK"/>
              </a:rPr>
              <a:t>电流来进行控制的场合</a:t>
            </a:r>
            <a:endParaRPr sz="2400">
              <a:latin typeface="Noto Sans Mono CJK HK"/>
              <a:cs typeface="Noto Sans Mono CJK HK"/>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990" y="1055611"/>
            <a:ext cx="8053070" cy="1518285"/>
          </a:xfrm>
          <a:prstGeom prst="rect">
            <a:avLst/>
          </a:prstGeom>
        </p:spPr>
        <p:txBody>
          <a:bodyPr vert="horz" wrap="square" lIns="0" tIns="12700" rIns="0" bIns="0" rtlCol="0">
            <a:spAutoFit/>
          </a:bodyPr>
          <a:lstStyle/>
          <a:p>
            <a:pPr marL="12700" marR="5080">
              <a:lnSpc>
                <a:spcPct val="110000"/>
              </a:lnSpc>
              <a:spcBef>
                <a:spcPts val="100"/>
              </a:spcBef>
            </a:pPr>
            <a:r>
              <a:rPr sz="2400" dirty="0">
                <a:solidFill>
                  <a:srgbClr val="0000CC"/>
                </a:solidFill>
                <a:latin typeface="Noto Sans Mono CJK HK"/>
                <a:cs typeface="Noto Sans Mono CJK HK"/>
              </a:rPr>
              <a:t>编程使</a:t>
            </a:r>
            <a:r>
              <a:rPr sz="2400" spc="-20" dirty="0">
                <a:solidFill>
                  <a:srgbClr val="0000CC"/>
                </a:solidFill>
                <a:latin typeface="Arial" panose="020B0604020202020204"/>
                <a:cs typeface="Arial" panose="020B0604020202020204"/>
              </a:rPr>
              <a:t>DAC0832</a:t>
            </a:r>
            <a:r>
              <a:rPr sz="2400" spc="-5" dirty="0">
                <a:solidFill>
                  <a:srgbClr val="0000CC"/>
                </a:solidFill>
                <a:latin typeface="Noto Sans Mono CJK HK"/>
                <a:cs typeface="Noto Sans Mono CJK HK"/>
              </a:rPr>
              <a:t>输出锯齿波电压。锯齿波的周期用延迟子程</a:t>
            </a:r>
            <a:r>
              <a:rPr sz="2400" spc="-55" dirty="0">
                <a:solidFill>
                  <a:srgbClr val="0000CC"/>
                </a:solidFill>
                <a:latin typeface="Noto Sans Mono CJK HK"/>
                <a:cs typeface="Noto Sans Mono CJK HK"/>
              </a:rPr>
              <a:t>序实现。 假设采用单缓冲方式，</a:t>
            </a:r>
            <a:r>
              <a:rPr sz="2400" spc="-10" dirty="0">
                <a:solidFill>
                  <a:srgbClr val="0000CC"/>
                </a:solidFill>
                <a:latin typeface="Arial" panose="020B0604020202020204"/>
                <a:cs typeface="Arial" panose="020B0604020202020204"/>
              </a:rPr>
              <a:t>D/A</a:t>
            </a:r>
            <a:r>
              <a:rPr sz="2400" dirty="0">
                <a:solidFill>
                  <a:srgbClr val="0000CC"/>
                </a:solidFill>
                <a:latin typeface="Noto Sans Mono CJK HK"/>
                <a:cs typeface="Noto Sans Mono CJK HK"/>
              </a:rPr>
              <a:t>端口号为</a:t>
            </a:r>
            <a:r>
              <a:rPr sz="2400" spc="-10" dirty="0">
                <a:solidFill>
                  <a:srgbClr val="0000CC"/>
                </a:solidFill>
                <a:latin typeface="Arial" panose="020B0604020202020204"/>
                <a:cs typeface="Arial" panose="020B0604020202020204"/>
              </a:rPr>
              <a:t>PORTA</a:t>
            </a:r>
            <a:r>
              <a:rPr sz="2400" spc="-50" dirty="0">
                <a:solidFill>
                  <a:srgbClr val="0000CC"/>
                </a:solidFill>
                <a:latin typeface="Noto Sans Mono CJK HK"/>
                <a:cs typeface="Noto Sans Mono CJK HK"/>
              </a:rPr>
              <a:t>。</a:t>
            </a:r>
            <a:endParaRPr sz="2400">
              <a:latin typeface="Noto Sans Mono CJK HK"/>
              <a:cs typeface="Noto Sans Mono CJK HK"/>
            </a:endParaRPr>
          </a:p>
          <a:p>
            <a:pPr marL="834390">
              <a:lnSpc>
                <a:spcPct val="100000"/>
              </a:lnSpc>
              <a:spcBef>
                <a:spcPts val="2540"/>
              </a:spcBef>
              <a:tabLst>
                <a:tab pos="3453765" algn="l"/>
              </a:tabLst>
            </a:pPr>
            <a:r>
              <a:rPr sz="2400" dirty="0">
                <a:solidFill>
                  <a:srgbClr val="0000FF"/>
                </a:solidFill>
                <a:latin typeface="Times New Roman" panose="02020603050405020304"/>
                <a:cs typeface="Times New Roman" panose="02020603050405020304"/>
              </a:rPr>
              <a:t>MOV</a:t>
            </a:r>
            <a:r>
              <a:rPr sz="2400" spc="-105" dirty="0">
                <a:solidFill>
                  <a:srgbClr val="0000FF"/>
                </a:solidFill>
                <a:latin typeface="Times New Roman" panose="02020603050405020304"/>
                <a:cs typeface="Times New Roman" panose="02020603050405020304"/>
              </a:rPr>
              <a:t> </a:t>
            </a:r>
            <a:r>
              <a:rPr sz="2400" spc="-10" dirty="0">
                <a:solidFill>
                  <a:srgbClr val="0000FF"/>
                </a:solidFill>
                <a:latin typeface="Times New Roman" panose="02020603050405020304"/>
                <a:cs typeface="Times New Roman" panose="02020603050405020304"/>
              </a:rPr>
              <a:t>DX</a:t>
            </a:r>
            <a:r>
              <a:rPr sz="2400" spc="-10" dirty="0">
                <a:solidFill>
                  <a:srgbClr val="0000FF"/>
                </a:solidFill>
                <a:latin typeface="Noto Sans CJK HK"/>
                <a:cs typeface="Noto Sans CJK HK"/>
              </a:rPr>
              <a:t>，</a:t>
            </a:r>
            <a:r>
              <a:rPr sz="2400" spc="-10" dirty="0">
                <a:solidFill>
                  <a:srgbClr val="0000FF"/>
                </a:solidFill>
                <a:latin typeface="Times New Roman" panose="02020603050405020304"/>
                <a:cs typeface="Times New Roman" panose="02020603050405020304"/>
              </a:rPr>
              <a:t>PORTA</a:t>
            </a:r>
            <a:r>
              <a:rPr sz="2400" dirty="0">
                <a:solidFill>
                  <a:srgbClr val="0000FF"/>
                </a:solidFill>
                <a:latin typeface="Times New Roman" panose="02020603050405020304"/>
                <a:cs typeface="Times New Roman" panose="02020603050405020304"/>
              </a:rPr>
              <a:t>	</a:t>
            </a:r>
            <a:r>
              <a:rPr sz="2400" spc="-75" dirty="0">
                <a:solidFill>
                  <a:srgbClr val="0000FF"/>
                </a:solidFill>
                <a:latin typeface="Noto Sans CJK HK"/>
                <a:cs typeface="Noto Sans CJK HK"/>
              </a:rPr>
              <a:t>；</a:t>
            </a:r>
            <a:r>
              <a:rPr sz="2400" spc="-75" dirty="0">
                <a:solidFill>
                  <a:srgbClr val="0000FF"/>
                </a:solidFill>
                <a:latin typeface="Times New Roman" panose="02020603050405020304"/>
                <a:cs typeface="Times New Roman" panose="02020603050405020304"/>
              </a:rPr>
              <a:t>PORTA</a:t>
            </a:r>
            <a:r>
              <a:rPr sz="2400" dirty="0">
                <a:solidFill>
                  <a:srgbClr val="0000FF"/>
                </a:solidFill>
                <a:latin typeface="Noto Sans CJK HK"/>
                <a:cs typeface="Noto Sans CJK HK"/>
              </a:rPr>
              <a:t>为</a:t>
            </a:r>
            <a:r>
              <a:rPr sz="2400" spc="-20" dirty="0">
                <a:solidFill>
                  <a:srgbClr val="0000FF"/>
                </a:solidFill>
                <a:latin typeface="Times New Roman" panose="02020603050405020304"/>
                <a:cs typeface="Times New Roman" panose="02020603050405020304"/>
              </a:rPr>
              <a:t>D/A</a:t>
            </a:r>
            <a:r>
              <a:rPr sz="2400" spc="-20" dirty="0">
                <a:solidFill>
                  <a:srgbClr val="0000FF"/>
                </a:solidFill>
                <a:latin typeface="Noto Sans CJK HK"/>
                <a:cs typeface="Noto Sans CJK HK"/>
              </a:rPr>
              <a:t>端口号</a:t>
            </a:r>
            <a:endParaRPr sz="2400">
              <a:latin typeface="Noto Sans CJK HK"/>
              <a:cs typeface="Noto Sans CJK HK"/>
            </a:endParaRPr>
          </a:p>
        </p:txBody>
      </p:sp>
      <p:sp>
        <p:nvSpPr>
          <p:cNvPr id="3" name="object 3"/>
          <p:cNvSpPr/>
          <p:nvPr/>
        </p:nvSpPr>
        <p:spPr>
          <a:xfrm>
            <a:off x="6674611" y="5668162"/>
            <a:ext cx="1381760" cy="447675"/>
          </a:xfrm>
          <a:custGeom>
            <a:avLst/>
            <a:gdLst/>
            <a:ahLst/>
            <a:cxnLst/>
            <a:rect l="l" t="t" r="r" b="b"/>
            <a:pathLst>
              <a:path w="1381759" h="447675">
                <a:moveTo>
                  <a:pt x="1381480" y="0"/>
                </a:moveTo>
                <a:lnTo>
                  <a:pt x="1371955" y="9042"/>
                </a:lnTo>
                <a:lnTo>
                  <a:pt x="1371955" y="22174"/>
                </a:lnTo>
                <a:lnTo>
                  <a:pt x="1371955" y="438124"/>
                </a:lnTo>
                <a:lnTo>
                  <a:pt x="933716" y="438124"/>
                </a:lnTo>
                <a:lnTo>
                  <a:pt x="1371955" y="22174"/>
                </a:lnTo>
                <a:lnTo>
                  <a:pt x="1371955" y="9042"/>
                </a:lnTo>
                <a:lnTo>
                  <a:pt x="926553" y="431800"/>
                </a:lnTo>
                <a:lnTo>
                  <a:pt x="926553" y="11087"/>
                </a:lnTo>
                <a:lnTo>
                  <a:pt x="926553" y="0"/>
                </a:lnTo>
                <a:lnTo>
                  <a:pt x="917028" y="9042"/>
                </a:lnTo>
                <a:lnTo>
                  <a:pt x="917028" y="22174"/>
                </a:lnTo>
                <a:lnTo>
                  <a:pt x="917028" y="438124"/>
                </a:lnTo>
                <a:lnTo>
                  <a:pt x="478790" y="438124"/>
                </a:lnTo>
                <a:lnTo>
                  <a:pt x="917028" y="22174"/>
                </a:lnTo>
                <a:lnTo>
                  <a:pt x="917028" y="9042"/>
                </a:lnTo>
                <a:lnTo>
                  <a:pt x="471627" y="431800"/>
                </a:lnTo>
                <a:lnTo>
                  <a:pt x="471627" y="11087"/>
                </a:lnTo>
                <a:lnTo>
                  <a:pt x="471627" y="0"/>
                </a:lnTo>
                <a:lnTo>
                  <a:pt x="462102" y="9042"/>
                </a:lnTo>
                <a:lnTo>
                  <a:pt x="462102" y="22174"/>
                </a:lnTo>
                <a:lnTo>
                  <a:pt x="462102" y="438124"/>
                </a:lnTo>
                <a:lnTo>
                  <a:pt x="23863" y="438124"/>
                </a:lnTo>
                <a:lnTo>
                  <a:pt x="462102" y="22174"/>
                </a:lnTo>
                <a:lnTo>
                  <a:pt x="462102" y="9042"/>
                </a:lnTo>
                <a:lnTo>
                  <a:pt x="0" y="447649"/>
                </a:lnTo>
                <a:lnTo>
                  <a:pt x="454926" y="447649"/>
                </a:lnTo>
                <a:lnTo>
                  <a:pt x="471627" y="447649"/>
                </a:lnTo>
                <a:lnTo>
                  <a:pt x="909853" y="447649"/>
                </a:lnTo>
                <a:lnTo>
                  <a:pt x="926553" y="447649"/>
                </a:lnTo>
                <a:lnTo>
                  <a:pt x="1381480" y="447649"/>
                </a:lnTo>
                <a:lnTo>
                  <a:pt x="1381480" y="446341"/>
                </a:lnTo>
                <a:lnTo>
                  <a:pt x="1381480" y="442887"/>
                </a:lnTo>
                <a:lnTo>
                  <a:pt x="1381480" y="438124"/>
                </a:lnTo>
                <a:lnTo>
                  <a:pt x="1381480" y="11087"/>
                </a:lnTo>
                <a:lnTo>
                  <a:pt x="1381480" y="0"/>
                </a:lnTo>
                <a:close/>
              </a:path>
            </a:pathLst>
          </a:custGeom>
          <a:solidFill>
            <a:srgbClr val="0000FF"/>
          </a:solidFill>
        </p:spPr>
        <p:txBody>
          <a:bodyPr wrap="square" lIns="0" tIns="0" rIns="0" bIns="0" rtlCol="0"/>
          <a:lstStyle/>
          <a:p>
            <a:endParaRPr/>
          </a:p>
        </p:txBody>
      </p:sp>
      <p:sp>
        <p:nvSpPr>
          <p:cNvPr id="4" name="object 4"/>
          <p:cNvSpPr txBox="1"/>
          <p:nvPr/>
        </p:nvSpPr>
        <p:spPr>
          <a:xfrm>
            <a:off x="8186470" y="5794184"/>
            <a:ext cx="534035" cy="331470"/>
          </a:xfrm>
          <a:prstGeom prst="rect">
            <a:avLst/>
          </a:prstGeom>
        </p:spPr>
        <p:txBody>
          <a:bodyPr vert="horz" wrap="square" lIns="0" tIns="13335" rIns="0" bIns="0" rtlCol="0">
            <a:spAutoFit/>
          </a:bodyPr>
          <a:lstStyle/>
          <a:p>
            <a:pPr marL="12700">
              <a:lnSpc>
                <a:spcPct val="100000"/>
              </a:lnSpc>
              <a:spcBef>
                <a:spcPts val="105"/>
              </a:spcBef>
            </a:pPr>
            <a:r>
              <a:rPr sz="2000" b="1" spc="-25" dirty="0">
                <a:solidFill>
                  <a:srgbClr val="0000FF"/>
                </a:solidFill>
                <a:latin typeface="Arial" panose="020B0604020202020204"/>
                <a:cs typeface="Arial" panose="020B0604020202020204"/>
              </a:rPr>
              <a:t>……</a:t>
            </a:r>
            <a:endParaRPr sz="2000">
              <a:latin typeface="Arial" panose="020B0604020202020204"/>
              <a:cs typeface="Arial" panose="020B0604020202020204"/>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71</a:t>
            </a:fld>
            <a:endParaRPr spc="-25" dirty="0"/>
          </a:p>
        </p:txBody>
      </p:sp>
      <p:sp>
        <p:nvSpPr>
          <p:cNvPr id="5" name="object 5"/>
          <p:cNvSpPr txBox="1"/>
          <p:nvPr/>
        </p:nvSpPr>
        <p:spPr>
          <a:xfrm>
            <a:off x="4425175" y="2548140"/>
            <a:ext cx="195643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FF"/>
                </a:solidFill>
                <a:latin typeface="Noto Sans CJK HK"/>
                <a:cs typeface="Noto Sans CJK HK"/>
              </a:rPr>
              <a:t>；初值为</a:t>
            </a:r>
            <a:r>
              <a:rPr sz="2400" spc="-20" dirty="0">
                <a:solidFill>
                  <a:srgbClr val="0000FF"/>
                </a:solidFill>
                <a:latin typeface="Times New Roman" panose="02020603050405020304"/>
                <a:cs typeface="Times New Roman" panose="02020603050405020304"/>
              </a:rPr>
              <a:t>0FFH</a:t>
            </a:r>
            <a:endParaRPr sz="2400">
              <a:latin typeface="Times New Roman" panose="02020603050405020304"/>
              <a:cs typeface="Times New Roman" panose="02020603050405020304"/>
            </a:endParaRPr>
          </a:p>
        </p:txBody>
      </p:sp>
      <p:sp>
        <p:nvSpPr>
          <p:cNvPr id="6" name="object 6"/>
          <p:cNvSpPr txBox="1"/>
          <p:nvPr/>
        </p:nvSpPr>
        <p:spPr>
          <a:xfrm>
            <a:off x="462775" y="2548140"/>
            <a:ext cx="3128010" cy="1854200"/>
          </a:xfrm>
          <a:prstGeom prst="rect">
            <a:avLst/>
          </a:prstGeom>
        </p:spPr>
        <p:txBody>
          <a:bodyPr vert="horz" wrap="square" lIns="0" tIns="26670" rIns="0" bIns="0" rtlCol="0">
            <a:spAutoFit/>
          </a:bodyPr>
          <a:lstStyle/>
          <a:p>
            <a:pPr marL="12700" marR="5080" indent="914400">
              <a:lnSpc>
                <a:spcPts val="2860"/>
              </a:lnSpc>
              <a:spcBef>
                <a:spcPts val="210"/>
              </a:spcBef>
            </a:pPr>
            <a:r>
              <a:rPr sz="2400" spc="-25" dirty="0">
                <a:solidFill>
                  <a:srgbClr val="0000FF"/>
                </a:solidFill>
                <a:latin typeface="Times New Roman" panose="02020603050405020304"/>
                <a:cs typeface="Times New Roman" panose="02020603050405020304"/>
              </a:rPr>
              <a:t>MOV</a:t>
            </a:r>
            <a:r>
              <a:rPr sz="2400" spc="-165" dirty="0">
                <a:solidFill>
                  <a:srgbClr val="0000FF"/>
                </a:solidFill>
                <a:latin typeface="Times New Roman" panose="02020603050405020304"/>
                <a:cs typeface="Times New Roman" panose="02020603050405020304"/>
              </a:rPr>
              <a:t> </a:t>
            </a:r>
            <a:r>
              <a:rPr sz="2400" spc="-10" dirty="0">
                <a:solidFill>
                  <a:srgbClr val="0000FF"/>
                </a:solidFill>
                <a:latin typeface="Times New Roman" panose="02020603050405020304"/>
                <a:cs typeface="Times New Roman" panose="02020603050405020304"/>
              </a:rPr>
              <a:t>AL</a:t>
            </a:r>
            <a:r>
              <a:rPr sz="2400" spc="-10" dirty="0">
                <a:solidFill>
                  <a:srgbClr val="0000FF"/>
                </a:solidFill>
                <a:latin typeface="Noto Sans CJK HK"/>
                <a:cs typeface="Noto Sans CJK HK"/>
              </a:rPr>
              <a:t>，</a:t>
            </a:r>
            <a:r>
              <a:rPr sz="2400" spc="-10" dirty="0">
                <a:solidFill>
                  <a:srgbClr val="0000FF"/>
                </a:solidFill>
                <a:latin typeface="Times New Roman" panose="02020603050405020304"/>
                <a:cs typeface="Times New Roman" panose="02020603050405020304"/>
              </a:rPr>
              <a:t>0FFH </a:t>
            </a:r>
            <a:r>
              <a:rPr sz="2400" spc="-10" dirty="0">
                <a:solidFill>
                  <a:srgbClr val="008000"/>
                </a:solidFill>
                <a:latin typeface="Times New Roman" panose="02020603050405020304"/>
                <a:cs typeface="Times New Roman" panose="02020603050405020304"/>
              </a:rPr>
              <a:t>ROTATE</a:t>
            </a:r>
            <a:r>
              <a:rPr sz="2400" spc="-10" dirty="0">
                <a:solidFill>
                  <a:srgbClr val="008000"/>
                </a:solidFill>
                <a:latin typeface="Noto Sans CJK HK"/>
                <a:cs typeface="Noto Sans CJK HK"/>
              </a:rPr>
              <a:t>：</a:t>
            </a:r>
            <a:endParaRPr sz="2400">
              <a:latin typeface="Noto Sans CJK HK"/>
              <a:cs typeface="Noto Sans CJK HK"/>
            </a:endParaRPr>
          </a:p>
          <a:p>
            <a:pPr marL="927100">
              <a:lnSpc>
                <a:spcPts val="2810"/>
              </a:lnSpc>
              <a:tabLst>
                <a:tab pos="1586865" algn="l"/>
              </a:tabLst>
            </a:pPr>
            <a:r>
              <a:rPr sz="2400" spc="-25" dirty="0">
                <a:solidFill>
                  <a:srgbClr val="0000FF"/>
                </a:solidFill>
                <a:latin typeface="Times New Roman" panose="02020603050405020304"/>
                <a:cs typeface="Times New Roman" panose="02020603050405020304"/>
              </a:rPr>
              <a:t>INC</a:t>
            </a:r>
            <a:r>
              <a:rPr sz="2400" dirty="0">
                <a:solidFill>
                  <a:srgbClr val="0000FF"/>
                </a:solidFill>
                <a:latin typeface="Times New Roman" panose="02020603050405020304"/>
                <a:cs typeface="Times New Roman" panose="02020603050405020304"/>
              </a:rPr>
              <a:t>	</a:t>
            </a:r>
            <a:r>
              <a:rPr sz="2400" spc="-25" dirty="0">
                <a:solidFill>
                  <a:srgbClr val="0000FF"/>
                </a:solidFill>
                <a:latin typeface="Times New Roman" panose="02020603050405020304"/>
                <a:cs typeface="Times New Roman" panose="02020603050405020304"/>
              </a:rPr>
              <a:t>AL</a:t>
            </a:r>
            <a:endParaRPr sz="2400">
              <a:latin typeface="Times New Roman" panose="02020603050405020304"/>
              <a:cs typeface="Times New Roman" panose="02020603050405020304"/>
            </a:endParaRPr>
          </a:p>
          <a:p>
            <a:pPr marL="927100" marR="328930">
              <a:lnSpc>
                <a:spcPct val="100000"/>
              </a:lnSpc>
            </a:pPr>
            <a:r>
              <a:rPr sz="2400" dirty="0">
                <a:solidFill>
                  <a:srgbClr val="0000FF"/>
                </a:solidFill>
                <a:latin typeface="Times New Roman" panose="02020603050405020304"/>
                <a:cs typeface="Times New Roman" panose="02020603050405020304"/>
              </a:rPr>
              <a:t>OUT</a:t>
            </a:r>
            <a:r>
              <a:rPr sz="2400" spc="-85" dirty="0">
                <a:solidFill>
                  <a:srgbClr val="0000FF"/>
                </a:solidFill>
                <a:latin typeface="Times New Roman" panose="02020603050405020304"/>
                <a:cs typeface="Times New Roman" panose="02020603050405020304"/>
              </a:rPr>
              <a:t> </a:t>
            </a:r>
            <a:r>
              <a:rPr sz="2400" spc="-10" dirty="0">
                <a:solidFill>
                  <a:srgbClr val="0000FF"/>
                </a:solidFill>
                <a:latin typeface="Times New Roman" panose="02020603050405020304"/>
                <a:cs typeface="Times New Roman" panose="02020603050405020304"/>
              </a:rPr>
              <a:t>DX</a:t>
            </a:r>
            <a:r>
              <a:rPr sz="2400" spc="-10" dirty="0">
                <a:solidFill>
                  <a:srgbClr val="0000FF"/>
                </a:solidFill>
                <a:latin typeface="Noto Sans CJK HK"/>
                <a:cs typeface="Noto Sans CJK HK"/>
              </a:rPr>
              <a:t>，</a:t>
            </a:r>
            <a:r>
              <a:rPr sz="2400" spc="-10" dirty="0">
                <a:solidFill>
                  <a:srgbClr val="0000FF"/>
                </a:solidFill>
                <a:latin typeface="Times New Roman" panose="02020603050405020304"/>
                <a:cs typeface="Times New Roman" panose="02020603050405020304"/>
              </a:rPr>
              <a:t>AL </a:t>
            </a:r>
            <a:r>
              <a:rPr sz="2400" dirty="0">
                <a:solidFill>
                  <a:srgbClr val="0000FF"/>
                </a:solidFill>
                <a:latin typeface="Times New Roman" panose="02020603050405020304"/>
                <a:cs typeface="Times New Roman" panose="02020603050405020304"/>
              </a:rPr>
              <a:t>CALL</a:t>
            </a:r>
            <a:r>
              <a:rPr sz="2400" spc="-125" dirty="0">
                <a:solidFill>
                  <a:srgbClr val="0000FF"/>
                </a:solidFill>
                <a:latin typeface="Times New Roman" panose="02020603050405020304"/>
                <a:cs typeface="Times New Roman" panose="02020603050405020304"/>
              </a:rPr>
              <a:t> </a:t>
            </a:r>
            <a:r>
              <a:rPr sz="2400" spc="-55" dirty="0">
                <a:solidFill>
                  <a:srgbClr val="0000FF"/>
                </a:solidFill>
                <a:latin typeface="Times New Roman" panose="02020603050405020304"/>
                <a:cs typeface="Times New Roman" panose="02020603050405020304"/>
              </a:rPr>
              <a:t>DELAY</a:t>
            </a:r>
            <a:endParaRPr sz="2400">
              <a:latin typeface="Times New Roman" panose="02020603050405020304"/>
              <a:cs typeface="Times New Roman" panose="02020603050405020304"/>
            </a:endParaRPr>
          </a:p>
        </p:txBody>
      </p:sp>
      <p:sp>
        <p:nvSpPr>
          <p:cNvPr id="7" name="object 7"/>
          <p:cNvSpPr txBox="1"/>
          <p:nvPr/>
        </p:nvSpPr>
        <p:spPr>
          <a:xfrm>
            <a:off x="4120375" y="3645420"/>
            <a:ext cx="2379345" cy="75692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FF"/>
                </a:solidFill>
                <a:latin typeface="Noto Sans CJK HK"/>
                <a:cs typeface="Noto Sans CJK HK"/>
              </a:rPr>
              <a:t>；往</a:t>
            </a:r>
            <a:r>
              <a:rPr sz="2400" spc="-20" dirty="0">
                <a:solidFill>
                  <a:srgbClr val="0000FF"/>
                </a:solidFill>
                <a:latin typeface="Times New Roman" panose="02020603050405020304"/>
                <a:cs typeface="Times New Roman" panose="02020603050405020304"/>
              </a:rPr>
              <a:t>D/A</a:t>
            </a:r>
            <a:r>
              <a:rPr sz="2400" spc="-15" dirty="0">
                <a:solidFill>
                  <a:srgbClr val="0000FF"/>
                </a:solidFill>
                <a:latin typeface="Noto Sans CJK HK"/>
                <a:cs typeface="Noto Sans CJK HK"/>
              </a:rPr>
              <a:t>输出数据</a:t>
            </a:r>
            <a:endParaRPr sz="2400">
              <a:latin typeface="Noto Sans CJK HK"/>
              <a:cs typeface="Noto Sans CJK HK"/>
            </a:endParaRPr>
          </a:p>
          <a:p>
            <a:pPr marL="12700">
              <a:lnSpc>
                <a:spcPct val="100000"/>
              </a:lnSpc>
            </a:pPr>
            <a:r>
              <a:rPr sz="2400" spc="-10" dirty="0">
                <a:solidFill>
                  <a:srgbClr val="0000FF"/>
                </a:solidFill>
                <a:latin typeface="Noto Sans CJK HK"/>
                <a:cs typeface="Noto Sans CJK HK"/>
              </a:rPr>
              <a:t>；调延时子程序</a:t>
            </a:r>
            <a:endParaRPr sz="2400">
              <a:latin typeface="Noto Sans CJK HK"/>
              <a:cs typeface="Noto Sans CJK HK"/>
            </a:endParaRPr>
          </a:p>
        </p:txBody>
      </p:sp>
      <p:sp>
        <p:nvSpPr>
          <p:cNvPr id="8" name="object 8"/>
          <p:cNvSpPr txBox="1"/>
          <p:nvPr/>
        </p:nvSpPr>
        <p:spPr>
          <a:xfrm>
            <a:off x="462775" y="4376940"/>
            <a:ext cx="2997835" cy="1488440"/>
          </a:xfrm>
          <a:prstGeom prst="rect">
            <a:avLst/>
          </a:prstGeom>
        </p:spPr>
        <p:txBody>
          <a:bodyPr vert="horz" wrap="square" lIns="0" tIns="12700" rIns="0" bIns="0" rtlCol="0">
            <a:spAutoFit/>
          </a:bodyPr>
          <a:lstStyle/>
          <a:p>
            <a:pPr marL="927100">
              <a:lnSpc>
                <a:spcPct val="100000"/>
              </a:lnSpc>
              <a:spcBef>
                <a:spcPts val="100"/>
              </a:spcBef>
              <a:tabLst>
                <a:tab pos="1840230" algn="l"/>
              </a:tabLst>
            </a:pPr>
            <a:r>
              <a:rPr sz="2400" spc="-25" dirty="0">
                <a:solidFill>
                  <a:srgbClr val="0000FF"/>
                </a:solidFill>
                <a:latin typeface="Times New Roman" panose="02020603050405020304"/>
                <a:cs typeface="Times New Roman" panose="02020603050405020304"/>
              </a:rPr>
              <a:t>JMP</a:t>
            </a:r>
            <a:r>
              <a:rPr sz="2400" dirty="0">
                <a:solidFill>
                  <a:srgbClr val="0000FF"/>
                </a:solidFill>
                <a:latin typeface="Times New Roman" panose="02020603050405020304"/>
                <a:cs typeface="Times New Roman" panose="02020603050405020304"/>
              </a:rPr>
              <a:t>	</a:t>
            </a:r>
            <a:r>
              <a:rPr sz="2400" spc="-75" dirty="0">
                <a:solidFill>
                  <a:srgbClr val="0000FF"/>
                </a:solidFill>
                <a:latin typeface="Times New Roman" panose="02020603050405020304"/>
                <a:cs typeface="Times New Roman" panose="02020603050405020304"/>
              </a:rPr>
              <a:t>ROTATE</a:t>
            </a:r>
            <a:endParaRPr sz="2400">
              <a:latin typeface="Times New Roman" panose="02020603050405020304"/>
              <a:cs typeface="Times New Roman" panose="02020603050405020304"/>
            </a:endParaRPr>
          </a:p>
          <a:p>
            <a:pPr>
              <a:lnSpc>
                <a:spcPct val="100000"/>
              </a:lnSpc>
              <a:spcBef>
                <a:spcPts val="100"/>
              </a:spcBef>
            </a:pPr>
            <a:endParaRPr sz="2400">
              <a:latin typeface="Times New Roman" panose="02020603050405020304"/>
              <a:cs typeface="Times New Roman" panose="02020603050405020304"/>
            </a:endParaRPr>
          </a:p>
          <a:p>
            <a:pPr marL="12700">
              <a:lnSpc>
                <a:spcPct val="100000"/>
              </a:lnSpc>
            </a:pPr>
            <a:r>
              <a:rPr sz="2400" spc="-80" dirty="0">
                <a:solidFill>
                  <a:srgbClr val="008000"/>
                </a:solidFill>
                <a:latin typeface="Times New Roman" panose="02020603050405020304"/>
                <a:cs typeface="Times New Roman" panose="02020603050405020304"/>
              </a:rPr>
              <a:t>DELAY:</a:t>
            </a:r>
            <a:r>
              <a:rPr sz="2400" spc="-40" dirty="0">
                <a:solidFill>
                  <a:srgbClr val="008000"/>
                </a:solidFill>
                <a:latin typeface="Times New Roman" panose="02020603050405020304"/>
                <a:cs typeface="Times New Roman" panose="02020603050405020304"/>
              </a:rPr>
              <a:t> </a:t>
            </a:r>
            <a:r>
              <a:rPr sz="2400" spc="-25" dirty="0">
                <a:solidFill>
                  <a:srgbClr val="008000"/>
                </a:solidFill>
                <a:latin typeface="Times New Roman" panose="02020603050405020304"/>
                <a:cs typeface="Times New Roman" panose="02020603050405020304"/>
              </a:rPr>
              <a:t>……</a:t>
            </a:r>
            <a:endParaRPr sz="2400">
              <a:latin typeface="Times New Roman" panose="02020603050405020304"/>
              <a:cs typeface="Times New Roman" panose="02020603050405020304"/>
            </a:endParaRPr>
          </a:p>
          <a:p>
            <a:pPr marL="927100">
              <a:lnSpc>
                <a:spcPct val="100000"/>
              </a:lnSpc>
              <a:spcBef>
                <a:spcPts val="20"/>
              </a:spcBef>
            </a:pPr>
            <a:r>
              <a:rPr sz="2400" spc="-25" dirty="0">
                <a:solidFill>
                  <a:srgbClr val="0000FF"/>
                </a:solidFill>
                <a:latin typeface="Times New Roman" panose="02020603050405020304"/>
                <a:cs typeface="Times New Roman" panose="02020603050405020304"/>
              </a:rPr>
              <a:t>RET</a:t>
            </a:r>
            <a:endParaRPr sz="2400">
              <a:latin typeface="Times New Roman" panose="02020603050405020304"/>
              <a:cs typeface="Times New Roman" panose="02020603050405020304"/>
            </a:endParaRPr>
          </a:p>
        </p:txBody>
      </p:sp>
      <p:sp>
        <p:nvSpPr>
          <p:cNvPr id="9" name="object 9"/>
          <p:cNvSpPr txBox="1">
            <a:spLocks noGrp="1"/>
          </p:cNvSpPr>
          <p:nvPr>
            <p:ph type="title"/>
          </p:nvPr>
        </p:nvSpPr>
        <p:spPr>
          <a:xfrm>
            <a:off x="465277" y="173812"/>
            <a:ext cx="1447165" cy="451484"/>
          </a:xfrm>
          <a:prstGeom prst="rect">
            <a:avLst/>
          </a:prstGeom>
        </p:spPr>
        <p:txBody>
          <a:bodyPr vert="horz" wrap="square" lIns="0" tIns="12065" rIns="0" bIns="0" rtlCol="0">
            <a:spAutoFit/>
          </a:bodyPr>
          <a:lstStyle/>
          <a:p>
            <a:pPr marL="12700">
              <a:lnSpc>
                <a:spcPct val="100000"/>
              </a:lnSpc>
              <a:spcBef>
                <a:spcPts val="95"/>
              </a:spcBef>
            </a:pPr>
            <a:r>
              <a:rPr spc="-35" dirty="0"/>
              <a:t>课堂练习</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1027" y="1044892"/>
            <a:ext cx="7340600" cy="391160"/>
          </a:xfrm>
          <a:prstGeom prst="rect">
            <a:avLst/>
          </a:prstGeom>
        </p:spPr>
        <p:txBody>
          <a:bodyPr vert="horz" wrap="square" lIns="0" tIns="12700" rIns="0" bIns="0" rtlCol="0">
            <a:spAutoFit/>
          </a:bodyPr>
          <a:lstStyle/>
          <a:p>
            <a:pPr marL="12700">
              <a:lnSpc>
                <a:spcPct val="100000"/>
              </a:lnSpc>
              <a:spcBef>
                <a:spcPts val="100"/>
              </a:spcBef>
            </a:pPr>
            <a:r>
              <a:rPr sz="2400" spc="-5" dirty="0"/>
              <a:t>编写输出一个梯形波的程序段。梯形波幅值参数自定。</a:t>
            </a:r>
            <a:endParaRPr sz="2400"/>
          </a:p>
        </p:txBody>
      </p:sp>
      <p:grpSp>
        <p:nvGrpSpPr>
          <p:cNvPr id="3" name="object 3"/>
          <p:cNvGrpSpPr/>
          <p:nvPr/>
        </p:nvGrpSpPr>
        <p:grpSpPr>
          <a:xfrm>
            <a:off x="836612" y="2214562"/>
            <a:ext cx="7606030" cy="2700655"/>
            <a:chOff x="836612" y="2214562"/>
            <a:chExt cx="7606030" cy="2700655"/>
          </a:xfrm>
        </p:grpSpPr>
        <p:sp>
          <p:nvSpPr>
            <p:cNvPr id="4" name="object 4"/>
            <p:cNvSpPr/>
            <p:nvPr/>
          </p:nvSpPr>
          <p:spPr>
            <a:xfrm>
              <a:off x="836612" y="2214562"/>
              <a:ext cx="7606030" cy="2700655"/>
            </a:xfrm>
            <a:custGeom>
              <a:avLst/>
              <a:gdLst/>
              <a:ahLst/>
              <a:cxnLst/>
              <a:rect l="l" t="t" r="r" b="b"/>
              <a:pathLst>
                <a:path w="7606030" h="2700654">
                  <a:moveTo>
                    <a:pt x="7605712" y="1935162"/>
                  </a:moveTo>
                  <a:lnTo>
                    <a:pt x="7577137" y="1920875"/>
                  </a:lnTo>
                  <a:lnTo>
                    <a:pt x="7519987" y="1892300"/>
                  </a:lnTo>
                  <a:lnTo>
                    <a:pt x="7519987" y="1920875"/>
                  </a:lnTo>
                  <a:lnTo>
                    <a:pt x="465137" y="1920875"/>
                  </a:lnTo>
                  <a:lnTo>
                    <a:pt x="465137" y="85725"/>
                  </a:lnTo>
                  <a:lnTo>
                    <a:pt x="493712" y="85725"/>
                  </a:lnTo>
                  <a:lnTo>
                    <a:pt x="482993" y="64300"/>
                  </a:lnTo>
                  <a:lnTo>
                    <a:pt x="450850" y="0"/>
                  </a:lnTo>
                  <a:lnTo>
                    <a:pt x="407987" y="85725"/>
                  </a:lnTo>
                  <a:lnTo>
                    <a:pt x="436562" y="85725"/>
                  </a:lnTo>
                  <a:lnTo>
                    <a:pt x="436562" y="1920875"/>
                  </a:lnTo>
                  <a:lnTo>
                    <a:pt x="0" y="1920875"/>
                  </a:lnTo>
                  <a:lnTo>
                    <a:pt x="0" y="1949450"/>
                  </a:lnTo>
                  <a:lnTo>
                    <a:pt x="436562" y="1949450"/>
                  </a:lnTo>
                  <a:lnTo>
                    <a:pt x="436562" y="2700337"/>
                  </a:lnTo>
                  <a:lnTo>
                    <a:pt x="465137" y="2700337"/>
                  </a:lnTo>
                  <a:lnTo>
                    <a:pt x="465137" y="1949450"/>
                  </a:lnTo>
                  <a:lnTo>
                    <a:pt x="7519987" y="1949450"/>
                  </a:lnTo>
                  <a:lnTo>
                    <a:pt x="7519987" y="1978025"/>
                  </a:lnTo>
                  <a:lnTo>
                    <a:pt x="7577137" y="1949450"/>
                  </a:lnTo>
                  <a:lnTo>
                    <a:pt x="7605712" y="1935162"/>
                  </a:lnTo>
                  <a:close/>
                </a:path>
              </a:pathLst>
            </a:custGeom>
            <a:solidFill>
              <a:srgbClr val="0000CC"/>
            </a:solidFill>
          </p:spPr>
          <p:txBody>
            <a:bodyPr wrap="square" lIns="0" tIns="0" rIns="0" bIns="0" rtlCol="0"/>
            <a:lstStyle/>
            <a:p>
              <a:endParaRPr/>
            </a:p>
          </p:txBody>
        </p:sp>
        <p:sp>
          <p:nvSpPr>
            <p:cNvPr id="5" name="object 5"/>
            <p:cNvSpPr/>
            <p:nvPr/>
          </p:nvSpPr>
          <p:spPr>
            <a:xfrm>
              <a:off x="1277366" y="3595687"/>
              <a:ext cx="6536690" cy="568325"/>
            </a:xfrm>
            <a:custGeom>
              <a:avLst/>
              <a:gdLst/>
              <a:ahLst/>
              <a:cxnLst/>
              <a:rect l="l" t="t" r="r" b="b"/>
              <a:pathLst>
                <a:path w="6536690" h="568325">
                  <a:moveTo>
                    <a:pt x="3250184" y="539750"/>
                  </a:moveTo>
                  <a:lnTo>
                    <a:pt x="2175014" y="539750"/>
                  </a:lnTo>
                  <a:lnTo>
                    <a:pt x="1639455" y="4191"/>
                  </a:lnTo>
                  <a:lnTo>
                    <a:pt x="1629346" y="14300"/>
                  </a:lnTo>
                  <a:lnTo>
                    <a:pt x="1629346" y="0"/>
                  </a:lnTo>
                  <a:lnTo>
                    <a:pt x="549846" y="0"/>
                  </a:lnTo>
                  <a:lnTo>
                    <a:pt x="549846" y="14287"/>
                  </a:lnTo>
                  <a:lnTo>
                    <a:pt x="539750" y="4191"/>
                  </a:lnTo>
                  <a:lnTo>
                    <a:pt x="0" y="543928"/>
                  </a:lnTo>
                  <a:lnTo>
                    <a:pt x="20205" y="564146"/>
                  </a:lnTo>
                  <a:lnTo>
                    <a:pt x="555777" y="28575"/>
                  </a:lnTo>
                  <a:lnTo>
                    <a:pt x="1623428" y="28575"/>
                  </a:lnTo>
                  <a:lnTo>
                    <a:pt x="2160587" y="565734"/>
                  </a:lnTo>
                  <a:lnTo>
                    <a:pt x="2170684" y="555637"/>
                  </a:lnTo>
                  <a:lnTo>
                    <a:pt x="2170684" y="568325"/>
                  </a:lnTo>
                  <a:lnTo>
                    <a:pt x="3250184" y="568325"/>
                  </a:lnTo>
                  <a:lnTo>
                    <a:pt x="3250184" y="539750"/>
                  </a:lnTo>
                  <a:close/>
                </a:path>
                <a:path w="6536690" h="568325">
                  <a:moveTo>
                    <a:pt x="6536309" y="539750"/>
                  </a:moveTo>
                  <a:lnTo>
                    <a:pt x="5461127" y="539750"/>
                  </a:lnTo>
                  <a:lnTo>
                    <a:pt x="4925580" y="4191"/>
                  </a:lnTo>
                  <a:lnTo>
                    <a:pt x="4915471" y="14300"/>
                  </a:lnTo>
                  <a:lnTo>
                    <a:pt x="4915471" y="0"/>
                  </a:lnTo>
                  <a:lnTo>
                    <a:pt x="3835971" y="0"/>
                  </a:lnTo>
                  <a:lnTo>
                    <a:pt x="3835971" y="14300"/>
                  </a:lnTo>
                  <a:lnTo>
                    <a:pt x="3825862" y="4191"/>
                  </a:lnTo>
                  <a:lnTo>
                    <a:pt x="3286112" y="543928"/>
                  </a:lnTo>
                  <a:lnTo>
                    <a:pt x="3306330" y="564146"/>
                  </a:lnTo>
                  <a:lnTo>
                    <a:pt x="3841902" y="28575"/>
                  </a:lnTo>
                  <a:lnTo>
                    <a:pt x="4909540" y="28575"/>
                  </a:lnTo>
                  <a:lnTo>
                    <a:pt x="5446712" y="565734"/>
                  </a:lnTo>
                  <a:lnTo>
                    <a:pt x="5456809" y="555637"/>
                  </a:lnTo>
                  <a:lnTo>
                    <a:pt x="5456809" y="568325"/>
                  </a:lnTo>
                  <a:lnTo>
                    <a:pt x="6536309" y="568325"/>
                  </a:lnTo>
                  <a:lnTo>
                    <a:pt x="6536309" y="539750"/>
                  </a:lnTo>
                  <a:close/>
                </a:path>
              </a:pathLst>
            </a:custGeom>
            <a:solidFill>
              <a:srgbClr val="FF0000"/>
            </a:solidFill>
          </p:spPr>
          <p:txBody>
            <a:bodyPr wrap="square" lIns="0" tIns="0" rIns="0" bIns="0" rtlCol="0"/>
            <a:lstStyle/>
            <a:p>
              <a:endParaRPr/>
            </a:p>
          </p:txBody>
        </p:sp>
      </p:grpSp>
      <p:sp>
        <p:nvSpPr>
          <p:cNvPr id="6" name="object 6"/>
          <p:cNvSpPr txBox="1"/>
          <p:nvPr/>
        </p:nvSpPr>
        <p:spPr>
          <a:xfrm>
            <a:off x="552576" y="156971"/>
            <a:ext cx="735965" cy="451484"/>
          </a:xfrm>
          <a:prstGeom prst="rect">
            <a:avLst/>
          </a:prstGeom>
        </p:spPr>
        <p:txBody>
          <a:bodyPr vert="horz" wrap="square" lIns="0" tIns="12065" rIns="0" bIns="0" rtlCol="0">
            <a:spAutoFit/>
          </a:bodyPr>
          <a:lstStyle/>
          <a:p>
            <a:pPr marL="12700">
              <a:lnSpc>
                <a:spcPct val="100000"/>
              </a:lnSpc>
              <a:spcBef>
                <a:spcPts val="95"/>
              </a:spcBef>
            </a:pPr>
            <a:r>
              <a:rPr sz="2800" spc="-45" dirty="0">
                <a:solidFill>
                  <a:srgbClr val="0000CC"/>
                </a:solidFill>
                <a:latin typeface="Noto Sans Mono CJK HK"/>
                <a:cs typeface="Noto Sans Mono CJK HK"/>
              </a:rPr>
              <a:t>作业</a:t>
            </a:r>
            <a:endParaRPr sz="2800">
              <a:latin typeface="Noto Sans Mono CJK HK"/>
              <a:cs typeface="Noto Sans Mono CJK HK"/>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72</a:t>
            </a:fld>
            <a:endParaRPr spc="-25"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5567" y="2247900"/>
            <a:ext cx="6731508" cy="178308"/>
          </a:xfrm>
          <a:prstGeom prst="rect">
            <a:avLst/>
          </a:prstGeom>
        </p:spPr>
      </p:pic>
      <p:pic>
        <p:nvPicPr>
          <p:cNvPr id="3" name="object 3"/>
          <p:cNvPicPr/>
          <p:nvPr/>
        </p:nvPicPr>
        <p:blipFill>
          <a:blip r:embed="rId2" cstate="print"/>
          <a:stretch>
            <a:fillRect/>
          </a:stretch>
        </p:blipFill>
        <p:spPr>
          <a:xfrm>
            <a:off x="1115567" y="3723132"/>
            <a:ext cx="6731508" cy="185927"/>
          </a:xfrm>
          <a:prstGeom prst="rect">
            <a:avLst/>
          </a:prstGeom>
        </p:spPr>
      </p:pic>
      <p:sp>
        <p:nvSpPr>
          <p:cNvPr id="4" name="object 4"/>
          <p:cNvSpPr txBox="1">
            <a:spLocks noGrp="1"/>
          </p:cNvSpPr>
          <p:nvPr>
            <p:ph type="title"/>
          </p:nvPr>
        </p:nvSpPr>
        <p:spPr>
          <a:xfrm>
            <a:off x="2267267" y="2688590"/>
            <a:ext cx="4427855" cy="751205"/>
          </a:xfrm>
          <a:prstGeom prst="rect">
            <a:avLst/>
          </a:prstGeom>
        </p:spPr>
        <p:txBody>
          <a:bodyPr vert="horz" wrap="square" lIns="0" tIns="12700" rIns="0" bIns="0" rtlCol="0">
            <a:spAutoFit/>
          </a:bodyPr>
          <a:lstStyle/>
          <a:p>
            <a:pPr marL="12700">
              <a:lnSpc>
                <a:spcPct val="100000"/>
              </a:lnSpc>
              <a:spcBef>
                <a:spcPts val="100"/>
              </a:spcBef>
              <a:tabLst>
                <a:tab pos="1536065" algn="l"/>
              </a:tabLst>
            </a:pPr>
            <a:r>
              <a:rPr sz="4800" spc="-20" dirty="0">
                <a:solidFill>
                  <a:srgbClr val="0000FF"/>
                </a:solidFill>
                <a:latin typeface="Times New Roman" panose="02020603050405020304"/>
                <a:cs typeface="Times New Roman" panose="02020603050405020304"/>
              </a:rPr>
              <a:t>9.3</a:t>
            </a:r>
            <a:r>
              <a:rPr sz="4800" dirty="0">
                <a:solidFill>
                  <a:srgbClr val="0000FF"/>
                </a:solidFill>
                <a:latin typeface="Times New Roman" panose="02020603050405020304"/>
                <a:cs typeface="Times New Roman" panose="02020603050405020304"/>
              </a:rPr>
              <a:t>	</a:t>
            </a:r>
            <a:r>
              <a:rPr sz="4800" spc="-10" dirty="0">
                <a:solidFill>
                  <a:srgbClr val="0000FF"/>
                </a:solidFill>
                <a:latin typeface="Times New Roman" panose="02020603050405020304"/>
                <a:cs typeface="Times New Roman" panose="02020603050405020304"/>
              </a:rPr>
              <a:t>A/D</a:t>
            </a:r>
            <a:r>
              <a:rPr sz="4800" spc="-20" dirty="0">
                <a:solidFill>
                  <a:srgbClr val="0000FF"/>
                </a:solidFill>
                <a:latin typeface="Noto Sans CJK HK"/>
                <a:cs typeface="Noto Sans CJK HK"/>
              </a:rPr>
              <a:t>转换器</a:t>
            </a:r>
            <a:endParaRPr sz="4800">
              <a:latin typeface="Noto Sans CJK HK"/>
              <a:cs typeface="Noto Sans CJK HK"/>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0268" y="176237"/>
            <a:ext cx="4728210" cy="442595"/>
          </a:xfrm>
          <a:prstGeom prst="rect">
            <a:avLst/>
          </a:prstGeom>
        </p:spPr>
        <p:txBody>
          <a:bodyPr vert="horz" wrap="square" lIns="0" tIns="12065" rIns="0" bIns="0" rtlCol="0">
            <a:spAutoFit/>
          </a:bodyPr>
          <a:lstStyle/>
          <a:p>
            <a:pPr marL="12700">
              <a:lnSpc>
                <a:spcPct val="100000"/>
              </a:lnSpc>
              <a:spcBef>
                <a:spcPts val="95"/>
              </a:spcBef>
              <a:tabLst>
                <a:tab pos="1277620" algn="l"/>
              </a:tabLst>
            </a:pPr>
            <a:r>
              <a:rPr spc="-10" dirty="0">
                <a:solidFill>
                  <a:srgbClr val="0000BE"/>
                </a:solidFill>
                <a:latin typeface="Arial" panose="020B0604020202020204"/>
                <a:cs typeface="Arial" panose="020B0604020202020204"/>
              </a:rPr>
              <a:t>9.3.1</a:t>
            </a:r>
            <a:r>
              <a:rPr dirty="0">
                <a:solidFill>
                  <a:srgbClr val="0000BE"/>
                </a:solidFill>
                <a:latin typeface="Arial" panose="020B0604020202020204"/>
                <a:cs typeface="Arial" panose="020B0604020202020204"/>
              </a:rPr>
              <a:t>	</a:t>
            </a:r>
            <a:r>
              <a:rPr spc="-10" dirty="0">
                <a:solidFill>
                  <a:srgbClr val="0000BE"/>
                </a:solidFill>
                <a:latin typeface="Arial" panose="020B0604020202020204"/>
                <a:cs typeface="Arial" panose="020B0604020202020204"/>
              </a:rPr>
              <a:t>A/D</a:t>
            </a:r>
            <a:r>
              <a:rPr spc="-35" dirty="0">
                <a:solidFill>
                  <a:srgbClr val="0000BE"/>
                </a:solidFill>
              </a:rPr>
              <a:t>转换器的工作原理</a:t>
            </a:r>
          </a:p>
        </p:txBody>
      </p:sp>
      <p:sp>
        <p:nvSpPr>
          <p:cNvPr id="3" name="object 3"/>
          <p:cNvSpPr/>
          <p:nvPr/>
        </p:nvSpPr>
        <p:spPr>
          <a:xfrm>
            <a:off x="161544" y="1880616"/>
            <a:ext cx="8868410" cy="2898775"/>
          </a:xfrm>
          <a:custGeom>
            <a:avLst/>
            <a:gdLst/>
            <a:ahLst/>
            <a:cxnLst/>
            <a:rect l="l" t="t" r="r" b="b"/>
            <a:pathLst>
              <a:path w="8868410" h="2898775">
                <a:moveTo>
                  <a:pt x="8868156" y="2898648"/>
                </a:moveTo>
                <a:lnTo>
                  <a:pt x="0" y="2898648"/>
                </a:lnTo>
                <a:lnTo>
                  <a:pt x="0" y="0"/>
                </a:lnTo>
                <a:lnTo>
                  <a:pt x="8868156" y="0"/>
                </a:lnTo>
                <a:lnTo>
                  <a:pt x="8868156" y="2898648"/>
                </a:lnTo>
                <a:close/>
              </a:path>
            </a:pathLst>
          </a:custGeom>
          <a:solidFill>
            <a:srgbClr val="F8F8F8"/>
          </a:solidFill>
        </p:spPr>
        <p:txBody>
          <a:bodyPr wrap="square" lIns="0" tIns="0" rIns="0" bIns="0" rtlCol="0"/>
          <a:lstStyle/>
          <a:p>
            <a:endParaRPr/>
          </a:p>
        </p:txBody>
      </p:sp>
      <p:sp>
        <p:nvSpPr>
          <p:cNvPr id="4" name="object 4"/>
          <p:cNvSpPr txBox="1"/>
          <p:nvPr/>
        </p:nvSpPr>
        <p:spPr>
          <a:xfrm>
            <a:off x="6920065" y="2178278"/>
            <a:ext cx="422275" cy="323850"/>
          </a:xfrm>
          <a:prstGeom prst="rect">
            <a:avLst/>
          </a:prstGeom>
        </p:spPr>
        <p:txBody>
          <a:bodyPr vert="horz" wrap="square" lIns="0" tIns="13335" rIns="0" bIns="0" rtlCol="0">
            <a:spAutoFit/>
          </a:bodyPr>
          <a:lstStyle/>
          <a:p>
            <a:pPr marL="25400">
              <a:lnSpc>
                <a:spcPct val="100000"/>
              </a:lnSpc>
              <a:spcBef>
                <a:spcPts val="105"/>
              </a:spcBef>
            </a:pPr>
            <a:r>
              <a:rPr sz="2925" i="1" spc="-60" baseline="14000" dirty="0">
                <a:latin typeface="Times New Roman" panose="02020603050405020304"/>
                <a:cs typeface="Times New Roman" panose="02020603050405020304"/>
              </a:rPr>
              <a:t>d</a:t>
            </a:r>
            <a:r>
              <a:rPr sz="1450" i="1" spc="-40" dirty="0">
                <a:latin typeface="Times New Roman" panose="02020603050405020304"/>
                <a:cs typeface="Times New Roman" panose="02020603050405020304"/>
              </a:rPr>
              <a:t>n</a:t>
            </a:r>
            <a:r>
              <a:rPr sz="1450" spc="-40" dirty="0">
                <a:latin typeface="Times New Roman" panose="02020603050405020304"/>
                <a:cs typeface="Times New Roman" panose="02020603050405020304"/>
              </a:rPr>
              <a:t>-</a:t>
            </a:r>
            <a:r>
              <a:rPr sz="1450" spc="-50" dirty="0">
                <a:latin typeface="Times New Roman" panose="02020603050405020304"/>
                <a:cs typeface="Times New Roman" panose="02020603050405020304"/>
              </a:rPr>
              <a:t>1</a:t>
            </a:r>
            <a:endParaRPr sz="1450">
              <a:latin typeface="Times New Roman" panose="02020603050405020304"/>
              <a:cs typeface="Times New Roman" panose="02020603050405020304"/>
            </a:endParaRPr>
          </a:p>
        </p:txBody>
      </p:sp>
      <p:sp>
        <p:nvSpPr>
          <p:cNvPr id="5" name="object 5"/>
          <p:cNvSpPr txBox="1"/>
          <p:nvPr/>
        </p:nvSpPr>
        <p:spPr>
          <a:xfrm>
            <a:off x="6945465" y="2778696"/>
            <a:ext cx="137160" cy="323850"/>
          </a:xfrm>
          <a:prstGeom prst="rect">
            <a:avLst/>
          </a:prstGeom>
        </p:spPr>
        <p:txBody>
          <a:bodyPr vert="horz" wrap="square" lIns="0" tIns="13335" rIns="0" bIns="0" rtlCol="0">
            <a:spAutoFit/>
          </a:bodyPr>
          <a:lstStyle/>
          <a:p>
            <a:pPr>
              <a:lnSpc>
                <a:spcPct val="100000"/>
              </a:lnSpc>
              <a:spcBef>
                <a:spcPts val="105"/>
              </a:spcBef>
            </a:pPr>
            <a:r>
              <a:rPr sz="1950" i="1" spc="-50" dirty="0">
                <a:latin typeface="Times New Roman" panose="02020603050405020304"/>
                <a:cs typeface="Times New Roman" panose="02020603050405020304"/>
              </a:rPr>
              <a:t>d</a:t>
            </a:r>
            <a:endParaRPr sz="1950">
              <a:latin typeface="Times New Roman" panose="02020603050405020304"/>
              <a:cs typeface="Times New Roman" panose="02020603050405020304"/>
            </a:endParaRPr>
          </a:p>
        </p:txBody>
      </p:sp>
      <p:sp>
        <p:nvSpPr>
          <p:cNvPr id="6" name="object 6"/>
          <p:cNvSpPr txBox="1"/>
          <p:nvPr/>
        </p:nvSpPr>
        <p:spPr>
          <a:xfrm>
            <a:off x="7059168" y="2902902"/>
            <a:ext cx="106045" cy="249554"/>
          </a:xfrm>
          <a:prstGeom prst="rect">
            <a:avLst/>
          </a:prstGeom>
        </p:spPr>
        <p:txBody>
          <a:bodyPr vert="horz" wrap="square" lIns="0" tIns="14604" rIns="0" bIns="0" rtlCol="0">
            <a:spAutoFit/>
          </a:bodyPr>
          <a:lstStyle/>
          <a:p>
            <a:pPr>
              <a:lnSpc>
                <a:spcPct val="100000"/>
              </a:lnSpc>
              <a:spcBef>
                <a:spcPts val="115"/>
              </a:spcBef>
            </a:pPr>
            <a:r>
              <a:rPr sz="1450" spc="-50" dirty="0">
                <a:latin typeface="Times New Roman" panose="02020603050405020304"/>
                <a:cs typeface="Times New Roman" panose="02020603050405020304"/>
              </a:rPr>
              <a:t>1</a:t>
            </a:r>
            <a:endParaRPr sz="1450">
              <a:latin typeface="Times New Roman" panose="02020603050405020304"/>
              <a:cs typeface="Times New Roman" panose="02020603050405020304"/>
            </a:endParaRPr>
          </a:p>
        </p:txBody>
      </p:sp>
      <p:sp>
        <p:nvSpPr>
          <p:cNvPr id="7" name="object 7"/>
          <p:cNvSpPr txBox="1"/>
          <p:nvPr/>
        </p:nvSpPr>
        <p:spPr>
          <a:xfrm>
            <a:off x="6920065" y="3109950"/>
            <a:ext cx="270510" cy="323850"/>
          </a:xfrm>
          <a:prstGeom prst="rect">
            <a:avLst/>
          </a:prstGeom>
        </p:spPr>
        <p:txBody>
          <a:bodyPr vert="horz" wrap="square" lIns="0" tIns="13335" rIns="0" bIns="0" rtlCol="0">
            <a:spAutoFit/>
          </a:bodyPr>
          <a:lstStyle/>
          <a:p>
            <a:pPr marL="25400">
              <a:lnSpc>
                <a:spcPct val="100000"/>
              </a:lnSpc>
              <a:spcBef>
                <a:spcPts val="105"/>
              </a:spcBef>
            </a:pPr>
            <a:r>
              <a:rPr sz="1950" i="1" spc="-25" dirty="0">
                <a:latin typeface="Times New Roman" panose="02020603050405020304"/>
                <a:cs typeface="Times New Roman" panose="02020603050405020304"/>
              </a:rPr>
              <a:t>d</a:t>
            </a:r>
            <a:r>
              <a:rPr sz="2175" i="1" spc="-37" baseline="-19000" dirty="0">
                <a:latin typeface="Times New Roman" panose="02020603050405020304"/>
                <a:cs typeface="Times New Roman" panose="02020603050405020304"/>
              </a:rPr>
              <a:t>0</a:t>
            </a:r>
            <a:endParaRPr sz="2175" baseline="-19000">
              <a:latin typeface="Times New Roman" panose="02020603050405020304"/>
              <a:cs typeface="Times New Roman" panose="02020603050405020304"/>
            </a:endParaRPr>
          </a:p>
        </p:txBody>
      </p:sp>
      <p:grpSp>
        <p:nvGrpSpPr>
          <p:cNvPr id="8" name="object 8"/>
          <p:cNvGrpSpPr/>
          <p:nvPr/>
        </p:nvGrpSpPr>
        <p:grpSpPr>
          <a:xfrm>
            <a:off x="1060932" y="2139378"/>
            <a:ext cx="6614795" cy="1325245"/>
            <a:chOff x="1060932" y="2139378"/>
            <a:chExt cx="6614795" cy="1325245"/>
          </a:xfrm>
        </p:grpSpPr>
        <p:sp>
          <p:nvSpPr>
            <p:cNvPr id="9" name="object 9"/>
            <p:cNvSpPr/>
            <p:nvPr/>
          </p:nvSpPr>
          <p:spPr>
            <a:xfrm>
              <a:off x="6092735" y="2356573"/>
              <a:ext cx="663575" cy="869950"/>
            </a:xfrm>
            <a:custGeom>
              <a:avLst/>
              <a:gdLst/>
              <a:ahLst/>
              <a:cxnLst/>
              <a:rect l="l" t="t" r="r" b="b"/>
              <a:pathLst>
                <a:path w="663575" h="869950">
                  <a:moveTo>
                    <a:pt x="0" y="0"/>
                  </a:moveTo>
                  <a:lnTo>
                    <a:pt x="663232" y="0"/>
                  </a:lnTo>
                </a:path>
                <a:path w="663575" h="869950">
                  <a:moveTo>
                    <a:pt x="0" y="641819"/>
                  </a:moveTo>
                  <a:lnTo>
                    <a:pt x="663232" y="641819"/>
                  </a:lnTo>
                </a:path>
                <a:path w="663575" h="869950">
                  <a:moveTo>
                    <a:pt x="0" y="869568"/>
                  </a:moveTo>
                  <a:lnTo>
                    <a:pt x="663232" y="869568"/>
                  </a:lnTo>
                </a:path>
              </a:pathLst>
            </a:custGeom>
            <a:ln w="19824">
              <a:solidFill>
                <a:srgbClr val="000000"/>
              </a:solidFill>
            </a:ln>
          </p:spPr>
          <p:txBody>
            <a:bodyPr wrap="square" lIns="0" tIns="0" rIns="0" bIns="0" rtlCol="0"/>
            <a:lstStyle/>
            <a:p>
              <a:endParaRPr/>
            </a:p>
          </p:txBody>
        </p:sp>
        <p:sp>
          <p:nvSpPr>
            <p:cNvPr id="10" name="object 10"/>
            <p:cNvSpPr/>
            <p:nvPr/>
          </p:nvSpPr>
          <p:spPr>
            <a:xfrm>
              <a:off x="7438148" y="2294458"/>
              <a:ext cx="227965" cy="1076960"/>
            </a:xfrm>
            <a:custGeom>
              <a:avLst/>
              <a:gdLst/>
              <a:ahLst/>
              <a:cxnLst/>
              <a:rect l="l" t="t" r="r" b="b"/>
              <a:pathLst>
                <a:path w="227965" h="1076960">
                  <a:moveTo>
                    <a:pt x="0" y="0"/>
                  </a:moveTo>
                  <a:lnTo>
                    <a:pt x="75806" y="20713"/>
                  </a:lnTo>
                  <a:lnTo>
                    <a:pt x="113703" y="62115"/>
                  </a:lnTo>
                  <a:lnTo>
                    <a:pt x="113703" y="82816"/>
                  </a:lnTo>
                  <a:lnTo>
                    <a:pt x="113703" y="455498"/>
                  </a:lnTo>
                  <a:lnTo>
                    <a:pt x="132651" y="496900"/>
                  </a:lnTo>
                  <a:lnTo>
                    <a:pt x="151599" y="517601"/>
                  </a:lnTo>
                  <a:lnTo>
                    <a:pt x="227393" y="538302"/>
                  </a:lnTo>
                  <a:lnTo>
                    <a:pt x="151599" y="559015"/>
                  </a:lnTo>
                  <a:lnTo>
                    <a:pt x="132651" y="600417"/>
                  </a:lnTo>
                  <a:lnTo>
                    <a:pt x="113703" y="621118"/>
                  </a:lnTo>
                  <a:lnTo>
                    <a:pt x="113703" y="993800"/>
                  </a:lnTo>
                  <a:lnTo>
                    <a:pt x="113703" y="1035202"/>
                  </a:lnTo>
                  <a:lnTo>
                    <a:pt x="75806" y="1055903"/>
                  </a:lnTo>
                  <a:lnTo>
                    <a:pt x="0" y="1076604"/>
                  </a:lnTo>
                </a:path>
              </a:pathLst>
            </a:custGeom>
            <a:ln w="19824">
              <a:solidFill>
                <a:srgbClr val="000000"/>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6746055" y="2305259"/>
              <a:ext cx="114566" cy="123342"/>
            </a:xfrm>
            <a:prstGeom prst="rect">
              <a:avLst/>
            </a:prstGeom>
          </p:spPr>
        </p:pic>
        <p:pic>
          <p:nvPicPr>
            <p:cNvPr id="12" name="object 12"/>
            <p:cNvPicPr/>
            <p:nvPr/>
          </p:nvPicPr>
          <p:blipFill>
            <a:blip r:embed="rId3" cstate="print"/>
            <a:stretch>
              <a:fillRect/>
            </a:stretch>
          </p:blipFill>
          <p:spPr>
            <a:xfrm>
              <a:off x="6746055" y="2947079"/>
              <a:ext cx="114566" cy="123342"/>
            </a:xfrm>
            <a:prstGeom prst="rect">
              <a:avLst/>
            </a:prstGeom>
          </p:spPr>
        </p:pic>
        <p:pic>
          <p:nvPicPr>
            <p:cNvPr id="13" name="object 13"/>
            <p:cNvPicPr/>
            <p:nvPr/>
          </p:nvPicPr>
          <p:blipFill>
            <a:blip r:embed="rId4" cstate="print"/>
            <a:stretch>
              <a:fillRect/>
            </a:stretch>
          </p:blipFill>
          <p:spPr>
            <a:xfrm>
              <a:off x="6746055" y="3174815"/>
              <a:ext cx="114566" cy="123355"/>
            </a:xfrm>
            <a:prstGeom prst="rect">
              <a:avLst/>
            </a:prstGeom>
          </p:spPr>
        </p:pic>
        <p:sp>
          <p:nvSpPr>
            <p:cNvPr id="14" name="object 14"/>
            <p:cNvSpPr/>
            <p:nvPr/>
          </p:nvSpPr>
          <p:spPr>
            <a:xfrm>
              <a:off x="1071092" y="2791358"/>
              <a:ext cx="909955" cy="0"/>
            </a:xfrm>
            <a:custGeom>
              <a:avLst/>
              <a:gdLst/>
              <a:ahLst/>
              <a:cxnLst/>
              <a:rect l="l" t="t" r="r" b="b"/>
              <a:pathLst>
                <a:path w="909955">
                  <a:moveTo>
                    <a:pt x="0" y="0"/>
                  </a:moveTo>
                  <a:lnTo>
                    <a:pt x="909574" y="0"/>
                  </a:lnTo>
                </a:path>
              </a:pathLst>
            </a:custGeom>
            <a:ln w="19824">
              <a:solidFill>
                <a:srgbClr val="000000"/>
              </a:solidFill>
            </a:ln>
          </p:spPr>
          <p:txBody>
            <a:bodyPr wrap="square" lIns="0" tIns="0" rIns="0" bIns="0" rtlCol="0"/>
            <a:lstStyle/>
            <a:p>
              <a:endParaRPr/>
            </a:p>
          </p:txBody>
        </p:sp>
        <p:sp>
          <p:nvSpPr>
            <p:cNvPr id="15" name="object 15"/>
            <p:cNvSpPr/>
            <p:nvPr/>
          </p:nvSpPr>
          <p:spPr>
            <a:xfrm>
              <a:off x="2435466" y="2791358"/>
              <a:ext cx="2274570" cy="0"/>
            </a:xfrm>
            <a:custGeom>
              <a:avLst/>
              <a:gdLst/>
              <a:ahLst/>
              <a:cxnLst/>
              <a:rect l="l" t="t" r="r" b="b"/>
              <a:pathLst>
                <a:path w="2274570">
                  <a:moveTo>
                    <a:pt x="0" y="0"/>
                  </a:moveTo>
                  <a:lnTo>
                    <a:pt x="2273947" y="0"/>
                  </a:lnTo>
                </a:path>
              </a:pathLst>
            </a:custGeom>
            <a:ln w="19824">
              <a:solidFill>
                <a:srgbClr val="000000"/>
              </a:solidFill>
            </a:ln>
          </p:spPr>
          <p:txBody>
            <a:bodyPr wrap="square" lIns="0" tIns="0" rIns="0" bIns="0" rtlCol="0"/>
            <a:lstStyle/>
            <a:p>
              <a:endParaRPr/>
            </a:p>
          </p:txBody>
        </p:sp>
        <p:sp>
          <p:nvSpPr>
            <p:cNvPr id="16" name="object 16"/>
            <p:cNvSpPr/>
            <p:nvPr/>
          </p:nvSpPr>
          <p:spPr>
            <a:xfrm>
              <a:off x="4709414" y="2149538"/>
              <a:ext cx="1383665" cy="1304925"/>
            </a:xfrm>
            <a:custGeom>
              <a:avLst/>
              <a:gdLst/>
              <a:ahLst/>
              <a:cxnLst/>
              <a:rect l="l" t="t" r="r" b="b"/>
              <a:pathLst>
                <a:path w="1383664" h="1304925">
                  <a:moveTo>
                    <a:pt x="1383322" y="1304353"/>
                  </a:moveTo>
                  <a:lnTo>
                    <a:pt x="0" y="1304353"/>
                  </a:lnTo>
                  <a:lnTo>
                    <a:pt x="0" y="0"/>
                  </a:lnTo>
                  <a:lnTo>
                    <a:pt x="1383322" y="0"/>
                  </a:lnTo>
                  <a:lnTo>
                    <a:pt x="1383322" y="1304353"/>
                  </a:lnTo>
                  <a:close/>
                </a:path>
              </a:pathLst>
            </a:custGeom>
            <a:solidFill>
              <a:srgbClr val="FFFFFF"/>
            </a:solidFill>
          </p:spPr>
          <p:txBody>
            <a:bodyPr wrap="square" lIns="0" tIns="0" rIns="0" bIns="0" rtlCol="0"/>
            <a:lstStyle/>
            <a:p>
              <a:endParaRPr/>
            </a:p>
          </p:txBody>
        </p:sp>
        <p:sp>
          <p:nvSpPr>
            <p:cNvPr id="17" name="object 17"/>
            <p:cNvSpPr/>
            <p:nvPr/>
          </p:nvSpPr>
          <p:spPr>
            <a:xfrm>
              <a:off x="4709414" y="2149538"/>
              <a:ext cx="1383665" cy="1304925"/>
            </a:xfrm>
            <a:custGeom>
              <a:avLst/>
              <a:gdLst/>
              <a:ahLst/>
              <a:cxnLst/>
              <a:rect l="l" t="t" r="r" b="b"/>
              <a:pathLst>
                <a:path w="1383664" h="1304925">
                  <a:moveTo>
                    <a:pt x="0" y="0"/>
                  </a:moveTo>
                  <a:lnTo>
                    <a:pt x="1383322" y="0"/>
                  </a:lnTo>
                  <a:lnTo>
                    <a:pt x="1383322" y="1304353"/>
                  </a:lnTo>
                  <a:lnTo>
                    <a:pt x="0" y="1304353"/>
                  </a:lnTo>
                  <a:lnTo>
                    <a:pt x="0" y="0"/>
                  </a:lnTo>
                  <a:close/>
                </a:path>
              </a:pathLst>
            </a:custGeom>
            <a:ln w="19824">
              <a:solidFill>
                <a:srgbClr val="000000"/>
              </a:solidFill>
            </a:ln>
          </p:spPr>
          <p:txBody>
            <a:bodyPr wrap="square" lIns="0" tIns="0" rIns="0" bIns="0" rtlCol="0"/>
            <a:lstStyle/>
            <a:p>
              <a:endParaRPr/>
            </a:p>
          </p:txBody>
        </p:sp>
      </p:grpSp>
      <p:sp>
        <p:nvSpPr>
          <p:cNvPr id="18" name="object 18"/>
          <p:cNvSpPr txBox="1"/>
          <p:nvPr/>
        </p:nvSpPr>
        <p:spPr>
          <a:xfrm>
            <a:off x="7779245" y="2476385"/>
            <a:ext cx="1170305" cy="688340"/>
          </a:xfrm>
          <a:prstGeom prst="rect">
            <a:avLst/>
          </a:prstGeom>
        </p:spPr>
        <p:txBody>
          <a:bodyPr vert="horz" wrap="square" lIns="0" tIns="46355" rIns="0" bIns="0" rtlCol="0">
            <a:spAutoFit/>
          </a:bodyPr>
          <a:lstStyle/>
          <a:p>
            <a:pPr marR="5080" algn="ctr">
              <a:lnSpc>
                <a:spcPct val="100000"/>
              </a:lnSpc>
              <a:spcBef>
                <a:spcPts val="365"/>
              </a:spcBef>
            </a:pPr>
            <a:r>
              <a:rPr sz="1950" spc="-145" dirty="0">
                <a:latin typeface="Noto Serif CJK JP"/>
                <a:cs typeface="Noto Serif CJK JP"/>
              </a:rPr>
              <a:t>数字量输出</a:t>
            </a:r>
            <a:endParaRPr sz="1950">
              <a:latin typeface="Noto Serif CJK JP"/>
              <a:cs typeface="Noto Serif CJK JP"/>
            </a:endParaRPr>
          </a:p>
          <a:p>
            <a:pPr marR="37465" algn="ctr">
              <a:lnSpc>
                <a:spcPct val="100000"/>
              </a:lnSpc>
              <a:spcBef>
                <a:spcPts val="270"/>
              </a:spcBef>
            </a:pPr>
            <a:r>
              <a:rPr sz="1950" spc="-40" dirty="0">
                <a:latin typeface="Times New Roman" panose="02020603050405020304"/>
                <a:cs typeface="Times New Roman" panose="02020603050405020304"/>
              </a:rPr>
              <a:t>(</a:t>
            </a:r>
            <a:r>
              <a:rPr sz="1950" i="1" spc="-40" dirty="0">
                <a:latin typeface="Times New Roman" panose="02020603050405020304"/>
                <a:cs typeface="Times New Roman" panose="02020603050405020304"/>
              </a:rPr>
              <a:t>n</a:t>
            </a:r>
            <a:r>
              <a:rPr sz="1950" i="1" spc="-110" dirty="0">
                <a:latin typeface="Times New Roman" panose="02020603050405020304"/>
                <a:cs typeface="Times New Roman" panose="02020603050405020304"/>
              </a:rPr>
              <a:t> </a:t>
            </a:r>
            <a:r>
              <a:rPr sz="1950" spc="-165" dirty="0">
                <a:latin typeface="Noto Serif CJK JP"/>
                <a:cs typeface="Noto Serif CJK JP"/>
              </a:rPr>
              <a:t>位</a:t>
            </a:r>
            <a:r>
              <a:rPr sz="1950" spc="-50" dirty="0">
                <a:latin typeface="Times New Roman" panose="02020603050405020304"/>
                <a:cs typeface="Times New Roman" panose="02020603050405020304"/>
              </a:rPr>
              <a:t>)</a:t>
            </a:r>
            <a:endParaRPr sz="1950">
              <a:latin typeface="Times New Roman" panose="02020603050405020304"/>
              <a:cs typeface="Times New Roman" panose="02020603050405020304"/>
            </a:endParaRPr>
          </a:p>
        </p:txBody>
      </p:sp>
      <p:sp>
        <p:nvSpPr>
          <p:cNvPr id="19" name="object 19"/>
          <p:cNvSpPr txBox="1"/>
          <p:nvPr/>
        </p:nvSpPr>
        <p:spPr>
          <a:xfrm>
            <a:off x="4785207" y="2476385"/>
            <a:ext cx="1264920" cy="688340"/>
          </a:xfrm>
          <a:prstGeom prst="rect">
            <a:avLst/>
          </a:prstGeom>
        </p:spPr>
        <p:txBody>
          <a:bodyPr vert="horz" wrap="square" lIns="0" tIns="12065" rIns="0" bIns="0" rtlCol="0">
            <a:spAutoFit/>
          </a:bodyPr>
          <a:lstStyle/>
          <a:p>
            <a:pPr marL="37465" marR="5080" indent="-38100">
              <a:lnSpc>
                <a:spcPct val="112000"/>
              </a:lnSpc>
              <a:spcBef>
                <a:spcPts val="95"/>
              </a:spcBef>
            </a:pPr>
            <a:r>
              <a:rPr sz="1950" spc="-65" dirty="0">
                <a:latin typeface="Times New Roman" panose="02020603050405020304"/>
                <a:cs typeface="Times New Roman" panose="02020603050405020304"/>
              </a:rPr>
              <a:t>ADC</a:t>
            </a:r>
            <a:r>
              <a:rPr sz="1950" spc="-150" dirty="0">
                <a:latin typeface="Times New Roman" panose="02020603050405020304"/>
                <a:cs typeface="Times New Roman" panose="02020603050405020304"/>
              </a:rPr>
              <a:t> </a:t>
            </a:r>
            <a:r>
              <a:rPr sz="1950" spc="-130" dirty="0">
                <a:latin typeface="Noto Serif CJK JP"/>
                <a:cs typeface="Noto Serif CJK JP"/>
              </a:rPr>
              <a:t>的数字</a:t>
            </a:r>
            <a:r>
              <a:rPr sz="1950" spc="-145" dirty="0">
                <a:latin typeface="Noto Serif CJK JP"/>
                <a:cs typeface="Noto Serif CJK JP"/>
              </a:rPr>
              <a:t>化编码电路</a:t>
            </a:r>
            <a:endParaRPr sz="1950">
              <a:latin typeface="Noto Serif CJK JP"/>
              <a:cs typeface="Noto Serif CJK JP"/>
            </a:endParaRPr>
          </a:p>
        </p:txBody>
      </p:sp>
      <p:grpSp>
        <p:nvGrpSpPr>
          <p:cNvPr id="20" name="object 20"/>
          <p:cNvGrpSpPr/>
          <p:nvPr/>
        </p:nvGrpSpPr>
        <p:grpSpPr>
          <a:xfrm>
            <a:off x="1696377" y="2004606"/>
            <a:ext cx="1610995" cy="2691765"/>
            <a:chOff x="1696377" y="2004606"/>
            <a:chExt cx="1610995" cy="2691765"/>
          </a:xfrm>
        </p:grpSpPr>
        <p:sp>
          <p:nvSpPr>
            <p:cNvPr id="21" name="object 21"/>
            <p:cNvSpPr/>
            <p:nvPr/>
          </p:nvSpPr>
          <p:spPr>
            <a:xfrm>
              <a:off x="2890253" y="2791358"/>
              <a:ext cx="0" cy="973455"/>
            </a:xfrm>
            <a:custGeom>
              <a:avLst/>
              <a:gdLst/>
              <a:ahLst/>
              <a:cxnLst/>
              <a:rect l="l" t="t" r="r" b="b"/>
              <a:pathLst>
                <a:path h="973454">
                  <a:moveTo>
                    <a:pt x="0" y="0"/>
                  </a:moveTo>
                  <a:lnTo>
                    <a:pt x="0" y="434784"/>
                  </a:lnTo>
                </a:path>
                <a:path h="973454">
                  <a:moveTo>
                    <a:pt x="0" y="538302"/>
                  </a:moveTo>
                  <a:lnTo>
                    <a:pt x="0" y="973086"/>
                  </a:lnTo>
                </a:path>
              </a:pathLst>
            </a:custGeom>
            <a:ln w="19824">
              <a:solidFill>
                <a:srgbClr val="000000"/>
              </a:solidFill>
            </a:ln>
          </p:spPr>
          <p:txBody>
            <a:bodyPr wrap="square" lIns="0" tIns="0" rIns="0" bIns="0" rtlCol="0"/>
            <a:lstStyle/>
            <a:p>
              <a:endParaRPr/>
            </a:p>
          </p:txBody>
        </p:sp>
        <p:sp>
          <p:nvSpPr>
            <p:cNvPr id="22" name="object 22"/>
            <p:cNvSpPr/>
            <p:nvPr/>
          </p:nvSpPr>
          <p:spPr>
            <a:xfrm>
              <a:off x="2776550" y="3205441"/>
              <a:ext cx="227965" cy="579755"/>
            </a:xfrm>
            <a:custGeom>
              <a:avLst/>
              <a:gdLst/>
              <a:ahLst/>
              <a:cxnLst/>
              <a:rect l="l" t="t" r="r" b="b"/>
              <a:pathLst>
                <a:path w="227964" h="579754">
                  <a:moveTo>
                    <a:pt x="227393" y="538302"/>
                  </a:moveTo>
                  <a:lnTo>
                    <a:pt x="0" y="538302"/>
                  </a:lnTo>
                  <a:lnTo>
                    <a:pt x="0" y="579704"/>
                  </a:lnTo>
                  <a:lnTo>
                    <a:pt x="227393" y="579704"/>
                  </a:lnTo>
                  <a:lnTo>
                    <a:pt x="227393" y="538302"/>
                  </a:lnTo>
                  <a:close/>
                </a:path>
                <a:path w="227964" h="579754">
                  <a:moveTo>
                    <a:pt x="227393" y="103517"/>
                  </a:moveTo>
                  <a:lnTo>
                    <a:pt x="0" y="103517"/>
                  </a:lnTo>
                  <a:lnTo>
                    <a:pt x="0" y="144919"/>
                  </a:lnTo>
                  <a:lnTo>
                    <a:pt x="227393" y="144919"/>
                  </a:lnTo>
                  <a:lnTo>
                    <a:pt x="227393" y="103517"/>
                  </a:lnTo>
                  <a:close/>
                </a:path>
                <a:path w="227964" h="579754">
                  <a:moveTo>
                    <a:pt x="227393" y="0"/>
                  </a:moveTo>
                  <a:lnTo>
                    <a:pt x="0" y="0"/>
                  </a:lnTo>
                  <a:lnTo>
                    <a:pt x="0" y="41402"/>
                  </a:lnTo>
                  <a:lnTo>
                    <a:pt x="227393" y="41402"/>
                  </a:lnTo>
                  <a:lnTo>
                    <a:pt x="227393" y="0"/>
                  </a:lnTo>
                  <a:close/>
                </a:path>
              </a:pathLst>
            </a:custGeom>
            <a:solidFill>
              <a:srgbClr val="000000"/>
            </a:solidFill>
          </p:spPr>
          <p:txBody>
            <a:bodyPr wrap="square" lIns="0" tIns="0" rIns="0" bIns="0" rtlCol="0"/>
            <a:lstStyle/>
            <a:p>
              <a:endParaRPr/>
            </a:p>
          </p:txBody>
        </p:sp>
        <p:sp>
          <p:nvSpPr>
            <p:cNvPr id="23" name="object 23"/>
            <p:cNvSpPr/>
            <p:nvPr/>
          </p:nvSpPr>
          <p:spPr>
            <a:xfrm>
              <a:off x="1705902" y="2025307"/>
              <a:ext cx="0" cy="2546985"/>
            </a:xfrm>
            <a:custGeom>
              <a:avLst/>
              <a:gdLst/>
              <a:ahLst/>
              <a:cxnLst/>
              <a:rect l="l" t="t" r="r" b="b"/>
              <a:pathLst>
                <a:path h="2546985">
                  <a:moveTo>
                    <a:pt x="0" y="0"/>
                  </a:moveTo>
                  <a:lnTo>
                    <a:pt x="0" y="2546591"/>
                  </a:lnTo>
                </a:path>
              </a:pathLst>
            </a:custGeom>
            <a:ln w="18948">
              <a:solidFill>
                <a:srgbClr val="000000"/>
              </a:solidFill>
              <a:prstDash val="sysDash"/>
            </a:ln>
          </p:spPr>
          <p:txBody>
            <a:bodyPr wrap="square" lIns="0" tIns="0" rIns="0" bIns="0" rtlCol="0"/>
            <a:lstStyle/>
            <a:p>
              <a:endParaRPr/>
            </a:p>
          </p:txBody>
        </p:sp>
        <p:sp>
          <p:nvSpPr>
            <p:cNvPr id="24" name="object 24"/>
            <p:cNvSpPr/>
            <p:nvPr/>
          </p:nvSpPr>
          <p:spPr>
            <a:xfrm>
              <a:off x="1696427" y="4634014"/>
              <a:ext cx="1610995" cy="62230"/>
            </a:xfrm>
            <a:custGeom>
              <a:avLst/>
              <a:gdLst/>
              <a:ahLst/>
              <a:cxnLst/>
              <a:rect l="l" t="t" r="r" b="b"/>
              <a:pathLst>
                <a:path w="1610995" h="62229">
                  <a:moveTo>
                    <a:pt x="37896" y="41402"/>
                  </a:moveTo>
                  <a:lnTo>
                    <a:pt x="18948" y="41402"/>
                  </a:lnTo>
                  <a:lnTo>
                    <a:pt x="18948" y="0"/>
                  </a:lnTo>
                  <a:lnTo>
                    <a:pt x="0" y="0"/>
                  </a:lnTo>
                  <a:lnTo>
                    <a:pt x="0" y="62103"/>
                  </a:lnTo>
                  <a:lnTo>
                    <a:pt x="37896" y="62103"/>
                  </a:lnTo>
                  <a:lnTo>
                    <a:pt x="37896" y="41402"/>
                  </a:lnTo>
                  <a:close/>
                </a:path>
                <a:path w="1610995" h="62229">
                  <a:moveTo>
                    <a:pt x="1610702" y="0"/>
                  </a:moveTo>
                  <a:lnTo>
                    <a:pt x="1591767" y="0"/>
                  </a:lnTo>
                  <a:lnTo>
                    <a:pt x="1591767" y="41402"/>
                  </a:lnTo>
                  <a:lnTo>
                    <a:pt x="1553870" y="41402"/>
                  </a:lnTo>
                  <a:lnTo>
                    <a:pt x="1553870" y="62103"/>
                  </a:lnTo>
                  <a:lnTo>
                    <a:pt x="1591767" y="62103"/>
                  </a:lnTo>
                  <a:lnTo>
                    <a:pt x="1610702" y="41402"/>
                  </a:lnTo>
                  <a:lnTo>
                    <a:pt x="1610702" y="0"/>
                  </a:lnTo>
                  <a:close/>
                </a:path>
              </a:pathLst>
            </a:custGeom>
            <a:solidFill>
              <a:srgbClr val="000000"/>
            </a:solidFill>
          </p:spPr>
          <p:txBody>
            <a:bodyPr wrap="square" lIns="0" tIns="0" rIns="0" bIns="0" rtlCol="0"/>
            <a:lstStyle/>
            <a:p>
              <a:endParaRPr/>
            </a:p>
          </p:txBody>
        </p:sp>
        <p:sp>
          <p:nvSpPr>
            <p:cNvPr id="25" name="object 25"/>
            <p:cNvSpPr/>
            <p:nvPr/>
          </p:nvSpPr>
          <p:spPr>
            <a:xfrm>
              <a:off x="3297669" y="2025307"/>
              <a:ext cx="0" cy="2546985"/>
            </a:xfrm>
            <a:custGeom>
              <a:avLst/>
              <a:gdLst/>
              <a:ahLst/>
              <a:cxnLst/>
              <a:rect l="l" t="t" r="r" b="b"/>
              <a:pathLst>
                <a:path h="2546985">
                  <a:moveTo>
                    <a:pt x="0" y="0"/>
                  </a:moveTo>
                  <a:lnTo>
                    <a:pt x="0" y="2546591"/>
                  </a:lnTo>
                </a:path>
              </a:pathLst>
            </a:custGeom>
            <a:ln w="18948">
              <a:solidFill>
                <a:srgbClr val="000000"/>
              </a:solidFill>
              <a:prstDash val="sysDash"/>
            </a:ln>
          </p:spPr>
          <p:txBody>
            <a:bodyPr wrap="square" lIns="0" tIns="0" rIns="0" bIns="0" rtlCol="0"/>
            <a:lstStyle/>
            <a:p>
              <a:endParaRPr/>
            </a:p>
          </p:txBody>
        </p:sp>
        <p:sp>
          <p:nvSpPr>
            <p:cNvPr id="26" name="object 26"/>
            <p:cNvSpPr/>
            <p:nvPr/>
          </p:nvSpPr>
          <p:spPr>
            <a:xfrm>
              <a:off x="1696427" y="2004605"/>
              <a:ext cx="1535430" cy="41910"/>
            </a:xfrm>
            <a:custGeom>
              <a:avLst/>
              <a:gdLst/>
              <a:ahLst/>
              <a:cxnLst/>
              <a:rect l="l" t="t" r="r" b="b"/>
              <a:pathLst>
                <a:path w="1535430" h="41910">
                  <a:moveTo>
                    <a:pt x="75793" y="0"/>
                  </a:moveTo>
                  <a:lnTo>
                    <a:pt x="0" y="0"/>
                  </a:lnTo>
                  <a:lnTo>
                    <a:pt x="0" y="41414"/>
                  </a:lnTo>
                  <a:lnTo>
                    <a:pt x="75793" y="41414"/>
                  </a:lnTo>
                  <a:lnTo>
                    <a:pt x="75793" y="0"/>
                  </a:lnTo>
                  <a:close/>
                </a:path>
                <a:path w="1535430" h="41910">
                  <a:moveTo>
                    <a:pt x="208445" y="0"/>
                  </a:moveTo>
                  <a:lnTo>
                    <a:pt x="132651" y="0"/>
                  </a:lnTo>
                  <a:lnTo>
                    <a:pt x="132651" y="41414"/>
                  </a:lnTo>
                  <a:lnTo>
                    <a:pt x="208445" y="41414"/>
                  </a:lnTo>
                  <a:lnTo>
                    <a:pt x="208445" y="0"/>
                  </a:lnTo>
                  <a:close/>
                </a:path>
                <a:path w="1535430" h="41910">
                  <a:moveTo>
                    <a:pt x="341096" y="0"/>
                  </a:moveTo>
                  <a:lnTo>
                    <a:pt x="265290" y="0"/>
                  </a:lnTo>
                  <a:lnTo>
                    <a:pt x="265290" y="41414"/>
                  </a:lnTo>
                  <a:lnTo>
                    <a:pt x="341096" y="41414"/>
                  </a:lnTo>
                  <a:lnTo>
                    <a:pt x="341096" y="0"/>
                  </a:lnTo>
                  <a:close/>
                </a:path>
                <a:path w="1535430" h="41910">
                  <a:moveTo>
                    <a:pt x="473735" y="0"/>
                  </a:moveTo>
                  <a:lnTo>
                    <a:pt x="397941" y="0"/>
                  </a:lnTo>
                  <a:lnTo>
                    <a:pt x="397941" y="41414"/>
                  </a:lnTo>
                  <a:lnTo>
                    <a:pt x="473735" y="41414"/>
                  </a:lnTo>
                  <a:lnTo>
                    <a:pt x="473735" y="0"/>
                  </a:lnTo>
                  <a:close/>
                </a:path>
                <a:path w="1535430" h="41910">
                  <a:moveTo>
                    <a:pt x="606386" y="0"/>
                  </a:moveTo>
                  <a:lnTo>
                    <a:pt x="530593" y="0"/>
                  </a:lnTo>
                  <a:lnTo>
                    <a:pt x="530593" y="41414"/>
                  </a:lnTo>
                  <a:lnTo>
                    <a:pt x="606386" y="41414"/>
                  </a:lnTo>
                  <a:lnTo>
                    <a:pt x="606386" y="0"/>
                  </a:lnTo>
                  <a:close/>
                </a:path>
                <a:path w="1535430" h="41910">
                  <a:moveTo>
                    <a:pt x="739038" y="0"/>
                  </a:moveTo>
                  <a:lnTo>
                    <a:pt x="663232" y="0"/>
                  </a:lnTo>
                  <a:lnTo>
                    <a:pt x="663232" y="41414"/>
                  </a:lnTo>
                  <a:lnTo>
                    <a:pt x="739038" y="41414"/>
                  </a:lnTo>
                  <a:lnTo>
                    <a:pt x="739038" y="0"/>
                  </a:lnTo>
                  <a:close/>
                </a:path>
                <a:path w="1535430" h="41910">
                  <a:moveTo>
                    <a:pt x="871677" y="0"/>
                  </a:moveTo>
                  <a:lnTo>
                    <a:pt x="795883" y="0"/>
                  </a:lnTo>
                  <a:lnTo>
                    <a:pt x="795883" y="41414"/>
                  </a:lnTo>
                  <a:lnTo>
                    <a:pt x="871677" y="41414"/>
                  </a:lnTo>
                  <a:lnTo>
                    <a:pt x="871677" y="0"/>
                  </a:lnTo>
                  <a:close/>
                </a:path>
                <a:path w="1535430" h="41910">
                  <a:moveTo>
                    <a:pt x="1004328" y="0"/>
                  </a:moveTo>
                  <a:lnTo>
                    <a:pt x="928535" y="0"/>
                  </a:lnTo>
                  <a:lnTo>
                    <a:pt x="928535" y="41414"/>
                  </a:lnTo>
                  <a:lnTo>
                    <a:pt x="1004328" y="41414"/>
                  </a:lnTo>
                  <a:lnTo>
                    <a:pt x="1004328" y="0"/>
                  </a:lnTo>
                  <a:close/>
                </a:path>
                <a:path w="1535430" h="41910">
                  <a:moveTo>
                    <a:pt x="1136980" y="0"/>
                  </a:moveTo>
                  <a:lnTo>
                    <a:pt x="1061173" y="0"/>
                  </a:lnTo>
                  <a:lnTo>
                    <a:pt x="1061173" y="41414"/>
                  </a:lnTo>
                  <a:lnTo>
                    <a:pt x="1136980" y="41414"/>
                  </a:lnTo>
                  <a:lnTo>
                    <a:pt x="1136980" y="0"/>
                  </a:lnTo>
                  <a:close/>
                </a:path>
                <a:path w="1535430" h="41910">
                  <a:moveTo>
                    <a:pt x="1269619" y="0"/>
                  </a:moveTo>
                  <a:lnTo>
                    <a:pt x="1193825" y="0"/>
                  </a:lnTo>
                  <a:lnTo>
                    <a:pt x="1193825" y="41414"/>
                  </a:lnTo>
                  <a:lnTo>
                    <a:pt x="1269619" y="41414"/>
                  </a:lnTo>
                  <a:lnTo>
                    <a:pt x="1269619" y="0"/>
                  </a:lnTo>
                  <a:close/>
                </a:path>
                <a:path w="1535430" h="41910">
                  <a:moveTo>
                    <a:pt x="1402270" y="0"/>
                  </a:moveTo>
                  <a:lnTo>
                    <a:pt x="1326464" y="0"/>
                  </a:lnTo>
                  <a:lnTo>
                    <a:pt x="1326464" y="41414"/>
                  </a:lnTo>
                  <a:lnTo>
                    <a:pt x="1402270" y="41414"/>
                  </a:lnTo>
                  <a:lnTo>
                    <a:pt x="1402270" y="0"/>
                  </a:lnTo>
                  <a:close/>
                </a:path>
                <a:path w="1535430" h="41910">
                  <a:moveTo>
                    <a:pt x="1534922" y="0"/>
                  </a:moveTo>
                  <a:lnTo>
                    <a:pt x="1459115" y="0"/>
                  </a:lnTo>
                  <a:lnTo>
                    <a:pt x="1459115" y="41414"/>
                  </a:lnTo>
                  <a:lnTo>
                    <a:pt x="1534922" y="41414"/>
                  </a:lnTo>
                  <a:lnTo>
                    <a:pt x="1534922" y="0"/>
                  </a:lnTo>
                  <a:close/>
                </a:path>
              </a:pathLst>
            </a:custGeom>
            <a:solidFill>
              <a:srgbClr val="000000"/>
            </a:solidFill>
          </p:spPr>
          <p:txBody>
            <a:bodyPr wrap="square" lIns="0" tIns="0" rIns="0" bIns="0" rtlCol="0"/>
            <a:lstStyle/>
            <a:p>
              <a:endParaRPr/>
            </a:p>
          </p:txBody>
        </p:sp>
      </p:grpSp>
      <p:sp>
        <p:nvSpPr>
          <p:cNvPr id="27" name="object 27"/>
          <p:cNvSpPr txBox="1"/>
          <p:nvPr/>
        </p:nvSpPr>
        <p:spPr>
          <a:xfrm>
            <a:off x="1784718" y="2054059"/>
            <a:ext cx="451484" cy="323850"/>
          </a:xfrm>
          <a:prstGeom prst="rect">
            <a:avLst/>
          </a:prstGeom>
        </p:spPr>
        <p:txBody>
          <a:bodyPr vert="horz" wrap="square" lIns="0" tIns="13335" rIns="0" bIns="0" rtlCol="0">
            <a:spAutoFit/>
          </a:bodyPr>
          <a:lstStyle/>
          <a:p>
            <a:pPr marL="25400">
              <a:lnSpc>
                <a:spcPct val="100000"/>
              </a:lnSpc>
              <a:spcBef>
                <a:spcPts val="105"/>
              </a:spcBef>
            </a:pPr>
            <a:r>
              <a:rPr sz="1950" i="1" spc="-25" dirty="0">
                <a:latin typeface="Times New Roman" panose="02020603050405020304"/>
                <a:cs typeface="Times New Roman" panose="02020603050405020304"/>
              </a:rPr>
              <a:t>CP</a:t>
            </a:r>
            <a:r>
              <a:rPr sz="2175" spc="-37" baseline="-19000" dirty="0">
                <a:latin typeface="Times New Roman" panose="02020603050405020304"/>
                <a:cs typeface="Times New Roman" panose="02020603050405020304"/>
              </a:rPr>
              <a:t>S</a:t>
            </a:r>
            <a:endParaRPr sz="2175" baseline="-19000">
              <a:latin typeface="Times New Roman" panose="02020603050405020304"/>
              <a:cs typeface="Times New Roman" panose="02020603050405020304"/>
            </a:endParaRPr>
          </a:p>
        </p:txBody>
      </p:sp>
      <p:sp>
        <p:nvSpPr>
          <p:cNvPr id="28" name="object 28"/>
          <p:cNvSpPr txBox="1"/>
          <p:nvPr/>
        </p:nvSpPr>
        <p:spPr>
          <a:xfrm>
            <a:off x="2151214" y="2716580"/>
            <a:ext cx="151130" cy="323850"/>
          </a:xfrm>
          <a:prstGeom prst="rect">
            <a:avLst/>
          </a:prstGeom>
        </p:spPr>
        <p:txBody>
          <a:bodyPr vert="horz" wrap="square" lIns="0" tIns="13335" rIns="0" bIns="0" rtlCol="0">
            <a:spAutoFit/>
          </a:bodyPr>
          <a:lstStyle/>
          <a:p>
            <a:pPr>
              <a:lnSpc>
                <a:spcPct val="100000"/>
              </a:lnSpc>
              <a:spcBef>
                <a:spcPts val="105"/>
              </a:spcBef>
            </a:pPr>
            <a:r>
              <a:rPr sz="1950" spc="-50" dirty="0">
                <a:latin typeface="Times New Roman" panose="02020603050405020304"/>
                <a:cs typeface="Times New Roman" panose="02020603050405020304"/>
              </a:rPr>
              <a:t>S</a:t>
            </a:r>
            <a:endParaRPr sz="1950">
              <a:latin typeface="Times New Roman" panose="02020603050405020304"/>
              <a:cs typeface="Times New Roman" panose="02020603050405020304"/>
            </a:endParaRPr>
          </a:p>
        </p:txBody>
      </p:sp>
      <p:sp>
        <p:nvSpPr>
          <p:cNvPr id="29" name="object 29"/>
          <p:cNvSpPr txBox="1"/>
          <p:nvPr/>
        </p:nvSpPr>
        <p:spPr>
          <a:xfrm>
            <a:off x="2397556" y="3047847"/>
            <a:ext cx="178435" cy="323850"/>
          </a:xfrm>
          <a:prstGeom prst="rect">
            <a:avLst/>
          </a:prstGeom>
        </p:spPr>
        <p:txBody>
          <a:bodyPr vert="horz" wrap="square" lIns="0" tIns="13335" rIns="0" bIns="0" rtlCol="0">
            <a:spAutoFit/>
          </a:bodyPr>
          <a:lstStyle/>
          <a:p>
            <a:pPr>
              <a:lnSpc>
                <a:spcPct val="100000"/>
              </a:lnSpc>
              <a:spcBef>
                <a:spcPts val="105"/>
              </a:spcBef>
            </a:pPr>
            <a:r>
              <a:rPr sz="1950" i="1" spc="-50" dirty="0">
                <a:latin typeface="Times New Roman" panose="02020603050405020304"/>
                <a:cs typeface="Times New Roman" panose="02020603050405020304"/>
              </a:rPr>
              <a:t>C</a:t>
            </a:r>
            <a:endParaRPr sz="1950">
              <a:latin typeface="Times New Roman" panose="02020603050405020304"/>
              <a:cs typeface="Times New Roman" panose="02020603050405020304"/>
            </a:endParaRPr>
          </a:p>
        </p:txBody>
      </p:sp>
      <p:sp>
        <p:nvSpPr>
          <p:cNvPr id="30" name="object 30"/>
          <p:cNvSpPr txBox="1"/>
          <p:nvPr/>
        </p:nvSpPr>
        <p:spPr>
          <a:xfrm>
            <a:off x="1696427" y="4008462"/>
            <a:ext cx="1530350" cy="688340"/>
          </a:xfrm>
          <a:prstGeom prst="rect">
            <a:avLst/>
          </a:prstGeom>
        </p:spPr>
        <p:txBody>
          <a:bodyPr vert="horz" wrap="square" lIns="0" tIns="46355" rIns="0" bIns="0" rtlCol="0">
            <a:spAutoFit/>
          </a:bodyPr>
          <a:lstStyle/>
          <a:p>
            <a:pPr>
              <a:lnSpc>
                <a:spcPct val="100000"/>
              </a:lnSpc>
              <a:spcBef>
                <a:spcPts val="365"/>
              </a:spcBef>
            </a:pPr>
            <a:r>
              <a:rPr sz="1950" spc="-25" dirty="0">
                <a:latin typeface="Times New Roman" panose="02020603050405020304"/>
                <a:cs typeface="Times New Roman" panose="02020603050405020304"/>
              </a:rPr>
              <a:t>ADC</a:t>
            </a:r>
            <a:endParaRPr sz="1950">
              <a:latin typeface="Times New Roman" panose="02020603050405020304"/>
              <a:cs typeface="Times New Roman" panose="02020603050405020304"/>
            </a:endParaRPr>
          </a:p>
          <a:p>
            <a:pPr marL="56515">
              <a:lnSpc>
                <a:spcPct val="100000"/>
              </a:lnSpc>
              <a:spcBef>
                <a:spcPts val="270"/>
              </a:spcBef>
            </a:pPr>
            <a:r>
              <a:rPr sz="1950" u="heavy" spc="-165" dirty="0">
                <a:uFill>
                  <a:solidFill>
                    <a:srgbClr val="000000"/>
                  </a:solidFill>
                </a:uFill>
                <a:latin typeface="Noto Serif CJK JP"/>
                <a:cs typeface="Noto Serif CJK JP"/>
              </a:rPr>
              <a:t>采样</a:t>
            </a:r>
            <a:r>
              <a:rPr sz="1950" u="heavy" spc="-70" dirty="0">
                <a:uFill>
                  <a:solidFill>
                    <a:srgbClr val="000000"/>
                  </a:solidFill>
                </a:uFill>
                <a:latin typeface="Times New Roman" panose="02020603050405020304"/>
                <a:cs typeface="Times New Roman" panose="02020603050405020304"/>
              </a:rPr>
              <a:t>-</a:t>
            </a:r>
            <a:r>
              <a:rPr sz="1950" u="heavy" spc="-140" dirty="0">
                <a:uFill>
                  <a:solidFill>
                    <a:srgbClr val="000000"/>
                  </a:solidFill>
                </a:uFill>
                <a:latin typeface="Noto Serif CJK JP"/>
                <a:cs typeface="Noto Serif CJK JP"/>
              </a:rPr>
              <a:t>保持电路</a:t>
            </a:r>
            <a:endParaRPr sz="1950">
              <a:latin typeface="Noto Serif CJK JP"/>
              <a:cs typeface="Noto Serif CJK JP"/>
            </a:endParaRPr>
          </a:p>
        </p:txBody>
      </p:sp>
      <p:grpSp>
        <p:nvGrpSpPr>
          <p:cNvPr id="31" name="object 31"/>
          <p:cNvGrpSpPr/>
          <p:nvPr/>
        </p:nvGrpSpPr>
        <p:grpSpPr>
          <a:xfrm>
            <a:off x="388899" y="2077510"/>
            <a:ext cx="4103370" cy="1800860"/>
            <a:chOff x="388899" y="2077510"/>
            <a:chExt cx="4103370" cy="1800860"/>
          </a:xfrm>
        </p:grpSpPr>
        <p:pic>
          <p:nvPicPr>
            <p:cNvPr id="32" name="object 32"/>
            <p:cNvPicPr/>
            <p:nvPr/>
          </p:nvPicPr>
          <p:blipFill>
            <a:blip r:embed="rId5" cstate="print"/>
            <a:stretch>
              <a:fillRect/>
            </a:stretch>
          </p:blipFill>
          <p:spPr>
            <a:xfrm>
              <a:off x="1061180" y="2740043"/>
              <a:ext cx="114566" cy="123342"/>
            </a:xfrm>
            <a:prstGeom prst="rect">
              <a:avLst/>
            </a:prstGeom>
          </p:spPr>
        </p:pic>
        <p:pic>
          <p:nvPicPr>
            <p:cNvPr id="33" name="object 33"/>
            <p:cNvPicPr/>
            <p:nvPr/>
          </p:nvPicPr>
          <p:blipFill>
            <a:blip r:embed="rId6" cstate="print"/>
            <a:stretch>
              <a:fillRect/>
            </a:stretch>
          </p:blipFill>
          <p:spPr>
            <a:xfrm>
              <a:off x="1970754" y="2740043"/>
              <a:ext cx="114579" cy="123342"/>
            </a:xfrm>
            <a:prstGeom prst="rect">
              <a:avLst/>
            </a:prstGeom>
          </p:spPr>
        </p:pic>
        <p:pic>
          <p:nvPicPr>
            <p:cNvPr id="34" name="object 34"/>
            <p:cNvPicPr/>
            <p:nvPr/>
          </p:nvPicPr>
          <p:blipFill>
            <a:blip r:embed="rId5" cstate="print"/>
            <a:stretch>
              <a:fillRect/>
            </a:stretch>
          </p:blipFill>
          <p:spPr>
            <a:xfrm>
              <a:off x="2425553" y="2740043"/>
              <a:ext cx="114566" cy="123342"/>
            </a:xfrm>
            <a:prstGeom prst="rect">
              <a:avLst/>
            </a:prstGeom>
          </p:spPr>
        </p:pic>
        <p:pic>
          <p:nvPicPr>
            <p:cNvPr id="35" name="object 35"/>
            <p:cNvPicPr/>
            <p:nvPr/>
          </p:nvPicPr>
          <p:blipFill>
            <a:blip r:embed="rId7" cstate="print"/>
            <a:stretch>
              <a:fillRect/>
            </a:stretch>
          </p:blipFill>
          <p:spPr>
            <a:xfrm>
              <a:off x="2842444" y="2740043"/>
              <a:ext cx="114566" cy="123342"/>
            </a:xfrm>
            <a:prstGeom prst="rect">
              <a:avLst/>
            </a:prstGeom>
          </p:spPr>
        </p:pic>
        <p:sp>
          <p:nvSpPr>
            <p:cNvPr id="36" name="object 36"/>
            <p:cNvSpPr/>
            <p:nvPr/>
          </p:nvSpPr>
          <p:spPr>
            <a:xfrm>
              <a:off x="388899" y="2087422"/>
              <a:ext cx="4093210" cy="1780539"/>
            </a:xfrm>
            <a:custGeom>
              <a:avLst/>
              <a:gdLst/>
              <a:ahLst/>
              <a:cxnLst/>
              <a:rect l="l" t="t" r="r" b="b"/>
              <a:pathLst>
                <a:path w="4093210" h="1780539">
                  <a:moveTo>
                    <a:pt x="0" y="1345755"/>
                  </a:moveTo>
                  <a:lnTo>
                    <a:pt x="928535" y="1345755"/>
                  </a:lnTo>
                </a:path>
                <a:path w="4093210" h="1780539">
                  <a:moveTo>
                    <a:pt x="18961" y="1345755"/>
                  </a:moveTo>
                  <a:lnTo>
                    <a:pt x="75806" y="1200835"/>
                  </a:lnTo>
                  <a:lnTo>
                    <a:pt x="132651" y="1055903"/>
                  </a:lnTo>
                  <a:lnTo>
                    <a:pt x="189496" y="952385"/>
                  </a:lnTo>
                  <a:lnTo>
                    <a:pt x="227406" y="931684"/>
                  </a:lnTo>
                  <a:lnTo>
                    <a:pt x="246354" y="910970"/>
                  </a:lnTo>
                  <a:lnTo>
                    <a:pt x="284251" y="931684"/>
                  </a:lnTo>
                  <a:lnTo>
                    <a:pt x="303199" y="952385"/>
                  </a:lnTo>
                  <a:lnTo>
                    <a:pt x="360045" y="1076604"/>
                  </a:lnTo>
                  <a:lnTo>
                    <a:pt x="416902" y="1221536"/>
                  </a:lnTo>
                  <a:lnTo>
                    <a:pt x="473748" y="1345755"/>
                  </a:lnTo>
                  <a:lnTo>
                    <a:pt x="530593" y="1469986"/>
                  </a:lnTo>
                  <a:lnTo>
                    <a:pt x="587438" y="1614906"/>
                  </a:lnTo>
                  <a:lnTo>
                    <a:pt x="644296" y="1739137"/>
                  </a:lnTo>
                  <a:lnTo>
                    <a:pt x="682193" y="1759839"/>
                  </a:lnTo>
                  <a:lnTo>
                    <a:pt x="701141" y="1780539"/>
                  </a:lnTo>
                  <a:lnTo>
                    <a:pt x="739038" y="1780539"/>
                  </a:lnTo>
                  <a:lnTo>
                    <a:pt x="757986" y="1739137"/>
                  </a:lnTo>
                  <a:lnTo>
                    <a:pt x="814832" y="1635607"/>
                  </a:lnTo>
                  <a:lnTo>
                    <a:pt x="871689" y="1511388"/>
                  </a:lnTo>
                  <a:lnTo>
                    <a:pt x="928535" y="1345755"/>
                  </a:lnTo>
                </a:path>
                <a:path w="4093210" h="1780539">
                  <a:moveTo>
                    <a:pt x="3183534" y="1345755"/>
                  </a:moveTo>
                  <a:lnTo>
                    <a:pt x="3259340" y="1345755"/>
                  </a:lnTo>
                  <a:lnTo>
                    <a:pt x="3259340" y="1200835"/>
                  </a:lnTo>
                  <a:lnTo>
                    <a:pt x="3316185" y="1200835"/>
                  </a:lnTo>
                  <a:lnTo>
                    <a:pt x="3316185" y="1055903"/>
                  </a:lnTo>
                  <a:lnTo>
                    <a:pt x="3391979" y="1055903"/>
                  </a:lnTo>
                  <a:lnTo>
                    <a:pt x="3391979" y="910970"/>
                  </a:lnTo>
                  <a:lnTo>
                    <a:pt x="3467785" y="910970"/>
                  </a:lnTo>
                  <a:lnTo>
                    <a:pt x="3467785" y="1055903"/>
                  </a:lnTo>
                  <a:lnTo>
                    <a:pt x="3524630" y="1055903"/>
                  </a:lnTo>
                  <a:lnTo>
                    <a:pt x="3524630" y="1200835"/>
                  </a:lnTo>
                  <a:lnTo>
                    <a:pt x="3600424" y="1200835"/>
                  </a:lnTo>
                  <a:lnTo>
                    <a:pt x="3600424" y="1345755"/>
                  </a:lnTo>
                  <a:lnTo>
                    <a:pt x="3676230" y="1345755"/>
                  </a:lnTo>
                  <a:lnTo>
                    <a:pt x="3676230" y="1490687"/>
                  </a:lnTo>
                  <a:lnTo>
                    <a:pt x="3752024" y="1490687"/>
                  </a:lnTo>
                  <a:lnTo>
                    <a:pt x="3752024" y="1635607"/>
                  </a:lnTo>
                  <a:lnTo>
                    <a:pt x="3808869" y="1635607"/>
                  </a:lnTo>
                  <a:lnTo>
                    <a:pt x="3808869" y="1780539"/>
                  </a:lnTo>
                  <a:lnTo>
                    <a:pt x="3884676" y="1780539"/>
                  </a:lnTo>
                  <a:lnTo>
                    <a:pt x="3884676" y="1635607"/>
                  </a:lnTo>
                  <a:lnTo>
                    <a:pt x="3960469" y="1635607"/>
                  </a:lnTo>
                  <a:lnTo>
                    <a:pt x="3960469" y="1490687"/>
                  </a:lnTo>
                  <a:lnTo>
                    <a:pt x="4017314" y="1490687"/>
                  </a:lnTo>
                  <a:lnTo>
                    <a:pt x="4017314" y="1345755"/>
                  </a:lnTo>
                  <a:lnTo>
                    <a:pt x="4093121" y="1345755"/>
                  </a:lnTo>
                </a:path>
                <a:path w="4093210" h="1780539">
                  <a:moveTo>
                    <a:pt x="1913915" y="207035"/>
                  </a:moveTo>
                  <a:lnTo>
                    <a:pt x="2008657" y="207035"/>
                  </a:lnTo>
                  <a:lnTo>
                    <a:pt x="2008657" y="0"/>
                  </a:lnTo>
                  <a:lnTo>
                    <a:pt x="2084463" y="0"/>
                  </a:lnTo>
                  <a:lnTo>
                    <a:pt x="2084463" y="207035"/>
                  </a:lnTo>
                  <a:lnTo>
                    <a:pt x="2179205" y="207035"/>
                  </a:lnTo>
                  <a:lnTo>
                    <a:pt x="2179205" y="0"/>
                  </a:lnTo>
                  <a:lnTo>
                    <a:pt x="2255012" y="0"/>
                  </a:lnTo>
                  <a:lnTo>
                    <a:pt x="2255012" y="207035"/>
                  </a:lnTo>
                  <a:lnTo>
                    <a:pt x="2349754" y="207035"/>
                  </a:lnTo>
                  <a:lnTo>
                    <a:pt x="2349754" y="0"/>
                  </a:lnTo>
                  <a:lnTo>
                    <a:pt x="2425547" y="0"/>
                  </a:lnTo>
                  <a:lnTo>
                    <a:pt x="2425547" y="207035"/>
                  </a:lnTo>
                  <a:lnTo>
                    <a:pt x="2501353" y="207035"/>
                  </a:lnTo>
                  <a:lnTo>
                    <a:pt x="2501353" y="0"/>
                  </a:lnTo>
                  <a:lnTo>
                    <a:pt x="2596095" y="0"/>
                  </a:lnTo>
                  <a:lnTo>
                    <a:pt x="2596095" y="207035"/>
                  </a:lnTo>
                  <a:lnTo>
                    <a:pt x="2671902" y="207035"/>
                  </a:lnTo>
                  <a:lnTo>
                    <a:pt x="2671902" y="0"/>
                  </a:lnTo>
                  <a:lnTo>
                    <a:pt x="2766644" y="0"/>
                  </a:lnTo>
                  <a:lnTo>
                    <a:pt x="2766644" y="207035"/>
                  </a:lnTo>
                  <a:lnTo>
                    <a:pt x="2842450" y="207035"/>
                  </a:lnTo>
                </a:path>
                <a:path w="4093210" h="1780539">
                  <a:moveTo>
                    <a:pt x="1591767" y="476186"/>
                  </a:moveTo>
                  <a:lnTo>
                    <a:pt x="2046566" y="703935"/>
                  </a:lnTo>
                </a:path>
              </a:pathLst>
            </a:custGeom>
            <a:ln w="19824">
              <a:solidFill>
                <a:srgbClr val="000000"/>
              </a:solidFill>
            </a:ln>
          </p:spPr>
          <p:txBody>
            <a:bodyPr wrap="square" lIns="0" tIns="0" rIns="0" bIns="0" rtlCol="0"/>
            <a:lstStyle/>
            <a:p>
              <a:endParaRPr/>
            </a:p>
          </p:txBody>
        </p:sp>
      </p:grpSp>
      <p:sp>
        <p:nvSpPr>
          <p:cNvPr id="37" name="object 37"/>
          <p:cNvSpPr txBox="1"/>
          <p:nvPr/>
        </p:nvSpPr>
        <p:spPr>
          <a:xfrm>
            <a:off x="3515588" y="4310786"/>
            <a:ext cx="1397635" cy="323850"/>
          </a:xfrm>
          <a:prstGeom prst="rect">
            <a:avLst/>
          </a:prstGeom>
        </p:spPr>
        <p:txBody>
          <a:bodyPr vert="horz" wrap="square" lIns="0" tIns="13335" rIns="0" bIns="0" rtlCol="0">
            <a:spAutoFit/>
          </a:bodyPr>
          <a:lstStyle/>
          <a:p>
            <a:pPr>
              <a:lnSpc>
                <a:spcPct val="100000"/>
              </a:lnSpc>
              <a:spcBef>
                <a:spcPts val="105"/>
              </a:spcBef>
            </a:pPr>
            <a:r>
              <a:rPr sz="1950" spc="-150" dirty="0">
                <a:latin typeface="Noto Serif CJK JP"/>
                <a:cs typeface="Noto Serif CJK JP"/>
              </a:rPr>
              <a:t>采样展宽信号</a:t>
            </a:r>
            <a:endParaRPr sz="1950">
              <a:latin typeface="Noto Serif CJK JP"/>
              <a:cs typeface="Noto Serif CJK JP"/>
            </a:endParaRPr>
          </a:p>
        </p:txBody>
      </p:sp>
      <p:sp>
        <p:nvSpPr>
          <p:cNvPr id="43" name="object 43"/>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74</a:t>
            </a:fld>
            <a:endParaRPr spc="-25" dirty="0"/>
          </a:p>
        </p:txBody>
      </p:sp>
      <p:sp>
        <p:nvSpPr>
          <p:cNvPr id="38" name="object 38"/>
          <p:cNvSpPr txBox="1"/>
          <p:nvPr/>
        </p:nvSpPr>
        <p:spPr>
          <a:xfrm>
            <a:off x="161505" y="4331487"/>
            <a:ext cx="1397635" cy="323850"/>
          </a:xfrm>
          <a:prstGeom prst="rect">
            <a:avLst/>
          </a:prstGeom>
        </p:spPr>
        <p:txBody>
          <a:bodyPr vert="horz" wrap="square" lIns="0" tIns="13335" rIns="0" bIns="0" rtlCol="0">
            <a:spAutoFit/>
          </a:bodyPr>
          <a:lstStyle/>
          <a:p>
            <a:pPr>
              <a:lnSpc>
                <a:spcPct val="100000"/>
              </a:lnSpc>
              <a:spcBef>
                <a:spcPts val="105"/>
              </a:spcBef>
            </a:pPr>
            <a:r>
              <a:rPr sz="1950" spc="-150" dirty="0">
                <a:latin typeface="Noto Serif CJK JP"/>
                <a:cs typeface="Noto Serif CJK JP"/>
              </a:rPr>
              <a:t>输入模拟电压</a:t>
            </a:r>
            <a:endParaRPr sz="1950">
              <a:latin typeface="Noto Serif CJK JP"/>
              <a:cs typeface="Noto Serif CJK JP"/>
            </a:endParaRPr>
          </a:p>
        </p:txBody>
      </p:sp>
      <p:sp>
        <p:nvSpPr>
          <p:cNvPr id="39" name="object 39"/>
          <p:cNvSpPr txBox="1"/>
          <p:nvPr/>
        </p:nvSpPr>
        <p:spPr>
          <a:xfrm>
            <a:off x="590905" y="2613062"/>
            <a:ext cx="449580" cy="323850"/>
          </a:xfrm>
          <a:prstGeom prst="rect">
            <a:avLst/>
          </a:prstGeom>
        </p:spPr>
        <p:txBody>
          <a:bodyPr vert="horz" wrap="square" lIns="0" tIns="13335" rIns="0" bIns="0" rtlCol="0">
            <a:spAutoFit/>
          </a:bodyPr>
          <a:lstStyle/>
          <a:p>
            <a:pPr marL="25400">
              <a:lnSpc>
                <a:spcPct val="100000"/>
              </a:lnSpc>
              <a:spcBef>
                <a:spcPts val="105"/>
              </a:spcBef>
            </a:pPr>
            <a:r>
              <a:rPr sz="1950" i="1" spc="-10" dirty="0">
                <a:latin typeface="Times New Roman" panose="02020603050405020304"/>
                <a:cs typeface="Times New Roman" panose="02020603050405020304"/>
              </a:rPr>
              <a:t>u</a:t>
            </a:r>
            <a:r>
              <a:rPr sz="2175" i="1" spc="-15" baseline="-19000" dirty="0">
                <a:latin typeface="Times New Roman" panose="02020603050405020304"/>
                <a:cs typeface="Times New Roman" panose="02020603050405020304"/>
              </a:rPr>
              <a:t>i</a:t>
            </a:r>
            <a:r>
              <a:rPr sz="1950" spc="-10" dirty="0">
                <a:latin typeface="Times New Roman" panose="02020603050405020304"/>
                <a:cs typeface="Times New Roman" panose="02020603050405020304"/>
              </a:rPr>
              <a:t>(</a:t>
            </a:r>
            <a:r>
              <a:rPr sz="1950" i="1" spc="-10" dirty="0">
                <a:latin typeface="Times New Roman" panose="02020603050405020304"/>
                <a:cs typeface="Times New Roman" panose="02020603050405020304"/>
              </a:rPr>
              <a:t>t</a:t>
            </a:r>
            <a:r>
              <a:rPr sz="1950" spc="-10" dirty="0">
                <a:latin typeface="Times New Roman" panose="02020603050405020304"/>
                <a:cs typeface="Times New Roman" panose="02020603050405020304"/>
              </a:rPr>
              <a:t>)</a:t>
            </a:r>
            <a:endParaRPr sz="1950">
              <a:latin typeface="Times New Roman" panose="02020603050405020304"/>
              <a:cs typeface="Times New Roman" panose="02020603050405020304"/>
            </a:endParaRPr>
          </a:p>
        </p:txBody>
      </p:sp>
      <p:sp>
        <p:nvSpPr>
          <p:cNvPr id="40" name="object 40"/>
          <p:cNvSpPr txBox="1"/>
          <p:nvPr/>
        </p:nvSpPr>
        <p:spPr>
          <a:xfrm>
            <a:off x="3774427" y="2385314"/>
            <a:ext cx="468630" cy="323850"/>
          </a:xfrm>
          <a:prstGeom prst="rect">
            <a:avLst/>
          </a:prstGeom>
        </p:spPr>
        <p:txBody>
          <a:bodyPr vert="horz" wrap="square" lIns="0" tIns="13335" rIns="0" bIns="0" rtlCol="0">
            <a:spAutoFit/>
          </a:bodyPr>
          <a:lstStyle/>
          <a:p>
            <a:pPr marL="25400">
              <a:lnSpc>
                <a:spcPct val="100000"/>
              </a:lnSpc>
              <a:spcBef>
                <a:spcPts val="105"/>
              </a:spcBef>
            </a:pPr>
            <a:r>
              <a:rPr sz="1950" i="1" spc="-10" dirty="0">
                <a:latin typeface="Times New Roman" panose="02020603050405020304"/>
                <a:cs typeface="Times New Roman" panose="02020603050405020304"/>
              </a:rPr>
              <a:t>u</a:t>
            </a:r>
            <a:r>
              <a:rPr sz="2175" i="1" spc="-15" baseline="-19000" dirty="0">
                <a:latin typeface="Times New Roman" panose="02020603050405020304"/>
                <a:cs typeface="Times New Roman" panose="02020603050405020304"/>
              </a:rPr>
              <a:t>s</a:t>
            </a:r>
            <a:r>
              <a:rPr sz="1950" spc="-10" dirty="0">
                <a:latin typeface="Times New Roman" panose="02020603050405020304"/>
                <a:cs typeface="Times New Roman" panose="02020603050405020304"/>
              </a:rPr>
              <a:t>(</a:t>
            </a:r>
            <a:r>
              <a:rPr sz="1950" i="1" spc="-10" dirty="0">
                <a:latin typeface="Times New Roman" panose="02020603050405020304"/>
                <a:cs typeface="Times New Roman" panose="02020603050405020304"/>
              </a:rPr>
              <a:t>t</a:t>
            </a:r>
            <a:r>
              <a:rPr sz="1950" spc="-10" dirty="0">
                <a:latin typeface="Times New Roman" panose="02020603050405020304"/>
                <a:cs typeface="Times New Roman" panose="02020603050405020304"/>
              </a:rPr>
              <a:t>)</a:t>
            </a:r>
            <a:endParaRPr sz="1950">
              <a:latin typeface="Times New Roman" panose="02020603050405020304"/>
              <a:cs typeface="Times New Roman" panose="02020603050405020304"/>
            </a:endParaRPr>
          </a:p>
        </p:txBody>
      </p:sp>
      <p:sp>
        <p:nvSpPr>
          <p:cNvPr id="41" name="object 41"/>
          <p:cNvSpPr txBox="1"/>
          <p:nvPr/>
        </p:nvSpPr>
        <p:spPr>
          <a:xfrm>
            <a:off x="6345339" y="2549258"/>
            <a:ext cx="309880" cy="311150"/>
          </a:xfrm>
          <a:prstGeom prst="rect">
            <a:avLst/>
          </a:prstGeom>
        </p:spPr>
        <p:txBody>
          <a:bodyPr vert="eaVert" wrap="square" lIns="0" tIns="0" rIns="0" bIns="0" rtlCol="0">
            <a:spAutoFit/>
          </a:bodyPr>
          <a:lstStyle/>
          <a:p>
            <a:pPr marL="12700">
              <a:lnSpc>
                <a:spcPct val="65000"/>
              </a:lnSpc>
            </a:pPr>
            <a:r>
              <a:rPr sz="2200" dirty="0">
                <a:latin typeface="Noto Sans CJK HK"/>
                <a:cs typeface="Noto Sans CJK HK"/>
              </a:rPr>
              <a:t>…</a:t>
            </a:r>
            <a:endParaRPr sz="2200">
              <a:latin typeface="Noto Sans CJK HK"/>
              <a:cs typeface="Noto Sans CJK HK"/>
            </a:endParaRPr>
          </a:p>
        </p:txBody>
      </p:sp>
      <p:sp>
        <p:nvSpPr>
          <p:cNvPr id="42" name="object 42"/>
          <p:cNvSpPr txBox="1"/>
          <p:nvPr/>
        </p:nvSpPr>
        <p:spPr>
          <a:xfrm>
            <a:off x="465277" y="1084529"/>
            <a:ext cx="2463165" cy="391160"/>
          </a:xfrm>
          <a:prstGeom prst="rect">
            <a:avLst/>
          </a:prstGeom>
        </p:spPr>
        <p:txBody>
          <a:bodyPr vert="horz" wrap="square" lIns="0" tIns="12700" rIns="0" bIns="0" rtlCol="0">
            <a:spAutoFit/>
          </a:bodyPr>
          <a:lstStyle/>
          <a:p>
            <a:pPr marL="12700">
              <a:lnSpc>
                <a:spcPct val="100000"/>
              </a:lnSpc>
              <a:spcBef>
                <a:spcPts val="100"/>
              </a:spcBef>
              <a:tabLst>
                <a:tab pos="417830" algn="l"/>
              </a:tabLst>
            </a:pPr>
            <a:r>
              <a:rPr sz="2400" spc="-25" dirty="0">
                <a:solidFill>
                  <a:srgbClr val="0000BE"/>
                </a:solidFill>
                <a:latin typeface="Arial" panose="020B0604020202020204"/>
                <a:cs typeface="Arial" panose="020B0604020202020204"/>
              </a:rPr>
              <a:t>1.</a:t>
            </a:r>
            <a:r>
              <a:rPr sz="2400" dirty="0">
                <a:solidFill>
                  <a:srgbClr val="0000BE"/>
                </a:solidFill>
                <a:latin typeface="Arial" panose="020B0604020202020204"/>
                <a:cs typeface="Arial" panose="020B0604020202020204"/>
              </a:rPr>
              <a:t>	</a:t>
            </a:r>
            <a:r>
              <a:rPr sz="2400" spc="-10" dirty="0">
                <a:solidFill>
                  <a:srgbClr val="0000BE"/>
                </a:solidFill>
                <a:latin typeface="Arial" panose="020B0604020202020204"/>
                <a:cs typeface="Arial" panose="020B0604020202020204"/>
              </a:rPr>
              <a:t>A/D</a:t>
            </a:r>
            <a:r>
              <a:rPr sz="2400" spc="-10" dirty="0">
                <a:solidFill>
                  <a:srgbClr val="0000BE"/>
                </a:solidFill>
                <a:latin typeface="Noto Sans Mono CJK HK"/>
                <a:cs typeface="Noto Sans Mono CJK HK"/>
              </a:rPr>
              <a:t>转换的环节</a:t>
            </a:r>
            <a:endParaRPr sz="2400">
              <a:latin typeface="Noto Sans Mono CJK HK"/>
              <a:cs typeface="Noto Sans Mono CJK HK"/>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277" y="158876"/>
            <a:ext cx="2553970" cy="451484"/>
          </a:xfrm>
          <a:prstGeom prst="rect">
            <a:avLst/>
          </a:prstGeom>
        </p:spPr>
        <p:txBody>
          <a:bodyPr vert="horz" wrap="square" lIns="0" tIns="12065" rIns="0" bIns="0" rtlCol="0">
            <a:spAutoFit/>
          </a:bodyPr>
          <a:lstStyle/>
          <a:p>
            <a:pPr marL="12700">
              <a:lnSpc>
                <a:spcPct val="100000"/>
              </a:lnSpc>
              <a:spcBef>
                <a:spcPts val="95"/>
              </a:spcBef>
            </a:pPr>
            <a:r>
              <a:rPr dirty="0">
                <a:solidFill>
                  <a:srgbClr val="0000BE"/>
                </a:solidFill>
                <a:latin typeface="Arial" panose="020B0604020202020204"/>
                <a:cs typeface="Arial" panose="020B0604020202020204"/>
              </a:rPr>
              <a:t>2</a:t>
            </a:r>
            <a:r>
              <a:rPr spc="10" dirty="0">
                <a:solidFill>
                  <a:srgbClr val="0000BE"/>
                </a:solidFill>
                <a:latin typeface="Arial" panose="020B0604020202020204"/>
                <a:cs typeface="Arial" panose="020B0604020202020204"/>
              </a:rPr>
              <a:t>. </a:t>
            </a:r>
            <a:r>
              <a:rPr spc="-35" dirty="0">
                <a:solidFill>
                  <a:srgbClr val="0000BE"/>
                </a:solidFill>
              </a:rPr>
              <a:t>采样保持电路</a:t>
            </a:r>
          </a:p>
        </p:txBody>
      </p:sp>
      <p:pic>
        <p:nvPicPr>
          <p:cNvPr id="3" name="object 3"/>
          <p:cNvPicPr/>
          <p:nvPr/>
        </p:nvPicPr>
        <p:blipFill>
          <a:blip r:embed="rId2" cstate="print"/>
          <a:stretch>
            <a:fillRect/>
          </a:stretch>
        </p:blipFill>
        <p:spPr>
          <a:xfrm>
            <a:off x="486155" y="1088136"/>
            <a:ext cx="8017764" cy="2430780"/>
          </a:xfrm>
          <a:prstGeom prst="rect">
            <a:avLst/>
          </a:prstGeom>
        </p:spPr>
      </p:pic>
      <p:grpSp>
        <p:nvGrpSpPr>
          <p:cNvPr id="4" name="object 4"/>
          <p:cNvGrpSpPr/>
          <p:nvPr/>
        </p:nvGrpSpPr>
        <p:grpSpPr>
          <a:xfrm>
            <a:off x="472831" y="3791711"/>
            <a:ext cx="8425815" cy="2161540"/>
            <a:chOff x="472831" y="3791711"/>
            <a:chExt cx="8425815" cy="2161540"/>
          </a:xfrm>
        </p:grpSpPr>
        <p:pic>
          <p:nvPicPr>
            <p:cNvPr id="5" name="object 5"/>
            <p:cNvPicPr/>
            <p:nvPr/>
          </p:nvPicPr>
          <p:blipFill>
            <a:blip r:embed="rId3" cstate="print"/>
            <a:stretch>
              <a:fillRect/>
            </a:stretch>
          </p:blipFill>
          <p:spPr>
            <a:xfrm>
              <a:off x="472831" y="3791711"/>
              <a:ext cx="5001683" cy="2045387"/>
            </a:xfrm>
            <a:prstGeom prst="rect">
              <a:avLst/>
            </a:prstGeom>
          </p:spPr>
        </p:pic>
        <p:pic>
          <p:nvPicPr>
            <p:cNvPr id="6" name="object 6"/>
            <p:cNvPicPr/>
            <p:nvPr/>
          </p:nvPicPr>
          <p:blipFill>
            <a:blip r:embed="rId4" cstate="print"/>
            <a:stretch>
              <a:fillRect/>
            </a:stretch>
          </p:blipFill>
          <p:spPr>
            <a:xfrm>
              <a:off x="4507992" y="5285231"/>
              <a:ext cx="4390644" cy="667512"/>
            </a:xfrm>
            <a:prstGeom prst="rect">
              <a:avLst/>
            </a:prstGeom>
          </p:spPr>
        </p:pic>
        <p:pic>
          <p:nvPicPr>
            <p:cNvPr id="7" name="object 7"/>
            <p:cNvPicPr/>
            <p:nvPr/>
          </p:nvPicPr>
          <p:blipFill>
            <a:blip r:embed="rId5" cstate="print"/>
            <a:stretch>
              <a:fillRect/>
            </a:stretch>
          </p:blipFill>
          <p:spPr>
            <a:xfrm>
              <a:off x="1101854" y="4279328"/>
              <a:ext cx="1134651" cy="909624"/>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75</a:t>
            </a:fld>
            <a:endParaRPr spc="-2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209" y="167767"/>
            <a:ext cx="3936365" cy="451484"/>
          </a:xfrm>
          <a:prstGeom prst="rect">
            <a:avLst/>
          </a:prstGeom>
        </p:spPr>
        <p:txBody>
          <a:bodyPr vert="horz" wrap="square" lIns="0" tIns="12065" rIns="0" bIns="0" rtlCol="0">
            <a:spAutoFit/>
          </a:bodyPr>
          <a:lstStyle/>
          <a:p>
            <a:pPr marL="12700">
              <a:lnSpc>
                <a:spcPct val="100000"/>
              </a:lnSpc>
              <a:spcBef>
                <a:spcPts val="95"/>
              </a:spcBef>
            </a:pPr>
            <a:r>
              <a:rPr spc="-35" dirty="0"/>
              <a:t>采样保持电路的设计原理</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76</a:t>
            </a:fld>
            <a:endParaRPr spc="-25" dirty="0"/>
          </a:p>
        </p:txBody>
      </p:sp>
      <p:sp>
        <p:nvSpPr>
          <p:cNvPr id="3" name="object 3"/>
          <p:cNvSpPr txBox="1"/>
          <p:nvPr/>
        </p:nvSpPr>
        <p:spPr>
          <a:xfrm>
            <a:off x="537209" y="1016317"/>
            <a:ext cx="7950200" cy="4265930"/>
          </a:xfrm>
          <a:prstGeom prst="rect">
            <a:avLst/>
          </a:prstGeom>
        </p:spPr>
        <p:txBody>
          <a:bodyPr vert="horz" wrap="square" lIns="0" tIns="13335" rIns="0" bIns="0" rtlCol="0">
            <a:spAutoFit/>
          </a:bodyPr>
          <a:lstStyle/>
          <a:p>
            <a:pPr marL="12700" marR="5080" indent="-2540" algn="just">
              <a:lnSpc>
                <a:spcPct val="100000"/>
              </a:lnSpc>
              <a:spcBef>
                <a:spcPts val="105"/>
              </a:spcBef>
              <a:buSzPct val="96000"/>
              <a:buFont typeface="Arial" panose="020B0604020202020204"/>
              <a:buAutoNum type="arabicPeriod"/>
              <a:tabLst>
                <a:tab pos="266065" algn="l"/>
              </a:tabLst>
            </a:pPr>
            <a:r>
              <a:rPr sz="2400" spc="-5" dirty="0">
                <a:solidFill>
                  <a:srgbClr val="0000CC"/>
                </a:solidFill>
                <a:latin typeface="Noto Sans Mono CJK HK"/>
                <a:cs typeface="Noto Sans Mono CJK HK"/>
              </a:rPr>
              <a:t>	在设计采样保持电路时，一般在输出端接一个由集成运放构成的信号跟随器。由于运放的输入电阻一般较高，这样电</a:t>
            </a:r>
            <a:r>
              <a:rPr sz="2400" spc="-10" dirty="0">
                <a:solidFill>
                  <a:srgbClr val="0000CC"/>
                </a:solidFill>
                <a:latin typeface="Noto Sans Mono CJK HK"/>
                <a:cs typeface="Noto Sans Mono CJK HK"/>
              </a:rPr>
              <a:t>容放电较慢。</a:t>
            </a:r>
            <a:endParaRPr sz="2400">
              <a:latin typeface="Noto Sans Mono CJK HK"/>
              <a:cs typeface="Noto Sans Mono CJK HK"/>
            </a:endParaRPr>
          </a:p>
          <a:p>
            <a:pPr marL="12700" marR="55880" indent="-2540">
              <a:lnSpc>
                <a:spcPts val="2870"/>
              </a:lnSpc>
              <a:spcBef>
                <a:spcPts val="695"/>
              </a:spcBef>
              <a:buSzPct val="96000"/>
              <a:buFont typeface="Arial" panose="020B0604020202020204"/>
              <a:buAutoNum type="arabicPeriod"/>
              <a:tabLst>
                <a:tab pos="266065" algn="l"/>
              </a:tabLst>
            </a:pPr>
            <a:r>
              <a:rPr sz="2400" spc="-5" dirty="0">
                <a:solidFill>
                  <a:srgbClr val="0000CC"/>
                </a:solidFill>
                <a:latin typeface="Noto Sans Mono CJK HK"/>
                <a:cs typeface="Noto Sans Mono CJK HK"/>
              </a:rPr>
              <a:t>	在电容的输入端，也可以接集成运放，利用其输出电阻较小的特性，加快充电速度。</a:t>
            </a:r>
            <a:endParaRPr sz="2400">
              <a:latin typeface="Noto Sans Mono CJK HK"/>
              <a:cs typeface="Noto Sans Mono CJK HK"/>
            </a:endParaRPr>
          </a:p>
          <a:p>
            <a:pPr marL="12700" marR="5080" indent="-2540" algn="just">
              <a:lnSpc>
                <a:spcPct val="100000"/>
              </a:lnSpc>
              <a:spcBef>
                <a:spcPts val="500"/>
              </a:spcBef>
              <a:buSzPct val="96000"/>
              <a:buFont typeface="Arial" panose="020B0604020202020204"/>
              <a:buAutoNum type="arabicPeriod"/>
              <a:tabLst>
                <a:tab pos="266065" algn="l"/>
              </a:tabLst>
            </a:pPr>
            <a:r>
              <a:rPr sz="2400" spc="-5" dirty="0">
                <a:solidFill>
                  <a:srgbClr val="0000CC"/>
                </a:solidFill>
                <a:latin typeface="Noto Sans Mono CJK HK"/>
                <a:cs typeface="Noto Sans Mono CJK HK"/>
              </a:rPr>
              <a:t>	在切换开关的选取上，尽量选择切换时间短，孔径延迟和孔径抖动都比较小的开关，这样才能保证采样保持电容的性能指标，进而提升系统的采样准确度。</a:t>
            </a:r>
            <a:endParaRPr sz="2400">
              <a:latin typeface="Noto Sans Mono CJK HK"/>
              <a:cs typeface="Noto Sans Mono CJK HK"/>
            </a:endParaRPr>
          </a:p>
          <a:p>
            <a:pPr marL="12700" marR="5080" indent="-2540" algn="just">
              <a:lnSpc>
                <a:spcPct val="100000"/>
              </a:lnSpc>
              <a:spcBef>
                <a:spcPts val="600"/>
              </a:spcBef>
              <a:buSzPct val="96000"/>
              <a:buFont typeface="Arial" panose="020B0604020202020204"/>
              <a:buAutoNum type="arabicPeriod"/>
              <a:tabLst>
                <a:tab pos="266065" algn="l"/>
              </a:tabLst>
            </a:pPr>
            <a:r>
              <a:rPr sz="2400" spc="-5" dirty="0">
                <a:solidFill>
                  <a:srgbClr val="0000CC"/>
                </a:solidFill>
                <a:latin typeface="Noto Sans Mono CJK HK"/>
                <a:cs typeface="Noto Sans Mono CJK HK"/>
              </a:rPr>
              <a:t>	对于保持电容的选取，要利用仿真设计软件，对多种容值进行分析设计，达到采样和保持时性能的折中点，满足系统</a:t>
            </a:r>
            <a:r>
              <a:rPr sz="2400" spc="-10" dirty="0">
                <a:solidFill>
                  <a:srgbClr val="0000CC"/>
                </a:solidFill>
                <a:latin typeface="Noto Sans Mono CJK HK"/>
                <a:cs typeface="Noto Sans Mono CJK HK"/>
              </a:rPr>
              <a:t>的设计要求。</a:t>
            </a:r>
            <a:endParaRPr sz="2400">
              <a:latin typeface="Noto Sans Mono CJK HK"/>
              <a:cs typeface="Noto Sans Mono CJK HK"/>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1941" y="173989"/>
            <a:ext cx="2553970" cy="451484"/>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00BE"/>
                </a:solidFill>
                <a:latin typeface="Arial" panose="020B0604020202020204"/>
                <a:cs typeface="Arial" panose="020B0604020202020204"/>
              </a:rPr>
              <a:t>3</a:t>
            </a:r>
            <a:r>
              <a:rPr sz="2800" spc="10" dirty="0">
                <a:solidFill>
                  <a:srgbClr val="0000BE"/>
                </a:solidFill>
                <a:latin typeface="Arial" panose="020B0604020202020204"/>
                <a:cs typeface="Arial" panose="020B0604020202020204"/>
              </a:rPr>
              <a:t>. </a:t>
            </a:r>
            <a:r>
              <a:rPr sz="2800" spc="-35" dirty="0">
                <a:solidFill>
                  <a:srgbClr val="0000BE"/>
                </a:solidFill>
                <a:latin typeface="Noto Sans Mono CJK HK"/>
                <a:cs typeface="Noto Sans Mono CJK HK"/>
              </a:rPr>
              <a:t>模数转换原理</a:t>
            </a:r>
            <a:endParaRPr sz="28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77</a:t>
            </a:fld>
            <a:endParaRPr spc="-25" dirty="0"/>
          </a:p>
        </p:txBody>
      </p:sp>
      <p:sp>
        <p:nvSpPr>
          <p:cNvPr id="3" name="object 3"/>
          <p:cNvSpPr txBox="1"/>
          <p:nvPr/>
        </p:nvSpPr>
        <p:spPr>
          <a:xfrm>
            <a:off x="645299" y="1104620"/>
            <a:ext cx="703580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00BE"/>
                </a:solidFill>
                <a:latin typeface="Noto Sans Mono CJK HK"/>
                <a:cs typeface="Noto Sans Mono CJK HK"/>
              </a:rPr>
              <a:t>模数转换方法有计数法、逐次逼近法、双积分式等。</a:t>
            </a:r>
            <a:endParaRPr sz="2400">
              <a:latin typeface="Noto Sans Mono CJK HK"/>
              <a:cs typeface="Noto Sans Mono CJK HK"/>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dirty="0">
                <a:solidFill>
                  <a:srgbClr val="0000BE"/>
                </a:solidFill>
                <a:latin typeface="Arial" panose="020B0604020202020204"/>
                <a:cs typeface="Arial" panose="020B0604020202020204"/>
              </a:rPr>
              <a:t>3</a:t>
            </a:r>
            <a:r>
              <a:rPr spc="10" dirty="0">
                <a:solidFill>
                  <a:srgbClr val="0000BE"/>
                </a:solidFill>
                <a:latin typeface="Arial" panose="020B0604020202020204"/>
                <a:cs typeface="Arial" panose="020B0604020202020204"/>
              </a:rPr>
              <a:t>. </a:t>
            </a:r>
            <a:r>
              <a:rPr spc="-35" dirty="0">
                <a:solidFill>
                  <a:srgbClr val="0000BE"/>
                </a:solidFill>
              </a:rPr>
              <a:t>模数转换原理</a:t>
            </a:r>
          </a:p>
        </p:txBody>
      </p:sp>
      <p:sp>
        <p:nvSpPr>
          <p:cNvPr id="3" name="object 3"/>
          <p:cNvSpPr txBox="1"/>
          <p:nvPr/>
        </p:nvSpPr>
        <p:spPr>
          <a:xfrm>
            <a:off x="539750" y="1016634"/>
            <a:ext cx="344614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Noto Sans Mono CJK HK"/>
                <a:cs typeface="Noto Sans Mono CJK HK"/>
              </a:rPr>
              <a:t>（</a:t>
            </a:r>
            <a:r>
              <a:rPr sz="2400" spc="-10" dirty="0">
                <a:solidFill>
                  <a:srgbClr val="0000FF"/>
                </a:solidFill>
                <a:latin typeface="Arial" panose="020B0604020202020204"/>
                <a:cs typeface="Arial" panose="020B0604020202020204"/>
              </a:rPr>
              <a:t>1</a:t>
            </a:r>
            <a:r>
              <a:rPr sz="2400" spc="-10" dirty="0">
                <a:solidFill>
                  <a:srgbClr val="0000FF"/>
                </a:solidFill>
                <a:latin typeface="Noto Sans Mono CJK HK"/>
                <a:cs typeface="Noto Sans Mono CJK HK"/>
              </a:rPr>
              <a:t>）</a:t>
            </a:r>
            <a:r>
              <a:rPr sz="2400" dirty="0">
                <a:solidFill>
                  <a:srgbClr val="0000FF"/>
                </a:solidFill>
                <a:latin typeface="Noto Sans Mono CJK HK"/>
                <a:cs typeface="Noto Sans Mono CJK HK"/>
              </a:rPr>
              <a:t>计数式</a:t>
            </a:r>
            <a:r>
              <a:rPr sz="2400" spc="-10" dirty="0">
                <a:solidFill>
                  <a:srgbClr val="0000FF"/>
                </a:solidFill>
                <a:latin typeface="Arial" panose="020B0604020202020204"/>
                <a:cs typeface="Arial" panose="020B0604020202020204"/>
              </a:rPr>
              <a:t>A/D</a:t>
            </a:r>
            <a:r>
              <a:rPr sz="2400" spc="-15" dirty="0">
                <a:solidFill>
                  <a:srgbClr val="0000FF"/>
                </a:solidFill>
                <a:latin typeface="Noto Sans Mono CJK HK"/>
                <a:cs typeface="Noto Sans Mono CJK HK"/>
              </a:rPr>
              <a:t>转换原理</a:t>
            </a:r>
            <a:endParaRPr sz="2400">
              <a:latin typeface="Noto Sans Mono CJK HK"/>
              <a:cs typeface="Noto Sans Mono CJK HK"/>
            </a:endParaRPr>
          </a:p>
        </p:txBody>
      </p:sp>
      <p:pic>
        <p:nvPicPr>
          <p:cNvPr id="4" name="object 4"/>
          <p:cNvPicPr/>
          <p:nvPr/>
        </p:nvPicPr>
        <p:blipFill>
          <a:blip r:embed="rId2" cstate="print"/>
          <a:stretch>
            <a:fillRect/>
          </a:stretch>
        </p:blipFill>
        <p:spPr>
          <a:xfrm>
            <a:off x="615695" y="1645920"/>
            <a:ext cx="7962900" cy="412394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78</a:t>
            </a:fld>
            <a:endParaRPr spc="-25"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dirty="0">
                <a:solidFill>
                  <a:srgbClr val="0000BE"/>
                </a:solidFill>
                <a:latin typeface="Arial" panose="020B0604020202020204"/>
                <a:cs typeface="Arial" panose="020B0604020202020204"/>
              </a:rPr>
              <a:t>3</a:t>
            </a:r>
            <a:r>
              <a:rPr spc="10" dirty="0">
                <a:solidFill>
                  <a:srgbClr val="0000BE"/>
                </a:solidFill>
                <a:latin typeface="Arial" panose="020B0604020202020204"/>
                <a:cs typeface="Arial" panose="020B0604020202020204"/>
              </a:rPr>
              <a:t>. </a:t>
            </a:r>
            <a:r>
              <a:rPr spc="-35" dirty="0">
                <a:solidFill>
                  <a:srgbClr val="0000BE"/>
                </a:solidFill>
              </a:rPr>
              <a:t>模数转换原理</a:t>
            </a:r>
          </a:p>
        </p:txBody>
      </p:sp>
      <p:sp>
        <p:nvSpPr>
          <p:cNvPr id="3" name="object 3"/>
          <p:cNvSpPr txBox="1"/>
          <p:nvPr/>
        </p:nvSpPr>
        <p:spPr>
          <a:xfrm>
            <a:off x="537844" y="1029334"/>
            <a:ext cx="405574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Noto Sans Mono CJK HK"/>
                <a:cs typeface="Noto Sans Mono CJK HK"/>
              </a:rPr>
              <a:t>（</a:t>
            </a:r>
            <a:r>
              <a:rPr sz="3600" spc="-15" baseline="2000" dirty="0">
                <a:solidFill>
                  <a:srgbClr val="0000FF"/>
                </a:solidFill>
                <a:latin typeface="Arial" panose="020B0604020202020204"/>
                <a:cs typeface="Arial" panose="020B0604020202020204"/>
              </a:rPr>
              <a:t>2</a:t>
            </a:r>
            <a:r>
              <a:rPr sz="2400" spc="-10" dirty="0">
                <a:solidFill>
                  <a:srgbClr val="0000FF"/>
                </a:solidFill>
                <a:latin typeface="Noto Sans Mono CJK HK"/>
                <a:cs typeface="Noto Sans Mono CJK HK"/>
              </a:rPr>
              <a:t>）</a:t>
            </a:r>
            <a:r>
              <a:rPr sz="2400" dirty="0">
                <a:solidFill>
                  <a:srgbClr val="0000FF"/>
                </a:solidFill>
                <a:latin typeface="Noto Sans Mono CJK HK"/>
                <a:cs typeface="Noto Sans Mono CJK HK"/>
              </a:rPr>
              <a:t>逐次逼近型</a:t>
            </a:r>
            <a:r>
              <a:rPr sz="3600" spc="-15" baseline="2000" dirty="0">
                <a:solidFill>
                  <a:srgbClr val="0000FF"/>
                </a:solidFill>
                <a:latin typeface="Arial" panose="020B0604020202020204"/>
                <a:cs typeface="Arial" panose="020B0604020202020204"/>
              </a:rPr>
              <a:t>A/D</a:t>
            </a:r>
            <a:r>
              <a:rPr sz="2400" spc="-15" dirty="0">
                <a:solidFill>
                  <a:srgbClr val="0000FF"/>
                </a:solidFill>
                <a:latin typeface="Noto Sans Mono CJK HK"/>
                <a:cs typeface="Noto Sans Mono CJK HK"/>
              </a:rPr>
              <a:t>转换原理</a:t>
            </a:r>
            <a:endParaRPr sz="2400">
              <a:latin typeface="Noto Sans Mono CJK HK"/>
              <a:cs typeface="Noto Sans Mono CJK HK"/>
            </a:endParaRPr>
          </a:p>
        </p:txBody>
      </p:sp>
      <p:pic>
        <p:nvPicPr>
          <p:cNvPr id="4" name="object 4"/>
          <p:cNvPicPr/>
          <p:nvPr/>
        </p:nvPicPr>
        <p:blipFill>
          <a:blip r:embed="rId2" cstate="print"/>
          <a:stretch>
            <a:fillRect/>
          </a:stretch>
        </p:blipFill>
        <p:spPr>
          <a:xfrm>
            <a:off x="1222247" y="1475232"/>
            <a:ext cx="7085076" cy="452018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79</a:t>
            </a:fld>
            <a:endParaRPr spc="-25"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6591" y="1769938"/>
            <a:ext cx="7088363" cy="3439093"/>
          </a:xfrm>
          <a:prstGeom prst="rect">
            <a:avLst/>
          </a:prstGeom>
        </p:spPr>
      </p:pic>
      <p:sp>
        <p:nvSpPr>
          <p:cNvPr id="3" name="object 3"/>
          <p:cNvSpPr txBox="1"/>
          <p:nvPr/>
        </p:nvSpPr>
        <p:spPr>
          <a:xfrm>
            <a:off x="537209" y="1028065"/>
            <a:ext cx="388683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Noto Sans Mono CJK HK"/>
                <a:cs typeface="Noto Sans Mono CJK HK"/>
              </a:rPr>
              <a:t>（</a:t>
            </a:r>
            <a:r>
              <a:rPr sz="3600" spc="-15" baseline="2000" dirty="0">
                <a:solidFill>
                  <a:srgbClr val="0000FF"/>
                </a:solidFill>
                <a:latin typeface="Arial" panose="020B0604020202020204"/>
                <a:cs typeface="Arial" panose="020B0604020202020204"/>
              </a:rPr>
              <a:t>3</a:t>
            </a:r>
            <a:r>
              <a:rPr sz="2400" spc="-10" dirty="0">
                <a:solidFill>
                  <a:srgbClr val="0000FF"/>
                </a:solidFill>
                <a:latin typeface="Noto Sans Mono CJK HK"/>
                <a:cs typeface="Noto Sans Mono CJK HK"/>
              </a:rPr>
              <a:t>）</a:t>
            </a:r>
            <a:r>
              <a:rPr sz="2400" dirty="0">
                <a:solidFill>
                  <a:srgbClr val="0000FF"/>
                </a:solidFill>
                <a:latin typeface="Noto Sans Mono CJK HK"/>
                <a:cs typeface="Noto Sans Mono CJK HK"/>
              </a:rPr>
              <a:t>双积分式</a:t>
            </a:r>
            <a:r>
              <a:rPr sz="3600" spc="-30" baseline="2000" dirty="0">
                <a:solidFill>
                  <a:srgbClr val="0000FF"/>
                </a:solidFill>
                <a:latin typeface="Arial" panose="020B0604020202020204"/>
                <a:cs typeface="Arial" panose="020B0604020202020204"/>
              </a:rPr>
              <a:t>ADC</a:t>
            </a:r>
            <a:r>
              <a:rPr sz="2400" spc="-15" dirty="0">
                <a:solidFill>
                  <a:srgbClr val="0000FF"/>
                </a:solidFill>
                <a:latin typeface="Noto Sans Mono CJK HK"/>
                <a:cs typeface="Noto Sans Mono CJK HK"/>
              </a:rPr>
              <a:t>转换原理</a:t>
            </a:r>
            <a:endParaRPr sz="2400">
              <a:latin typeface="Noto Sans Mono CJK HK"/>
              <a:cs typeface="Noto Sans Mono CJK HK"/>
            </a:endParaRPr>
          </a:p>
        </p:txBody>
      </p:sp>
      <p:sp>
        <p:nvSpPr>
          <p:cNvPr id="4" name="object 4"/>
          <p:cNvSpPr/>
          <p:nvPr/>
        </p:nvSpPr>
        <p:spPr>
          <a:xfrm>
            <a:off x="5744755" y="5546725"/>
            <a:ext cx="110489" cy="397510"/>
          </a:xfrm>
          <a:custGeom>
            <a:avLst/>
            <a:gdLst/>
            <a:ahLst/>
            <a:cxnLst/>
            <a:rect l="l" t="t" r="r" b="b"/>
            <a:pathLst>
              <a:path w="110489" h="397510">
                <a:moveTo>
                  <a:pt x="110261" y="0"/>
                </a:moveTo>
                <a:lnTo>
                  <a:pt x="0" y="397421"/>
                </a:lnTo>
              </a:path>
            </a:pathLst>
          </a:custGeom>
          <a:ln w="15138">
            <a:solidFill>
              <a:srgbClr val="000000"/>
            </a:solidFill>
          </a:ln>
        </p:spPr>
        <p:txBody>
          <a:bodyPr wrap="square" lIns="0" tIns="0" rIns="0" bIns="0" rtlCol="0"/>
          <a:lstStyle/>
          <a:p>
            <a:endParaRPr/>
          </a:p>
        </p:txBody>
      </p:sp>
      <p:sp>
        <p:nvSpPr>
          <p:cNvPr id="5" name="object 5"/>
          <p:cNvSpPr/>
          <p:nvPr/>
        </p:nvSpPr>
        <p:spPr>
          <a:xfrm>
            <a:off x="7121308" y="5546725"/>
            <a:ext cx="107950" cy="390525"/>
          </a:xfrm>
          <a:custGeom>
            <a:avLst/>
            <a:gdLst/>
            <a:ahLst/>
            <a:cxnLst/>
            <a:rect l="l" t="t" r="r" b="b"/>
            <a:pathLst>
              <a:path w="107950" h="390525">
                <a:moveTo>
                  <a:pt x="107632" y="0"/>
                </a:moveTo>
                <a:lnTo>
                  <a:pt x="0" y="390309"/>
                </a:lnTo>
              </a:path>
            </a:pathLst>
          </a:custGeom>
          <a:ln w="15138">
            <a:solidFill>
              <a:srgbClr val="000000"/>
            </a:solidFill>
          </a:ln>
        </p:spPr>
        <p:txBody>
          <a:bodyPr wrap="square" lIns="0" tIns="0" rIns="0" bIns="0" rtlCol="0"/>
          <a:lstStyle/>
          <a:p>
            <a:endParaRPr/>
          </a:p>
        </p:txBody>
      </p:sp>
      <p:sp>
        <p:nvSpPr>
          <p:cNvPr id="6" name="object 6"/>
          <p:cNvSpPr txBox="1"/>
          <p:nvPr/>
        </p:nvSpPr>
        <p:spPr>
          <a:xfrm>
            <a:off x="5402999" y="5442711"/>
            <a:ext cx="2287270" cy="494030"/>
          </a:xfrm>
          <a:prstGeom prst="rect">
            <a:avLst/>
          </a:prstGeom>
        </p:spPr>
        <p:txBody>
          <a:bodyPr vert="horz" wrap="square" lIns="0" tIns="15240" rIns="0" bIns="0" rtlCol="0">
            <a:spAutoFit/>
          </a:bodyPr>
          <a:lstStyle/>
          <a:p>
            <a:pPr marL="38100">
              <a:lnSpc>
                <a:spcPct val="100000"/>
              </a:lnSpc>
              <a:spcBef>
                <a:spcPts val="120"/>
              </a:spcBef>
              <a:tabLst>
                <a:tab pos="442595" algn="l"/>
              </a:tabLst>
            </a:pPr>
            <a:r>
              <a:rPr sz="3050" i="1" spc="-25" dirty="0">
                <a:latin typeface="Times New Roman" panose="02020603050405020304"/>
                <a:cs typeface="Times New Roman" panose="02020603050405020304"/>
              </a:rPr>
              <a:t>V</a:t>
            </a:r>
            <a:r>
              <a:rPr sz="2700" i="1" spc="-37" baseline="-23000" dirty="0">
                <a:latin typeface="Times New Roman" panose="02020603050405020304"/>
                <a:cs typeface="Times New Roman" panose="02020603050405020304"/>
              </a:rPr>
              <a:t>i</a:t>
            </a:r>
            <a:r>
              <a:rPr sz="2700" i="1" baseline="-23000" dirty="0">
                <a:latin typeface="Times New Roman" panose="02020603050405020304"/>
                <a:cs typeface="Times New Roman" panose="02020603050405020304"/>
              </a:rPr>
              <a:t>	</a:t>
            </a:r>
            <a:r>
              <a:rPr sz="3050" i="1" spc="-40" dirty="0">
                <a:latin typeface="Times New Roman" panose="02020603050405020304"/>
                <a:cs typeface="Times New Roman" panose="02020603050405020304"/>
              </a:rPr>
              <a:t>V</a:t>
            </a:r>
            <a:r>
              <a:rPr sz="2700" i="1" spc="-60" baseline="-23000" dirty="0">
                <a:latin typeface="Times New Roman" panose="02020603050405020304"/>
                <a:cs typeface="Times New Roman" panose="02020603050405020304"/>
              </a:rPr>
              <a:t>REF </a:t>
            </a:r>
            <a:r>
              <a:rPr sz="3050" dirty="0">
                <a:latin typeface="Symbol" panose="05050102010706020507"/>
                <a:cs typeface="Symbol" panose="05050102010706020507"/>
              </a:rPr>
              <a:t></a:t>
            </a:r>
            <a:r>
              <a:rPr sz="3050" spc="-465" dirty="0">
                <a:latin typeface="Times New Roman" panose="02020603050405020304"/>
                <a:cs typeface="Times New Roman" panose="02020603050405020304"/>
              </a:rPr>
              <a:t> </a:t>
            </a:r>
            <a:r>
              <a:rPr sz="3050" i="1" spc="-10" dirty="0">
                <a:latin typeface="Times New Roman" panose="02020603050405020304"/>
                <a:cs typeface="Times New Roman" panose="02020603050405020304"/>
              </a:rPr>
              <a:t>T1</a:t>
            </a:r>
            <a:r>
              <a:rPr sz="3050" i="1" spc="-445" dirty="0">
                <a:latin typeface="Times New Roman" panose="02020603050405020304"/>
                <a:cs typeface="Times New Roman" panose="02020603050405020304"/>
              </a:rPr>
              <a:t> </a:t>
            </a:r>
            <a:r>
              <a:rPr sz="3050" i="1" spc="-25" dirty="0">
                <a:latin typeface="Times New Roman" panose="02020603050405020304"/>
                <a:cs typeface="Times New Roman" panose="02020603050405020304"/>
              </a:rPr>
              <a:t>T0</a:t>
            </a:r>
            <a:endParaRPr sz="305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80</a:t>
            </a:fld>
            <a:endParaRPr spc="-25" dirty="0"/>
          </a:p>
        </p:txBody>
      </p:sp>
      <p:sp>
        <p:nvSpPr>
          <p:cNvPr id="7" name="object 7"/>
          <p:cNvSpPr txBox="1">
            <a:spLocks noGrp="1"/>
          </p:cNvSpPr>
          <p:nvPr>
            <p:ph type="title"/>
          </p:nvPr>
        </p:nvSpPr>
        <p:spPr>
          <a:xfrm>
            <a:off x="465277" y="151244"/>
            <a:ext cx="2553970" cy="451484"/>
          </a:xfrm>
          <a:prstGeom prst="rect">
            <a:avLst/>
          </a:prstGeom>
        </p:spPr>
        <p:txBody>
          <a:bodyPr vert="horz" wrap="square" lIns="0" tIns="12065" rIns="0" bIns="0" rtlCol="0">
            <a:spAutoFit/>
          </a:bodyPr>
          <a:lstStyle/>
          <a:p>
            <a:pPr marL="12700">
              <a:lnSpc>
                <a:spcPct val="100000"/>
              </a:lnSpc>
              <a:spcBef>
                <a:spcPts val="95"/>
              </a:spcBef>
            </a:pPr>
            <a:r>
              <a:rPr dirty="0">
                <a:solidFill>
                  <a:srgbClr val="0000BE"/>
                </a:solidFill>
                <a:latin typeface="Arial" panose="020B0604020202020204"/>
                <a:cs typeface="Arial" panose="020B0604020202020204"/>
              </a:rPr>
              <a:t>3</a:t>
            </a:r>
            <a:r>
              <a:rPr spc="10" dirty="0">
                <a:solidFill>
                  <a:srgbClr val="0000BE"/>
                </a:solidFill>
                <a:latin typeface="Arial" panose="020B0604020202020204"/>
                <a:cs typeface="Arial" panose="020B0604020202020204"/>
              </a:rPr>
              <a:t>. </a:t>
            </a:r>
            <a:r>
              <a:rPr spc="-35" dirty="0">
                <a:solidFill>
                  <a:srgbClr val="0000BE"/>
                </a:solidFill>
              </a:rPr>
              <a:t>模数转换原理</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990" y="1016317"/>
            <a:ext cx="7974965" cy="3406775"/>
          </a:xfrm>
          <a:prstGeom prst="rect">
            <a:avLst/>
          </a:prstGeom>
        </p:spPr>
        <p:txBody>
          <a:bodyPr vert="horz" wrap="square" lIns="0" tIns="13335" rIns="0" bIns="0" rtlCol="0">
            <a:spAutoFit/>
          </a:bodyPr>
          <a:lstStyle/>
          <a:p>
            <a:pPr marL="355600" marR="5080" indent="-342900" algn="just">
              <a:lnSpc>
                <a:spcPct val="100000"/>
              </a:lnSpc>
              <a:spcBef>
                <a:spcPts val="105"/>
              </a:spcBef>
              <a:buFont typeface="Wingdings" panose="05000000000000000000"/>
              <a:buChar char=""/>
              <a:tabLst>
                <a:tab pos="355600" algn="l"/>
                <a:tab pos="828675" algn="l"/>
              </a:tabLst>
            </a:pPr>
            <a:r>
              <a:rPr sz="2400" dirty="0">
                <a:solidFill>
                  <a:srgbClr val="0000BE"/>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V/F</a:t>
            </a:r>
            <a:r>
              <a:rPr sz="2400" spc="25" dirty="0">
                <a:solidFill>
                  <a:srgbClr val="0000FF"/>
                </a:solidFill>
                <a:latin typeface="Noto Sans Mono CJK HK"/>
                <a:cs typeface="Noto Sans Mono CJK HK"/>
              </a:rPr>
              <a:t>转换式</a:t>
            </a:r>
            <a:r>
              <a:rPr sz="2400" spc="10" dirty="0">
                <a:solidFill>
                  <a:srgbClr val="0000FF"/>
                </a:solidFill>
                <a:latin typeface="Arial" panose="020B0604020202020204"/>
                <a:cs typeface="Arial" panose="020B0604020202020204"/>
              </a:rPr>
              <a:t>ADC</a:t>
            </a:r>
            <a:r>
              <a:rPr sz="2400" spc="25" dirty="0">
                <a:solidFill>
                  <a:srgbClr val="0000FF"/>
                </a:solidFill>
                <a:latin typeface="Noto Sans Mono CJK HK"/>
                <a:cs typeface="Noto Sans Mono CJK HK"/>
              </a:rPr>
              <a:t>是将电压转换为相应频率的脉冲信号</a:t>
            </a:r>
            <a:r>
              <a:rPr sz="2400" spc="-1320" dirty="0">
                <a:solidFill>
                  <a:srgbClr val="0000FF"/>
                </a:solidFill>
                <a:latin typeface="Noto Sans Mono CJK HK"/>
                <a:cs typeface="Noto Sans Mono CJK HK"/>
              </a:rPr>
              <a:t>的</a:t>
            </a:r>
            <a:r>
              <a:rPr sz="2400" spc="75" dirty="0">
                <a:solidFill>
                  <a:srgbClr val="0000FF"/>
                </a:solidFill>
                <a:latin typeface="Noto Sans Mono CJK HK"/>
                <a:cs typeface="Noto Sans Mono CJK HK"/>
              </a:rPr>
              <a:t>一种变换电路，具有转换精度高，抗干扰能力强，转换</a:t>
            </a:r>
            <a:r>
              <a:rPr sz="2400" dirty="0">
                <a:solidFill>
                  <a:srgbClr val="0000FF"/>
                </a:solidFill>
                <a:latin typeface="Noto Sans Mono CJK HK"/>
                <a:cs typeface="Noto Sans Mono CJK HK"/>
              </a:rPr>
              <a:t>线性度和积分输入特性好的特点，缺点也是转换速度慢。</a:t>
            </a:r>
            <a:endParaRPr sz="2400">
              <a:latin typeface="Noto Sans Mono CJK HK"/>
              <a:cs typeface="Noto Sans Mono CJK HK"/>
            </a:endParaRPr>
          </a:p>
          <a:p>
            <a:pPr marL="355600" marR="5080" indent="-342900" algn="just">
              <a:lnSpc>
                <a:spcPts val="2870"/>
              </a:lnSpc>
              <a:spcBef>
                <a:spcPts val="1920"/>
              </a:spcBef>
              <a:buFont typeface="Wingdings" panose="05000000000000000000"/>
              <a:buChar char=""/>
              <a:tabLst>
                <a:tab pos="355600" algn="l"/>
                <a:tab pos="828675" algn="l"/>
              </a:tabLst>
            </a:pPr>
            <a:r>
              <a:rPr sz="2400" dirty="0">
                <a:solidFill>
                  <a:srgbClr val="0000BE"/>
                </a:solidFill>
                <a:latin typeface="Noto Sans Mono CJK HK"/>
                <a:cs typeface="Noto Sans Mono CJK HK"/>
              </a:rPr>
              <a:t>	</a:t>
            </a:r>
            <a:r>
              <a:rPr sz="2400" dirty="0">
                <a:solidFill>
                  <a:srgbClr val="0000FF"/>
                </a:solidFill>
                <a:latin typeface="Noto Sans Mono CJK HK"/>
                <a:cs typeface="Noto Sans Mono CJK HK"/>
              </a:rPr>
              <a:t>近几年来串行</a:t>
            </a:r>
            <a:r>
              <a:rPr sz="2400" dirty="0">
                <a:solidFill>
                  <a:srgbClr val="0000FF"/>
                </a:solidFill>
                <a:latin typeface="Arial" panose="020B0604020202020204"/>
                <a:cs typeface="Arial" panose="020B0604020202020204"/>
              </a:rPr>
              <a:t>A/D</a:t>
            </a:r>
            <a:r>
              <a:rPr sz="2400" dirty="0">
                <a:solidFill>
                  <a:srgbClr val="0000FF"/>
                </a:solidFill>
                <a:latin typeface="Noto Sans Mono CJK HK"/>
                <a:cs typeface="Noto Sans Mono CJK HK"/>
              </a:rPr>
              <a:t>转换器也发展非常快，它具有体积</a:t>
            </a:r>
            <a:r>
              <a:rPr sz="2400" spc="-1380" dirty="0">
                <a:solidFill>
                  <a:srgbClr val="0000FF"/>
                </a:solidFill>
                <a:latin typeface="Noto Sans Mono CJK HK"/>
                <a:cs typeface="Noto Sans Mono CJK HK"/>
              </a:rPr>
              <a:t>小</a:t>
            </a:r>
            <a:r>
              <a:rPr sz="2400" spc="-5" dirty="0">
                <a:solidFill>
                  <a:srgbClr val="0000FF"/>
                </a:solidFill>
                <a:latin typeface="Noto Sans Mono CJK HK"/>
                <a:cs typeface="Noto Sans Mono CJK HK"/>
              </a:rPr>
              <a:t>、通信线少和结构简单等特点。缺点也是转换速度慢。</a:t>
            </a:r>
            <a:endParaRPr sz="2400">
              <a:latin typeface="Noto Sans Mono CJK HK"/>
              <a:cs typeface="Noto Sans Mono CJK HK"/>
            </a:endParaRPr>
          </a:p>
          <a:p>
            <a:pPr marL="355600" marR="5080" indent="-342900" algn="just">
              <a:lnSpc>
                <a:spcPct val="100000"/>
              </a:lnSpc>
              <a:spcBef>
                <a:spcPts val="1725"/>
              </a:spcBef>
              <a:buFont typeface="Wingdings" panose="05000000000000000000"/>
              <a:buChar char=""/>
              <a:tabLst>
                <a:tab pos="355600" algn="l"/>
                <a:tab pos="828675" algn="l"/>
              </a:tabLst>
            </a:pPr>
            <a:r>
              <a:rPr sz="2400" dirty="0">
                <a:solidFill>
                  <a:srgbClr val="0000BE"/>
                </a:solidFill>
                <a:latin typeface="Noto Sans Mono CJK HK"/>
                <a:cs typeface="Noto Sans Mono CJK HK"/>
              </a:rPr>
              <a:t>	</a:t>
            </a:r>
            <a:r>
              <a:rPr sz="2400" spc="70" dirty="0">
                <a:solidFill>
                  <a:srgbClr val="0000FF"/>
                </a:solidFill>
                <a:latin typeface="Noto Sans Mono CJK HK"/>
                <a:cs typeface="Noto Sans Mono CJK HK"/>
              </a:rPr>
              <a:t>在上述各种不同工作原理的</a:t>
            </a:r>
            <a:r>
              <a:rPr sz="2400" spc="55" dirty="0">
                <a:solidFill>
                  <a:srgbClr val="0000FF"/>
                </a:solidFill>
                <a:latin typeface="Arial" panose="020B0604020202020204"/>
                <a:cs typeface="Arial" panose="020B0604020202020204"/>
              </a:rPr>
              <a:t>ADC</a:t>
            </a:r>
            <a:r>
              <a:rPr sz="2400" spc="70" dirty="0">
                <a:solidFill>
                  <a:srgbClr val="0000FF"/>
                </a:solidFill>
                <a:latin typeface="Noto Sans Mono CJK HK"/>
                <a:cs typeface="Noto Sans Mono CJK HK"/>
              </a:rPr>
              <a:t>中，以逐次逼近式</a:t>
            </a:r>
            <a:r>
              <a:rPr sz="2400" spc="-1245" dirty="0">
                <a:solidFill>
                  <a:srgbClr val="0000FF"/>
                </a:solidFill>
                <a:latin typeface="Arial" panose="020B0604020202020204"/>
                <a:cs typeface="Arial" panose="020B0604020202020204"/>
              </a:rPr>
              <a:t>ADC</a:t>
            </a:r>
            <a:r>
              <a:rPr sz="2400" spc="80" dirty="0">
                <a:solidFill>
                  <a:srgbClr val="0000FF"/>
                </a:solidFill>
                <a:latin typeface="Noto Sans Mono CJK HK"/>
                <a:cs typeface="Noto Sans Mono CJK HK"/>
              </a:rPr>
              <a:t>最具典型性，在集成</a:t>
            </a:r>
            <a:r>
              <a:rPr sz="2400" spc="70" dirty="0">
                <a:solidFill>
                  <a:srgbClr val="0000FF"/>
                </a:solidFill>
                <a:latin typeface="Arial" panose="020B0604020202020204"/>
                <a:cs typeface="Arial" panose="020B0604020202020204"/>
              </a:rPr>
              <a:t>ADC</a:t>
            </a:r>
            <a:r>
              <a:rPr sz="2400" spc="70" dirty="0">
                <a:solidFill>
                  <a:srgbClr val="0000FF"/>
                </a:solidFill>
                <a:latin typeface="Noto Sans Mono CJK HK"/>
                <a:cs typeface="Noto Sans Mono CJK HK"/>
              </a:rPr>
              <a:t>芯片中应用最广，因此要求重</a:t>
            </a:r>
            <a:r>
              <a:rPr sz="2400" spc="-15" dirty="0">
                <a:solidFill>
                  <a:srgbClr val="0000FF"/>
                </a:solidFill>
                <a:latin typeface="Noto Sans Mono CJK HK"/>
                <a:cs typeface="Noto Sans Mono CJK HK"/>
              </a:rPr>
              <a:t>点掌握。</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81</a:t>
            </a:fld>
            <a:endParaRPr spc="-25" dirty="0"/>
          </a:p>
        </p:txBody>
      </p:sp>
      <p:sp>
        <p:nvSpPr>
          <p:cNvPr id="3" name="object 3"/>
          <p:cNvSpPr txBox="1">
            <a:spLocks noGrp="1"/>
          </p:cNvSpPr>
          <p:nvPr>
            <p:ph type="title"/>
          </p:nvPr>
        </p:nvSpPr>
        <p:spPr>
          <a:xfrm>
            <a:off x="465277" y="134823"/>
            <a:ext cx="3462654" cy="451484"/>
          </a:xfrm>
          <a:prstGeom prst="rect">
            <a:avLst/>
          </a:prstGeom>
        </p:spPr>
        <p:txBody>
          <a:bodyPr vert="horz" wrap="square" lIns="0" tIns="12065" rIns="0" bIns="0" rtlCol="0">
            <a:spAutoFit/>
          </a:bodyPr>
          <a:lstStyle/>
          <a:p>
            <a:pPr marL="12700">
              <a:lnSpc>
                <a:spcPct val="100000"/>
              </a:lnSpc>
              <a:spcBef>
                <a:spcPts val="95"/>
              </a:spcBef>
            </a:pPr>
            <a:r>
              <a:rPr spc="-30" dirty="0">
                <a:solidFill>
                  <a:srgbClr val="0000BE"/>
                </a:solidFill>
              </a:rPr>
              <a:t>其它类型的</a:t>
            </a:r>
            <a:r>
              <a:rPr spc="-10" dirty="0">
                <a:solidFill>
                  <a:srgbClr val="0000BE"/>
                </a:solidFill>
                <a:latin typeface="Arial" panose="020B0604020202020204"/>
                <a:cs typeface="Arial" panose="020B0604020202020204"/>
              </a:rPr>
              <a:t>A/D</a:t>
            </a:r>
            <a:r>
              <a:rPr spc="-40" dirty="0">
                <a:solidFill>
                  <a:srgbClr val="0000BE"/>
                </a:solidFill>
              </a:rPr>
              <a:t>转换器</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165" y="1016317"/>
            <a:ext cx="8347709" cy="4404360"/>
          </a:xfrm>
          <a:prstGeom prst="rect">
            <a:avLst/>
          </a:prstGeom>
        </p:spPr>
        <p:txBody>
          <a:bodyPr vert="horz" wrap="square" lIns="0" tIns="12700" rIns="0" bIns="0" rtlCol="0">
            <a:spAutoFit/>
          </a:bodyPr>
          <a:lstStyle/>
          <a:p>
            <a:pPr marL="816610" indent="-778510">
              <a:lnSpc>
                <a:spcPct val="100000"/>
              </a:lnSpc>
              <a:spcBef>
                <a:spcPts val="100"/>
              </a:spcBef>
              <a:buSzPct val="96000"/>
              <a:buAutoNum type="arabicPlain"/>
              <a:tabLst>
                <a:tab pos="816610" algn="l"/>
              </a:tabLst>
            </a:pPr>
            <a:r>
              <a:rPr sz="2400" u="heavy" spc="-20" dirty="0">
                <a:solidFill>
                  <a:srgbClr val="0000FF"/>
                </a:solidFill>
                <a:uFill>
                  <a:solidFill>
                    <a:srgbClr val="0000FF"/>
                  </a:solidFill>
                </a:uFill>
                <a:latin typeface="Noto Sans Mono CJK HK"/>
                <a:cs typeface="Noto Sans Mono CJK HK"/>
              </a:rPr>
              <a:t>分辨率</a:t>
            </a:r>
            <a:endParaRPr sz="2400">
              <a:latin typeface="Noto Sans Mono CJK HK"/>
              <a:cs typeface="Noto Sans Mono CJK HK"/>
            </a:endParaRPr>
          </a:p>
          <a:p>
            <a:pPr marL="1033780" marR="30480" lvl="1" indent="-365125">
              <a:lnSpc>
                <a:spcPct val="109000"/>
              </a:lnSpc>
              <a:spcBef>
                <a:spcPts val="1695"/>
              </a:spcBef>
              <a:buFont typeface="Wingdings" panose="05000000000000000000"/>
              <a:buChar char=""/>
              <a:tabLst>
                <a:tab pos="1033780" algn="l"/>
                <a:tab pos="1506855" algn="l"/>
              </a:tabLst>
            </a:pPr>
            <a:r>
              <a:rPr sz="2400" dirty="0">
                <a:solidFill>
                  <a:srgbClr val="0000FF"/>
                </a:solidFill>
                <a:latin typeface="Noto Sans Mono CJK HK"/>
                <a:cs typeface="Noto Sans Mono CJK HK"/>
              </a:rPr>
              <a:t>	表示转换器对输入量变化的敏感程度，</a:t>
            </a:r>
            <a:r>
              <a:rPr sz="2400" dirty="0">
                <a:solidFill>
                  <a:srgbClr val="0000FF"/>
                </a:solidFill>
                <a:latin typeface="Arial" panose="020B0604020202020204"/>
                <a:cs typeface="Arial" panose="020B0604020202020204"/>
              </a:rPr>
              <a:t>A/D</a:t>
            </a:r>
            <a:r>
              <a:rPr sz="2400" spc="-345" dirty="0">
                <a:solidFill>
                  <a:srgbClr val="0000FF"/>
                </a:solidFill>
                <a:latin typeface="Noto Sans Mono CJK HK"/>
                <a:cs typeface="Noto Sans Mono CJK HK"/>
              </a:rPr>
              <a:t>转换器的</a:t>
            </a:r>
            <a:r>
              <a:rPr sz="2400" spc="-5" dirty="0">
                <a:solidFill>
                  <a:srgbClr val="0000FF"/>
                </a:solidFill>
                <a:latin typeface="Noto Sans Mono CJK HK"/>
                <a:cs typeface="Noto Sans Mono CJK HK"/>
              </a:rPr>
              <a:t>分辨率用输出二进制数的位数表示。</a:t>
            </a:r>
            <a:endParaRPr sz="2400">
              <a:latin typeface="Noto Sans Mono CJK HK"/>
              <a:cs typeface="Noto Sans Mono CJK HK"/>
            </a:endParaRPr>
          </a:p>
          <a:p>
            <a:pPr marL="1506855" lvl="1" indent="-838200">
              <a:lnSpc>
                <a:spcPct val="100000"/>
              </a:lnSpc>
              <a:spcBef>
                <a:spcPts val="900"/>
              </a:spcBef>
              <a:buFont typeface="Wingdings" panose="05000000000000000000"/>
              <a:buChar char=""/>
              <a:tabLst>
                <a:tab pos="1506855" algn="l"/>
              </a:tabLst>
            </a:pPr>
            <a:r>
              <a:rPr sz="2400" dirty="0">
                <a:solidFill>
                  <a:srgbClr val="0000FF"/>
                </a:solidFill>
                <a:latin typeface="Noto Sans Mono CJK HK"/>
                <a:cs typeface="Noto Sans Mono CJK HK"/>
              </a:rPr>
              <a:t>例如：设输入模拟电压的变化范围为</a:t>
            </a:r>
            <a:r>
              <a:rPr sz="2400" spc="-10" dirty="0">
                <a:solidFill>
                  <a:srgbClr val="0000FF"/>
                </a:solidFill>
                <a:latin typeface="Arial" panose="020B0604020202020204"/>
                <a:cs typeface="Arial" panose="020B0604020202020204"/>
              </a:rPr>
              <a:t>0</a:t>
            </a:r>
            <a:r>
              <a:rPr sz="2400" spc="-10" dirty="0">
                <a:solidFill>
                  <a:srgbClr val="0000FF"/>
                </a:solidFill>
                <a:latin typeface="Noto Serif CJK JP"/>
                <a:cs typeface="Noto Serif CJK JP"/>
              </a:rPr>
              <a:t>～</a:t>
            </a:r>
            <a:r>
              <a:rPr sz="2400" spc="-10" dirty="0">
                <a:solidFill>
                  <a:srgbClr val="0000FF"/>
                </a:solidFill>
                <a:latin typeface="Arial" panose="020B0604020202020204"/>
                <a:cs typeface="Arial" panose="020B0604020202020204"/>
              </a:rPr>
              <a:t>5V</a:t>
            </a:r>
            <a:r>
              <a:rPr sz="2400" spc="-10" dirty="0">
                <a:solidFill>
                  <a:srgbClr val="0000FF"/>
                </a:solidFill>
                <a:latin typeface="Noto Sans Mono CJK HK"/>
                <a:cs typeface="Noto Sans Mono CJK HK"/>
              </a:rPr>
              <a:t>，</a:t>
            </a:r>
            <a:endParaRPr sz="2400">
              <a:latin typeface="Noto Sans Mono CJK HK"/>
              <a:cs typeface="Noto Sans Mono CJK HK"/>
            </a:endParaRPr>
          </a:p>
          <a:p>
            <a:pPr marL="1213485" lvl="2" indent="355600">
              <a:lnSpc>
                <a:spcPct val="100000"/>
              </a:lnSpc>
              <a:spcBef>
                <a:spcPts val="885"/>
              </a:spcBef>
              <a:buChar char=""/>
              <a:tabLst>
                <a:tab pos="1569085" algn="l"/>
                <a:tab pos="1802130" algn="l"/>
              </a:tabLst>
            </a:pPr>
            <a:r>
              <a:rPr sz="1900" spc="2735" dirty="0">
                <a:solidFill>
                  <a:srgbClr val="0000FF"/>
                </a:solidFill>
                <a:latin typeface="Wingdings" panose="05000000000000000000"/>
                <a:cs typeface="Wingdings" panose="05000000000000000000"/>
              </a:rPr>
              <a:t>​</a:t>
            </a:r>
            <a:r>
              <a:rPr sz="1900" dirty="0">
                <a:solidFill>
                  <a:srgbClr val="0000FF"/>
                </a:solidFill>
                <a:latin typeface="Times New Roman" panose="02020603050405020304"/>
                <a:cs typeface="Times New Roman" panose="02020603050405020304"/>
              </a:rPr>
              <a:t>	</a:t>
            </a:r>
            <a:r>
              <a:rPr sz="2400" spc="320" dirty="0">
                <a:solidFill>
                  <a:srgbClr val="0000FF"/>
                </a:solidFill>
                <a:latin typeface="Noto Sans Mono CJK HK"/>
                <a:cs typeface="Noto Sans Mono CJK HK"/>
              </a:rPr>
              <a:t>输出</a:t>
            </a:r>
            <a:r>
              <a:rPr sz="2400" spc="-20" dirty="0">
                <a:solidFill>
                  <a:srgbClr val="0000FF"/>
                </a:solidFill>
                <a:latin typeface="Arial" panose="020B0604020202020204"/>
                <a:cs typeface="Arial" panose="020B0604020202020204"/>
              </a:rPr>
              <a:t>8</a:t>
            </a:r>
            <a:r>
              <a:rPr sz="2400" spc="-345" dirty="0">
                <a:solidFill>
                  <a:srgbClr val="0000FF"/>
                </a:solidFill>
                <a:latin typeface="Arial" panose="020B0604020202020204"/>
                <a:cs typeface="Arial" panose="020B0604020202020204"/>
              </a:rPr>
              <a:t> </a:t>
            </a:r>
            <a:r>
              <a:rPr sz="2400" spc="315" dirty="0">
                <a:solidFill>
                  <a:srgbClr val="0000FF"/>
                </a:solidFill>
                <a:latin typeface="Noto Sans Mono CJK HK"/>
                <a:cs typeface="Noto Sans Mono CJK HK"/>
              </a:rPr>
              <a:t>位二进制数可以分辨的最小模拟电压</a:t>
            </a:r>
            <a:r>
              <a:rPr sz="2400" spc="-50" dirty="0">
                <a:solidFill>
                  <a:srgbClr val="0000FF"/>
                </a:solidFill>
                <a:latin typeface="Noto Sans Mono CJK HK"/>
                <a:cs typeface="Noto Sans Mono CJK HK"/>
              </a:rPr>
              <a:t>为</a:t>
            </a:r>
            <a:endParaRPr sz="2400">
              <a:latin typeface="Noto Sans Mono CJK HK"/>
              <a:cs typeface="Noto Sans Mono CJK HK"/>
            </a:endParaRPr>
          </a:p>
          <a:p>
            <a:pPr marL="1569085">
              <a:lnSpc>
                <a:spcPct val="100000"/>
              </a:lnSpc>
              <a:spcBef>
                <a:spcPts val="285"/>
              </a:spcBef>
            </a:pPr>
            <a:r>
              <a:rPr sz="2400" dirty="0">
                <a:solidFill>
                  <a:srgbClr val="0000FF"/>
                </a:solidFill>
                <a:latin typeface="Arial" panose="020B0604020202020204"/>
                <a:cs typeface="Arial" panose="020B0604020202020204"/>
              </a:rPr>
              <a:t>5V</a:t>
            </a:r>
            <a:r>
              <a:rPr sz="2400" dirty="0">
                <a:solidFill>
                  <a:srgbClr val="0000FF"/>
                </a:solidFill>
                <a:latin typeface="Noto Sans Mono CJK HK"/>
                <a:cs typeface="Noto Sans Mono CJK HK"/>
              </a:rPr>
              <a:t>×</a:t>
            </a:r>
            <a:r>
              <a:rPr sz="2400" dirty="0">
                <a:solidFill>
                  <a:srgbClr val="0000FF"/>
                </a:solidFill>
                <a:latin typeface="Arial" panose="020B0604020202020204"/>
                <a:cs typeface="Arial" panose="020B0604020202020204"/>
              </a:rPr>
              <a:t>2</a:t>
            </a:r>
            <a:r>
              <a:rPr sz="2325" baseline="22000" dirty="0">
                <a:solidFill>
                  <a:srgbClr val="0000FF"/>
                </a:solidFill>
                <a:latin typeface="Noto Sans Mono CJK HK"/>
                <a:cs typeface="Noto Sans Mono CJK HK"/>
              </a:rPr>
              <a:t>－</a:t>
            </a:r>
            <a:r>
              <a:rPr sz="2325" baseline="22000" dirty="0">
                <a:solidFill>
                  <a:srgbClr val="0000FF"/>
                </a:solidFill>
                <a:latin typeface="Arial" panose="020B0604020202020204"/>
                <a:cs typeface="Arial" panose="020B0604020202020204"/>
              </a:rPr>
              <a:t>8</a:t>
            </a:r>
            <a:r>
              <a:rPr sz="2325" spc="-44" baseline="22000" dirty="0">
                <a:solidFill>
                  <a:srgbClr val="0000FF"/>
                </a:solidFill>
                <a:latin typeface="Arial" panose="020B0604020202020204"/>
                <a:cs typeface="Arial" panose="020B0604020202020204"/>
              </a:rPr>
              <a:t> </a:t>
            </a:r>
            <a:r>
              <a:rPr sz="2400" dirty="0">
                <a:solidFill>
                  <a:srgbClr val="0000FF"/>
                </a:solidFill>
                <a:latin typeface="Noto Sans Mono CJK HK"/>
                <a:cs typeface="Noto Sans Mono CJK HK"/>
              </a:rPr>
              <a:t>＝</a:t>
            </a:r>
            <a:r>
              <a:rPr sz="2400" spc="-535" dirty="0">
                <a:solidFill>
                  <a:srgbClr val="0000FF"/>
                </a:solidFill>
                <a:latin typeface="Noto Sans Mono CJK HK"/>
                <a:cs typeface="Noto Sans Mono CJK HK"/>
              </a:rPr>
              <a:t> </a:t>
            </a:r>
            <a:r>
              <a:rPr sz="2400" spc="-20" dirty="0">
                <a:solidFill>
                  <a:srgbClr val="0000FF"/>
                </a:solidFill>
                <a:latin typeface="Arial" panose="020B0604020202020204"/>
                <a:cs typeface="Arial" panose="020B0604020202020204"/>
              </a:rPr>
              <a:t>20mV</a:t>
            </a:r>
            <a:r>
              <a:rPr sz="2400" spc="-20" dirty="0">
                <a:solidFill>
                  <a:srgbClr val="0000FF"/>
                </a:solidFill>
                <a:latin typeface="Noto Sans Mono CJK HK"/>
                <a:cs typeface="Noto Sans Mono CJK HK"/>
              </a:rPr>
              <a:t>；</a:t>
            </a:r>
            <a:endParaRPr sz="2400">
              <a:latin typeface="Noto Sans Mono CJK HK"/>
              <a:cs typeface="Noto Sans Mono CJK HK"/>
            </a:endParaRPr>
          </a:p>
          <a:p>
            <a:pPr marL="1213485" lvl="2" indent="355600">
              <a:lnSpc>
                <a:spcPct val="100000"/>
              </a:lnSpc>
              <a:spcBef>
                <a:spcPts val="885"/>
              </a:spcBef>
              <a:buChar char=""/>
              <a:tabLst>
                <a:tab pos="1569085" algn="l"/>
                <a:tab pos="1802130" algn="l"/>
              </a:tabLst>
            </a:pPr>
            <a:r>
              <a:rPr sz="1900" spc="2735" dirty="0">
                <a:solidFill>
                  <a:srgbClr val="0000FF"/>
                </a:solidFill>
                <a:latin typeface="Wingdings" panose="05000000000000000000"/>
                <a:cs typeface="Wingdings" panose="05000000000000000000"/>
              </a:rPr>
              <a:t>​</a:t>
            </a:r>
            <a:r>
              <a:rPr sz="1900" dirty="0">
                <a:solidFill>
                  <a:srgbClr val="0000FF"/>
                </a:solidFill>
                <a:latin typeface="Times New Roman" panose="02020603050405020304"/>
                <a:cs typeface="Times New Roman" panose="02020603050405020304"/>
              </a:rPr>
              <a:t>	</a:t>
            </a:r>
            <a:r>
              <a:rPr sz="2400" spc="110" dirty="0">
                <a:solidFill>
                  <a:srgbClr val="0000FF"/>
                </a:solidFill>
                <a:latin typeface="Noto Sans Mono CJK HK"/>
                <a:cs typeface="Noto Sans Mono CJK HK"/>
              </a:rPr>
              <a:t>而输出</a:t>
            </a:r>
            <a:r>
              <a:rPr sz="2400" spc="100" dirty="0">
                <a:solidFill>
                  <a:srgbClr val="0000FF"/>
                </a:solidFill>
                <a:latin typeface="Arial" panose="020B0604020202020204"/>
                <a:cs typeface="Arial" panose="020B0604020202020204"/>
              </a:rPr>
              <a:t>9</a:t>
            </a:r>
            <a:r>
              <a:rPr sz="2400" spc="110" dirty="0">
                <a:solidFill>
                  <a:srgbClr val="0000FF"/>
                </a:solidFill>
                <a:latin typeface="Noto Sans Mono CJK HK"/>
                <a:cs typeface="Noto Sans Mono CJK HK"/>
              </a:rPr>
              <a:t>位二进制数可以分辨的最小模拟电压</a:t>
            </a:r>
            <a:r>
              <a:rPr sz="2400" spc="-50" dirty="0">
                <a:solidFill>
                  <a:srgbClr val="0000FF"/>
                </a:solidFill>
                <a:latin typeface="Noto Sans Mono CJK HK"/>
                <a:cs typeface="Noto Sans Mono CJK HK"/>
              </a:rPr>
              <a:t>为</a:t>
            </a:r>
            <a:endParaRPr sz="2400">
              <a:latin typeface="Noto Sans Mono CJK HK"/>
              <a:cs typeface="Noto Sans Mono CJK HK"/>
            </a:endParaRPr>
          </a:p>
          <a:p>
            <a:pPr marL="1569085">
              <a:lnSpc>
                <a:spcPct val="100000"/>
              </a:lnSpc>
              <a:spcBef>
                <a:spcPts val="285"/>
              </a:spcBef>
            </a:pPr>
            <a:r>
              <a:rPr sz="2400" dirty="0">
                <a:solidFill>
                  <a:srgbClr val="0000FF"/>
                </a:solidFill>
                <a:latin typeface="Arial" panose="020B0604020202020204"/>
                <a:cs typeface="Arial" panose="020B0604020202020204"/>
              </a:rPr>
              <a:t>5V</a:t>
            </a:r>
            <a:r>
              <a:rPr sz="2400" dirty="0">
                <a:solidFill>
                  <a:srgbClr val="0000FF"/>
                </a:solidFill>
                <a:latin typeface="Noto Sans Mono CJK HK"/>
                <a:cs typeface="Noto Sans Mono CJK HK"/>
              </a:rPr>
              <a:t>×</a:t>
            </a:r>
            <a:r>
              <a:rPr sz="2400" dirty="0">
                <a:solidFill>
                  <a:srgbClr val="0000FF"/>
                </a:solidFill>
                <a:latin typeface="Arial" panose="020B0604020202020204"/>
                <a:cs typeface="Arial" panose="020B0604020202020204"/>
              </a:rPr>
              <a:t>2</a:t>
            </a:r>
            <a:r>
              <a:rPr sz="2325" baseline="22000" dirty="0">
                <a:solidFill>
                  <a:srgbClr val="0000FF"/>
                </a:solidFill>
                <a:latin typeface="Noto Sans Mono CJK HK"/>
                <a:cs typeface="Noto Sans Mono CJK HK"/>
              </a:rPr>
              <a:t>－</a:t>
            </a:r>
            <a:r>
              <a:rPr sz="2325" baseline="22000" dirty="0">
                <a:solidFill>
                  <a:srgbClr val="0000FF"/>
                </a:solidFill>
                <a:latin typeface="Arial" panose="020B0604020202020204"/>
                <a:cs typeface="Arial" panose="020B0604020202020204"/>
              </a:rPr>
              <a:t>9</a:t>
            </a:r>
            <a:r>
              <a:rPr sz="2325" spc="15" baseline="22000" dirty="0">
                <a:solidFill>
                  <a:srgbClr val="0000FF"/>
                </a:solidFill>
                <a:latin typeface="Arial" panose="020B0604020202020204"/>
                <a:cs typeface="Arial" panose="020B0604020202020204"/>
              </a:rPr>
              <a:t> </a:t>
            </a:r>
            <a:r>
              <a:rPr sz="2400" dirty="0">
                <a:solidFill>
                  <a:srgbClr val="0000FF"/>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1.22mV</a:t>
            </a:r>
            <a:r>
              <a:rPr sz="2400" spc="-50" dirty="0">
                <a:solidFill>
                  <a:srgbClr val="0000FF"/>
                </a:solidFill>
                <a:latin typeface="Noto Sans Mono CJK HK"/>
                <a:cs typeface="Noto Sans Mono CJK HK"/>
              </a:rPr>
              <a:t>。</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82</a:t>
            </a:fld>
            <a:endParaRPr spc="-25" dirty="0"/>
          </a:p>
        </p:txBody>
      </p:sp>
      <p:sp>
        <p:nvSpPr>
          <p:cNvPr id="3" name="object 3"/>
          <p:cNvSpPr txBox="1">
            <a:spLocks noGrp="1"/>
          </p:cNvSpPr>
          <p:nvPr>
            <p:ph type="title"/>
          </p:nvPr>
        </p:nvSpPr>
        <p:spPr>
          <a:xfrm>
            <a:off x="465277" y="158800"/>
            <a:ext cx="4549775" cy="451484"/>
          </a:xfrm>
          <a:prstGeom prst="rect">
            <a:avLst/>
          </a:prstGeom>
        </p:spPr>
        <p:txBody>
          <a:bodyPr vert="horz" wrap="square" lIns="0" tIns="12065" rIns="0" bIns="0" rtlCol="0">
            <a:spAutoFit/>
          </a:bodyPr>
          <a:lstStyle/>
          <a:p>
            <a:pPr marL="12700">
              <a:lnSpc>
                <a:spcPct val="100000"/>
              </a:lnSpc>
              <a:spcBef>
                <a:spcPts val="95"/>
              </a:spcBef>
            </a:pPr>
            <a:r>
              <a:rPr dirty="0">
                <a:solidFill>
                  <a:srgbClr val="0000BE"/>
                </a:solidFill>
                <a:latin typeface="Arial" panose="020B0604020202020204"/>
                <a:cs typeface="Arial" panose="020B0604020202020204"/>
              </a:rPr>
              <a:t>4</a:t>
            </a:r>
            <a:r>
              <a:rPr spc="-45" dirty="0">
                <a:solidFill>
                  <a:srgbClr val="0000BE"/>
                </a:solidFill>
                <a:latin typeface="Arial" panose="020B0604020202020204"/>
                <a:cs typeface="Arial" panose="020B0604020202020204"/>
              </a:rPr>
              <a:t>. </a:t>
            </a:r>
            <a:r>
              <a:rPr spc="-10" dirty="0">
                <a:solidFill>
                  <a:srgbClr val="0000BE"/>
                </a:solidFill>
                <a:latin typeface="Arial" panose="020B0604020202020204"/>
                <a:cs typeface="Arial" panose="020B0604020202020204"/>
              </a:rPr>
              <a:t>A/D</a:t>
            </a:r>
            <a:r>
              <a:rPr spc="-35" dirty="0">
                <a:solidFill>
                  <a:srgbClr val="0000BE"/>
                </a:solidFill>
              </a:rPr>
              <a:t>转换器的主要技术指标</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254" y="813295"/>
            <a:ext cx="8303895" cy="4533265"/>
          </a:xfrm>
          <a:prstGeom prst="rect">
            <a:avLst/>
          </a:prstGeom>
        </p:spPr>
        <p:txBody>
          <a:bodyPr vert="horz" wrap="square" lIns="0" tIns="215265" rIns="0" bIns="0" rtlCol="0">
            <a:spAutoFit/>
          </a:bodyPr>
          <a:lstStyle/>
          <a:p>
            <a:pPr marL="12700">
              <a:lnSpc>
                <a:spcPct val="100000"/>
              </a:lnSpc>
              <a:spcBef>
                <a:spcPts val="1695"/>
              </a:spcBef>
            </a:pPr>
            <a:r>
              <a:rPr sz="2400" spc="-10" dirty="0">
                <a:solidFill>
                  <a:srgbClr val="0000FF"/>
                </a:solidFill>
                <a:latin typeface="Noto Sans Mono CJK HK"/>
                <a:cs typeface="Noto Sans Mono CJK HK"/>
              </a:rPr>
              <a:t>（</a:t>
            </a:r>
            <a:r>
              <a:rPr sz="2400" spc="-10" dirty="0">
                <a:solidFill>
                  <a:srgbClr val="0000FF"/>
                </a:solidFill>
                <a:latin typeface="Arial" panose="020B0604020202020204"/>
                <a:cs typeface="Arial" panose="020B0604020202020204"/>
              </a:rPr>
              <a:t>2</a:t>
            </a:r>
            <a:r>
              <a:rPr sz="2400" spc="-10" dirty="0">
                <a:solidFill>
                  <a:srgbClr val="0000FF"/>
                </a:solidFill>
                <a:latin typeface="Noto Sans Mono CJK HK"/>
                <a:cs typeface="Noto Sans Mono CJK HK"/>
              </a:rPr>
              <a:t>）</a:t>
            </a:r>
            <a:r>
              <a:rPr sz="2400" u="heavy" spc="-25" dirty="0">
                <a:solidFill>
                  <a:srgbClr val="0000FF"/>
                </a:solidFill>
                <a:uFill>
                  <a:solidFill>
                    <a:srgbClr val="0000FF"/>
                  </a:solidFill>
                </a:uFill>
                <a:latin typeface="Noto Sans Mono CJK HK"/>
                <a:cs typeface="Noto Sans Mono CJK HK"/>
              </a:rPr>
              <a:t>精度</a:t>
            </a:r>
            <a:endParaRPr sz="2400">
              <a:latin typeface="Noto Sans Mono CJK HK"/>
              <a:cs typeface="Noto Sans Mono CJK HK"/>
            </a:endParaRPr>
          </a:p>
          <a:p>
            <a:pPr marL="954405" marR="5080" indent="-266700">
              <a:lnSpc>
                <a:spcPct val="110000"/>
              </a:lnSpc>
              <a:spcBef>
                <a:spcPts val="1315"/>
              </a:spcBef>
              <a:buSzPct val="96000"/>
              <a:buFont typeface="Wingdings" panose="05000000000000000000"/>
              <a:buChar char=""/>
              <a:tabLst>
                <a:tab pos="954405" algn="l"/>
                <a:tab pos="1432560" algn="l"/>
              </a:tabLst>
            </a:pPr>
            <a:r>
              <a:rPr sz="2400" dirty="0">
                <a:solidFill>
                  <a:srgbClr val="0000FF"/>
                </a:solidFill>
                <a:latin typeface="Noto Sans Mono CJK HK"/>
                <a:cs typeface="Noto Sans Mono CJK HK"/>
              </a:rPr>
              <a:t>	与数字输出量所对应的模拟输入量的实际值与理论</a:t>
            </a:r>
            <a:r>
              <a:rPr sz="2400" spc="-1410" dirty="0">
                <a:solidFill>
                  <a:srgbClr val="0000FF"/>
                </a:solidFill>
                <a:latin typeface="Noto Sans Mono CJK HK"/>
                <a:cs typeface="Noto Sans Mono CJK HK"/>
              </a:rPr>
              <a:t>值</a:t>
            </a:r>
            <a:r>
              <a:rPr sz="2400" spc="-10" dirty="0">
                <a:solidFill>
                  <a:srgbClr val="0000FF"/>
                </a:solidFill>
                <a:latin typeface="Noto Sans Mono CJK HK"/>
                <a:cs typeface="Noto Sans Mono CJK HK"/>
              </a:rPr>
              <a:t>之间的差值。</a:t>
            </a:r>
            <a:endParaRPr sz="2400">
              <a:latin typeface="Noto Sans Mono CJK HK"/>
              <a:cs typeface="Noto Sans Mono CJK HK"/>
            </a:endParaRPr>
          </a:p>
          <a:p>
            <a:pPr marL="954405" marR="5080" indent="-266700" algn="just">
              <a:lnSpc>
                <a:spcPct val="110000"/>
              </a:lnSpc>
              <a:spcBef>
                <a:spcPts val="620"/>
              </a:spcBef>
              <a:buSzPct val="96000"/>
              <a:buFont typeface="Wingdings" panose="05000000000000000000"/>
              <a:buChar char=""/>
              <a:tabLst>
                <a:tab pos="954405" algn="l"/>
                <a:tab pos="1517015" algn="l"/>
              </a:tabLst>
            </a:pPr>
            <a:r>
              <a:rPr sz="2400" dirty="0">
                <a:solidFill>
                  <a:srgbClr val="0000FF"/>
                </a:solidFill>
                <a:latin typeface="Arial" panose="020B0604020202020204"/>
                <a:cs typeface="Arial" panose="020B0604020202020204"/>
              </a:rPr>
              <a:t>	A/D</a:t>
            </a:r>
            <a:r>
              <a:rPr sz="2400" dirty="0">
                <a:solidFill>
                  <a:srgbClr val="0000FF"/>
                </a:solidFill>
                <a:latin typeface="Noto Sans Mono CJK HK"/>
                <a:cs typeface="Noto Sans Mono CJK HK"/>
              </a:rPr>
              <a:t>转换电路中与每个数字量对应的模拟输入量并</a:t>
            </a:r>
            <a:r>
              <a:rPr sz="2400" spc="-1395" dirty="0">
                <a:solidFill>
                  <a:srgbClr val="0000FF"/>
                </a:solidFill>
                <a:latin typeface="Noto Sans Mono CJK HK"/>
                <a:cs typeface="Noto Sans Mono CJK HK"/>
              </a:rPr>
              <a:t>非</a:t>
            </a:r>
            <a:r>
              <a:rPr sz="2400" spc="-5" dirty="0">
                <a:solidFill>
                  <a:srgbClr val="0000FF"/>
                </a:solidFill>
                <a:latin typeface="Noto Sans Mono CJK HK"/>
                <a:cs typeface="Noto Sans Mono CJK HK"/>
              </a:rPr>
              <a:t>是单一的数值，而是一个范围，定义△为数字量的最小</a:t>
            </a:r>
            <a:r>
              <a:rPr sz="2400" dirty="0">
                <a:solidFill>
                  <a:srgbClr val="0000FF"/>
                </a:solidFill>
                <a:latin typeface="Noto Sans Mono CJK HK"/>
                <a:cs typeface="Noto Sans Mono CJK HK"/>
              </a:rPr>
              <a:t>有效位</a:t>
            </a:r>
            <a:r>
              <a:rPr sz="2400" dirty="0">
                <a:solidFill>
                  <a:srgbClr val="0000FF"/>
                </a:solidFill>
                <a:latin typeface="Arial" panose="020B0604020202020204"/>
                <a:cs typeface="Arial" panose="020B0604020202020204"/>
              </a:rPr>
              <a:t>LSB</a:t>
            </a:r>
            <a:r>
              <a:rPr sz="2400" spc="-5" dirty="0">
                <a:solidFill>
                  <a:srgbClr val="0000FF"/>
                </a:solidFill>
                <a:latin typeface="Noto Sans Mono CJK HK"/>
                <a:cs typeface="Noto Sans Mono CJK HK"/>
              </a:rPr>
              <a:t>对应的模拟量，则称△为数字量最低有效位</a:t>
            </a:r>
            <a:r>
              <a:rPr sz="2400" spc="-15" dirty="0">
                <a:solidFill>
                  <a:srgbClr val="0000FF"/>
                </a:solidFill>
                <a:latin typeface="Noto Sans Mono CJK HK"/>
                <a:cs typeface="Noto Sans Mono CJK HK"/>
              </a:rPr>
              <a:t>的当量。</a:t>
            </a:r>
            <a:endParaRPr sz="2400">
              <a:latin typeface="Noto Sans Mono CJK HK"/>
              <a:cs typeface="Noto Sans Mono CJK HK"/>
            </a:endParaRPr>
          </a:p>
          <a:p>
            <a:pPr marL="954405" marR="5080" indent="-266700" algn="just">
              <a:lnSpc>
                <a:spcPct val="110000"/>
              </a:lnSpc>
              <a:spcBef>
                <a:spcPts val="615"/>
              </a:spcBef>
              <a:buSzPct val="96000"/>
              <a:buFont typeface="Wingdings" panose="05000000000000000000"/>
              <a:buChar char=""/>
              <a:tabLst>
                <a:tab pos="954405" algn="l"/>
                <a:tab pos="1432560" algn="l"/>
              </a:tabLst>
            </a:pPr>
            <a:r>
              <a:rPr sz="2400" spc="60" dirty="0">
                <a:solidFill>
                  <a:srgbClr val="0000FF"/>
                </a:solidFill>
                <a:latin typeface="Noto Sans Mono CJK HK"/>
                <a:cs typeface="Noto Sans Mono CJK HK"/>
              </a:rPr>
              <a:t>	如果模拟量在±</a:t>
            </a:r>
            <a:r>
              <a:rPr sz="2400" spc="55" dirty="0">
                <a:solidFill>
                  <a:srgbClr val="0000FF"/>
                </a:solidFill>
                <a:latin typeface="Arial" panose="020B0604020202020204"/>
                <a:cs typeface="Arial" panose="020B0604020202020204"/>
              </a:rPr>
              <a:t>1/2</a:t>
            </a:r>
            <a:r>
              <a:rPr sz="2400" spc="60" dirty="0">
                <a:solidFill>
                  <a:srgbClr val="0000FF"/>
                </a:solidFill>
                <a:latin typeface="Noto Sans Mono CJK HK"/>
                <a:cs typeface="Noto Sans Mono CJK HK"/>
              </a:rPr>
              <a:t>△的范围内都产生相同的数字</a:t>
            </a:r>
            <a:r>
              <a:rPr sz="2400" spc="-1345" dirty="0">
                <a:solidFill>
                  <a:srgbClr val="0000FF"/>
                </a:solidFill>
                <a:latin typeface="Noto Sans Mono CJK HK"/>
                <a:cs typeface="Noto Sans Mono CJK HK"/>
              </a:rPr>
              <a:t>量</a:t>
            </a:r>
            <a:r>
              <a:rPr sz="2400" dirty="0">
                <a:solidFill>
                  <a:srgbClr val="0000FF"/>
                </a:solidFill>
                <a:latin typeface="Noto Sans Mono CJK HK"/>
                <a:cs typeface="Noto Sans Mono CJK HK"/>
              </a:rPr>
              <a:t>，则其精度为±</a:t>
            </a:r>
            <a:r>
              <a:rPr sz="2400" dirty="0">
                <a:solidFill>
                  <a:srgbClr val="0000FF"/>
                </a:solidFill>
                <a:latin typeface="Arial" panose="020B0604020202020204"/>
                <a:cs typeface="Arial" panose="020B0604020202020204"/>
              </a:rPr>
              <a:t>0LSB</a:t>
            </a:r>
            <a:r>
              <a:rPr sz="2400" dirty="0">
                <a:solidFill>
                  <a:srgbClr val="0000FF"/>
                </a:solidFill>
                <a:latin typeface="Noto Sans Mono CJK HK"/>
                <a:cs typeface="Noto Sans Mono CJK HK"/>
              </a:rPr>
              <a:t>；如在±</a:t>
            </a:r>
            <a:r>
              <a:rPr sz="2400" dirty="0">
                <a:solidFill>
                  <a:srgbClr val="0000FF"/>
                </a:solidFill>
                <a:latin typeface="Arial" panose="020B0604020202020204"/>
                <a:cs typeface="Arial" panose="020B0604020202020204"/>
              </a:rPr>
              <a:t>3/4</a:t>
            </a:r>
            <a:r>
              <a:rPr sz="2400" spc="-10" dirty="0">
                <a:solidFill>
                  <a:srgbClr val="0000FF"/>
                </a:solidFill>
                <a:latin typeface="Noto Sans Mono CJK HK"/>
                <a:cs typeface="Noto Sans Mono CJK HK"/>
              </a:rPr>
              <a:t>△范围内产生相同数</a:t>
            </a:r>
            <a:r>
              <a:rPr sz="2400" spc="-5" dirty="0">
                <a:solidFill>
                  <a:srgbClr val="0000FF"/>
                </a:solidFill>
                <a:latin typeface="Noto Sans Mono CJK HK"/>
                <a:cs typeface="Noto Sans Mono CJK HK"/>
              </a:rPr>
              <a:t>字量则称精度为±</a:t>
            </a:r>
            <a:r>
              <a:rPr sz="2400" spc="-10" dirty="0">
                <a:solidFill>
                  <a:srgbClr val="0000FF"/>
                </a:solidFill>
                <a:latin typeface="Arial" panose="020B0604020202020204"/>
                <a:cs typeface="Arial" panose="020B0604020202020204"/>
              </a:rPr>
              <a:t>1/4LSB</a:t>
            </a:r>
            <a:r>
              <a:rPr sz="2400" spc="-50" dirty="0">
                <a:solidFill>
                  <a:srgbClr val="0000FF"/>
                </a:solidFill>
                <a:latin typeface="Noto Sans Mono CJK HK"/>
                <a:cs typeface="Noto Sans Mono CJK HK"/>
              </a:rPr>
              <a:t>。</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83</a:t>
            </a:fld>
            <a:endParaRPr spc="-25" dirty="0"/>
          </a:p>
        </p:txBody>
      </p:sp>
      <p:sp>
        <p:nvSpPr>
          <p:cNvPr id="3" name="object 3"/>
          <p:cNvSpPr txBox="1">
            <a:spLocks noGrp="1"/>
          </p:cNvSpPr>
          <p:nvPr>
            <p:ph type="title"/>
          </p:nvPr>
        </p:nvSpPr>
        <p:spPr>
          <a:xfrm>
            <a:off x="464578" y="181889"/>
            <a:ext cx="4549775" cy="451484"/>
          </a:xfrm>
          <a:prstGeom prst="rect">
            <a:avLst/>
          </a:prstGeom>
        </p:spPr>
        <p:txBody>
          <a:bodyPr vert="horz" wrap="square" lIns="0" tIns="12065" rIns="0" bIns="0" rtlCol="0">
            <a:spAutoFit/>
          </a:bodyPr>
          <a:lstStyle/>
          <a:p>
            <a:pPr marL="12700">
              <a:lnSpc>
                <a:spcPct val="100000"/>
              </a:lnSpc>
              <a:spcBef>
                <a:spcPts val="95"/>
              </a:spcBef>
            </a:pPr>
            <a:r>
              <a:rPr dirty="0">
                <a:solidFill>
                  <a:srgbClr val="0000BE"/>
                </a:solidFill>
                <a:latin typeface="Arial" panose="020B0604020202020204"/>
                <a:cs typeface="Arial" panose="020B0604020202020204"/>
              </a:rPr>
              <a:t>4</a:t>
            </a:r>
            <a:r>
              <a:rPr spc="-45" dirty="0">
                <a:solidFill>
                  <a:srgbClr val="0000BE"/>
                </a:solidFill>
                <a:latin typeface="Arial" panose="020B0604020202020204"/>
                <a:cs typeface="Arial" panose="020B0604020202020204"/>
              </a:rPr>
              <a:t>. </a:t>
            </a:r>
            <a:r>
              <a:rPr spc="-10" dirty="0">
                <a:solidFill>
                  <a:srgbClr val="0000BE"/>
                </a:solidFill>
                <a:latin typeface="Arial" panose="020B0604020202020204"/>
                <a:cs typeface="Arial" panose="020B0604020202020204"/>
              </a:rPr>
              <a:t>A/D</a:t>
            </a:r>
            <a:r>
              <a:rPr spc="-35" dirty="0">
                <a:solidFill>
                  <a:srgbClr val="0000BE"/>
                </a:solidFill>
              </a:rPr>
              <a:t>转换器的主要技术指标</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990" y="964145"/>
            <a:ext cx="7853680" cy="2263775"/>
          </a:xfrm>
          <a:prstGeom prst="rect">
            <a:avLst/>
          </a:prstGeom>
        </p:spPr>
        <p:txBody>
          <a:bodyPr vert="horz" wrap="square" lIns="0" tIns="125095" rIns="0" bIns="0" rtlCol="0">
            <a:spAutoFit/>
          </a:bodyPr>
          <a:lstStyle/>
          <a:p>
            <a:pPr marL="12700">
              <a:lnSpc>
                <a:spcPct val="100000"/>
              </a:lnSpc>
              <a:spcBef>
                <a:spcPts val="985"/>
              </a:spcBef>
            </a:pPr>
            <a:r>
              <a:rPr sz="2400" spc="-10" dirty="0">
                <a:solidFill>
                  <a:srgbClr val="0000FF"/>
                </a:solidFill>
                <a:latin typeface="Noto Sans Mono CJK HK"/>
                <a:cs typeface="Noto Sans Mono CJK HK"/>
              </a:rPr>
              <a:t>（</a:t>
            </a:r>
            <a:r>
              <a:rPr sz="2400" spc="-10" dirty="0">
                <a:solidFill>
                  <a:srgbClr val="0000FF"/>
                </a:solidFill>
                <a:latin typeface="Arial" panose="020B0604020202020204"/>
                <a:cs typeface="Arial" panose="020B0604020202020204"/>
              </a:rPr>
              <a:t>3</a:t>
            </a:r>
            <a:r>
              <a:rPr sz="2400" spc="-10" dirty="0">
                <a:solidFill>
                  <a:srgbClr val="0000FF"/>
                </a:solidFill>
                <a:latin typeface="Noto Sans Mono CJK HK"/>
                <a:cs typeface="Noto Sans Mono CJK HK"/>
              </a:rPr>
              <a:t>）</a:t>
            </a:r>
            <a:r>
              <a:rPr sz="2400" spc="-15" dirty="0">
                <a:solidFill>
                  <a:srgbClr val="0000FF"/>
                </a:solidFill>
                <a:latin typeface="Noto Sans Mono CJK HK"/>
                <a:cs typeface="Noto Sans Mono CJK HK"/>
              </a:rPr>
              <a:t>转换时间</a:t>
            </a:r>
            <a:endParaRPr sz="2400">
              <a:latin typeface="Noto Sans Mono CJK HK"/>
              <a:cs typeface="Noto Sans Mono CJK HK"/>
            </a:endParaRPr>
          </a:p>
          <a:p>
            <a:pPr marL="279400" marR="5080" indent="-266700" algn="just">
              <a:lnSpc>
                <a:spcPct val="110000"/>
              </a:lnSpc>
              <a:spcBef>
                <a:spcPts val="605"/>
              </a:spcBef>
              <a:buSzPct val="96000"/>
              <a:buFont typeface="Wingdings" panose="05000000000000000000"/>
              <a:buChar char=""/>
              <a:tabLst>
                <a:tab pos="279400" algn="l"/>
                <a:tab pos="757555" algn="l"/>
              </a:tabLst>
            </a:pPr>
            <a:r>
              <a:rPr sz="2400" dirty="0">
                <a:solidFill>
                  <a:srgbClr val="0000FF"/>
                </a:solidFill>
                <a:latin typeface="Noto Sans Mono CJK HK"/>
                <a:cs typeface="Noto Sans Mono CJK HK"/>
              </a:rPr>
              <a:t>	完成一次</a:t>
            </a:r>
            <a:r>
              <a:rPr sz="2400" dirty="0">
                <a:solidFill>
                  <a:srgbClr val="0000FF"/>
                </a:solidFill>
                <a:latin typeface="Arial" panose="020B0604020202020204"/>
                <a:cs typeface="Arial" panose="020B0604020202020204"/>
              </a:rPr>
              <a:t>A/D</a:t>
            </a:r>
            <a:r>
              <a:rPr sz="2400" dirty="0">
                <a:solidFill>
                  <a:srgbClr val="0000FF"/>
                </a:solidFill>
                <a:latin typeface="Noto Sans Mono CJK HK"/>
                <a:cs typeface="Noto Sans Mono CJK HK"/>
              </a:rPr>
              <a:t>转换所需要的时间，转换时间是指从接</a:t>
            </a:r>
            <a:r>
              <a:rPr sz="2400" spc="-1395" dirty="0">
                <a:solidFill>
                  <a:srgbClr val="0000FF"/>
                </a:solidFill>
                <a:latin typeface="Noto Sans Mono CJK HK"/>
                <a:cs typeface="Noto Sans Mono CJK HK"/>
              </a:rPr>
              <a:t>到</a:t>
            </a:r>
            <a:r>
              <a:rPr sz="2400" spc="55" dirty="0">
                <a:solidFill>
                  <a:srgbClr val="0000FF"/>
                </a:solidFill>
                <a:latin typeface="Noto Sans Mono CJK HK"/>
                <a:cs typeface="Noto Sans Mono CJK HK"/>
              </a:rPr>
              <a:t>转换控制信号开始，到输出端得到稳定的数字输出信号</a:t>
            </a:r>
            <a:r>
              <a:rPr sz="2400" spc="-10" dirty="0">
                <a:solidFill>
                  <a:srgbClr val="0000FF"/>
                </a:solidFill>
                <a:latin typeface="Noto Sans Mono CJK HK"/>
                <a:cs typeface="Noto Sans Mono CJK HK"/>
              </a:rPr>
              <a:t>所经过的这段时间。</a:t>
            </a:r>
            <a:endParaRPr sz="2400">
              <a:latin typeface="Noto Sans Mono CJK HK"/>
              <a:cs typeface="Noto Sans Mono CJK HK"/>
            </a:endParaRPr>
          </a:p>
          <a:p>
            <a:pPr marL="757555" indent="-744855">
              <a:lnSpc>
                <a:spcPct val="100000"/>
              </a:lnSpc>
              <a:spcBef>
                <a:spcPts val="900"/>
              </a:spcBef>
              <a:buSzPct val="96000"/>
              <a:buFont typeface="Wingdings" panose="05000000000000000000"/>
              <a:buChar char=""/>
              <a:tabLst>
                <a:tab pos="757555" algn="l"/>
              </a:tabLst>
            </a:pPr>
            <a:r>
              <a:rPr sz="2400" dirty="0">
                <a:solidFill>
                  <a:srgbClr val="0000FF"/>
                </a:solidFill>
                <a:latin typeface="Noto Sans Mono CJK HK"/>
                <a:cs typeface="Noto Sans Mono CJK HK"/>
              </a:rPr>
              <a:t>目前</a:t>
            </a:r>
            <a:r>
              <a:rPr sz="2400" spc="-10" dirty="0">
                <a:solidFill>
                  <a:srgbClr val="0000FF"/>
                </a:solidFill>
                <a:latin typeface="Arial" panose="020B0604020202020204"/>
                <a:cs typeface="Arial" panose="020B0604020202020204"/>
              </a:rPr>
              <a:t>A/D</a:t>
            </a:r>
            <a:r>
              <a:rPr sz="2400" dirty="0">
                <a:solidFill>
                  <a:srgbClr val="0000FF"/>
                </a:solidFill>
                <a:latin typeface="Noto Sans Mono CJK HK"/>
                <a:cs typeface="Noto Sans Mono CJK HK"/>
              </a:rPr>
              <a:t>转换集成芯片的转换时间约为几个</a:t>
            </a:r>
            <a:r>
              <a:rPr sz="2400" spc="-10" dirty="0">
                <a:solidFill>
                  <a:srgbClr val="0000FF"/>
                </a:solidFill>
                <a:latin typeface="Arial" panose="020B0604020202020204"/>
                <a:cs typeface="Arial" panose="020B0604020202020204"/>
              </a:rPr>
              <a:t>us~200us</a:t>
            </a:r>
            <a:r>
              <a:rPr sz="2400" spc="-1889" dirty="0">
                <a:solidFill>
                  <a:srgbClr val="0000FF"/>
                </a:solidFill>
                <a:latin typeface="Noto Sans Mono CJK HK"/>
                <a:cs typeface="Noto Sans Mono CJK HK"/>
              </a:rPr>
              <a:t>。</a:t>
            </a:r>
            <a:endParaRPr sz="2400">
              <a:latin typeface="Noto Sans Mono CJK HK"/>
              <a:cs typeface="Noto Sans Mono CJK HK"/>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95250">
              <a:lnSpc>
                <a:spcPts val="2065"/>
              </a:lnSpc>
            </a:pPr>
            <a:fld id="{81D60167-4931-47E6-BA6A-407CBD079E47}" type="slidenum">
              <a:rPr spc="-25" dirty="0"/>
              <a:t>84</a:t>
            </a:fld>
            <a:endParaRPr spc="-25" dirty="0"/>
          </a:p>
        </p:txBody>
      </p:sp>
      <p:sp>
        <p:nvSpPr>
          <p:cNvPr id="3" name="object 3"/>
          <p:cNvSpPr txBox="1">
            <a:spLocks noGrp="1"/>
          </p:cNvSpPr>
          <p:nvPr>
            <p:ph type="title"/>
          </p:nvPr>
        </p:nvSpPr>
        <p:spPr>
          <a:xfrm>
            <a:off x="464578" y="158876"/>
            <a:ext cx="4549775" cy="451484"/>
          </a:xfrm>
          <a:prstGeom prst="rect">
            <a:avLst/>
          </a:prstGeom>
        </p:spPr>
        <p:txBody>
          <a:bodyPr vert="horz" wrap="square" lIns="0" tIns="12065" rIns="0" bIns="0" rtlCol="0">
            <a:spAutoFit/>
          </a:bodyPr>
          <a:lstStyle/>
          <a:p>
            <a:pPr marL="12700">
              <a:lnSpc>
                <a:spcPct val="100000"/>
              </a:lnSpc>
              <a:spcBef>
                <a:spcPts val="95"/>
              </a:spcBef>
            </a:pPr>
            <a:r>
              <a:rPr dirty="0">
                <a:solidFill>
                  <a:srgbClr val="0000BE"/>
                </a:solidFill>
                <a:latin typeface="Arial" panose="020B0604020202020204"/>
                <a:cs typeface="Arial" panose="020B0604020202020204"/>
              </a:rPr>
              <a:t>4</a:t>
            </a:r>
            <a:r>
              <a:rPr spc="-45" dirty="0">
                <a:solidFill>
                  <a:srgbClr val="0000BE"/>
                </a:solidFill>
                <a:latin typeface="Arial" panose="020B0604020202020204"/>
                <a:cs typeface="Arial" panose="020B0604020202020204"/>
              </a:rPr>
              <a:t>. </a:t>
            </a:r>
            <a:r>
              <a:rPr spc="-10" dirty="0">
                <a:solidFill>
                  <a:srgbClr val="0000BE"/>
                </a:solidFill>
                <a:latin typeface="Arial" panose="020B0604020202020204"/>
                <a:cs typeface="Arial" panose="020B0604020202020204"/>
              </a:rPr>
              <a:t>A/D</a:t>
            </a:r>
            <a:r>
              <a:rPr spc="-35" dirty="0">
                <a:solidFill>
                  <a:srgbClr val="0000BE"/>
                </a:solidFill>
              </a:rPr>
              <a:t>转换器的主要技术指标</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5567" y="2247900"/>
            <a:ext cx="6731508" cy="178308"/>
          </a:xfrm>
          <a:prstGeom prst="rect">
            <a:avLst/>
          </a:prstGeom>
        </p:spPr>
      </p:pic>
      <p:pic>
        <p:nvPicPr>
          <p:cNvPr id="3" name="object 3"/>
          <p:cNvPicPr/>
          <p:nvPr/>
        </p:nvPicPr>
        <p:blipFill>
          <a:blip r:embed="rId2" cstate="print"/>
          <a:stretch>
            <a:fillRect/>
          </a:stretch>
        </p:blipFill>
        <p:spPr>
          <a:xfrm>
            <a:off x="1115567" y="3723132"/>
            <a:ext cx="6731508" cy="185927"/>
          </a:xfrm>
          <a:prstGeom prst="rect">
            <a:avLst/>
          </a:prstGeom>
        </p:spPr>
      </p:pic>
      <p:sp>
        <p:nvSpPr>
          <p:cNvPr id="4" name="object 4"/>
          <p:cNvSpPr txBox="1">
            <a:spLocks noGrp="1"/>
          </p:cNvSpPr>
          <p:nvPr>
            <p:ph type="title"/>
          </p:nvPr>
        </p:nvSpPr>
        <p:spPr>
          <a:xfrm>
            <a:off x="2606357" y="2688590"/>
            <a:ext cx="3750310" cy="751205"/>
          </a:xfrm>
          <a:prstGeom prst="rect">
            <a:avLst/>
          </a:prstGeom>
        </p:spPr>
        <p:txBody>
          <a:bodyPr vert="horz" wrap="square" lIns="0" tIns="12700" rIns="0" bIns="0" rtlCol="0">
            <a:spAutoFit/>
          </a:bodyPr>
          <a:lstStyle/>
          <a:p>
            <a:pPr marL="12700">
              <a:lnSpc>
                <a:spcPct val="100000"/>
              </a:lnSpc>
              <a:spcBef>
                <a:spcPts val="100"/>
              </a:spcBef>
              <a:tabLst>
                <a:tab pos="1231265" algn="l"/>
              </a:tabLst>
            </a:pPr>
            <a:r>
              <a:rPr sz="4800" spc="-20" dirty="0">
                <a:solidFill>
                  <a:srgbClr val="0000FF"/>
                </a:solidFill>
                <a:latin typeface="Times New Roman" panose="02020603050405020304"/>
                <a:cs typeface="Times New Roman" panose="02020603050405020304"/>
              </a:rPr>
              <a:t>9.4</a:t>
            </a:r>
            <a:r>
              <a:rPr sz="4800" dirty="0">
                <a:solidFill>
                  <a:srgbClr val="0000FF"/>
                </a:solidFill>
                <a:latin typeface="Times New Roman" panose="02020603050405020304"/>
                <a:cs typeface="Times New Roman" panose="02020603050405020304"/>
              </a:rPr>
              <a:t>	</a:t>
            </a:r>
            <a:r>
              <a:rPr sz="4800" spc="-10" dirty="0">
                <a:solidFill>
                  <a:srgbClr val="0000FF"/>
                </a:solidFill>
                <a:latin typeface="Times New Roman" panose="02020603050405020304"/>
                <a:cs typeface="Times New Roman" panose="02020603050405020304"/>
              </a:rPr>
              <a:t>ADC0809</a:t>
            </a:r>
            <a:endParaRPr sz="4800">
              <a:latin typeface="Times New Roman" panose="02020603050405020304"/>
              <a:cs typeface="Times New Roman" panose="020206030504050203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7012" y="5698235"/>
            <a:ext cx="2880360" cy="717804"/>
          </a:xfrm>
          <a:prstGeom prst="rect">
            <a:avLst/>
          </a:prstGeom>
        </p:spPr>
      </p:pic>
      <p:sp>
        <p:nvSpPr>
          <p:cNvPr id="3" name="object 3"/>
          <p:cNvSpPr txBox="1">
            <a:spLocks noGrp="1"/>
          </p:cNvSpPr>
          <p:nvPr>
            <p:ph type="title"/>
          </p:nvPr>
        </p:nvSpPr>
        <p:spPr>
          <a:xfrm>
            <a:off x="542188" y="199707"/>
            <a:ext cx="3343910" cy="442595"/>
          </a:xfrm>
          <a:prstGeom prst="rect">
            <a:avLst/>
          </a:prstGeom>
        </p:spPr>
        <p:txBody>
          <a:bodyPr vert="horz" wrap="square" lIns="0" tIns="12065" rIns="0" bIns="0" rtlCol="0">
            <a:spAutoFit/>
          </a:bodyPr>
          <a:lstStyle/>
          <a:p>
            <a:pPr marL="12700">
              <a:lnSpc>
                <a:spcPct val="100000"/>
              </a:lnSpc>
              <a:spcBef>
                <a:spcPts val="95"/>
              </a:spcBef>
            </a:pPr>
            <a:r>
              <a:rPr spc="-10" dirty="0">
                <a:solidFill>
                  <a:srgbClr val="0000BE"/>
                </a:solidFill>
                <a:latin typeface="Arial" panose="020B0604020202020204"/>
                <a:cs typeface="Arial" panose="020B0604020202020204"/>
              </a:rPr>
              <a:t>9.4.1</a:t>
            </a:r>
            <a:r>
              <a:rPr spc="-110" dirty="0">
                <a:solidFill>
                  <a:srgbClr val="0000BE"/>
                </a:solidFill>
                <a:latin typeface="Arial" panose="020B0604020202020204"/>
                <a:cs typeface="Arial" panose="020B0604020202020204"/>
              </a:rPr>
              <a:t> </a:t>
            </a:r>
            <a:r>
              <a:rPr spc="-20" dirty="0">
                <a:solidFill>
                  <a:srgbClr val="0000BE"/>
                </a:solidFill>
                <a:latin typeface="Arial" panose="020B0604020202020204"/>
                <a:cs typeface="Arial" panose="020B0604020202020204"/>
              </a:rPr>
              <a:t>ADC0809</a:t>
            </a:r>
            <a:r>
              <a:rPr spc="-40" dirty="0">
                <a:solidFill>
                  <a:srgbClr val="0000BE"/>
                </a:solidFill>
              </a:rPr>
              <a:t>概述</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86</a:t>
            </a:fld>
            <a:endParaRPr spc="-25" dirty="0"/>
          </a:p>
        </p:txBody>
      </p:sp>
      <p:sp>
        <p:nvSpPr>
          <p:cNvPr id="4" name="object 4"/>
          <p:cNvSpPr txBox="1"/>
          <p:nvPr/>
        </p:nvSpPr>
        <p:spPr>
          <a:xfrm>
            <a:off x="535940" y="865504"/>
            <a:ext cx="8107680" cy="3345815"/>
          </a:xfrm>
          <a:prstGeom prst="rect">
            <a:avLst/>
          </a:prstGeom>
        </p:spPr>
        <p:txBody>
          <a:bodyPr vert="horz" wrap="square" lIns="0" tIns="165100" rIns="0" bIns="0" rtlCol="0">
            <a:spAutoFit/>
          </a:bodyPr>
          <a:lstStyle/>
          <a:p>
            <a:pPr marL="266065" indent="-255905">
              <a:lnSpc>
                <a:spcPct val="100000"/>
              </a:lnSpc>
              <a:spcBef>
                <a:spcPts val="1300"/>
              </a:spcBef>
              <a:buSzPct val="96000"/>
              <a:buAutoNum type="arabicPeriod"/>
              <a:tabLst>
                <a:tab pos="266065" algn="l"/>
              </a:tabLst>
            </a:pPr>
            <a:r>
              <a:rPr sz="2400" spc="-20" dirty="0">
                <a:solidFill>
                  <a:srgbClr val="0000FF"/>
                </a:solidFill>
                <a:latin typeface="Arial" panose="020B0604020202020204"/>
                <a:cs typeface="Arial" panose="020B0604020202020204"/>
              </a:rPr>
              <a:t>ADC0809</a:t>
            </a:r>
            <a:r>
              <a:rPr sz="2400" dirty="0">
                <a:solidFill>
                  <a:srgbClr val="0000FF"/>
                </a:solidFill>
                <a:latin typeface="Noto Sans Mono CJK HK"/>
                <a:cs typeface="Noto Sans Mono CJK HK"/>
              </a:rPr>
              <a:t>是</a:t>
            </a:r>
            <a:r>
              <a:rPr sz="2400" spc="-20" dirty="0">
                <a:solidFill>
                  <a:srgbClr val="0000FF"/>
                </a:solidFill>
                <a:latin typeface="Arial" panose="020B0604020202020204"/>
                <a:cs typeface="Arial" panose="020B0604020202020204"/>
              </a:rPr>
              <a:t>8</a:t>
            </a:r>
            <a:r>
              <a:rPr sz="2400" dirty="0">
                <a:solidFill>
                  <a:srgbClr val="0000FF"/>
                </a:solidFill>
                <a:latin typeface="Noto Sans Mono CJK HK"/>
                <a:cs typeface="Noto Sans Mono CJK HK"/>
              </a:rPr>
              <a:t>位逐次逼近型</a:t>
            </a:r>
            <a:r>
              <a:rPr sz="2400" spc="-10" dirty="0">
                <a:solidFill>
                  <a:srgbClr val="0000FF"/>
                </a:solidFill>
                <a:latin typeface="Arial" panose="020B0604020202020204"/>
                <a:cs typeface="Arial" panose="020B0604020202020204"/>
              </a:rPr>
              <a:t>A/D</a:t>
            </a:r>
            <a:r>
              <a:rPr sz="2400" spc="-10" dirty="0">
                <a:solidFill>
                  <a:srgbClr val="0000FF"/>
                </a:solidFill>
                <a:latin typeface="Noto Sans Mono CJK HK"/>
                <a:cs typeface="Noto Sans Mono CJK HK"/>
              </a:rPr>
              <a:t>转换芯片。</a:t>
            </a:r>
            <a:endParaRPr sz="2400">
              <a:latin typeface="Noto Sans Mono CJK HK"/>
              <a:cs typeface="Noto Sans Mono CJK HK"/>
            </a:endParaRPr>
          </a:p>
          <a:p>
            <a:pPr marL="12700" marR="5080" indent="266065">
              <a:lnSpc>
                <a:spcPct val="100000"/>
              </a:lnSpc>
              <a:spcBef>
                <a:spcPts val="1200"/>
              </a:spcBef>
              <a:buSzPct val="96000"/>
              <a:buFont typeface="Arial" panose="020B0604020202020204"/>
              <a:buAutoNum type="arabicPeriod"/>
              <a:tabLst>
                <a:tab pos="278765" algn="l"/>
              </a:tabLst>
            </a:pPr>
            <a:r>
              <a:rPr sz="2400" spc="50" dirty="0">
                <a:solidFill>
                  <a:srgbClr val="0000FF"/>
                </a:solidFill>
                <a:latin typeface="Noto Sans Mono CJK HK"/>
                <a:cs typeface="Noto Sans Mono CJK HK"/>
              </a:rPr>
              <a:t>片内有</a:t>
            </a:r>
            <a:r>
              <a:rPr sz="2400" dirty="0">
                <a:solidFill>
                  <a:srgbClr val="0000FF"/>
                </a:solidFill>
                <a:latin typeface="Arial" panose="020B0604020202020204"/>
                <a:cs typeface="Arial" panose="020B0604020202020204"/>
              </a:rPr>
              <a:t>8</a:t>
            </a:r>
            <a:r>
              <a:rPr sz="2400" spc="50" dirty="0">
                <a:solidFill>
                  <a:srgbClr val="0000FF"/>
                </a:solidFill>
                <a:latin typeface="Noto Sans Mono CJK HK"/>
                <a:cs typeface="Noto Sans Mono CJK HK"/>
              </a:rPr>
              <a:t>路模拟开关，可以同时连接</a:t>
            </a:r>
            <a:r>
              <a:rPr sz="2400" dirty="0">
                <a:solidFill>
                  <a:srgbClr val="0000FF"/>
                </a:solidFill>
                <a:latin typeface="Arial" panose="020B0604020202020204"/>
                <a:cs typeface="Arial" panose="020B0604020202020204"/>
              </a:rPr>
              <a:t>8</a:t>
            </a:r>
            <a:r>
              <a:rPr sz="2400" spc="35" dirty="0">
                <a:solidFill>
                  <a:srgbClr val="0000FF"/>
                </a:solidFill>
                <a:latin typeface="Noto Sans Mono CJK HK"/>
                <a:cs typeface="Noto Sans Mono CJK HK"/>
              </a:rPr>
              <a:t>路模拟量，单极性，</a:t>
            </a:r>
            <a:r>
              <a:rPr sz="2400" dirty="0">
                <a:solidFill>
                  <a:srgbClr val="0000FF"/>
                </a:solidFill>
                <a:latin typeface="Noto Sans Mono CJK HK"/>
                <a:cs typeface="Noto Sans Mono CJK HK"/>
              </a:rPr>
              <a:t>量程为</a:t>
            </a:r>
            <a:r>
              <a:rPr sz="2400" spc="-10" dirty="0">
                <a:solidFill>
                  <a:srgbClr val="0000FF"/>
                </a:solidFill>
                <a:latin typeface="Arial" panose="020B0604020202020204"/>
                <a:cs typeface="Arial" panose="020B0604020202020204"/>
              </a:rPr>
              <a:t>0</a:t>
            </a:r>
            <a:r>
              <a:rPr sz="2400" spc="-10" dirty="0">
                <a:solidFill>
                  <a:srgbClr val="0000FF"/>
                </a:solidFill>
                <a:latin typeface="Noto Serif CJK JP"/>
                <a:cs typeface="Noto Serif CJK JP"/>
              </a:rPr>
              <a:t>～</a:t>
            </a:r>
            <a:r>
              <a:rPr sz="2400" spc="-10" dirty="0">
                <a:solidFill>
                  <a:srgbClr val="0000FF"/>
                </a:solidFill>
                <a:latin typeface="Arial" panose="020B0604020202020204"/>
                <a:cs typeface="Arial" panose="020B0604020202020204"/>
              </a:rPr>
              <a:t>5V</a:t>
            </a:r>
            <a:r>
              <a:rPr sz="2400" spc="-50" dirty="0">
                <a:solidFill>
                  <a:srgbClr val="0000FF"/>
                </a:solidFill>
                <a:latin typeface="Noto Sans Mono CJK HK"/>
                <a:cs typeface="Noto Sans Mono CJK HK"/>
              </a:rPr>
              <a:t>。</a:t>
            </a:r>
            <a:endParaRPr sz="2400">
              <a:latin typeface="Noto Sans Mono CJK HK"/>
              <a:cs typeface="Noto Sans Mono CJK HK"/>
            </a:endParaRPr>
          </a:p>
          <a:p>
            <a:pPr marL="266065" indent="-255905">
              <a:lnSpc>
                <a:spcPct val="100000"/>
              </a:lnSpc>
              <a:spcBef>
                <a:spcPts val="1200"/>
              </a:spcBef>
              <a:buSzPct val="96000"/>
              <a:buFont typeface="Arial" panose="020B0604020202020204"/>
              <a:buAutoNum type="arabicPeriod"/>
              <a:tabLst>
                <a:tab pos="266065" algn="l"/>
              </a:tabLst>
            </a:pPr>
            <a:r>
              <a:rPr sz="2400" dirty="0">
                <a:solidFill>
                  <a:srgbClr val="0000FF"/>
                </a:solidFill>
                <a:latin typeface="Noto Sans Mono CJK HK"/>
                <a:cs typeface="Noto Sans Mono CJK HK"/>
              </a:rPr>
              <a:t>典型的转换速度为</a:t>
            </a:r>
            <a:r>
              <a:rPr sz="2400" spc="-20" dirty="0">
                <a:solidFill>
                  <a:srgbClr val="0000FF"/>
                </a:solidFill>
                <a:latin typeface="Arial" panose="020B0604020202020204"/>
                <a:cs typeface="Arial" panose="020B0604020202020204"/>
              </a:rPr>
              <a:t>100μs</a:t>
            </a:r>
            <a:r>
              <a:rPr sz="2400" spc="-50" dirty="0">
                <a:solidFill>
                  <a:srgbClr val="0000FF"/>
                </a:solidFill>
                <a:latin typeface="Noto Sans Mono CJK HK"/>
                <a:cs typeface="Noto Sans Mono CJK HK"/>
              </a:rPr>
              <a:t>。</a:t>
            </a:r>
            <a:endParaRPr sz="2400">
              <a:latin typeface="Noto Sans Mono CJK HK"/>
              <a:cs typeface="Noto Sans Mono CJK HK"/>
            </a:endParaRPr>
          </a:p>
          <a:p>
            <a:pPr marL="266065" indent="-255905">
              <a:lnSpc>
                <a:spcPct val="100000"/>
              </a:lnSpc>
              <a:spcBef>
                <a:spcPts val="1200"/>
              </a:spcBef>
              <a:buSzPct val="96000"/>
              <a:buFont typeface="Arial" panose="020B0604020202020204"/>
              <a:buAutoNum type="arabicPeriod"/>
              <a:tabLst>
                <a:tab pos="266065" algn="l"/>
              </a:tabLst>
            </a:pPr>
            <a:r>
              <a:rPr sz="2400" dirty="0">
                <a:solidFill>
                  <a:srgbClr val="0000FF"/>
                </a:solidFill>
                <a:latin typeface="Noto Sans Mono CJK HK"/>
                <a:cs typeface="Noto Sans Mono CJK HK"/>
              </a:rPr>
              <a:t>片内有三态输出缓冲器，可直接与</a:t>
            </a:r>
            <a:r>
              <a:rPr sz="2400" spc="-20" dirty="0">
                <a:solidFill>
                  <a:srgbClr val="0000FF"/>
                </a:solidFill>
                <a:latin typeface="Arial" panose="020B0604020202020204"/>
                <a:cs typeface="Arial" panose="020B0604020202020204"/>
              </a:rPr>
              <a:t>CPU</a:t>
            </a:r>
            <a:r>
              <a:rPr sz="2400" spc="-10" dirty="0">
                <a:solidFill>
                  <a:srgbClr val="0000FF"/>
                </a:solidFill>
                <a:latin typeface="Noto Sans Mono CJK HK"/>
                <a:cs typeface="Noto Sans Mono CJK HK"/>
              </a:rPr>
              <a:t>总线连接。</a:t>
            </a:r>
            <a:endParaRPr sz="2400">
              <a:latin typeface="Noto Sans Mono CJK HK"/>
              <a:cs typeface="Noto Sans Mono CJK HK"/>
            </a:endParaRPr>
          </a:p>
          <a:p>
            <a:pPr marL="12700" marR="5080" indent="268605">
              <a:lnSpc>
                <a:spcPts val="2870"/>
              </a:lnSpc>
              <a:spcBef>
                <a:spcPts val="1305"/>
              </a:spcBef>
              <a:buSzPct val="96000"/>
              <a:buFont typeface="Arial" panose="020B0604020202020204"/>
              <a:buAutoNum type="arabicPeriod"/>
              <a:tabLst>
                <a:tab pos="281305" algn="l"/>
              </a:tabLst>
            </a:pPr>
            <a:r>
              <a:rPr sz="2400" spc="55" dirty="0">
                <a:solidFill>
                  <a:srgbClr val="0000FF"/>
                </a:solidFill>
                <a:latin typeface="Noto Sans Mono CJK HK"/>
                <a:cs typeface="Noto Sans Mono CJK HK"/>
              </a:rPr>
              <a:t>该芯片有较高的性能价格比，适用于对精度和采样速度要</a:t>
            </a:r>
            <a:r>
              <a:rPr sz="2400" spc="-5" dirty="0">
                <a:solidFill>
                  <a:srgbClr val="0000FF"/>
                </a:solidFill>
                <a:latin typeface="Noto Sans Mono CJK HK"/>
                <a:cs typeface="Noto Sans Mono CJK HK"/>
              </a:rPr>
              <a:t>求不高的场合或一般的工业控制领域。</a:t>
            </a:r>
            <a:endParaRPr sz="2400">
              <a:latin typeface="Noto Sans Mono CJK HK"/>
              <a:cs typeface="Noto Sans Mono CJK HK"/>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209" y="196214"/>
            <a:ext cx="6208395" cy="442595"/>
          </a:xfrm>
          <a:prstGeom prst="rect">
            <a:avLst/>
          </a:prstGeom>
        </p:spPr>
        <p:txBody>
          <a:bodyPr vert="horz" wrap="square" lIns="0" tIns="12065" rIns="0" bIns="0" rtlCol="0">
            <a:spAutoFit/>
          </a:bodyPr>
          <a:lstStyle/>
          <a:p>
            <a:pPr marL="12700">
              <a:lnSpc>
                <a:spcPct val="100000"/>
              </a:lnSpc>
              <a:spcBef>
                <a:spcPts val="95"/>
              </a:spcBef>
            </a:pPr>
            <a:r>
              <a:rPr dirty="0">
                <a:solidFill>
                  <a:srgbClr val="0000BE"/>
                </a:solidFill>
                <a:latin typeface="Arial" panose="020B0604020202020204"/>
                <a:cs typeface="Arial" panose="020B0604020202020204"/>
              </a:rPr>
              <a:t>9.4.2</a:t>
            </a:r>
            <a:r>
              <a:rPr spc="40" dirty="0">
                <a:solidFill>
                  <a:srgbClr val="0000BE"/>
                </a:solidFill>
                <a:latin typeface="Arial" panose="020B0604020202020204"/>
                <a:cs typeface="Arial" panose="020B0604020202020204"/>
              </a:rPr>
              <a:t> </a:t>
            </a:r>
            <a:r>
              <a:rPr spc="-20" dirty="0">
                <a:solidFill>
                  <a:srgbClr val="0000BE"/>
                </a:solidFill>
                <a:latin typeface="Arial" panose="020B0604020202020204"/>
                <a:cs typeface="Arial" panose="020B0604020202020204"/>
              </a:rPr>
              <a:t>ADC0809</a:t>
            </a:r>
            <a:r>
              <a:rPr spc="-35" dirty="0">
                <a:solidFill>
                  <a:srgbClr val="0000BE"/>
                </a:solidFill>
              </a:rPr>
              <a:t>的功能结构及引脚信号</a:t>
            </a:r>
          </a:p>
        </p:txBody>
      </p:sp>
      <p:grpSp>
        <p:nvGrpSpPr>
          <p:cNvPr id="3" name="object 3"/>
          <p:cNvGrpSpPr/>
          <p:nvPr/>
        </p:nvGrpSpPr>
        <p:grpSpPr>
          <a:xfrm>
            <a:off x="566927" y="841247"/>
            <a:ext cx="8444865" cy="5163185"/>
            <a:chOff x="566927" y="841247"/>
            <a:chExt cx="8444865" cy="5163185"/>
          </a:xfrm>
        </p:grpSpPr>
        <p:pic>
          <p:nvPicPr>
            <p:cNvPr id="4" name="object 4"/>
            <p:cNvPicPr/>
            <p:nvPr/>
          </p:nvPicPr>
          <p:blipFill>
            <a:blip r:embed="rId2" cstate="print"/>
            <a:stretch>
              <a:fillRect/>
            </a:stretch>
          </p:blipFill>
          <p:spPr>
            <a:xfrm>
              <a:off x="656843" y="1356359"/>
              <a:ext cx="7696200" cy="4647819"/>
            </a:xfrm>
            <a:prstGeom prst="rect">
              <a:avLst/>
            </a:prstGeom>
          </p:spPr>
        </p:pic>
        <p:pic>
          <p:nvPicPr>
            <p:cNvPr id="5" name="object 5"/>
            <p:cNvPicPr/>
            <p:nvPr/>
          </p:nvPicPr>
          <p:blipFill>
            <a:blip r:embed="rId3" cstate="print"/>
            <a:stretch>
              <a:fillRect/>
            </a:stretch>
          </p:blipFill>
          <p:spPr>
            <a:xfrm>
              <a:off x="3195827" y="1266443"/>
              <a:ext cx="1114044" cy="324612"/>
            </a:xfrm>
            <a:prstGeom prst="rect">
              <a:avLst/>
            </a:prstGeom>
          </p:spPr>
        </p:pic>
        <p:pic>
          <p:nvPicPr>
            <p:cNvPr id="6" name="object 6"/>
            <p:cNvPicPr/>
            <p:nvPr/>
          </p:nvPicPr>
          <p:blipFill>
            <a:blip r:embed="rId3" cstate="print"/>
            <a:stretch>
              <a:fillRect/>
            </a:stretch>
          </p:blipFill>
          <p:spPr>
            <a:xfrm>
              <a:off x="566927" y="5407151"/>
              <a:ext cx="1114044" cy="324612"/>
            </a:xfrm>
            <a:prstGeom prst="rect">
              <a:avLst/>
            </a:prstGeom>
          </p:spPr>
        </p:pic>
        <p:pic>
          <p:nvPicPr>
            <p:cNvPr id="7" name="object 7"/>
            <p:cNvPicPr/>
            <p:nvPr/>
          </p:nvPicPr>
          <p:blipFill>
            <a:blip r:embed="rId4" cstate="print"/>
            <a:stretch>
              <a:fillRect/>
            </a:stretch>
          </p:blipFill>
          <p:spPr>
            <a:xfrm>
              <a:off x="6371843" y="841247"/>
              <a:ext cx="2639568" cy="480060"/>
            </a:xfrm>
            <a:prstGeom prst="rect">
              <a:avLst/>
            </a:prstGeom>
          </p:spPr>
        </p:pic>
        <p:pic>
          <p:nvPicPr>
            <p:cNvPr id="8" name="object 8"/>
            <p:cNvPicPr/>
            <p:nvPr/>
          </p:nvPicPr>
          <p:blipFill>
            <a:blip r:embed="rId5" cstate="print"/>
            <a:stretch>
              <a:fillRect/>
            </a:stretch>
          </p:blipFill>
          <p:spPr>
            <a:xfrm>
              <a:off x="7731251" y="2377439"/>
              <a:ext cx="1242059" cy="249936"/>
            </a:xfrm>
            <a:prstGeom prst="rect">
              <a:avLst/>
            </a:prstGeom>
          </p:spPr>
        </p:pic>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87</a:t>
            </a:fld>
            <a:endParaRPr spc="-25"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7507" y="154419"/>
            <a:ext cx="3719195" cy="442595"/>
          </a:xfrm>
          <a:prstGeom prst="rect">
            <a:avLst/>
          </a:prstGeom>
        </p:spPr>
        <p:txBody>
          <a:bodyPr vert="horz" wrap="square" lIns="0" tIns="12065" rIns="0" bIns="0" rtlCol="0">
            <a:spAutoFit/>
          </a:bodyPr>
          <a:lstStyle/>
          <a:p>
            <a:pPr marL="12700">
              <a:lnSpc>
                <a:spcPct val="100000"/>
              </a:lnSpc>
              <a:spcBef>
                <a:spcPts val="95"/>
              </a:spcBef>
            </a:pPr>
            <a:r>
              <a:rPr dirty="0">
                <a:solidFill>
                  <a:srgbClr val="0000FF"/>
                </a:solidFill>
                <a:latin typeface="Arial" panose="020B0604020202020204"/>
                <a:cs typeface="Arial" panose="020B0604020202020204"/>
              </a:rPr>
              <a:t>9.4.3</a:t>
            </a:r>
            <a:r>
              <a:rPr spc="-10" dirty="0">
                <a:solidFill>
                  <a:srgbClr val="0000FF"/>
                </a:solidFill>
                <a:latin typeface="Arial" panose="020B0604020202020204"/>
                <a:cs typeface="Arial" panose="020B0604020202020204"/>
              </a:rPr>
              <a:t> </a:t>
            </a:r>
            <a:r>
              <a:rPr spc="-20" dirty="0">
                <a:solidFill>
                  <a:srgbClr val="0000FF"/>
                </a:solidFill>
                <a:latin typeface="Arial" panose="020B0604020202020204"/>
                <a:cs typeface="Arial" panose="020B0604020202020204"/>
              </a:rPr>
              <a:t>ADC0809</a:t>
            </a:r>
            <a:r>
              <a:rPr spc="-40" dirty="0">
                <a:solidFill>
                  <a:srgbClr val="0000FF"/>
                </a:solidFill>
              </a:rPr>
              <a:t>的时序</a:t>
            </a:r>
          </a:p>
        </p:txBody>
      </p:sp>
      <p:pic>
        <p:nvPicPr>
          <p:cNvPr id="3" name="object 3"/>
          <p:cNvPicPr/>
          <p:nvPr/>
        </p:nvPicPr>
        <p:blipFill>
          <a:blip r:embed="rId2" cstate="print"/>
          <a:stretch>
            <a:fillRect/>
          </a:stretch>
        </p:blipFill>
        <p:spPr>
          <a:xfrm>
            <a:off x="656844" y="1269491"/>
            <a:ext cx="7313676" cy="3954169"/>
          </a:xfrm>
          <a:prstGeom prst="rect">
            <a:avLst/>
          </a:prstGeom>
        </p:spPr>
      </p:pic>
      <p:pic>
        <p:nvPicPr>
          <p:cNvPr id="4" name="object 4"/>
          <p:cNvPicPr/>
          <p:nvPr/>
        </p:nvPicPr>
        <p:blipFill>
          <a:blip r:embed="rId3" cstate="print"/>
          <a:stretch>
            <a:fillRect/>
          </a:stretch>
        </p:blipFill>
        <p:spPr>
          <a:xfrm>
            <a:off x="8154923" y="5428488"/>
            <a:ext cx="646176" cy="646176"/>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88</a:t>
            </a:fld>
            <a:endParaRPr spc="-25"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3110" y="135255"/>
            <a:ext cx="4430395" cy="442595"/>
          </a:xfrm>
          <a:prstGeom prst="rect">
            <a:avLst/>
          </a:prstGeom>
        </p:spPr>
        <p:txBody>
          <a:bodyPr vert="horz" wrap="square" lIns="0" tIns="12065" rIns="0" bIns="0" rtlCol="0">
            <a:spAutoFit/>
          </a:bodyPr>
          <a:lstStyle/>
          <a:p>
            <a:pPr marL="12700">
              <a:lnSpc>
                <a:spcPct val="100000"/>
              </a:lnSpc>
              <a:spcBef>
                <a:spcPts val="95"/>
              </a:spcBef>
            </a:pPr>
            <a:r>
              <a:rPr dirty="0">
                <a:solidFill>
                  <a:srgbClr val="0000FF"/>
                </a:solidFill>
                <a:latin typeface="Arial" panose="020B0604020202020204"/>
                <a:cs typeface="Arial" panose="020B0604020202020204"/>
              </a:rPr>
              <a:t>9.4.4</a:t>
            </a:r>
            <a:r>
              <a:rPr spc="5" dirty="0">
                <a:solidFill>
                  <a:srgbClr val="0000FF"/>
                </a:solidFill>
                <a:latin typeface="Arial" panose="020B0604020202020204"/>
                <a:cs typeface="Arial" panose="020B0604020202020204"/>
              </a:rPr>
              <a:t> </a:t>
            </a:r>
            <a:r>
              <a:rPr spc="-20" dirty="0">
                <a:solidFill>
                  <a:srgbClr val="0000FF"/>
                </a:solidFill>
                <a:latin typeface="Arial" panose="020B0604020202020204"/>
                <a:cs typeface="Arial" panose="020B0604020202020204"/>
              </a:rPr>
              <a:t>ADC0809</a:t>
            </a:r>
            <a:r>
              <a:rPr spc="-35" dirty="0">
                <a:solidFill>
                  <a:srgbClr val="0000FF"/>
                </a:solidFill>
              </a:rPr>
              <a:t>的转换公式</a:t>
            </a:r>
          </a:p>
        </p:txBody>
      </p:sp>
      <p:sp>
        <p:nvSpPr>
          <p:cNvPr id="3" name="object 3"/>
          <p:cNvSpPr/>
          <p:nvPr/>
        </p:nvSpPr>
        <p:spPr>
          <a:xfrm>
            <a:off x="2268054" y="3063252"/>
            <a:ext cx="4740910" cy="0"/>
          </a:xfrm>
          <a:custGeom>
            <a:avLst/>
            <a:gdLst/>
            <a:ahLst/>
            <a:cxnLst/>
            <a:rect l="l" t="t" r="r" b="b"/>
            <a:pathLst>
              <a:path w="4740909">
                <a:moveTo>
                  <a:pt x="0" y="0"/>
                </a:moveTo>
                <a:lnTo>
                  <a:pt x="4740681" y="0"/>
                </a:lnTo>
              </a:path>
            </a:pathLst>
          </a:custGeom>
          <a:ln w="29286">
            <a:solidFill>
              <a:srgbClr val="000000"/>
            </a:solidFill>
          </a:ln>
        </p:spPr>
        <p:txBody>
          <a:bodyPr wrap="square" lIns="0" tIns="0" rIns="0" bIns="0" rtlCol="0"/>
          <a:lstStyle/>
          <a:p>
            <a:endParaRPr/>
          </a:p>
        </p:txBody>
      </p:sp>
      <p:sp>
        <p:nvSpPr>
          <p:cNvPr id="4" name="object 4"/>
          <p:cNvSpPr txBox="1"/>
          <p:nvPr/>
        </p:nvSpPr>
        <p:spPr>
          <a:xfrm>
            <a:off x="7112177" y="2573375"/>
            <a:ext cx="1183005" cy="792480"/>
          </a:xfrm>
          <a:prstGeom prst="rect">
            <a:avLst/>
          </a:prstGeom>
        </p:spPr>
        <p:txBody>
          <a:bodyPr vert="horz" wrap="square" lIns="0" tIns="16510" rIns="0" bIns="0" rtlCol="0">
            <a:spAutoFit/>
          </a:bodyPr>
          <a:lstStyle/>
          <a:p>
            <a:pPr marL="38100">
              <a:lnSpc>
                <a:spcPct val="100000"/>
              </a:lnSpc>
              <a:spcBef>
                <a:spcPts val="130"/>
              </a:spcBef>
            </a:pPr>
            <a:r>
              <a:rPr sz="5000" dirty="0">
                <a:latin typeface="Symbol" panose="05050102010706020507"/>
                <a:cs typeface="Symbol" panose="05050102010706020507"/>
              </a:rPr>
              <a:t></a:t>
            </a:r>
            <a:r>
              <a:rPr sz="5000" spc="180" dirty="0">
                <a:latin typeface="Times New Roman" panose="02020603050405020304"/>
                <a:cs typeface="Times New Roman" panose="02020603050405020304"/>
              </a:rPr>
              <a:t> </a:t>
            </a:r>
            <a:r>
              <a:rPr sz="5000" spc="490" dirty="0">
                <a:latin typeface="Times New Roman" panose="02020603050405020304"/>
                <a:cs typeface="Times New Roman" panose="02020603050405020304"/>
              </a:rPr>
              <a:t>2</a:t>
            </a:r>
            <a:r>
              <a:rPr sz="4350" spc="-30" baseline="43000" dirty="0">
                <a:latin typeface="Times New Roman" panose="02020603050405020304"/>
                <a:cs typeface="Times New Roman" panose="02020603050405020304"/>
              </a:rPr>
              <a:t>8</a:t>
            </a:r>
            <a:endParaRPr sz="4350" baseline="43000">
              <a:latin typeface="Times New Roman" panose="02020603050405020304"/>
              <a:cs typeface="Times New Roman" panose="02020603050405020304"/>
            </a:endParaRPr>
          </a:p>
        </p:txBody>
      </p:sp>
      <p:sp>
        <p:nvSpPr>
          <p:cNvPr id="5" name="object 5"/>
          <p:cNvSpPr txBox="1"/>
          <p:nvPr/>
        </p:nvSpPr>
        <p:spPr>
          <a:xfrm>
            <a:off x="2185352" y="2073196"/>
            <a:ext cx="4742180" cy="1949450"/>
          </a:xfrm>
          <a:prstGeom prst="rect">
            <a:avLst/>
          </a:prstGeom>
        </p:spPr>
        <p:txBody>
          <a:bodyPr vert="horz" wrap="square" lIns="0" tIns="211454" rIns="0" bIns="0" rtlCol="0">
            <a:spAutoFit/>
          </a:bodyPr>
          <a:lstStyle/>
          <a:p>
            <a:pPr algn="ctr">
              <a:lnSpc>
                <a:spcPct val="100000"/>
              </a:lnSpc>
              <a:spcBef>
                <a:spcPts val="1665"/>
              </a:spcBef>
              <a:tabLst>
                <a:tab pos="1002665" algn="l"/>
                <a:tab pos="2840355" algn="l"/>
              </a:tabLst>
            </a:pPr>
            <a:r>
              <a:rPr sz="7500" i="1" spc="150" baseline="14000" dirty="0">
                <a:latin typeface="Times New Roman" panose="02020603050405020304"/>
                <a:cs typeface="Times New Roman" panose="02020603050405020304"/>
              </a:rPr>
              <a:t>V</a:t>
            </a:r>
            <a:r>
              <a:rPr sz="2900" i="1" spc="100" dirty="0">
                <a:latin typeface="Times New Roman" panose="02020603050405020304"/>
                <a:cs typeface="Times New Roman" panose="02020603050405020304"/>
              </a:rPr>
              <a:t>in</a:t>
            </a:r>
            <a:r>
              <a:rPr sz="2900" i="1" dirty="0">
                <a:latin typeface="Times New Roman" panose="02020603050405020304"/>
                <a:cs typeface="Times New Roman" panose="02020603050405020304"/>
              </a:rPr>
              <a:t>	</a:t>
            </a:r>
            <a:r>
              <a:rPr sz="7500" baseline="14000" dirty="0">
                <a:latin typeface="Symbol" panose="05050102010706020507"/>
                <a:cs typeface="Symbol" panose="05050102010706020507"/>
              </a:rPr>
              <a:t></a:t>
            </a:r>
            <a:r>
              <a:rPr sz="7500" spc="-270" baseline="14000" dirty="0">
                <a:latin typeface="Times New Roman" panose="02020603050405020304"/>
                <a:cs typeface="Times New Roman" panose="02020603050405020304"/>
              </a:rPr>
              <a:t> </a:t>
            </a:r>
            <a:r>
              <a:rPr sz="7500" i="1" spc="787" baseline="14000" dirty="0">
                <a:latin typeface="Times New Roman" panose="02020603050405020304"/>
                <a:cs typeface="Times New Roman" panose="02020603050405020304"/>
              </a:rPr>
              <a:t>V</a:t>
            </a:r>
            <a:r>
              <a:rPr sz="2900" i="1" spc="-20" dirty="0">
                <a:latin typeface="Times New Roman" panose="02020603050405020304"/>
                <a:cs typeface="Times New Roman" panose="02020603050405020304"/>
              </a:rPr>
              <a:t>RE</a:t>
            </a:r>
            <a:r>
              <a:rPr sz="2900" i="1" dirty="0">
                <a:latin typeface="Times New Roman" panose="02020603050405020304"/>
                <a:cs typeface="Times New Roman" panose="02020603050405020304"/>
              </a:rPr>
              <a:t>F	</a:t>
            </a:r>
            <a:r>
              <a:rPr sz="2900" dirty="0">
                <a:latin typeface="Times New Roman" panose="02020603050405020304"/>
                <a:cs typeface="Times New Roman" panose="02020603050405020304"/>
              </a:rPr>
              <a:t>(</a:t>
            </a:r>
            <a:r>
              <a:rPr sz="2900" spc="-155"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9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a:t>
            </a:r>
            <a:endParaRPr sz="2900">
              <a:latin typeface="Times New Roman" panose="02020603050405020304"/>
              <a:cs typeface="Times New Roman" panose="02020603050405020304"/>
            </a:endParaRPr>
          </a:p>
          <a:p>
            <a:pPr algn="ctr">
              <a:lnSpc>
                <a:spcPct val="100000"/>
              </a:lnSpc>
              <a:spcBef>
                <a:spcPts val="1575"/>
              </a:spcBef>
              <a:tabLst>
                <a:tab pos="1351280" algn="l"/>
                <a:tab pos="2198370" algn="l"/>
                <a:tab pos="4036695" algn="l"/>
              </a:tabLst>
            </a:pPr>
            <a:r>
              <a:rPr sz="7500" i="1" spc="787" baseline="14000" dirty="0">
                <a:latin typeface="Times New Roman" panose="02020603050405020304"/>
                <a:cs typeface="Times New Roman" panose="02020603050405020304"/>
              </a:rPr>
              <a:t>V</a:t>
            </a:r>
            <a:r>
              <a:rPr sz="2900" i="1" spc="-20" dirty="0">
                <a:latin typeface="Times New Roman" panose="02020603050405020304"/>
                <a:cs typeface="Times New Roman" panose="02020603050405020304"/>
              </a:rPr>
              <a:t>RE</a:t>
            </a:r>
            <a:r>
              <a:rPr sz="2900" i="1" dirty="0">
                <a:latin typeface="Times New Roman" panose="02020603050405020304"/>
                <a:cs typeface="Times New Roman" panose="02020603050405020304"/>
              </a:rPr>
              <a:t>F	</a:t>
            </a:r>
            <a:r>
              <a:rPr sz="2900" dirty="0">
                <a:latin typeface="Times New Roman" panose="02020603050405020304"/>
                <a:cs typeface="Times New Roman" panose="02020603050405020304"/>
              </a:rPr>
              <a:t>(</a:t>
            </a:r>
            <a:r>
              <a:rPr sz="2900" spc="-155"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45"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a:t>
            </a:r>
            <a:r>
              <a:rPr sz="2900" dirty="0">
                <a:latin typeface="Times New Roman" panose="02020603050405020304"/>
                <a:cs typeface="Times New Roman" panose="02020603050405020304"/>
              </a:rPr>
              <a:t>	</a:t>
            </a:r>
            <a:r>
              <a:rPr sz="7500" baseline="14000" dirty="0">
                <a:latin typeface="Symbol" panose="05050102010706020507"/>
                <a:cs typeface="Symbol" panose="05050102010706020507"/>
              </a:rPr>
              <a:t></a:t>
            </a:r>
            <a:r>
              <a:rPr sz="7500" spc="-270" baseline="14000" dirty="0">
                <a:latin typeface="Times New Roman" panose="02020603050405020304"/>
                <a:cs typeface="Times New Roman" panose="02020603050405020304"/>
              </a:rPr>
              <a:t> </a:t>
            </a:r>
            <a:r>
              <a:rPr sz="7500" i="1" spc="787" baseline="14000" dirty="0">
                <a:latin typeface="Times New Roman" panose="02020603050405020304"/>
                <a:cs typeface="Times New Roman" panose="02020603050405020304"/>
              </a:rPr>
              <a:t>V</a:t>
            </a:r>
            <a:r>
              <a:rPr sz="2900" i="1" spc="-20" dirty="0">
                <a:latin typeface="Times New Roman" panose="02020603050405020304"/>
                <a:cs typeface="Times New Roman" panose="02020603050405020304"/>
              </a:rPr>
              <a:t>RE</a:t>
            </a:r>
            <a:r>
              <a:rPr sz="2900" i="1" dirty="0">
                <a:latin typeface="Times New Roman" panose="02020603050405020304"/>
                <a:cs typeface="Times New Roman" panose="02020603050405020304"/>
              </a:rPr>
              <a:t>F	</a:t>
            </a:r>
            <a:r>
              <a:rPr sz="2900" dirty="0">
                <a:latin typeface="Times New Roman" panose="02020603050405020304"/>
                <a:cs typeface="Times New Roman" panose="02020603050405020304"/>
              </a:rPr>
              <a:t>(</a:t>
            </a:r>
            <a:r>
              <a:rPr sz="2900" spc="-155" dirty="0">
                <a:latin typeface="Times New Roman" panose="02020603050405020304"/>
                <a:cs typeface="Times New Roman" panose="02020603050405020304"/>
              </a:rPr>
              <a:t> </a:t>
            </a:r>
            <a:r>
              <a:rPr sz="2900" dirty="0">
                <a:latin typeface="Symbol" panose="05050102010706020507"/>
                <a:cs typeface="Symbol" panose="05050102010706020507"/>
              </a:rPr>
              <a:t></a:t>
            </a:r>
            <a:r>
              <a:rPr sz="2900" spc="-90" dirty="0">
                <a:latin typeface="Times New Roman" panose="02020603050405020304"/>
                <a:cs typeface="Times New Roman" panose="02020603050405020304"/>
              </a:rPr>
              <a:t> </a:t>
            </a:r>
            <a:r>
              <a:rPr sz="2900" spc="-50" dirty="0">
                <a:latin typeface="Times New Roman" panose="02020603050405020304"/>
                <a:cs typeface="Times New Roman" panose="02020603050405020304"/>
              </a:rPr>
              <a:t>)</a:t>
            </a:r>
            <a:endParaRPr sz="2900">
              <a:latin typeface="Times New Roman" panose="02020603050405020304"/>
              <a:cs typeface="Times New Roman" panose="02020603050405020304"/>
            </a:endParaRPr>
          </a:p>
        </p:txBody>
      </p:sp>
      <p:sp>
        <p:nvSpPr>
          <p:cNvPr id="6" name="object 6"/>
          <p:cNvSpPr txBox="1"/>
          <p:nvPr/>
        </p:nvSpPr>
        <p:spPr>
          <a:xfrm>
            <a:off x="849896" y="2573375"/>
            <a:ext cx="1162685" cy="792480"/>
          </a:xfrm>
          <a:prstGeom prst="rect">
            <a:avLst/>
          </a:prstGeom>
        </p:spPr>
        <p:txBody>
          <a:bodyPr vert="horz" wrap="square" lIns="0" tIns="16510" rIns="0" bIns="0" rtlCol="0">
            <a:spAutoFit/>
          </a:bodyPr>
          <a:lstStyle/>
          <a:p>
            <a:pPr marL="12700">
              <a:lnSpc>
                <a:spcPct val="100000"/>
              </a:lnSpc>
              <a:spcBef>
                <a:spcPts val="130"/>
              </a:spcBef>
              <a:tabLst>
                <a:tab pos="795655" algn="l"/>
              </a:tabLst>
            </a:pPr>
            <a:r>
              <a:rPr sz="5000" i="1" spc="-50" dirty="0">
                <a:latin typeface="Times New Roman" panose="02020603050405020304"/>
                <a:cs typeface="Times New Roman" panose="02020603050405020304"/>
              </a:rPr>
              <a:t>N</a:t>
            </a:r>
            <a:r>
              <a:rPr sz="5000" i="1" dirty="0">
                <a:latin typeface="Times New Roman" panose="02020603050405020304"/>
                <a:cs typeface="Times New Roman" panose="02020603050405020304"/>
              </a:rPr>
              <a:t>	</a:t>
            </a:r>
            <a:r>
              <a:rPr sz="5000" spc="-50" dirty="0">
                <a:latin typeface="Symbol" panose="05050102010706020507"/>
                <a:cs typeface="Symbol" panose="05050102010706020507"/>
              </a:rPr>
              <a:t></a:t>
            </a:r>
            <a:endParaRPr sz="5000">
              <a:latin typeface="Symbol" panose="05050102010706020507"/>
              <a:cs typeface="Symbol" panose="05050102010706020507"/>
            </a:endParaRPr>
          </a:p>
        </p:txBody>
      </p:sp>
      <p:pic>
        <p:nvPicPr>
          <p:cNvPr id="7" name="object 7"/>
          <p:cNvPicPr/>
          <p:nvPr/>
        </p:nvPicPr>
        <p:blipFill>
          <a:blip r:embed="rId2" cstate="print"/>
          <a:stretch>
            <a:fillRect/>
          </a:stretch>
        </p:blipFill>
        <p:spPr>
          <a:xfrm>
            <a:off x="1867763" y="1336916"/>
            <a:ext cx="2388323" cy="3828592"/>
          </a:xfrm>
          <a:prstGeom prst="rect">
            <a:avLst/>
          </a:prstGeom>
        </p:spPr>
      </p:pic>
      <p:sp>
        <p:nvSpPr>
          <p:cNvPr id="8" name="object 8"/>
          <p:cNvSpPr txBox="1"/>
          <p:nvPr/>
        </p:nvSpPr>
        <p:spPr>
          <a:xfrm>
            <a:off x="4087177" y="1130020"/>
            <a:ext cx="185420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Noto Serif CJK JP"/>
                <a:cs typeface="Noto Serif CJK JP"/>
              </a:rPr>
              <a:t>输入模拟电压</a:t>
            </a:r>
            <a:endParaRPr sz="2400">
              <a:latin typeface="Noto Serif CJK JP"/>
              <a:cs typeface="Noto Serif CJK JP"/>
            </a:endParaRPr>
          </a:p>
        </p:txBody>
      </p:sp>
      <p:pic>
        <p:nvPicPr>
          <p:cNvPr id="9" name="object 9"/>
          <p:cNvPicPr/>
          <p:nvPr/>
        </p:nvPicPr>
        <p:blipFill>
          <a:blip r:embed="rId3" cstate="print"/>
          <a:stretch>
            <a:fillRect/>
          </a:stretch>
        </p:blipFill>
        <p:spPr>
          <a:xfrm>
            <a:off x="246125" y="1396644"/>
            <a:ext cx="1555686" cy="2117788"/>
          </a:xfrm>
          <a:prstGeom prst="rect">
            <a:avLst/>
          </a:prstGeom>
        </p:spPr>
      </p:pic>
      <p:sp>
        <p:nvSpPr>
          <p:cNvPr id="10" name="object 10"/>
          <p:cNvSpPr txBox="1"/>
          <p:nvPr/>
        </p:nvSpPr>
        <p:spPr>
          <a:xfrm>
            <a:off x="1724977" y="1104620"/>
            <a:ext cx="154940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Noto Serif CJK JP"/>
                <a:cs typeface="Noto Serif CJK JP"/>
              </a:rPr>
              <a:t>输出数字量</a:t>
            </a:r>
            <a:endParaRPr sz="2400">
              <a:latin typeface="Noto Serif CJK JP"/>
              <a:cs typeface="Noto Serif CJK JP"/>
            </a:endParaRPr>
          </a:p>
        </p:txBody>
      </p:sp>
      <p:sp>
        <p:nvSpPr>
          <p:cNvPr id="11" name="object 11"/>
          <p:cNvSpPr txBox="1"/>
          <p:nvPr/>
        </p:nvSpPr>
        <p:spPr>
          <a:xfrm>
            <a:off x="518477" y="5244820"/>
            <a:ext cx="185420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Noto Serif CJK JP"/>
                <a:cs typeface="Noto Serif CJK JP"/>
              </a:rPr>
              <a:t>基准电压正极</a:t>
            </a:r>
            <a:endParaRPr sz="2400">
              <a:latin typeface="Noto Serif CJK JP"/>
              <a:cs typeface="Noto Serif CJK JP"/>
            </a:endParaRPr>
          </a:p>
        </p:txBody>
      </p:sp>
      <p:pic>
        <p:nvPicPr>
          <p:cNvPr id="12" name="object 12"/>
          <p:cNvPicPr/>
          <p:nvPr/>
        </p:nvPicPr>
        <p:blipFill>
          <a:blip r:embed="rId4" cstate="print"/>
          <a:stretch>
            <a:fillRect/>
          </a:stretch>
        </p:blipFill>
        <p:spPr>
          <a:xfrm>
            <a:off x="4649863" y="3019145"/>
            <a:ext cx="2327109" cy="2241880"/>
          </a:xfrm>
          <a:prstGeom prst="rect">
            <a:avLst/>
          </a:prstGeom>
        </p:spPr>
      </p:pic>
      <p:sp>
        <p:nvSpPr>
          <p:cNvPr id="13" name="object 13"/>
          <p:cNvSpPr txBox="1"/>
          <p:nvPr/>
        </p:nvSpPr>
        <p:spPr>
          <a:xfrm>
            <a:off x="3212464" y="5270220"/>
            <a:ext cx="185420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FF"/>
                </a:solidFill>
                <a:latin typeface="Noto Serif CJK JP"/>
                <a:cs typeface="Noto Serif CJK JP"/>
              </a:rPr>
              <a:t>基准电压负极</a:t>
            </a:r>
            <a:endParaRPr sz="2400">
              <a:latin typeface="Noto Serif CJK JP"/>
              <a:cs typeface="Noto Serif CJK JP"/>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89</a:t>
            </a:fld>
            <a:endParaRPr spc="-25"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4990" y="179387"/>
            <a:ext cx="2513965" cy="451484"/>
          </a:xfrm>
          <a:prstGeom prst="rect">
            <a:avLst/>
          </a:prstGeom>
        </p:spPr>
        <p:txBody>
          <a:bodyPr vert="horz" wrap="square" lIns="0" tIns="12065" rIns="0" bIns="0" rtlCol="0">
            <a:spAutoFit/>
          </a:bodyPr>
          <a:lstStyle/>
          <a:p>
            <a:pPr marL="12700">
              <a:lnSpc>
                <a:spcPct val="100000"/>
              </a:lnSpc>
              <a:spcBef>
                <a:spcPts val="95"/>
              </a:spcBef>
            </a:pPr>
            <a:r>
              <a:rPr spc="-35" dirty="0"/>
              <a:t>单极性转换示例</a:t>
            </a:r>
          </a:p>
        </p:txBody>
      </p:sp>
      <p:sp>
        <p:nvSpPr>
          <p:cNvPr id="3" name="object 3"/>
          <p:cNvSpPr txBox="1"/>
          <p:nvPr/>
        </p:nvSpPr>
        <p:spPr>
          <a:xfrm>
            <a:off x="554990" y="2518664"/>
            <a:ext cx="5657215" cy="1780539"/>
          </a:xfrm>
          <a:prstGeom prst="rect">
            <a:avLst/>
          </a:prstGeom>
        </p:spPr>
        <p:txBody>
          <a:bodyPr vert="horz" wrap="square" lIns="0" tIns="12065" rIns="0" bIns="0" rtlCol="0">
            <a:spAutoFit/>
          </a:bodyPr>
          <a:lstStyle/>
          <a:p>
            <a:pPr marL="12700" marR="242570">
              <a:lnSpc>
                <a:spcPct val="120000"/>
              </a:lnSpc>
              <a:spcBef>
                <a:spcPts val="95"/>
              </a:spcBef>
            </a:pPr>
            <a:r>
              <a:rPr sz="2400" dirty="0">
                <a:solidFill>
                  <a:srgbClr val="0000CC"/>
                </a:solidFill>
                <a:latin typeface="Noto Sans Mono CJK HK"/>
                <a:cs typeface="Noto Sans Mono CJK HK"/>
              </a:rPr>
              <a:t>基准电压</a:t>
            </a:r>
            <a:r>
              <a:rPr sz="2400" spc="-10" dirty="0">
                <a:solidFill>
                  <a:srgbClr val="0000CC"/>
                </a:solidFill>
                <a:latin typeface="Arial" panose="020B0604020202020204"/>
                <a:cs typeface="Arial" panose="020B0604020202020204"/>
              </a:rPr>
              <a:t>VREF(+)</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5V</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VREF(</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0V</a:t>
            </a:r>
            <a:r>
              <a:rPr sz="2400" dirty="0">
                <a:solidFill>
                  <a:srgbClr val="0000CC"/>
                </a:solidFill>
                <a:latin typeface="Noto Sans Mono CJK HK"/>
                <a:cs typeface="Noto Sans Mono CJK HK"/>
              </a:rPr>
              <a:t>输入模拟电压</a:t>
            </a:r>
            <a:r>
              <a:rPr sz="2400" spc="-10" dirty="0">
                <a:solidFill>
                  <a:srgbClr val="0000CC"/>
                </a:solidFill>
                <a:latin typeface="Arial" panose="020B0604020202020204"/>
                <a:cs typeface="Arial" panose="020B0604020202020204"/>
              </a:rPr>
              <a:t>Vin</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1.5V</a:t>
            </a:r>
            <a:endParaRPr sz="2400">
              <a:latin typeface="Arial" panose="020B0604020202020204"/>
              <a:cs typeface="Arial" panose="020B0604020202020204"/>
            </a:endParaRPr>
          </a:p>
          <a:p>
            <a:pPr marL="1155065">
              <a:lnSpc>
                <a:spcPct val="100000"/>
              </a:lnSpc>
              <a:spcBef>
                <a:spcPts val="575"/>
              </a:spcBef>
            </a:pPr>
            <a:r>
              <a:rPr sz="2400" dirty="0">
                <a:solidFill>
                  <a:srgbClr val="0000CC"/>
                </a:solidFill>
                <a:latin typeface="Arial" panose="020B0604020202020204"/>
                <a:cs typeface="Arial" panose="020B0604020202020204"/>
              </a:rPr>
              <a:t>N</a:t>
            </a:r>
            <a:r>
              <a:rPr sz="2400" spc="-20" dirty="0">
                <a:solidFill>
                  <a:srgbClr val="0000CC"/>
                </a:solidFill>
                <a:latin typeface="Arial" panose="020B0604020202020204"/>
                <a:cs typeface="Arial" panose="020B0604020202020204"/>
              </a:rPr>
              <a:t> </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1.5</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0</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5</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0</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256</a:t>
            </a:r>
            <a:endParaRPr sz="2400">
              <a:latin typeface="Arial" panose="020B0604020202020204"/>
              <a:cs typeface="Arial" panose="020B0604020202020204"/>
            </a:endParaRPr>
          </a:p>
          <a:p>
            <a:pPr marL="1536065">
              <a:lnSpc>
                <a:spcPct val="100000"/>
              </a:lnSpc>
              <a:spcBef>
                <a:spcPts val="575"/>
              </a:spcBef>
            </a:pP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76.8≈77</a:t>
            </a:r>
            <a:r>
              <a:rPr sz="2400" spc="-10" dirty="0">
                <a:solidFill>
                  <a:srgbClr val="0000CC"/>
                </a:solidFill>
                <a:latin typeface="Noto Sans Mono CJK HK"/>
                <a:cs typeface="Noto Sans Mono CJK HK"/>
              </a:rPr>
              <a:t>＝</a:t>
            </a:r>
            <a:r>
              <a:rPr sz="2400" spc="-10" dirty="0">
                <a:solidFill>
                  <a:srgbClr val="0000CC"/>
                </a:solidFill>
                <a:latin typeface="Arial" panose="020B0604020202020204"/>
                <a:cs typeface="Arial" panose="020B0604020202020204"/>
              </a:rPr>
              <a:t>4DH</a:t>
            </a:r>
            <a:endParaRPr sz="2400">
              <a:latin typeface="Arial" panose="020B0604020202020204"/>
              <a:cs typeface="Arial" panose="020B0604020202020204"/>
            </a:endParaRPr>
          </a:p>
        </p:txBody>
      </p:sp>
      <p:pic>
        <p:nvPicPr>
          <p:cNvPr id="4" name="object 4"/>
          <p:cNvPicPr/>
          <p:nvPr/>
        </p:nvPicPr>
        <p:blipFill>
          <a:blip r:embed="rId2" cstate="print"/>
          <a:stretch>
            <a:fillRect/>
          </a:stretch>
        </p:blipFill>
        <p:spPr>
          <a:xfrm>
            <a:off x="689224" y="1284421"/>
            <a:ext cx="3590555" cy="95314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90</a:t>
            </a:fld>
            <a:endParaRPr spc="-25"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60435" y="2642793"/>
            <a:ext cx="5207000" cy="574040"/>
          </a:xfrm>
          <a:prstGeom prst="rect">
            <a:avLst/>
          </a:prstGeom>
        </p:spPr>
        <p:txBody>
          <a:bodyPr vert="horz" wrap="square" lIns="0" tIns="12700" rIns="0" bIns="0" rtlCol="0">
            <a:spAutoFit/>
          </a:bodyPr>
          <a:lstStyle/>
          <a:p>
            <a:pPr marL="12700">
              <a:lnSpc>
                <a:spcPct val="100000"/>
              </a:lnSpc>
              <a:spcBef>
                <a:spcPts val="100"/>
              </a:spcBef>
            </a:pPr>
            <a:r>
              <a:rPr sz="3600" spc="-20" dirty="0">
                <a:latin typeface="Arial" panose="020B0604020202020204"/>
                <a:cs typeface="Arial" panose="020B0604020202020204"/>
              </a:rPr>
              <a:t>ADC0809</a:t>
            </a:r>
            <a:r>
              <a:rPr sz="3600" spc="-10" dirty="0"/>
              <a:t>的接口设计实例</a:t>
            </a:r>
            <a:endParaRPr sz="3600">
              <a:latin typeface="Arial" panose="020B0604020202020204"/>
              <a:cs typeface="Arial" panose="020B0604020202020204"/>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91</a:t>
            </a:fld>
            <a:endParaRPr spc="-25"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209" y="169671"/>
            <a:ext cx="4430395" cy="442595"/>
          </a:xfrm>
          <a:prstGeom prst="rect">
            <a:avLst/>
          </a:prstGeom>
        </p:spPr>
        <p:txBody>
          <a:bodyPr vert="horz" wrap="square" lIns="0" tIns="12065" rIns="0" bIns="0" rtlCol="0">
            <a:spAutoFit/>
          </a:bodyPr>
          <a:lstStyle/>
          <a:p>
            <a:pPr marL="12700">
              <a:lnSpc>
                <a:spcPct val="100000"/>
              </a:lnSpc>
              <a:spcBef>
                <a:spcPts val="95"/>
              </a:spcBef>
            </a:pPr>
            <a:r>
              <a:rPr dirty="0">
                <a:solidFill>
                  <a:srgbClr val="0000FF"/>
                </a:solidFill>
                <a:latin typeface="Arial" panose="020B0604020202020204"/>
                <a:cs typeface="Arial" panose="020B0604020202020204"/>
              </a:rPr>
              <a:t>9.4.5</a:t>
            </a:r>
            <a:r>
              <a:rPr spc="5" dirty="0">
                <a:solidFill>
                  <a:srgbClr val="0000FF"/>
                </a:solidFill>
                <a:latin typeface="Arial" panose="020B0604020202020204"/>
                <a:cs typeface="Arial" panose="020B0604020202020204"/>
              </a:rPr>
              <a:t> </a:t>
            </a:r>
            <a:r>
              <a:rPr spc="-20" dirty="0">
                <a:latin typeface="Arial" panose="020B0604020202020204"/>
                <a:cs typeface="Arial" panose="020B0604020202020204"/>
              </a:rPr>
              <a:t>ADC0809</a:t>
            </a:r>
            <a:r>
              <a:rPr spc="-35" dirty="0"/>
              <a:t>的接口设计</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92</a:t>
            </a:fld>
            <a:endParaRPr spc="-25" dirty="0"/>
          </a:p>
        </p:txBody>
      </p:sp>
      <p:sp>
        <p:nvSpPr>
          <p:cNvPr id="3" name="object 3"/>
          <p:cNvSpPr txBox="1"/>
          <p:nvPr/>
        </p:nvSpPr>
        <p:spPr>
          <a:xfrm>
            <a:off x="554990" y="1016317"/>
            <a:ext cx="7988300" cy="1486535"/>
          </a:xfrm>
          <a:prstGeom prst="rect">
            <a:avLst/>
          </a:prstGeom>
        </p:spPr>
        <p:txBody>
          <a:bodyPr vert="horz" wrap="square" lIns="0" tIns="13335" rIns="0" bIns="0" rtlCol="0">
            <a:spAutoFit/>
          </a:bodyPr>
          <a:lstStyle/>
          <a:p>
            <a:pPr marL="355600" marR="5080" indent="-342900" algn="just">
              <a:lnSpc>
                <a:spcPct val="100000"/>
              </a:lnSpc>
              <a:spcBef>
                <a:spcPts val="105"/>
              </a:spcBef>
              <a:buFont typeface="Wingdings" panose="05000000000000000000"/>
              <a:buChar char=""/>
              <a:tabLst>
                <a:tab pos="355600" algn="l"/>
                <a:tab pos="828675" algn="l"/>
              </a:tabLst>
            </a:pPr>
            <a:r>
              <a:rPr sz="2400" dirty="0">
                <a:solidFill>
                  <a:srgbClr val="0000CC"/>
                </a:solidFill>
                <a:latin typeface="Arial" panose="020B0604020202020204"/>
                <a:cs typeface="Arial" panose="020B0604020202020204"/>
              </a:rPr>
              <a:t>	ADC0809</a:t>
            </a:r>
            <a:r>
              <a:rPr sz="2400" dirty="0">
                <a:solidFill>
                  <a:srgbClr val="0000CC"/>
                </a:solidFill>
                <a:latin typeface="Noto Sans Mono CJK HK"/>
                <a:cs typeface="Noto Sans Mono CJK HK"/>
              </a:rPr>
              <a:t>的接口设计就是设计</a:t>
            </a:r>
            <a:r>
              <a:rPr sz="2400" dirty="0">
                <a:solidFill>
                  <a:srgbClr val="0000CC"/>
                </a:solidFill>
                <a:latin typeface="Arial" panose="020B0604020202020204"/>
                <a:cs typeface="Arial" panose="020B0604020202020204"/>
              </a:rPr>
              <a:t>ADC0809</a:t>
            </a:r>
            <a:r>
              <a:rPr sz="2400" spc="-229" dirty="0">
                <a:solidFill>
                  <a:srgbClr val="0000CC"/>
                </a:solidFill>
                <a:latin typeface="Noto Sans Mono CJK HK"/>
                <a:cs typeface="Noto Sans Mono CJK HK"/>
              </a:rPr>
              <a:t>与微机系统的</a:t>
            </a:r>
            <a:r>
              <a:rPr sz="2400" dirty="0">
                <a:solidFill>
                  <a:srgbClr val="FF0000"/>
                </a:solidFill>
                <a:latin typeface="Noto Sans Mono CJK HK"/>
                <a:cs typeface="Noto Sans Mono CJK HK"/>
              </a:rPr>
              <a:t>接</a:t>
            </a:r>
            <a:r>
              <a:rPr sz="2400" dirty="0">
                <a:solidFill>
                  <a:srgbClr val="FF0000"/>
                </a:solidFill>
                <a:latin typeface="Noto Sans Mono CJK HK"/>
                <a:cs typeface="Noto Sans Mono CJK HK"/>
                <a:hlinkClick r:id="rId2" action="ppaction://hlinksldjump"/>
              </a:rPr>
              <a:t>口电路</a:t>
            </a:r>
            <a:r>
              <a:rPr sz="2400" dirty="0">
                <a:solidFill>
                  <a:srgbClr val="0000CC"/>
                </a:solidFill>
                <a:latin typeface="Noto Sans Mono CJK HK"/>
                <a:cs typeface="Noto Sans Mono CJK HK"/>
                <a:hlinkClick r:id="rId2" action="ppaction://hlinksldjump"/>
              </a:rPr>
              <a:t>并编制相应的</a:t>
            </a:r>
            <a:r>
              <a:rPr sz="2400" dirty="0">
                <a:solidFill>
                  <a:srgbClr val="FF0000"/>
                </a:solidFill>
                <a:latin typeface="Noto Sans Mono CJK HK"/>
                <a:cs typeface="Noto Sans Mono CJK HK"/>
                <a:hlinkClick r:id="rId2" action="ppaction://hlinksldjump"/>
              </a:rPr>
              <a:t>驱动程序</a:t>
            </a:r>
            <a:r>
              <a:rPr sz="2400" spc="-5" dirty="0">
                <a:solidFill>
                  <a:srgbClr val="0000CC"/>
                </a:solidFill>
                <a:latin typeface="Noto Sans Mono CJK HK"/>
                <a:cs typeface="Noto Sans Mono CJK HK"/>
                <a:hlinkClick r:id="rId2" action="ppaction://hlinksldjump"/>
              </a:rPr>
              <a:t>，通过软硬件的配合按其</a:t>
            </a:r>
            <a:r>
              <a:rPr sz="2400" u="heavy" spc="40" dirty="0">
                <a:solidFill>
                  <a:srgbClr val="0000FF"/>
                </a:solidFill>
                <a:uFill>
                  <a:solidFill>
                    <a:srgbClr val="0000FF"/>
                  </a:solidFill>
                </a:uFill>
                <a:latin typeface="Noto Sans Mono CJK HK"/>
                <a:cs typeface="Noto Sans Mono CJK HK"/>
                <a:hlinkClick r:id="rId2" action="ppaction://hlinksldjump"/>
              </a:rPr>
              <a:t>工作时序</a:t>
            </a:r>
            <a:r>
              <a:rPr sz="2400" u="none" spc="60" dirty="0">
                <a:solidFill>
                  <a:srgbClr val="0000CC"/>
                </a:solidFill>
                <a:latin typeface="Noto Sans Mono CJK HK"/>
                <a:cs typeface="Noto Sans Mono CJK HK"/>
                <a:hlinkClick r:id="rId2" action="ppaction://hlinksldjump"/>
              </a:rPr>
              <a:t>的要求向</a:t>
            </a:r>
            <a:r>
              <a:rPr sz="2400" u="none" spc="45" dirty="0">
                <a:solidFill>
                  <a:srgbClr val="0000CC"/>
                </a:solidFill>
                <a:latin typeface="Arial" panose="020B0604020202020204"/>
                <a:cs typeface="Arial" panose="020B0604020202020204"/>
                <a:hlinkClick r:id="rId2" action="ppaction://hlinksldjump"/>
              </a:rPr>
              <a:t>ADC0809</a:t>
            </a:r>
            <a:r>
              <a:rPr sz="2400" u="none" spc="55" dirty="0">
                <a:solidFill>
                  <a:srgbClr val="0000CC"/>
                </a:solidFill>
                <a:latin typeface="Noto Sans Mono CJK HK"/>
                <a:cs typeface="Noto Sans Mono CJK HK"/>
                <a:hlinkClick r:id="rId2" action="ppaction://hlinksldjump"/>
              </a:rPr>
              <a:t>提供相应的控制信号以完成</a:t>
            </a:r>
            <a:r>
              <a:rPr sz="2400" u="none" dirty="0">
                <a:solidFill>
                  <a:srgbClr val="0000CC"/>
                </a:solidFill>
                <a:latin typeface="Noto Sans Mono CJK HK"/>
                <a:cs typeface="Noto Sans Mono CJK HK"/>
                <a:hlinkClick r:id="rId2" action="ppaction://hlinksldjump"/>
              </a:rPr>
              <a:t>通</a:t>
            </a:r>
            <a:r>
              <a:rPr sz="2400" u="none" spc="-5" dirty="0">
                <a:solidFill>
                  <a:srgbClr val="0000CC"/>
                </a:solidFill>
                <a:latin typeface="Noto Sans Mono CJK HK"/>
                <a:cs typeface="Noto Sans Mono CJK HK"/>
              </a:rPr>
              <a:t>道选择及启动转换，并获取其工作状态和读取转换结果</a:t>
            </a:r>
            <a:r>
              <a:rPr sz="2400" u="none" spc="-50" dirty="0">
                <a:solidFill>
                  <a:srgbClr val="0000CC"/>
                </a:solidFill>
                <a:latin typeface="Noto Sans Mono CJK HK"/>
                <a:cs typeface="Noto Sans Mono CJK HK"/>
              </a:rPr>
              <a:t>。</a:t>
            </a:r>
            <a:endParaRPr sz="2400">
              <a:latin typeface="Noto Sans Mono CJK HK"/>
              <a:cs typeface="Noto Sans Mono CJK HK"/>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4819" y="175260"/>
            <a:ext cx="7018020" cy="451484"/>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00CC"/>
                </a:solidFill>
                <a:latin typeface="Arial" panose="020B0604020202020204"/>
                <a:cs typeface="Arial" panose="020B0604020202020204"/>
              </a:rPr>
              <a:t>1</a:t>
            </a:r>
            <a:r>
              <a:rPr sz="2800" spc="70" dirty="0">
                <a:solidFill>
                  <a:srgbClr val="0000CC"/>
                </a:solidFill>
                <a:latin typeface="Arial" panose="020B0604020202020204"/>
                <a:cs typeface="Arial" panose="020B0604020202020204"/>
              </a:rPr>
              <a:t>. </a:t>
            </a:r>
            <a:r>
              <a:rPr sz="2800" spc="-25" dirty="0">
                <a:solidFill>
                  <a:srgbClr val="0000CC"/>
                </a:solidFill>
                <a:latin typeface="Arial" panose="020B0604020202020204"/>
                <a:cs typeface="Arial" panose="020B0604020202020204"/>
              </a:rPr>
              <a:t>8088</a:t>
            </a:r>
            <a:r>
              <a:rPr sz="2800" spc="-30" dirty="0">
                <a:solidFill>
                  <a:srgbClr val="0000CC"/>
                </a:solidFill>
                <a:latin typeface="Noto Sans Mono CJK HK"/>
                <a:cs typeface="Noto Sans Mono CJK HK"/>
              </a:rPr>
              <a:t>微处理器与</a:t>
            </a:r>
            <a:r>
              <a:rPr sz="2800" spc="-20" dirty="0">
                <a:solidFill>
                  <a:srgbClr val="0000CC"/>
                </a:solidFill>
                <a:latin typeface="Arial" panose="020B0604020202020204"/>
                <a:cs typeface="Arial" panose="020B0604020202020204"/>
              </a:rPr>
              <a:t>ADC0809</a:t>
            </a:r>
            <a:r>
              <a:rPr sz="2800" spc="-35" dirty="0">
                <a:solidFill>
                  <a:srgbClr val="0000CC"/>
                </a:solidFill>
                <a:latin typeface="Noto Sans Mono CJK HK"/>
                <a:cs typeface="Noto Sans Mono CJK HK"/>
              </a:rPr>
              <a:t>的硬件接口实例</a:t>
            </a:r>
            <a:endParaRPr sz="2800">
              <a:latin typeface="Noto Sans Mono CJK HK"/>
              <a:cs typeface="Noto Sans Mono CJK HK"/>
            </a:endParaRPr>
          </a:p>
        </p:txBody>
      </p:sp>
      <p:grpSp>
        <p:nvGrpSpPr>
          <p:cNvPr id="3" name="object 3"/>
          <p:cNvGrpSpPr/>
          <p:nvPr/>
        </p:nvGrpSpPr>
        <p:grpSpPr>
          <a:xfrm>
            <a:off x="926591" y="1271016"/>
            <a:ext cx="6554470" cy="4425950"/>
            <a:chOff x="926591" y="1271016"/>
            <a:chExt cx="6554470" cy="4425950"/>
          </a:xfrm>
        </p:grpSpPr>
        <p:pic>
          <p:nvPicPr>
            <p:cNvPr id="4" name="object 4"/>
            <p:cNvPicPr/>
            <p:nvPr/>
          </p:nvPicPr>
          <p:blipFill>
            <a:blip r:embed="rId2" cstate="print"/>
            <a:stretch>
              <a:fillRect/>
            </a:stretch>
          </p:blipFill>
          <p:spPr>
            <a:xfrm>
              <a:off x="926591" y="1271016"/>
              <a:ext cx="6554423" cy="4261104"/>
            </a:xfrm>
            <a:prstGeom prst="rect">
              <a:avLst/>
            </a:prstGeom>
          </p:spPr>
        </p:pic>
        <p:pic>
          <p:nvPicPr>
            <p:cNvPr id="5" name="object 5"/>
            <p:cNvPicPr/>
            <p:nvPr/>
          </p:nvPicPr>
          <p:blipFill>
            <a:blip r:embed="rId3" cstate="print"/>
            <a:stretch>
              <a:fillRect/>
            </a:stretch>
          </p:blipFill>
          <p:spPr>
            <a:xfrm>
              <a:off x="4070603" y="5366004"/>
              <a:ext cx="405384" cy="330707"/>
            </a:xfrm>
            <a:prstGeom prst="rect">
              <a:avLst/>
            </a:prstGeom>
          </p:spPr>
        </p:pic>
        <p:pic>
          <p:nvPicPr>
            <p:cNvPr id="6" name="object 6"/>
            <p:cNvPicPr/>
            <p:nvPr/>
          </p:nvPicPr>
          <p:blipFill>
            <a:blip r:embed="rId4" cstate="print"/>
            <a:stretch>
              <a:fillRect/>
            </a:stretch>
          </p:blipFill>
          <p:spPr>
            <a:xfrm>
              <a:off x="3724376" y="2306180"/>
              <a:ext cx="713231" cy="330708"/>
            </a:xfrm>
            <a:prstGeom prst="rect">
              <a:avLst/>
            </a:prstGeom>
          </p:spPr>
        </p:pic>
      </p:grpSp>
      <p:pic>
        <p:nvPicPr>
          <p:cNvPr id="7" name="object 7"/>
          <p:cNvPicPr/>
          <p:nvPr/>
        </p:nvPicPr>
        <p:blipFill>
          <a:blip r:embed="rId5" cstate="print"/>
          <a:stretch>
            <a:fillRect/>
          </a:stretch>
        </p:blipFill>
        <p:spPr>
          <a:xfrm>
            <a:off x="8163920" y="5439008"/>
            <a:ext cx="635753" cy="635753"/>
          </a:xfrm>
          <a:prstGeom prst="rect">
            <a:avLst/>
          </a:prstGeom>
        </p:spPr>
      </p:pic>
      <p:sp>
        <p:nvSpPr>
          <p:cNvPr id="8" name="object 8"/>
          <p:cNvSpPr/>
          <p:nvPr/>
        </p:nvSpPr>
        <p:spPr>
          <a:xfrm>
            <a:off x="7717688" y="4459351"/>
            <a:ext cx="1179830" cy="458470"/>
          </a:xfrm>
          <a:custGeom>
            <a:avLst/>
            <a:gdLst/>
            <a:ahLst/>
            <a:cxnLst/>
            <a:rect l="l" t="t" r="r" b="b"/>
            <a:pathLst>
              <a:path w="1179829" h="458470">
                <a:moveTo>
                  <a:pt x="1179550" y="379730"/>
                </a:moveTo>
                <a:lnTo>
                  <a:pt x="1179449" y="74930"/>
                </a:lnTo>
                <a:lnTo>
                  <a:pt x="1177353" y="60960"/>
                </a:lnTo>
                <a:lnTo>
                  <a:pt x="1177074" y="59690"/>
                </a:lnTo>
                <a:lnTo>
                  <a:pt x="1167942" y="38100"/>
                </a:lnTo>
                <a:lnTo>
                  <a:pt x="1165987" y="34290"/>
                </a:lnTo>
                <a:lnTo>
                  <a:pt x="1163764" y="31750"/>
                </a:lnTo>
                <a:lnTo>
                  <a:pt x="1161402" y="27940"/>
                </a:lnTo>
                <a:lnTo>
                  <a:pt x="1158900" y="25400"/>
                </a:lnTo>
                <a:lnTo>
                  <a:pt x="1141247" y="11430"/>
                </a:lnTo>
                <a:lnTo>
                  <a:pt x="1137907" y="8890"/>
                </a:lnTo>
                <a:lnTo>
                  <a:pt x="1134478" y="7620"/>
                </a:lnTo>
                <a:lnTo>
                  <a:pt x="1130731" y="5080"/>
                </a:lnTo>
                <a:lnTo>
                  <a:pt x="1127099" y="3810"/>
                </a:lnTo>
                <a:lnTo>
                  <a:pt x="1123607" y="2540"/>
                </a:lnTo>
                <a:lnTo>
                  <a:pt x="1119822" y="1270"/>
                </a:lnTo>
                <a:lnTo>
                  <a:pt x="1115974" y="1270"/>
                </a:lnTo>
                <a:lnTo>
                  <a:pt x="1112037" y="0"/>
                </a:lnTo>
                <a:lnTo>
                  <a:pt x="67652" y="0"/>
                </a:lnTo>
                <a:lnTo>
                  <a:pt x="63715" y="1270"/>
                </a:lnTo>
                <a:lnTo>
                  <a:pt x="59626" y="1270"/>
                </a:lnTo>
                <a:lnTo>
                  <a:pt x="56070" y="2540"/>
                </a:lnTo>
                <a:lnTo>
                  <a:pt x="48729" y="5080"/>
                </a:lnTo>
                <a:lnTo>
                  <a:pt x="45186" y="7620"/>
                </a:lnTo>
                <a:lnTo>
                  <a:pt x="41744" y="8890"/>
                </a:lnTo>
                <a:lnTo>
                  <a:pt x="38201" y="11430"/>
                </a:lnTo>
                <a:lnTo>
                  <a:pt x="35166" y="12700"/>
                </a:lnTo>
                <a:lnTo>
                  <a:pt x="15824" y="31750"/>
                </a:lnTo>
                <a:lnTo>
                  <a:pt x="13589" y="34290"/>
                </a:lnTo>
                <a:lnTo>
                  <a:pt x="11506" y="38100"/>
                </a:lnTo>
                <a:lnTo>
                  <a:pt x="9588" y="40640"/>
                </a:lnTo>
                <a:lnTo>
                  <a:pt x="7823" y="44450"/>
                </a:lnTo>
                <a:lnTo>
                  <a:pt x="0" y="74930"/>
                </a:lnTo>
                <a:lnTo>
                  <a:pt x="0" y="383540"/>
                </a:lnTo>
                <a:lnTo>
                  <a:pt x="9474" y="416560"/>
                </a:lnTo>
                <a:lnTo>
                  <a:pt x="11506" y="420370"/>
                </a:lnTo>
                <a:lnTo>
                  <a:pt x="13462" y="424180"/>
                </a:lnTo>
                <a:lnTo>
                  <a:pt x="15684" y="426720"/>
                </a:lnTo>
                <a:lnTo>
                  <a:pt x="18046" y="429260"/>
                </a:lnTo>
                <a:lnTo>
                  <a:pt x="20548" y="433070"/>
                </a:lnTo>
                <a:lnTo>
                  <a:pt x="23342" y="435610"/>
                </a:lnTo>
                <a:lnTo>
                  <a:pt x="25946" y="438150"/>
                </a:lnTo>
                <a:lnTo>
                  <a:pt x="28841" y="440690"/>
                </a:lnTo>
                <a:lnTo>
                  <a:pt x="31851" y="443230"/>
                </a:lnTo>
                <a:lnTo>
                  <a:pt x="34975" y="445770"/>
                </a:lnTo>
                <a:lnTo>
                  <a:pt x="38201" y="447040"/>
                </a:lnTo>
                <a:lnTo>
                  <a:pt x="41541" y="449580"/>
                </a:lnTo>
                <a:lnTo>
                  <a:pt x="48514" y="452120"/>
                </a:lnTo>
                <a:lnTo>
                  <a:pt x="52133" y="454660"/>
                </a:lnTo>
                <a:lnTo>
                  <a:pt x="55841" y="455930"/>
                </a:lnTo>
                <a:lnTo>
                  <a:pt x="59626" y="455930"/>
                </a:lnTo>
                <a:lnTo>
                  <a:pt x="67411" y="458470"/>
                </a:lnTo>
                <a:lnTo>
                  <a:pt x="1111808" y="458470"/>
                </a:lnTo>
                <a:lnTo>
                  <a:pt x="1115974" y="457200"/>
                </a:lnTo>
                <a:lnTo>
                  <a:pt x="1119593" y="455930"/>
                </a:lnTo>
                <a:lnTo>
                  <a:pt x="1123391" y="455930"/>
                </a:lnTo>
                <a:lnTo>
                  <a:pt x="1127099" y="454660"/>
                </a:lnTo>
                <a:lnTo>
                  <a:pt x="1130731" y="452120"/>
                </a:lnTo>
                <a:lnTo>
                  <a:pt x="1137704" y="449580"/>
                </a:lnTo>
                <a:lnTo>
                  <a:pt x="1141056" y="447040"/>
                </a:lnTo>
                <a:lnTo>
                  <a:pt x="1144295" y="445770"/>
                </a:lnTo>
                <a:lnTo>
                  <a:pt x="1145946" y="444500"/>
                </a:lnTo>
                <a:lnTo>
                  <a:pt x="1147610" y="443230"/>
                </a:lnTo>
                <a:lnTo>
                  <a:pt x="1150442" y="440690"/>
                </a:lnTo>
                <a:lnTo>
                  <a:pt x="1153337" y="438150"/>
                </a:lnTo>
                <a:lnTo>
                  <a:pt x="1156106" y="435610"/>
                </a:lnTo>
                <a:lnTo>
                  <a:pt x="1158748" y="433070"/>
                </a:lnTo>
                <a:lnTo>
                  <a:pt x="1160005" y="431800"/>
                </a:lnTo>
                <a:lnTo>
                  <a:pt x="1161262" y="430530"/>
                </a:lnTo>
                <a:lnTo>
                  <a:pt x="1163637" y="426720"/>
                </a:lnTo>
                <a:lnTo>
                  <a:pt x="1165860" y="424180"/>
                </a:lnTo>
                <a:lnTo>
                  <a:pt x="1167942" y="420370"/>
                </a:lnTo>
                <a:lnTo>
                  <a:pt x="1168895" y="419100"/>
                </a:lnTo>
                <a:lnTo>
                  <a:pt x="1169860" y="417830"/>
                </a:lnTo>
                <a:lnTo>
                  <a:pt x="1171638" y="414020"/>
                </a:lnTo>
                <a:lnTo>
                  <a:pt x="1173238" y="410210"/>
                </a:lnTo>
                <a:lnTo>
                  <a:pt x="1174673" y="406400"/>
                </a:lnTo>
                <a:lnTo>
                  <a:pt x="1175512" y="403860"/>
                </a:lnTo>
                <a:lnTo>
                  <a:pt x="1175931" y="402590"/>
                </a:lnTo>
                <a:lnTo>
                  <a:pt x="1179436" y="383540"/>
                </a:lnTo>
                <a:lnTo>
                  <a:pt x="1179550" y="379730"/>
                </a:lnTo>
                <a:close/>
              </a:path>
            </a:pathLst>
          </a:custGeom>
          <a:solidFill>
            <a:srgbClr val="0000FF"/>
          </a:solidFill>
        </p:spPr>
        <p:txBody>
          <a:bodyPr wrap="square" lIns="0" tIns="0" rIns="0" bIns="0" rtlCol="0"/>
          <a:lstStyle/>
          <a:p>
            <a:endParaRPr/>
          </a:p>
        </p:txBody>
      </p:sp>
      <p:sp>
        <p:nvSpPr>
          <p:cNvPr id="9" name="object 9"/>
          <p:cNvSpPr txBox="1"/>
          <p:nvPr/>
        </p:nvSpPr>
        <p:spPr>
          <a:xfrm>
            <a:off x="7846097" y="4434979"/>
            <a:ext cx="939800"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FFFFFF"/>
                </a:solidFill>
                <a:latin typeface="Noto Sans Mono CJK HK"/>
                <a:cs typeface="Noto Sans Mono CJK HK"/>
              </a:rPr>
              <a:t>时序图</a:t>
            </a:r>
            <a:endParaRPr sz="2400">
              <a:latin typeface="Noto Sans Mono CJK HK"/>
              <a:cs typeface="Noto Sans Mono CJK HK"/>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93</a:t>
            </a:fld>
            <a:endParaRPr spc="-25"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5282" y="1137716"/>
            <a:ext cx="7976234" cy="3896360"/>
          </a:xfrm>
          <a:prstGeom prst="rect">
            <a:avLst/>
          </a:prstGeom>
        </p:spPr>
        <p:txBody>
          <a:bodyPr vert="horz" wrap="square" lIns="0" tIns="12700" rIns="0" bIns="0" rtlCol="0">
            <a:spAutoFit/>
          </a:bodyPr>
          <a:lstStyle/>
          <a:p>
            <a:pPr marL="12700">
              <a:lnSpc>
                <a:spcPct val="100000"/>
              </a:lnSpc>
              <a:spcBef>
                <a:spcPts val="100"/>
              </a:spcBef>
            </a:pPr>
            <a:r>
              <a:rPr sz="2400" spc="-60" dirty="0">
                <a:solidFill>
                  <a:srgbClr val="0000FF"/>
                </a:solidFill>
                <a:latin typeface="Arial" panose="020B0604020202020204"/>
                <a:cs typeface="Arial" panose="020B0604020202020204"/>
              </a:rPr>
              <a:t>START</a:t>
            </a:r>
            <a:r>
              <a:rPr sz="2400" dirty="0">
                <a:solidFill>
                  <a:srgbClr val="0000FF"/>
                </a:solidFill>
                <a:latin typeface="Noto Sans Mono CJK HK"/>
                <a:cs typeface="Noto Sans Mono CJK HK"/>
              </a:rPr>
              <a:t>信号与</a:t>
            </a:r>
            <a:r>
              <a:rPr sz="2400" spc="-10" dirty="0">
                <a:solidFill>
                  <a:srgbClr val="0000FF"/>
                </a:solidFill>
                <a:latin typeface="Arial" panose="020B0604020202020204"/>
                <a:cs typeface="Arial" panose="020B0604020202020204"/>
              </a:rPr>
              <a:t>ALE</a:t>
            </a:r>
            <a:r>
              <a:rPr sz="2400" spc="-5" dirty="0">
                <a:solidFill>
                  <a:srgbClr val="0000FF"/>
                </a:solidFill>
                <a:latin typeface="Noto Sans Mono CJK HK"/>
                <a:cs typeface="Noto Sans Mono CJK HK"/>
              </a:rPr>
              <a:t>信号相连，通道选择的同时，启动转换。</a:t>
            </a:r>
            <a:endParaRPr sz="2400">
              <a:latin typeface="Noto Sans Mono CJK HK"/>
              <a:cs typeface="Noto Sans Mono CJK HK"/>
            </a:endParaRPr>
          </a:p>
          <a:p>
            <a:pPr marL="12700" marR="5080">
              <a:lnSpc>
                <a:spcPct val="125000"/>
              </a:lnSpc>
              <a:spcBef>
                <a:spcPts val="1200"/>
              </a:spcBef>
            </a:pPr>
            <a:r>
              <a:rPr sz="2400" dirty="0">
                <a:solidFill>
                  <a:srgbClr val="0000FF"/>
                </a:solidFill>
                <a:latin typeface="Noto Sans Mono CJK HK"/>
                <a:cs typeface="Noto Sans Mono CJK HK"/>
              </a:rPr>
              <a:t>转换结束信号</a:t>
            </a:r>
            <a:r>
              <a:rPr sz="2400" dirty="0">
                <a:solidFill>
                  <a:srgbClr val="0000FF"/>
                </a:solidFill>
                <a:latin typeface="Arial" panose="020B0604020202020204"/>
                <a:cs typeface="Arial" panose="020B0604020202020204"/>
              </a:rPr>
              <a:t>EOC</a:t>
            </a:r>
            <a:r>
              <a:rPr sz="2400" dirty="0">
                <a:solidFill>
                  <a:srgbClr val="0000FF"/>
                </a:solidFill>
                <a:latin typeface="Noto Sans Mono CJK HK"/>
                <a:cs typeface="Noto Sans Mono CJK HK"/>
              </a:rPr>
              <a:t>接</a:t>
            </a:r>
            <a:r>
              <a:rPr sz="2400" dirty="0">
                <a:solidFill>
                  <a:srgbClr val="0000FF"/>
                </a:solidFill>
                <a:latin typeface="Arial" panose="020B0604020202020204"/>
                <a:cs typeface="Arial" panose="020B0604020202020204"/>
              </a:rPr>
              <a:t>8255</a:t>
            </a:r>
            <a:r>
              <a:rPr sz="2400" dirty="0">
                <a:solidFill>
                  <a:srgbClr val="0000FF"/>
                </a:solidFill>
                <a:latin typeface="Noto Sans Mono CJK HK"/>
                <a:cs typeface="Noto Sans Mono CJK HK"/>
              </a:rPr>
              <a:t>的</a:t>
            </a:r>
            <a:r>
              <a:rPr sz="2400" dirty="0">
                <a:solidFill>
                  <a:srgbClr val="0000FF"/>
                </a:solidFill>
                <a:latin typeface="Arial" panose="020B0604020202020204"/>
                <a:cs typeface="Arial" panose="020B0604020202020204"/>
              </a:rPr>
              <a:t>PB0</a:t>
            </a:r>
            <a:r>
              <a:rPr sz="2400" dirty="0">
                <a:solidFill>
                  <a:srgbClr val="0000FF"/>
                </a:solidFill>
                <a:latin typeface="Noto Sans Mono CJK HK"/>
                <a:cs typeface="Noto Sans Mono CJK HK"/>
              </a:rPr>
              <a:t>，应使</a:t>
            </a:r>
            <a:r>
              <a:rPr sz="2400" dirty="0">
                <a:solidFill>
                  <a:srgbClr val="0000FF"/>
                </a:solidFill>
                <a:latin typeface="Arial" panose="020B0604020202020204"/>
                <a:cs typeface="Arial" panose="020B0604020202020204"/>
              </a:rPr>
              <a:t>8255PB</a:t>
            </a:r>
            <a:r>
              <a:rPr sz="2400" spc="-10" dirty="0">
                <a:solidFill>
                  <a:srgbClr val="0000FF"/>
                </a:solidFill>
                <a:latin typeface="Noto Sans Mono CJK HK"/>
                <a:cs typeface="Noto Sans Mono CJK HK"/>
              </a:rPr>
              <a:t>口工作在方</a:t>
            </a:r>
            <a:r>
              <a:rPr sz="2400" dirty="0">
                <a:solidFill>
                  <a:srgbClr val="0000FF"/>
                </a:solidFill>
                <a:latin typeface="Noto Sans Mono CJK HK"/>
                <a:cs typeface="Noto Sans Mono CJK HK"/>
              </a:rPr>
              <a:t>式</a:t>
            </a:r>
            <a:r>
              <a:rPr sz="2400" spc="-20" dirty="0">
                <a:solidFill>
                  <a:srgbClr val="0000FF"/>
                </a:solidFill>
                <a:latin typeface="Arial" panose="020B0604020202020204"/>
                <a:cs typeface="Arial" panose="020B0604020202020204"/>
              </a:rPr>
              <a:t>0</a:t>
            </a:r>
            <a:r>
              <a:rPr sz="2400" dirty="0">
                <a:solidFill>
                  <a:srgbClr val="0000FF"/>
                </a:solidFill>
                <a:latin typeface="Noto Sans Mono CJK HK"/>
                <a:cs typeface="Noto Sans Mono CJK HK"/>
              </a:rPr>
              <a:t>输入。</a:t>
            </a:r>
            <a:r>
              <a:rPr sz="2400" spc="-20" dirty="0">
                <a:solidFill>
                  <a:srgbClr val="0000FF"/>
                </a:solidFill>
                <a:latin typeface="Arial" panose="020B0604020202020204"/>
                <a:cs typeface="Arial" panose="020B0604020202020204"/>
              </a:rPr>
              <a:t>CPU</a:t>
            </a:r>
            <a:r>
              <a:rPr sz="2400" dirty="0">
                <a:solidFill>
                  <a:srgbClr val="0000FF"/>
                </a:solidFill>
                <a:latin typeface="Noto Sans Mono CJK HK"/>
                <a:cs typeface="Noto Sans Mono CJK HK"/>
              </a:rPr>
              <a:t>查询</a:t>
            </a:r>
            <a:r>
              <a:rPr sz="2400" spc="-10" dirty="0">
                <a:solidFill>
                  <a:srgbClr val="0000FF"/>
                </a:solidFill>
                <a:latin typeface="Arial" panose="020B0604020202020204"/>
                <a:cs typeface="Arial" panose="020B0604020202020204"/>
              </a:rPr>
              <a:t>PB0</a:t>
            </a:r>
            <a:r>
              <a:rPr sz="2400" spc="-5" dirty="0">
                <a:solidFill>
                  <a:srgbClr val="0000FF"/>
                </a:solidFill>
                <a:latin typeface="Noto Sans Mono CJK HK"/>
                <a:cs typeface="Noto Sans Mono CJK HK"/>
              </a:rPr>
              <a:t>即可获知转换是否完成。</a:t>
            </a:r>
            <a:endParaRPr sz="2400">
              <a:latin typeface="Noto Sans Mono CJK HK"/>
              <a:cs typeface="Noto Sans Mono CJK HK"/>
            </a:endParaRPr>
          </a:p>
          <a:p>
            <a:pPr marL="12700" marR="1231900">
              <a:lnSpc>
                <a:spcPct val="166000"/>
              </a:lnSpc>
              <a:spcBef>
                <a:spcPts val="15"/>
              </a:spcBef>
            </a:pPr>
            <a:r>
              <a:rPr sz="2400" dirty="0">
                <a:solidFill>
                  <a:srgbClr val="0000FF"/>
                </a:solidFill>
                <a:latin typeface="Noto Sans Mono CJK HK"/>
                <a:cs typeface="Noto Sans Mono CJK HK"/>
              </a:rPr>
              <a:t>数据输出允许信号</a:t>
            </a:r>
            <a:r>
              <a:rPr sz="2400" spc="-20" dirty="0">
                <a:solidFill>
                  <a:srgbClr val="0000FF"/>
                </a:solidFill>
                <a:latin typeface="Arial" panose="020B0604020202020204"/>
                <a:cs typeface="Arial" panose="020B0604020202020204"/>
              </a:rPr>
              <a:t>Enable</a:t>
            </a:r>
            <a:r>
              <a:rPr sz="2400" dirty="0">
                <a:solidFill>
                  <a:srgbClr val="0000FF"/>
                </a:solidFill>
                <a:latin typeface="Noto Sans Mono CJK HK"/>
                <a:cs typeface="Noto Sans Mono CJK HK"/>
              </a:rPr>
              <a:t>由</a:t>
            </a:r>
            <a:r>
              <a:rPr sz="2400" spc="-10" dirty="0">
                <a:solidFill>
                  <a:srgbClr val="0000FF"/>
                </a:solidFill>
                <a:latin typeface="Arial" panose="020B0604020202020204"/>
                <a:cs typeface="Arial" panose="020B0604020202020204"/>
              </a:rPr>
              <a:t>IOR*</a:t>
            </a:r>
            <a:r>
              <a:rPr sz="2400" dirty="0">
                <a:solidFill>
                  <a:srgbClr val="0000FF"/>
                </a:solidFill>
                <a:latin typeface="Noto Sans Mono CJK HK"/>
                <a:cs typeface="Noto Sans Mono CJK HK"/>
              </a:rPr>
              <a:t>和</a:t>
            </a:r>
            <a:r>
              <a:rPr sz="2400" spc="-20" dirty="0">
                <a:solidFill>
                  <a:srgbClr val="0000FF"/>
                </a:solidFill>
                <a:latin typeface="Arial" panose="020B0604020202020204"/>
                <a:cs typeface="Arial" panose="020B0604020202020204"/>
              </a:rPr>
              <a:t>CS*</a:t>
            </a:r>
            <a:r>
              <a:rPr sz="2400" spc="-10" dirty="0">
                <a:solidFill>
                  <a:srgbClr val="0000FF"/>
                </a:solidFill>
                <a:latin typeface="Noto Sans Mono CJK HK"/>
                <a:cs typeface="Noto Sans Mono CJK HK"/>
              </a:rPr>
              <a:t>或非后驱动</a:t>
            </a:r>
            <a:r>
              <a:rPr sz="2400" spc="-5" dirty="0">
                <a:solidFill>
                  <a:srgbClr val="0000FF"/>
                </a:solidFill>
                <a:latin typeface="Noto Sans Mono CJK HK"/>
                <a:cs typeface="Noto Sans Mono CJK HK"/>
              </a:rPr>
              <a:t>以下指令可以读取转换后的数字：</a:t>
            </a:r>
            <a:endParaRPr sz="2400">
              <a:latin typeface="Noto Sans Mono CJK HK"/>
              <a:cs typeface="Noto Sans Mono CJK HK"/>
            </a:endParaRPr>
          </a:p>
          <a:p>
            <a:pPr marL="12700" marR="5297805">
              <a:lnSpc>
                <a:spcPct val="167000"/>
              </a:lnSpc>
              <a:spcBef>
                <a:spcPts val="15"/>
              </a:spcBef>
              <a:tabLst>
                <a:tab pos="1212850" algn="l"/>
                <a:tab pos="1313180" algn="l"/>
              </a:tabLst>
            </a:pPr>
            <a:r>
              <a:rPr sz="2400" spc="-25" dirty="0">
                <a:solidFill>
                  <a:srgbClr val="0000FF"/>
                </a:solidFill>
                <a:latin typeface="Arial" panose="020B0604020202020204"/>
                <a:cs typeface="Arial" panose="020B0604020202020204"/>
              </a:rPr>
              <a:t>MOV</a:t>
            </a:r>
            <a:r>
              <a:rPr sz="2400" dirty="0">
                <a:solidFill>
                  <a:srgbClr val="0000FF"/>
                </a:solidFill>
                <a:latin typeface="Arial" panose="020B0604020202020204"/>
                <a:cs typeface="Arial" panose="020B0604020202020204"/>
              </a:rPr>
              <a:t>	</a:t>
            </a:r>
            <a:r>
              <a:rPr sz="2400" spc="-10" dirty="0">
                <a:solidFill>
                  <a:srgbClr val="0000FF"/>
                </a:solidFill>
                <a:latin typeface="Arial" panose="020B0604020202020204"/>
                <a:cs typeface="Arial" panose="020B0604020202020204"/>
              </a:rPr>
              <a:t>DX</a:t>
            </a:r>
            <a:r>
              <a:rPr sz="2400" spc="-10" dirty="0">
                <a:solidFill>
                  <a:srgbClr val="0000FF"/>
                </a:solidFill>
                <a:latin typeface="Noto Sans Mono CJK HK"/>
                <a:cs typeface="Noto Sans Mono CJK HK"/>
              </a:rPr>
              <a:t>，</a:t>
            </a:r>
            <a:r>
              <a:rPr sz="2400" spc="-10" dirty="0">
                <a:solidFill>
                  <a:srgbClr val="0000FF"/>
                </a:solidFill>
                <a:latin typeface="Arial" panose="020B0604020202020204"/>
                <a:cs typeface="Arial" panose="020B0604020202020204"/>
              </a:rPr>
              <a:t>220H </a:t>
            </a:r>
            <a:r>
              <a:rPr sz="2400" spc="-25" dirty="0">
                <a:solidFill>
                  <a:srgbClr val="0000FF"/>
                </a:solidFill>
                <a:latin typeface="Arial" panose="020B0604020202020204"/>
                <a:cs typeface="Arial" panose="020B0604020202020204"/>
              </a:rPr>
              <a:t>IN</a:t>
            </a:r>
            <a:r>
              <a:rPr sz="2400" dirty="0">
                <a:solidFill>
                  <a:srgbClr val="0000FF"/>
                </a:solidFill>
                <a:latin typeface="Arial" panose="020B0604020202020204"/>
                <a:cs typeface="Arial" panose="020B0604020202020204"/>
              </a:rPr>
              <a:t>		</a:t>
            </a:r>
            <a:r>
              <a:rPr sz="2400" spc="-20" dirty="0">
                <a:solidFill>
                  <a:srgbClr val="0000FF"/>
                </a:solidFill>
                <a:latin typeface="Arial" panose="020B0604020202020204"/>
                <a:cs typeface="Arial" panose="020B0604020202020204"/>
              </a:rPr>
              <a:t>AL</a:t>
            </a:r>
            <a:r>
              <a:rPr sz="2400" spc="-20" dirty="0">
                <a:solidFill>
                  <a:srgbClr val="0000FF"/>
                </a:solidFill>
                <a:latin typeface="Noto Sans Mono CJK HK"/>
                <a:cs typeface="Noto Sans Mono CJK HK"/>
              </a:rPr>
              <a:t>，</a:t>
            </a:r>
            <a:r>
              <a:rPr sz="2400" spc="-20" dirty="0">
                <a:solidFill>
                  <a:srgbClr val="0000FF"/>
                </a:solidFill>
                <a:latin typeface="Arial" panose="020B0604020202020204"/>
                <a:cs typeface="Arial" panose="020B0604020202020204"/>
              </a:rPr>
              <a:t>DX</a:t>
            </a:r>
            <a:endParaRPr sz="2400">
              <a:latin typeface="Arial" panose="020B0604020202020204"/>
              <a:cs typeface="Arial" panose="020B0604020202020204"/>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94</a:t>
            </a:fld>
            <a:endParaRPr spc="-25" dirty="0"/>
          </a:p>
        </p:txBody>
      </p:sp>
      <p:sp>
        <p:nvSpPr>
          <p:cNvPr id="3" name="object 3"/>
          <p:cNvSpPr txBox="1">
            <a:spLocks noGrp="1"/>
          </p:cNvSpPr>
          <p:nvPr>
            <p:ph type="title"/>
          </p:nvPr>
        </p:nvSpPr>
        <p:spPr>
          <a:xfrm>
            <a:off x="465061" y="174625"/>
            <a:ext cx="6622415" cy="451484"/>
          </a:xfrm>
          <a:prstGeom prst="rect">
            <a:avLst/>
          </a:prstGeom>
        </p:spPr>
        <p:txBody>
          <a:bodyPr vert="horz" wrap="square" lIns="0" tIns="12065" rIns="0" bIns="0" rtlCol="0">
            <a:spAutoFit/>
          </a:bodyPr>
          <a:lstStyle/>
          <a:p>
            <a:pPr marL="12700">
              <a:lnSpc>
                <a:spcPct val="100000"/>
              </a:lnSpc>
              <a:spcBef>
                <a:spcPts val="95"/>
              </a:spcBef>
            </a:pPr>
            <a:r>
              <a:rPr spc="-25" dirty="0">
                <a:latin typeface="Arial" panose="020B0604020202020204"/>
                <a:cs typeface="Arial" panose="020B0604020202020204"/>
              </a:rPr>
              <a:t>8088</a:t>
            </a:r>
            <a:r>
              <a:rPr spc="-30" dirty="0"/>
              <a:t>微处理器与</a:t>
            </a:r>
            <a:r>
              <a:rPr spc="-20" dirty="0">
                <a:latin typeface="Arial" panose="020B0604020202020204"/>
                <a:cs typeface="Arial" panose="020B0604020202020204"/>
              </a:rPr>
              <a:t>ADC0809</a:t>
            </a:r>
            <a:r>
              <a:rPr spc="-35" dirty="0"/>
              <a:t>的硬件接口说明</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5282" y="880859"/>
            <a:ext cx="2121535" cy="360045"/>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CC"/>
                </a:solidFill>
                <a:latin typeface="Times New Roman" panose="02020603050405020304"/>
                <a:cs typeface="Times New Roman" panose="02020603050405020304"/>
              </a:rPr>
              <a:t>A0809</a:t>
            </a:r>
            <a:r>
              <a:rPr sz="2200" spc="-55" dirty="0">
                <a:solidFill>
                  <a:srgbClr val="0000CC"/>
                </a:solidFill>
                <a:latin typeface="Times New Roman" panose="02020603050405020304"/>
                <a:cs typeface="Times New Roman" panose="02020603050405020304"/>
              </a:rPr>
              <a:t> </a:t>
            </a:r>
            <a:r>
              <a:rPr sz="2200" dirty="0">
                <a:solidFill>
                  <a:srgbClr val="0000CC"/>
                </a:solidFill>
                <a:latin typeface="Times New Roman" panose="02020603050405020304"/>
                <a:cs typeface="Times New Roman" panose="02020603050405020304"/>
              </a:rPr>
              <a:t>EQU</a:t>
            </a:r>
            <a:r>
              <a:rPr sz="2200" spc="-55" dirty="0">
                <a:solidFill>
                  <a:srgbClr val="0000CC"/>
                </a:solidFill>
                <a:latin typeface="Times New Roman" panose="02020603050405020304"/>
                <a:cs typeface="Times New Roman" panose="02020603050405020304"/>
              </a:rPr>
              <a:t> </a:t>
            </a:r>
            <a:r>
              <a:rPr sz="2200" spc="-20" dirty="0">
                <a:solidFill>
                  <a:srgbClr val="0000CC"/>
                </a:solidFill>
                <a:latin typeface="Times New Roman" panose="02020603050405020304"/>
                <a:cs typeface="Times New Roman" panose="02020603050405020304"/>
              </a:rPr>
              <a:t>220H</a:t>
            </a:r>
            <a:endParaRPr sz="2200">
              <a:latin typeface="Times New Roman" panose="02020603050405020304"/>
              <a:cs typeface="Times New Roman" panose="02020603050405020304"/>
            </a:endParaRPr>
          </a:p>
        </p:txBody>
      </p:sp>
      <p:sp>
        <p:nvSpPr>
          <p:cNvPr id="3" name="object 3"/>
          <p:cNvSpPr txBox="1"/>
          <p:nvPr/>
        </p:nvSpPr>
        <p:spPr>
          <a:xfrm>
            <a:off x="555282" y="1062977"/>
            <a:ext cx="2558415" cy="1671320"/>
          </a:xfrm>
          <a:prstGeom prst="rect">
            <a:avLst/>
          </a:prstGeom>
        </p:spPr>
        <p:txBody>
          <a:bodyPr vert="horz" wrap="square" lIns="0" tIns="165100" rIns="0" bIns="0" rtlCol="0">
            <a:spAutoFit/>
          </a:bodyPr>
          <a:lstStyle/>
          <a:p>
            <a:pPr marL="12700">
              <a:lnSpc>
                <a:spcPct val="100000"/>
              </a:lnSpc>
              <a:spcBef>
                <a:spcPts val="1300"/>
              </a:spcBef>
            </a:pPr>
            <a:r>
              <a:rPr sz="2200" dirty="0">
                <a:solidFill>
                  <a:srgbClr val="0000CC"/>
                </a:solidFill>
                <a:latin typeface="Times New Roman" panose="02020603050405020304"/>
                <a:cs typeface="Times New Roman" panose="02020603050405020304"/>
              </a:rPr>
              <a:t>A8255</a:t>
            </a:r>
            <a:r>
              <a:rPr sz="2200" spc="-55" dirty="0">
                <a:solidFill>
                  <a:srgbClr val="0000CC"/>
                </a:solidFill>
                <a:latin typeface="Times New Roman" panose="02020603050405020304"/>
                <a:cs typeface="Times New Roman" panose="02020603050405020304"/>
              </a:rPr>
              <a:t> </a:t>
            </a:r>
            <a:r>
              <a:rPr sz="2200" dirty="0">
                <a:solidFill>
                  <a:srgbClr val="0000CC"/>
                </a:solidFill>
                <a:latin typeface="Times New Roman" panose="02020603050405020304"/>
                <a:cs typeface="Times New Roman" panose="02020603050405020304"/>
              </a:rPr>
              <a:t>EQU</a:t>
            </a:r>
            <a:r>
              <a:rPr sz="2200" spc="-55" dirty="0">
                <a:solidFill>
                  <a:srgbClr val="0000CC"/>
                </a:solidFill>
                <a:latin typeface="Times New Roman" panose="02020603050405020304"/>
                <a:cs typeface="Times New Roman" panose="02020603050405020304"/>
              </a:rPr>
              <a:t> </a:t>
            </a:r>
            <a:r>
              <a:rPr sz="2200" spc="-20" dirty="0">
                <a:solidFill>
                  <a:srgbClr val="0000CC"/>
                </a:solidFill>
                <a:latin typeface="Times New Roman" panose="02020603050405020304"/>
                <a:cs typeface="Times New Roman" panose="02020603050405020304"/>
              </a:rPr>
              <a:t>210H</a:t>
            </a:r>
            <a:endParaRPr sz="2200">
              <a:latin typeface="Times New Roman" panose="02020603050405020304"/>
              <a:cs typeface="Times New Roman" panose="02020603050405020304"/>
            </a:endParaRPr>
          </a:p>
          <a:p>
            <a:pPr marL="12700" marR="5080">
              <a:lnSpc>
                <a:spcPct val="100000"/>
              </a:lnSpc>
              <a:spcBef>
                <a:spcPts val="1200"/>
              </a:spcBef>
              <a:tabLst>
                <a:tab pos="721360" algn="l"/>
              </a:tabLst>
            </a:pPr>
            <a:r>
              <a:rPr sz="2200" dirty="0">
                <a:solidFill>
                  <a:srgbClr val="0000FF"/>
                </a:solidFill>
                <a:latin typeface="Times New Roman" panose="02020603050405020304"/>
                <a:cs typeface="Times New Roman" panose="02020603050405020304"/>
              </a:rPr>
              <a:t>MOV</a:t>
            </a:r>
            <a:r>
              <a:rPr sz="2200" spc="-75" dirty="0">
                <a:solidFill>
                  <a:srgbClr val="0000FF"/>
                </a:solidFill>
                <a:latin typeface="Times New Roman" panose="02020603050405020304"/>
                <a:cs typeface="Times New Roman" panose="02020603050405020304"/>
              </a:rPr>
              <a:t> </a:t>
            </a:r>
            <a:r>
              <a:rPr sz="2200" dirty="0">
                <a:solidFill>
                  <a:srgbClr val="0000FF"/>
                </a:solidFill>
                <a:latin typeface="Times New Roman" panose="02020603050405020304"/>
                <a:cs typeface="Times New Roman" panose="02020603050405020304"/>
              </a:rPr>
              <a:t>AL,</a:t>
            </a:r>
            <a:r>
              <a:rPr sz="2200" spc="-35" dirty="0">
                <a:solidFill>
                  <a:srgbClr val="0000FF"/>
                </a:solidFill>
                <a:latin typeface="Times New Roman" panose="02020603050405020304"/>
                <a:cs typeface="Times New Roman" panose="02020603050405020304"/>
              </a:rPr>
              <a:t> </a:t>
            </a:r>
            <a:r>
              <a:rPr sz="2200" spc="-10" dirty="0">
                <a:solidFill>
                  <a:srgbClr val="0000FF"/>
                </a:solidFill>
                <a:latin typeface="Times New Roman" panose="02020603050405020304"/>
                <a:cs typeface="Times New Roman" panose="02020603050405020304"/>
              </a:rPr>
              <a:t>1xxxx01xB </a:t>
            </a:r>
            <a:r>
              <a:rPr sz="2200" dirty="0">
                <a:solidFill>
                  <a:srgbClr val="0000FF"/>
                </a:solidFill>
                <a:latin typeface="Times New Roman" panose="02020603050405020304"/>
                <a:cs typeface="Times New Roman" panose="02020603050405020304"/>
              </a:rPr>
              <a:t>MOV</a:t>
            </a:r>
            <a:r>
              <a:rPr sz="2200" spc="-75" dirty="0">
                <a:solidFill>
                  <a:srgbClr val="0000FF"/>
                </a:solidFill>
                <a:latin typeface="Times New Roman" panose="02020603050405020304"/>
                <a:cs typeface="Times New Roman" panose="02020603050405020304"/>
              </a:rPr>
              <a:t> </a:t>
            </a:r>
            <a:r>
              <a:rPr sz="2200" dirty="0">
                <a:solidFill>
                  <a:srgbClr val="0000FF"/>
                </a:solidFill>
                <a:latin typeface="Times New Roman" panose="02020603050405020304"/>
                <a:cs typeface="Times New Roman" panose="02020603050405020304"/>
              </a:rPr>
              <a:t>DX,</a:t>
            </a:r>
            <a:r>
              <a:rPr sz="2200" spc="-35" dirty="0">
                <a:solidFill>
                  <a:srgbClr val="0000FF"/>
                </a:solidFill>
                <a:latin typeface="Times New Roman" panose="02020603050405020304"/>
                <a:cs typeface="Times New Roman" panose="02020603050405020304"/>
              </a:rPr>
              <a:t> </a:t>
            </a:r>
            <a:r>
              <a:rPr sz="2200" spc="-10" dirty="0">
                <a:solidFill>
                  <a:srgbClr val="0000FF"/>
                </a:solidFill>
                <a:latin typeface="Times New Roman" panose="02020603050405020304"/>
                <a:cs typeface="Times New Roman" panose="02020603050405020304"/>
              </a:rPr>
              <a:t>A8255+3 </a:t>
            </a:r>
            <a:r>
              <a:rPr sz="2200" spc="-25" dirty="0">
                <a:solidFill>
                  <a:srgbClr val="0000FF"/>
                </a:solidFill>
                <a:latin typeface="Times New Roman" panose="02020603050405020304"/>
                <a:cs typeface="Times New Roman" panose="02020603050405020304"/>
              </a:rPr>
              <a:t>OUT</a:t>
            </a:r>
            <a:r>
              <a:rPr sz="2200" dirty="0">
                <a:solidFill>
                  <a:srgbClr val="0000FF"/>
                </a:solidFill>
                <a:latin typeface="Times New Roman" panose="02020603050405020304"/>
                <a:cs typeface="Times New Roman" panose="02020603050405020304"/>
              </a:rPr>
              <a:t>	</a:t>
            </a:r>
            <a:r>
              <a:rPr sz="2200" spc="-20" dirty="0">
                <a:solidFill>
                  <a:srgbClr val="0000FF"/>
                </a:solidFill>
                <a:latin typeface="Times New Roman" panose="02020603050405020304"/>
                <a:cs typeface="Times New Roman" panose="02020603050405020304"/>
              </a:rPr>
              <a:t>DX,</a:t>
            </a:r>
            <a:r>
              <a:rPr sz="2200" spc="-105" dirty="0">
                <a:solidFill>
                  <a:srgbClr val="0000FF"/>
                </a:solidFill>
                <a:latin typeface="Times New Roman" panose="02020603050405020304"/>
                <a:cs typeface="Times New Roman" panose="02020603050405020304"/>
              </a:rPr>
              <a:t> </a:t>
            </a:r>
            <a:r>
              <a:rPr sz="2200" spc="-25" dirty="0">
                <a:solidFill>
                  <a:srgbClr val="0000FF"/>
                </a:solidFill>
                <a:latin typeface="Times New Roman" panose="02020603050405020304"/>
                <a:cs typeface="Times New Roman" panose="02020603050405020304"/>
              </a:rPr>
              <a:t>AL</a:t>
            </a:r>
            <a:endParaRPr sz="2200">
              <a:latin typeface="Times New Roman" panose="02020603050405020304"/>
              <a:cs typeface="Times New Roman" panose="02020603050405020304"/>
            </a:endParaRPr>
          </a:p>
        </p:txBody>
      </p:sp>
      <p:sp>
        <p:nvSpPr>
          <p:cNvPr id="4" name="object 4"/>
          <p:cNvSpPr txBox="1"/>
          <p:nvPr/>
        </p:nvSpPr>
        <p:spPr>
          <a:xfrm>
            <a:off x="3280067" y="1062977"/>
            <a:ext cx="3597275" cy="1000760"/>
          </a:xfrm>
          <a:prstGeom prst="rect">
            <a:avLst/>
          </a:prstGeom>
        </p:spPr>
        <p:txBody>
          <a:bodyPr vert="horz" wrap="square" lIns="0" tIns="165100" rIns="0" bIns="0" rtlCol="0">
            <a:spAutoFit/>
          </a:bodyPr>
          <a:lstStyle/>
          <a:p>
            <a:pPr marL="12700">
              <a:lnSpc>
                <a:spcPct val="100000"/>
              </a:lnSpc>
              <a:spcBef>
                <a:spcPts val="1300"/>
              </a:spcBef>
            </a:pPr>
            <a:r>
              <a:rPr sz="2200" spc="-20" dirty="0">
                <a:solidFill>
                  <a:srgbClr val="0000FF"/>
                </a:solidFill>
                <a:latin typeface="Noto Sans CJK HK"/>
                <a:cs typeface="Noto Sans CJK HK"/>
              </a:rPr>
              <a:t>；</a:t>
            </a:r>
            <a:r>
              <a:rPr sz="2200" spc="-20" dirty="0">
                <a:solidFill>
                  <a:srgbClr val="0000FF"/>
                </a:solidFill>
                <a:latin typeface="Times New Roman" panose="02020603050405020304"/>
                <a:cs typeface="Times New Roman" panose="02020603050405020304"/>
              </a:rPr>
              <a:t>8255</a:t>
            </a:r>
            <a:r>
              <a:rPr sz="2200" spc="-25" dirty="0">
                <a:solidFill>
                  <a:srgbClr val="0000FF"/>
                </a:solidFill>
                <a:latin typeface="Noto Sans CJK HK"/>
                <a:cs typeface="Noto Sans CJK HK"/>
              </a:rPr>
              <a:t>的地址为</a:t>
            </a:r>
            <a:r>
              <a:rPr sz="2200" spc="-10" dirty="0">
                <a:solidFill>
                  <a:srgbClr val="0000FF"/>
                </a:solidFill>
                <a:latin typeface="Times New Roman" panose="02020603050405020304"/>
                <a:cs typeface="Times New Roman" panose="02020603050405020304"/>
              </a:rPr>
              <a:t>210H~213H</a:t>
            </a:r>
            <a:endParaRPr sz="2200">
              <a:latin typeface="Times New Roman" panose="02020603050405020304"/>
              <a:cs typeface="Times New Roman" panose="02020603050405020304"/>
            </a:endParaRPr>
          </a:p>
          <a:p>
            <a:pPr marL="29845">
              <a:lnSpc>
                <a:spcPct val="100000"/>
              </a:lnSpc>
              <a:spcBef>
                <a:spcPts val="1200"/>
              </a:spcBef>
            </a:pPr>
            <a:r>
              <a:rPr sz="2200" spc="-20" dirty="0">
                <a:solidFill>
                  <a:srgbClr val="0000FF"/>
                </a:solidFill>
                <a:latin typeface="Noto Sans CJK HK"/>
                <a:cs typeface="Noto Sans CJK HK"/>
              </a:rPr>
              <a:t>；</a:t>
            </a:r>
            <a:r>
              <a:rPr sz="2200" spc="-20" dirty="0">
                <a:solidFill>
                  <a:srgbClr val="0000FF"/>
                </a:solidFill>
                <a:latin typeface="Times New Roman" panose="02020603050405020304"/>
                <a:cs typeface="Times New Roman" panose="02020603050405020304"/>
              </a:rPr>
              <a:t>8255</a:t>
            </a:r>
            <a:r>
              <a:rPr sz="2200" spc="-25" dirty="0">
                <a:solidFill>
                  <a:srgbClr val="0000FF"/>
                </a:solidFill>
                <a:latin typeface="Noto Sans CJK HK"/>
                <a:cs typeface="Noto Sans CJK HK"/>
              </a:rPr>
              <a:t>初始化，</a:t>
            </a:r>
            <a:r>
              <a:rPr sz="2200" spc="-10" dirty="0">
                <a:solidFill>
                  <a:srgbClr val="0000FF"/>
                </a:solidFill>
                <a:latin typeface="Times New Roman" panose="02020603050405020304"/>
                <a:cs typeface="Times New Roman" panose="02020603050405020304"/>
              </a:rPr>
              <a:t>PB</a:t>
            </a:r>
            <a:r>
              <a:rPr sz="2200" spc="-25" dirty="0">
                <a:solidFill>
                  <a:srgbClr val="0000FF"/>
                </a:solidFill>
                <a:latin typeface="Noto Sans CJK HK"/>
                <a:cs typeface="Noto Sans CJK HK"/>
              </a:rPr>
              <a:t>方式</a:t>
            </a:r>
            <a:r>
              <a:rPr sz="2200" spc="-20" dirty="0">
                <a:solidFill>
                  <a:srgbClr val="0000FF"/>
                </a:solidFill>
                <a:latin typeface="Times New Roman" panose="02020603050405020304"/>
                <a:cs typeface="Times New Roman" panose="02020603050405020304"/>
              </a:rPr>
              <a:t>0</a:t>
            </a:r>
            <a:r>
              <a:rPr sz="2200" spc="-40" dirty="0">
                <a:solidFill>
                  <a:srgbClr val="0000FF"/>
                </a:solidFill>
                <a:latin typeface="Noto Sans CJK HK"/>
                <a:cs typeface="Noto Sans CJK HK"/>
              </a:rPr>
              <a:t>输入</a:t>
            </a:r>
            <a:endParaRPr sz="2200">
              <a:latin typeface="Noto Sans CJK HK"/>
              <a:cs typeface="Noto Sans CJK HK"/>
            </a:endParaRPr>
          </a:p>
        </p:txBody>
      </p:sp>
      <p:sp>
        <p:nvSpPr>
          <p:cNvPr id="5" name="object 5"/>
          <p:cNvSpPr txBox="1"/>
          <p:nvPr/>
        </p:nvSpPr>
        <p:spPr>
          <a:xfrm>
            <a:off x="3279431" y="2709659"/>
            <a:ext cx="2694940" cy="360045"/>
          </a:xfrm>
          <a:prstGeom prst="rect">
            <a:avLst/>
          </a:prstGeom>
        </p:spPr>
        <p:txBody>
          <a:bodyPr vert="horz" wrap="square" lIns="0" tIns="12065" rIns="0" bIns="0" rtlCol="0">
            <a:spAutoFit/>
          </a:bodyPr>
          <a:lstStyle/>
          <a:p>
            <a:pPr marL="12700">
              <a:lnSpc>
                <a:spcPct val="100000"/>
              </a:lnSpc>
              <a:spcBef>
                <a:spcPts val="95"/>
              </a:spcBef>
            </a:pPr>
            <a:r>
              <a:rPr sz="2200" spc="-25" dirty="0">
                <a:solidFill>
                  <a:srgbClr val="0000FF"/>
                </a:solidFill>
                <a:latin typeface="Noto Sans CJK HK"/>
                <a:cs typeface="Noto Sans CJK HK"/>
              </a:rPr>
              <a:t>；转换通道</a:t>
            </a:r>
            <a:r>
              <a:rPr sz="2200" spc="-20" dirty="0">
                <a:solidFill>
                  <a:srgbClr val="0000FF"/>
                </a:solidFill>
                <a:latin typeface="Times New Roman" panose="02020603050405020304"/>
                <a:cs typeface="Times New Roman" panose="02020603050405020304"/>
              </a:rPr>
              <a:t>IN5</a:t>
            </a:r>
            <a:r>
              <a:rPr sz="2200" spc="-35" dirty="0">
                <a:solidFill>
                  <a:srgbClr val="0000FF"/>
                </a:solidFill>
                <a:latin typeface="Noto Sans CJK HK"/>
                <a:cs typeface="Noto Sans CJK HK"/>
              </a:rPr>
              <a:t>的程序</a:t>
            </a:r>
            <a:endParaRPr sz="2200">
              <a:latin typeface="Noto Sans CJK HK"/>
              <a:cs typeface="Noto Sans CJK HK"/>
            </a:endParaRPr>
          </a:p>
        </p:txBody>
      </p:sp>
      <p:sp>
        <p:nvSpPr>
          <p:cNvPr id="6" name="object 6"/>
          <p:cNvSpPr txBox="1"/>
          <p:nvPr/>
        </p:nvSpPr>
        <p:spPr>
          <a:xfrm>
            <a:off x="555282" y="3044939"/>
            <a:ext cx="2343785" cy="3194685"/>
          </a:xfrm>
          <a:prstGeom prst="rect">
            <a:avLst/>
          </a:prstGeom>
        </p:spPr>
        <p:txBody>
          <a:bodyPr vert="horz" wrap="square" lIns="0" tIns="12065" rIns="0" bIns="0" rtlCol="0">
            <a:spAutoFit/>
          </a:bodyPr>
          <a:lstStyle/>
          <a:p>
            <a:pPr marL="12700" marR="5080">
              <a:lnSpc>
                <a:spcPct val="100000"/>
              </a:lnSpc>
              <a:spcBef>
                <a:spcPts val="95"/>
              </a:spcBef>
              <a:tabLst>
                <a:tab pos="721360" algn="l"/>
              </a:tabLst>
            </a:pPr>
            <a:r>
              <a:rPr sz="2200" dirty="0">
                <a:solidFill>
                  <a:srgbClr val="0000FF"/>
                </a:solidFill>
                <a:latin typeface="Times New Roman" panose="02020603050405020304"/>
                <a:cs typeface="Times New Roman" panose="02020603050405020304"/>
              </a:rPr>
              <a:t>MOV</a:t>
            </a:r>
            <a:r>
              <a:rPr sz="2200" spc="-75" dirty="0">
                <a:solidFill>
                  <a:srgbClr val="0000FF"/>
                </a:solidFill>
                <a:latin typeface="Times New Roman" panose="02020603050405020304"/>
                <a:cs typeface="Times New Roman" panose="02020603050405020304"/>
              </a:rPr>
              <a:t> </a:t>
            </a:r>
            <a:r>
              <a:rPr sz="2200" dirty="0">
                <a:solidFill>
                  <a:srgbClr val="0000FF"/>
                </a:solidFill>
                <a:latin typeface="Times New Roman" panose="02020603050405020304"/>
                <a:cs typeface="Times New Roman" panose="02020603050405020304"/>
              </a:rPr>
              <a:t>DX,</a:t>
            </a:r>
            <a:r>
              <a:rPr sz="2200" spc="-35" dirty="0">
                <a:solidFill>
                  <a:srgbClr val="0000FF"/>
                </a:solidFill>
                <a:latin typeface="Times New Roman" panose="02020603050405020304"/>
                <a:cs typeface="Times New Roman" panose="02020603050405020304"/>
              </a:rPr>
              <a:t> </a:t>
            </a:r>
            <a:r>
              <a:rPr sz="2200" spc="-10" dirty="0">
                <a:solidFill>
                  <a:srgbClr val="0000FF"/>
                </a:solidFill>
                <a:latin typeface="Times New Roman" panose="02020603050405020304"/>
                <a:cs typeface="Times New Roman" panose="02020603050405020304"/>
              </a:rPr>
              <a:t>A0809+</a:t>
            </a:r>
            <a:r>
              <a:rPr sz="2200" u="heavy" spc="-10" dirty="0">
                <a:solidFill>
                  <a:srgbClr val="0000FF"/>
                </a:solidFill>
                <a:uFill>
                  <a:solidFill>
                    <a:srgbClr val="0000FF"/>
                  </a:solidFill>
                </a:uFill>
                <a:latin typeface="Times New Roman" panose="02020603050405020304"/>
                <a:cs typeface="Times New Roman" panose="02020603050405020304"/>
                <a:hlinkClick r:id="rId2" action="ppaction://hlinksldjump"/>
              </a:rPr>
              <a:t>5</a:t>
            </a:r>
            <a:r>
              <a:rPr sz="2200" u="none" spc="-10" dirty="0">
                <a:solidFill>
                  <a:srgbClr val="0000FF"/>
                </a:solidFill>
                <a:latin typeface="Times New Roman" panose="02020603050405020304"/>
                <a:cs typeface="Times New Roman" panose="02020603050405020304"/>
              </a:rPr>
              <a:t> </a:t>
            </a:r>
            <a:r>
              <a:rPr sz="2200" u="none" spc="-25" dirty="0">
                <a:solidFill>
                  <a:srgbClr val="0000FF"/>
                </a:solidFill>
                <a:latin typeface="Times New Roman" panose="02020603050405020304"/>
                <a:cs typeface="Times New Roman" panose="02020603050405020304"/>
              </a:rPr>
              <a:t>OUT</a:t>
            </a:r>
            <a:r>
              <a:rPr sz="2200" u="none" dirty="0">
                <a:solidFill>
                  <a:srgbClr val="0000FF"/>
                </a:solidFill>
                <a:latin typeface="Times New Roman" panose="02020603050405020304"/>
                <a:cs typeface="Times New Roman" panose="02020603050405020304"/>
              </a:rPr>
              <a:t>	</a:t>
            </a:r>
            <a:r>
              <a:rPr sz="2200" u="none" spc="-20" dirty="0">
                <a:solidFill>
                  <a:srgbClr val="0000FF"/>
                </a:solidFill>
                <a:latin typeface="Times New Roman" panose="02020603050405020304"/>
                <a:cs typeface="Times New Roman" panose="02020603050405020304"/>
              </a:rPr>
              <a:t>DX,</a:t>
            </a:r>
            <a:r>
              <a:rPr sz="2200" u="none" spc="-105" dirty="0">
                <a:solidFill>
                  <a:srgbClr val="0000FF"/>
                </a:solidFill>
                <a:latin typeface="Times New Roman" panose="02020603050405020304"/>
                <a:cs typeface="Times New Roman" panose="02020603050405020304"/>
              </a:rPr>
              <a:t> </a:t>
            </a:r>
            <a:r>
              <a:rPr sz="2200" u="none" spc="-25" dirty="0">
                <a:solidFill>
                  <a:srgbClr val="0000FF"/>
                </a:solidFill>
                <a:latin typeface="Times New Roman" panose="02020603050405020304"/>
                <a:cs typeface="Times New Roman" panose="02020603050405020304"/>
              </a:rPr>
              <a:t>AL</a:t>
            </a:r>
            <a:endParaRPr sz="2200">
              <a:latin typeface="Times New Roman" panose="02020603050405020304"/>
              <a:cs typeface="Times New Roman" panose="02020603050405020304"/>
            </a:endParaRPr>
          </a:p>
          <a:p>
            <a:pPr marL="12700">
              <a:lnSpc>
                <a:spcPct val="100000"/>
              </a:lnSpc>
              <a:spcBef>
                <a:spcPts val="1200"/>
              </a:spcBef>
            </a:pPr>
            <a:r>
              <a:rPr sz="2200" b="1" spc="-10" dirty="0">
                <a:solidFill>
                  <a:srgbClr val="FF0000"/>
                </a:solidFill>
                <a:latin typeface="Times New Roman" panose="02020603050405020304"/>
                <a:cs typeface="Times New Roman" panose="02020603050405020304"/>
              </a:rPr>
              <a:t>NEXT</a:t>
            </a:r>
            <a:r>
              <a:rPr sz="2200" b="1" spc="-10" dirty="0">
                <a:solidFill>
                  <a:srgbClr val="0000FF"/>
                </a:solidFill>
                <a:latin typeface="Noto Sans CJK HK"/>
                <a:cs typeface="Noto Sans CJK HK"/>
              </a:rPr>
              <a:t>：</a:t>
            </a:r>
            <a:endParaRPr sz="2200">
              <a:latin typeface="Noto Sans CJK HK"/>
              <a:cs typeface="Noto Sans CJK HK"/>
            </a:endParaRPr>
          </a:p>
          <a:p>
            <a:pPr marL="12700" marR="21590">
              <a:lnSpc>
                <a:spcPct val="100000"/>
              </a:lnSpc>
              <a:tabLst>
                <a:tab pos="710565" algn="l"/>
              </a:tabLst>
            </a:pPr>
            <a:r>
              <a:rPr sz="2200" dirty="0">
                <a:solidFill>
                  <a:srgbClr val="0000FF"/>
                </a:solidFill>
                <a:latin typeface="Times New Roman" panose="02020603050405020304"/>
                <a:cs typeface="Times New Roman" panose="02020603050405020304"/>
              </a:rPr>
              <a:t>MOV</a:t>
            </a:r>
            <a:r>
              <a:rPr sz="2200" spc="-50" dirty="0">
                <a:solidFill>
                  <a:srgbClr val="0000FF"/>
                </a:solidFill>
                <a:latin typeface="Times New Roman" panose="02020603050405020304"/>
                <a:cs typeface="Times New Roman" panose="02020603050405020304"/>
              </a:rPr>
              <a:t> </a:t>
            </a:r>
            <a:r>
              <a:rPr sz="2200" spc="-20" dirty="0">
                <a:solidFill>
                  <a:srgbClr val="0000FF"/>
                </a:solidFill>
                <a:latin typeface="Times New Roman" panose="02020603050405020304"/>
                <a:cs typeface="Times New Roman" panose="02020603050405020304"/>
              </a:rPr>
              <a:t>DX,</a:t>
            </a:r>
            <a:r>
              <a:rPr sz="2200" spc="-125" dirty="0">
                <a:solidFill>
                  <a:srgbClr val="0000FF"/>
                </a:solidFill>
                <a:latin typeface="Times New Roman" panose="02020603050405020304"/>
                <a:cs typeface="Times New Roman" panose="02020603050405020304"/>
              </a:rPr>
              <a:t> </a:t>
            </a:r>
            <a:r>
              <a:rPr sz="2200" spc="-10" dirty="0">
                <a:solidFill>
                  <a:srgbClr val="0000FF"/>
                </a:solidFill>
                <a:latin typeface="Times New Roman" panose="02020603050405020304"/>
                <a:cs typeface="Times New Roman" panose="02020603050405020304"/>
              </a:rPr>
              <a:t>A8255+1 </a:t>
            </a:r>
            <a:r>
              <a:rPr sz="2200" spc="-25" dirty="0">
                <a:solidFill>
                  <a:srgbClr val="0000FF"/>
                </a:solidFill>
                <a:latin typeface="Times New Roman" panose="02020603050405020304"/>
                <a:cs typeface="Times New Roman" panose="02020603050405020304"/>
              </a:rPr>
              <a:t>IN</a:t>
            </a:r>
            <a:r>
              <a:rPr sz="2200" dirty="0">
                <a:solidFill>
                  <a:srgbClr val="0000FF"/>
                </a:solidFill>
                <a:latin typeface="Times New Roman" panose="02020603050405020304"/>
                <a:cs typeface="Times New Roman" panose="02020603050405020304"/>
              </a:rPr>
              <a:t>	AL,</a:t>
            </a:r>
            <a:r>
              <a:rPr sz="2200" spc="-35" dirty="0">
                <a:solidFill>
                  <a:srgbClr val="0000FF"/>
                </a:solidFill>
                <a:latin typeface="Times New Roman" panose="02020603050405020304"/>
                <a:cs typeface="Times New Roman" panose="02020603050405020304"/>
              </a:rPr>
              <a:t> DX</a:t>
            </a:r>
            <a:r>
              <a:rPr sz="2200" spc="550" dirty="0">
                <a:solidFill>
                  <a:srgbClr val="0000FF"/>
                </a:solidFill>
                <a:latin typeface="Times New Roman" panose="02020603050405020304"/>
                <a:cs typeface="Times New Roman" panose="02020603050405020304"/>
              </a:rPr>
              <a:t> </a:t>
            </a:r>
            <a:r>
              <a:rPr sz="2200" spc="-20" dirty="0">
                <a:solidFill>
                  <a:srgbClr val="0000FF"/>
                </a:solidFill>
                <a:latin typeface="Times New Roman" panose="02020603050405020304"/>
                <a:cs typeface="Times New Roman" panose="02020603050405020304"/>
              </a:rPr>
              <a:t>TEST</a:t>
            </a:r>
            <a:r>
              <a:rPr sz="2200" spc="-165" dirty="0">
                <a:solidFill>
                  <a:srgbClr val="0000FF"/>
                </a:solidFill>
                <a:latin typeface="Times New Roman" panose="02020603050405020304"/>
                <a:cs typeface="Times New Roman" panose="02020603050405020304"/>
              </a:rPr>
              <a:t> </a:t>
            </a:r>
            <a:r>
              <a:rPr sz="2200" dirty="0">
                <a:solidFill>
                  <a:srgbClr val="0000FF"/>
                </a:solidFill>
                <a:latin typeface="Times New Roman" panose="02020603050405020304"/>
                <a:cs typeface="Times New Roman" panose="02020603050405020304"/>
              </a:rPr>
              <a:t>AL,</a:t>
            </a:r>
            <a:r>
              <a:rPr sz="2200" spc="-10" dirty="0">
                <a:solidFill>
                  <a:srgbClr val="0000FF"/>
                </a:solidFill>
                <a:latin typeface="Times New Roman" panose="02020603050405020304"/>
                <a:cs typeface="Times New Roman" panose="02020603050405020304"/>
              </a:rPr>
              <a:t> </a:t>
            </a:r>
            <a:r>
              <a:rPr sz="2200" spc="-25" dirty="0">
                <a:solidFill>
                  <a:srgbClr val="0000FF"/>
                </a:solidFill>
                <a:latin typeface="Times New Roman" panose="02020603050405020304"/>
                <a:cs typeface="Times New Roman" panose="02020603050405020304"/>
              </a:rPr>
              <a:t>01H</a:t>
            </a:r>
            <a:endParaRPr sz="2200">
              <a:latin typeface="Times New Roman" panose="02020603050405020304"/>
              <a:cs typeface="Times New Roman" panose="02020603050405020304"/>
            </a:endParaRPr>
          </a:p>
          <a:p>
            <a:pPr marL="12700" marR="302895">
              <a:lnSpc>
                <a:spcPct val="100000"/>
              </a:lnSpc>
              <a:tabLst>
                <a:tab pos="710565" algn="l"/>
              </a:tabLst>
            </a:pPr>
            <a:r>
              <a:rPr sz="2200" spc="-25" dirty="0">
                <a:solidFill>
                  <a:srgbClr val="0000FF"/>
                </a:solidFill>
                <a:latin typeface="Times New Roman" panose="02020603050405020304"/>
                <a:cs typeface="Times New Roman" panose="02020603050405020304"/>
              </a:rPr>
              <a:t>JZ</a:t>
            </a:r>
            <a:r>
              <a:rPr sz="2200" dirty="0">
                <a:solidFill>
                  <a:srgbClr val="0000FF"/>
                </a:solidFill>
                <a:latin typeface="Times New Roman" panose="02020603050405020304"/>
                <a:cs typeface="Times New Roman" panose="02020603050405020304"/>
              </a:rPr>
              <a:t>	</a:t>
            </a:r>
            <a:r>
              <a:rPr sz="2200" spc="-20" dirty="0">
                <a:solidFill>
                  <a:srgbClr val="FF0000"/>
                </a:solidFill>
                <a:latin typeface="Times New Roman" panose="02020603050405020304"/>
                <a:cs typeface="Times New Roman" panose="02020603050405020304"/>
              </a:rPr>
              <a:t>NEXT </a:t>
            </a:r>
            <a:r>
              <a:rPr sz="2200" dirty="0">
                <a:solidFill>
                  <a:srgbClr val="0000FF"/>
                </a:solidFill>
                <a:latin typeface="Times New Roman" panose="02020603050405020304"/>
                <a:cs typeface="Times New Roman" panose="02020603050405020304"/>
              </a:rPr>
              <a:t>MOV</a:t>
            </a:r>
            <a:r>
              <a:rPr sz="2200" spc="-75" dirty="0">
                <a:solidFill>
                  <a:srgbClr val="0000FF"/>
                </a:solidFill>
                <a:latin typeface="Times New Roman" panose="02020603050405020304"/>
                <a:cs typeface="Times New Roman" panose="02020603050405020304"/>
              </a:rPr>
              <a:t> </a:t>
            </a:r>
            <a:r>
              <a:rPr sz="2200" dirty="0">
                <a:solidFill>
                  <a:srgbClr val="0000FF"/>
                </a:solidFill>
                <a:latin typeface="Times New Roman" panose="02020603050405020304"/>
                <a:cs typeface="Times New Roman" panose="02020603050405020304"/>
              </a:rPr>
              <a:t>DX,</a:t>
            </a:r>
            <a:r>
              <a:rPr sz="2200" spc="-35" dirty="0">
                <a:solidFill>
                  <a:srgbClr val="0000FF"/>
                </a:solidFill>
                <a:latin typeface="Times New Roman" panose="02020603050405020304"/>
                <a:cs typeface="Times New Roman" panose="02020603050405020304"/>
              </a:rPr>
              <a:t> </a:t>
            </a:r>
            <a:r>
              <a:rPr sz="2200" u="heavy" spc="-10" dirty="0">
                <a:solidFill>
                  <a:srgbClr val="0000FF"/>
                </a:solidFill>
                <a:uFill>
                  <a:solidFill>
                    <a:srgbClr val="0000FF"/>
                  </a:solidFill>
                </a:uFill>
                <a:latin typeface="Times New Roman" panose="02020603050405020304"/>
                <a:cs typeface="Times New Roman" panose="02020603050405020304"/>
                <a:hlinkClick r:id="rId2" action="ppaction://hlinksldjump"/>
              </a:rPr>
              <a:t>A0809</a:t>
            </a:r>
            <a:r>
              <a:rPr sz="2200" u="none" spc="-10" dirty="0">
                <a:solidFill>
                  <a:srgbClr val="0000FF"/>
                </a:solidFill>
                <a:latin typeface="Times New Roman" panose="02020603050405020304"/>
                <a:cs typeface="Times New Roman" panose="02020603050405020304"/>
              </a:rPr>
              <a:t> </a:t>
            </a:r>
            <a:r>
              <a:rPr sz="2200" u="none" spc="-25" dirty="0">
                <a:solidFill>
                  <a:srgbClr val="0000FF"/>
                </a:solidFill>
                <a:latin typeface="Times New Roman" panose="02020603050405020304"/>
                <a:cs typeface="Times New Roman" panose="02020603050405020304"/>
              </a:rPr>
              <a:t>IN</a:t>
            </a:r>
            <a:r>
              <a:rPr sz="2200" u="none" dirty="0">
                <a:solidFill>
                  <a:srgbClr val="0000FF"/>
                </a:solidFill>
                <a:latin typeface="Times New Roman" panose="02020603050405020304"/>
                <a:cs typeface="Times New Roman" panose="02020603050405020304"/>
              </a:rPr>
              <a:t>	AL,</a:t>
            </a:r>
            <a:r>
              <a:rPr sz="2200" u="none" spc="-35" dirty="0">
                <a:solidFill>
                  <a:srgbClr val="0000FF"/>
                </a:solidFill>
                <a:latin typeface="Times New Roman" panose="02020603050405020304"/>
                <a:cs typeface="Times New Roman" panose="02020603050405020304"/>
              </a:rPr>
              <a:t> DX</a:t>
            </a:r>
            <a:endParaRPr sz="2200">
              <a:latin typeface="Times New Roman" panose="02020603050405020304"/>
              <a:cs typeface="Times New Roman" panose="02020603050405020304"/>
            </a:endParaRPr>
          </a:p>
        </p:txBody>
      </p:sp>
      <p:sp>
        <p:nvSpPr>
          <p:cNvPr id="7" name="object 7"/>
          <p:cNvSpPr txBox="1"/>
          <p:nvPr/>
        </p:nvSpPr>
        <p:spPr>
          <a:xfrm>
            <a:off x="3352456" y="3380219"/>
            <a:ext cx="2818765" cy="360045"/>
          </a:xfrm>
          <a:prstGeom prst="rect">
            <a:avLst/>
          </a:prstGeom>
        </p:spPr>
        <p:txBody>
          <a:bodyPr vert="horz" wrap="square" lIns="0" tIns="12065" rIns="0" bIns="0" rtlCol="0">
            <a:spAutoFit/>
          </a:bodyPr>
          <a:lstStyle/>
          <a:p>
            <a:pPr marL="12700">
              <a:lnSpc>
                <a:spcPct val="100000"/>
              </a:lnSpc>
              <a:spcBef>
                <a:spcPts val="95"/>
              </a:spcBef>
            </a:pPr>
            <a:r>
              <a:rPr sz="2200" spc="-30" dirty="0">
                <a:solidFill>
                  <a:srgbClr val="0000FF"/>
                </a:solidFill>
                <a:latin typeface="Noto Sans CJK HK"/>
                <a:cs typeface="Noto Sans CJK HK"/>
              </a:rPr>
              <a:t>；通道选择并启动转换</a:t>
            </a:r>
            <a:endParaRPr sz="2200">
              <a:latin typeface="Noto Sans CJK HK"/>
              <a:cs typeface="Noto Sans CJK HK"/>
            </a:endParaRPr>
          </a:p>
        </p:txBody>
      </p:sp>
      <p:sp>
        <p:nvSpPr>
          <p:cNvPr id="8" name="object 8"/>
          <p:cNvSpPr txBox="1"/>
          <p:nvPr/>
        </p:nvSpPr>
        <p:spPr>
          <a:xfrm>
            <a:off x="3346742" y="4203179"/>
            <a:ext cx="1073150" cy="360045"/>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FF"/>
                </a:solidFill>
                <a:latin typeface="Times New Roman" panose="02020603050405020304"/>
                <a:cs typeface="Times New Roman" panose="02020603050405020304"/>
              </a:rPr>
              <a:t>;</a:t>
            </a:r>
            <a:r>
              <a:rPr sz="2200" spc="-10" dirty="0">
                <a:solidFill>
                  <a:srgbClr val="0000FF"/>
                </a:solidFill>
                <a:latin typeface="Times New Roman" panose="02020603050405020304"/>
                <a:cs typeface="Times New Roman" panose="02020603050405020304"/>
              </a:rPr>
              <a:t> 8255PB</a:t>
            </a:r>
            <a:endParaRPr sz="2200">
              <a:latin typeface="Times New Roman" panose="02020603050405020304"/>
              <a:cs typeface="Times New Roman" panose="02020603050405020304"/>
            </a:endParaRPr>
          </a:p>
        </p:txBody>
      </p:sp>
      <p:sp>
        <p:nvSpPr>
          <p:cNvPr id="9" name="object 9"/>
          <p:cNvSpPr txBox="1"/>
          <p:nvPr/>
        </p:nvSpPr>
        <p:spPr>
          <a:xfrm>
            <a:off x="3321342" y="5209019"/>
            <a:ext cx="1928495" cy="360045"/>
          </a:xfrm>
          <a:prstGeom prst="rect">
            <a:avLst/>
          </a:prstGeom>
        </p:spPr>
        <p:txBody>
          <a:bodyPr vert="horz" wrap="square" lIns="0" tIns="12065" rIns="0" bIns="0" rtlCol="0">
            <a:spAutoFit/>
          </a:bodyPr>
          <a:lstStyle/>
          <a:p>
            <a:pPr marL="12700">
              <a:lnSpc>
                <a:spcPct val="100000"/>
              </a:lnSpc>
              <a:spcBef>
                <a:spcPts val="95"/>
              </a:spcBef>
            </a:pPr>
            <a:r>
              <a:rPr sz="2200" spc="-10" dirty="0">
                <a:solidFill>
                  <a:srgbClr val="0000FF"/>
                </a:solidFill>
                <a:latin typeface="Times New Roman" panose="02020603050405020304"/>
                <a:cs typeface="Times New Roman" panose="02020603050405020304"/>
              </a:rPr>
              <a:t>; </a:t>
            </a:r>
            <a:r>
              <a:rPr sz="2200" dirty="0">
                <a:solidFill>
                  <a:srgbClr val="0000FF"/>
                </a:solidFill>
                <a:latin typeface="Times New Roman" panose="02020603050405020304"/>
                <a:cs typeface="Times New Roman" panose="02020603050405020304"/>
              </a:rPr>
              <a:t>PB0=0,</a:t>
            </a:r>
            <a:r>
              <a:rPr sz="2200" spc="-15" dirty="0">
                <a:solidFill>
                  <a:srgbClr val="0000FF"/>
                </a:solidFill>
                <a:latin typeface="Times New Roman" panose="02020603050405020304"/>
                <a:cs typeface="Times New Roman" panose="02020603050405020304"/>
              </a:rPr>
              <a:t> </a:t>
            </a:r>
            <a:r>
              <a:rPr sz="2200" spc="-35" dirty="0">
                <a:solidFill>
                  <a:srgbClr val="0000FF"/>
                </a:solidFill>
                <a:latin typeface="Noto Sans CJK HK"/>
                <a:cs typeface="Noto Sans CJK HK"/>
              </a:rPr>
              <a:t>未完成</a:t>
            </a:r>
            <a:endParaRPr sz="2200">
              <a:latin typeface="Noto Sans CJK HK"/>
              <a:cs typeface="Noto Sans CJK HK"/>
            </a:endParaRPr>
          </a:p>
        </p:txBody>
      </p:sp>
      <p:sp>
        <p:nvSpPr>
          <p:cNvPr id="10" name="object 10"/>
          <p:cNvSpPr txBox="1"/>
          <p:nvPr/>
        </p:nvSpPr>
        <p:spPr>
          <a:xfrm>
            <a:off x="3287686" y="5879579"/>
            <a:ext cx="1951989" cy="360045"/>
          </a:xfrm>
          <a:prstGeom prst="rect">
            <a:avLst/>
          </a:prstGeom>
        </p:spPr>
        <p:txBody>
          <a:bodyPr vert="horz" wrap="square" lIns="0" tIns="12065" rIns="0" bIns="0" rtlCol="0">
            <a:spAutoFit/>
          </a:bodyPr>
          <a:lstStyle/>
          <a:p>
            <a:pPr marL="12700">
              <a:lnSpc>
                <a:spcPct val="100000"/>
              </a:lnSpc>
              <a:spcBef>
                <a:spcPts val="95"/>
              </a:spcBef>
            </a:pPr>
            <a:r>
              <a:rPr sz="2200" spc="-20" dirty="0">
                <a:solidFill>
                  <a:srgbClr val="0000FF"/>
                </a:solidFill>
                <a:latin typeface="Noto Sans CJK HK"/>
                <a:cs typeface="Noto Sans CJK HK"/>
              </a:rPr>
              <a:t>；</a:t>
            </a:r>
            <a:r>
              <a:rPr sz="2200" spc="-20" dirty="0">
                <a:solidFill>
                  <a:srgbClr val="0000FF"/>
                </a:solidFill>
                <a:latin typeface="Times New Roman" panose="02020603050405020304"/>
                <a:cs typeface="Times New Roman" panose="02020603050405020304"/>
              </a:rPr>
              <a:t>AL=</a:t>
            </a:r>
            <a:r>
              <a:rPr sz="2200" spc="-35" dirty="0">
                <a:solidFill>
                  <a:srgbClr val="0000FF"/>
                </a:solidFill>
                <a:latin typeface="Noto Sans CJK HK"/>
                <a:cs typeface="Noto Sans CJK HK"/>
              </a:rPr>
              <a:t>转换结果</a:t>
            </a:r>
            <a:endParaRPr sz="2200">
              <a:latin typeface="Noto Sans CJK HK"/>
              <a:cs typeface="Noto Sans CJK HK"/>
            </a:endParaRPr>
          </a:p>
        </p:txBody>
      </p:sp>
      <p:sp>
        <p:nvSpPr>
          <p:cNvPr id="11" name="object 11"/>
          <p:cNvSpPr txBox="1">
            <a:spLocks noGrp="1"/>
          </p:cNvSpPr>
          <p:nvPr>
            <p:ph type="title"/>
          </p:nvPr>
        </p:nvSpPr>
        <p:spPr>
          <a:xfrm>
            <a:off x="465061" y="174625"/>
            <a:ext cx="6622415" cy="451484"/>
          </a:xfrm>
          <a:prstGeom prst="rect">
            <a:avLst/>
          </a:prstGeom>
        </p:spPr>
        <p:txBody>
          <a:bodyPr vert="horz" wrap="square" lIns="0" tIns="12065" rIns="0" bIns="0" rtlCol="0">
            <a:spAutoFit/>
          </a:bodyPr>
          <a:lstStyle/>
          <a:p>
            <a:pPr marL="12700">
              <a:lnSpc>
                <a:spcPct val="100000"/>
              </a:lnSpc>
              <a:spcBef>
                <a:spcPts val="95"/>
              </a:spcBef>
            </a:pPr>
            <a:r>
              <a:rPr spc="-25" dirty="0">
                <a:latin typeface="Arial" panose="020B0604020202020204"/>
                <a:cs typeface="Arial" panose="020B0604020202020204"/>
              </a:rPr>
              <a:t>8088</a:t>
            </a:r>
            <a:r>
              <a:rPr spc="-30" dirty="0"/>
              <a:t>微处理器与</a:t>
            </a:r>
            <a:r>
              <a:rPr spc="-20" dirty="0">
                <a:latin typeface="Arial" panose="020B0604020202020204"/>
                <a:cs typeface="Arial" panose="020B0604020202020204"/>
              </a:rPr>
              <a:t>ADC0809</a:t>
            </a:r>
            <a:r>
              <a:rPr spc="-35" dirty="0"/>
              <a:t>的接口驱动程序</a:t>
            </a:r>
          </a:p>
        </p:txBody>
      </p:sp>
      <p:sp>
        <p:nvSpPr>
          <p:cNvPr id="12" name="object 12"/>
          <p:cNvSpPr/>
          <p:nvPr/>
        </p:nvSpPr>
        <p:spPr>
          <a:xfrm>
            <a:off x="7536663" y="5584481"/>
            <a:ext cx="1179830" cy="459105"/>
          </a:xfrm>
          <a:custGeom>
            <a:avLst/>
            <a:gdLst/>
            <a:ahLst/>
            <a:cxnLst/>
            <a:rect l="l" t="t" r="r" b="b"/>
            <a:pathLst>
              <a:path w="1179829" h="459104">
                <a:moveTo>
                  <a:pt x="1179550" y="379730"/>
                </a:moveTo>
                <a:lnTo>
                  <a:pt x="1179461" y="74930"/>
                </a:lnTo>
                <a:lnTo>
                  <a:pt x="1177353" y="60960"/>
                </a:lnTo>
                <a:lnTo>
                  <a:pt x="1177074" y="59690"/>
                </a:lnTo>
                <a:lnTo>
                  <a:pt x="1168057" y="38100"/>
                </a:lnTo>
                <a:lnTo>
                  <a:pt x="1165987" y="34290"/>
                </a:lnTo>
                <a:lnTo>
                  <a:pt x="1163777" y="31750"/>
                </a:lnTo>
                <a:lnTo>
                  <a:pt x="1161402" y="27940"/>
                </a:lnTo>
                <a:lnTo>
                  <a:pt x="1158900" y="25400"/>
                </a:lnTo>
                <a:lnTo>
                  <a:pt x="1141247" y="11430"/>
                </a:lnTo>
                <a:lnTo>
                  <a:pt x="1137907" y="8890"/>
                </a:lnTo>
                <a:lnTo>
                  <a:pt x="1134478" y="7632"/>
                </a:lnTo>
                <a:lnTo>
                  <a:pt x="1130947" y="5080"/>
                </a:lnTo>
                <a:lnTo>
                  <a:pt x="1123619" y="2540"/>
                </a:lnTo>
                <a:lnTo>
                  <a:pt x="1119835" y="1282"/>
                </a:lnTo>
                <a:lnTo>
                  <a:pt x="1115974" y="1282"/>
                </a:lnTo>
                <a:lnTo>
                  <a:pt x="1112037" y="0"/>
                </a:lnTo>
                <a:lnTo>
                  <a:pt x="67652" y="0"/>
                </a:lnTo>
                <a:lnTo>
                  <a:pt x="63715" y="1282"/>
                </a:lnTo>
                <a:lnTo>
                  <a:pt x="59855" y="1282"/>
                </a:lnTo>
                <a:lnTo>
                  <a:pt x="52349" y="3810"/>
                </a:lnTo>
                <a:lnTo>
                  <a:pt x="48729" y="5080"/>
                </a:lnTo>
                <a:lnTo>
                  <a:pt x="45186" y="7632"/>
                </a:lnTo>
                <a:lnTo>
                  <a:pt x="41541" y="8890"/>
                </a:lnTo>
                <a:lnTo>
                  <a:pt x="38201" y="11430"/>
                </a:lnTo>
                <a:lnTo>
                  <a:pt x="35166" y="12700"/>
                </a:lnTo>
                <a:lnTo>
                  <a:pt x="32029" y="15240"/>
                </a:lnTo>
                <a:lnTo>
                  <a:pt x="15824" y="31750"/>
                </a:lnTo>
                <a:lnTo>
                  <a:pt x="13589" y="34290"/>
                </a:lnTo>
                <a:lnTo>
                  <a:pt x="11506" y="38100"/>
                </a:lnTo>
                <a:lnTo>
                  <a:pt x="9588" y="40640"/>
                </a:lnTo>
                <a:lnTo>
                  <a:pt x="7823" y="44450"/>
                </a:lnTo>
                <a:lnTo>
                  <a:pt x="0" y="74930"/>
                </a:lnTo>
                <a:lnTo>
                  <a:pt x="0" y="383540"/>
                </a:lnTo>
                <a:lnTo>
                  <a:pt x="9474" y="416560"/>
                </a:lnTo>
                <a:lnTo>
                  <a:pt x="11391" y="420382"/>
                </a:lnTo>
                <a:lnTo>
                  <a:pt x="13462" y="424180"/>
                </a:lnTo>
                <a:lnTo>
                  <a:pt x="15684" y="426732"/>
                </a:lnTo>
                <a:lnTo>
                  <a:pt x="18046" y="429260"/>
                </a:lnTo>
                <a:lnTo>
                  <a:pt x="20548" y="433082"/>
                </a:lnTo>
                <a:lnTo>
                  <a:pt x="23342" y="435610"/>
                </a:lnTo>
                <a:lnTo>
                  <a:pt x="25946" y="438150"/>
                </a:lnTo>
                <a:lnTo>
                  <a:pt x="28841" y="440690"/>
                </a:lnTo>
                <a:lnTo>
                  <a:pt x="31851" y="443230"/>
                </a:lnTo>
                <a:lnTo>
                  <a:pt x="34975" y="445782"/>
                </a:lnTo>
                <a:lnTo>
                  <a:pt x="38201" y="447040"/>
                </a:lnTo>
                <a:lnTo>
                  <a:pt x="41541" y="449580"/>
                </a:lnTo>
                <a:lnTo>
                  <a:pt x="48514" y="452132"/>
                </a:lnTo>
                <a:lnTo>
                  <a:pt x="52133" y="454660"/>
                </a:lnTo>
                <a:lnTo>
                  <a:pt x="55841" y="455930"/>
                </a:lnTo>
                <a:lnTo>
                  <a:pt x="59626" y="455930"/>
                </a:lnTo>
                <a:lnTo>
                  <a:pt x="67411" y="458482"/>
                </a:lnTo>
                <a:lnTo>
                  <a:pt x="1111808" y="458482"/>
                </a:lnTo>
                <a:lnTo>
                  <a:pt x="1119593" y="455930"/>
                </a:lnTo>
                <a:lnTo>
                  <a:pt x="1123391" y="455930"/>
                </a:lnTo>
                <a:lnTo>
                  <a:pt x="1127099" y="454660"/>
                </a:lnTo>
                <a:lnTo>
                  <a:pt x="1130731" y="452132"/>
                </a:lnTo>
                <a:lnTo>
                  <a:pt x="1137704" y="449580"/>
                </a:lnTo>
                <a:lnTo>
                  <a:pt x="1141056" y="447040"/>
                </a:lnTo>
                <a:lnTo>
                  <a:pt x="1144295" y="445782"/>
                </a:lnTo>
                <a:lnTo>
                  <a:pt x="1145857" y="444500"/>
                </a:lnTo>
                <a:lnTo>
                  <a:pt x="1147419" y="443230"/>
                </a:lnTo>
                <a:lnTo>
                  <a:pt x="1160005" y="431800"/>
                </a:lnTo>
                <a:lnTo>
                  <a:pt x="1161262" y="430530"/>
                </a:lnTo>
                <a:lnTo>
                  <a:pt x="1163637" y="426732"/>
                </a:lnTo>
                <a:lnTo>
                  <a:pt x="1165860" y="424180"/>
                </a:lnTo>
                <a:lnTo>
                  <a:pt x="1167942" y="420382"/>
                </a:lnTo>
                <a:lnTo>
                  <a:pt x="1168908" y="419100"/>
                </a:lnTo>
                <a:lnTo>
                  <a:pt x="1169873" y="417830"/>
                </a:lnTo>
                <a:lnTo>
                  <a:pt x="1171638" y="414032"/>
                </a:lnTo>
                <a:lnTo>
                  <a:pt x="1173238" y="410210"/>
                </a:lnTo>
                <a:lnTo>
                  <a:pt x="1174673" y="406400"/>
                </a:lnTo>
                <a:lnTo>
                  <a:pt x="1175499" y="403860"/>
                </a:lnTo>
                <a:lnTo>
                  <a:pt x="1175931" y="402590"/>
                </a:lnTo>
                <a:lnTo>
                  <a:pt x="1179449" y="383540"/>
                </a:lnTo>
                <a:lnTo>
                  <a:pt x="1179550" y="379730"/>
                </a:lnTo>
                <a:close/>
              </a:path>
            </a:pathLst>
          </a:custGeom>
          <a:solidFill>
            <a:srgbClr val="0000FF"/>
          </a:solidFill>
        </p:spPr>
        <p:txBody>
          <a:bodyPr wrap="square" lIns="0" tIns="0" rIns="0" bIns="0" rtlCol="0"/>
          <a:lstStyle/>
          <a:p>
            <a:endParaRPr/>
          </a:p>
        </p:txBody>
      </p:sp>
      <p:sp>
        <p:nvSpPr>
          <p:cNvPr id="13" name="object 13"/>
          <p:cNvSpPr txBox="1"/>
          <p:nvPr/>
        </p:nvSpPr>
        <p:spPr>
          <a:xfrm>
            <a:off x="7665072" y="5560111"/>
            <a:ext cx="635000"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Noto Sans Mono CJK HK"/>
                <a:cs typeface="Noto Sans Mono CJK HK"/>
              </a:rPr>
              <a:t>时序</a:t>
            </a:r>
            <a:endParaRPr sz="2400">
              <a:latin typeface="Noto Sans Mono CJK HK"/>
              <a:cs typeface="Noto Sans Mono CJK HK"/>
            </a:endParaRPr>
          </a:p>
        </p:txBody>
      </p:sp>
      <p:pic>
        <p:nvPicPr>
          <p:cNvPr id="14" name="object 14"/>
          <p:cNvPicPr/>
          <p:nvPr/>
        </p:nvPicPr>
        <p:blipFill>
          <a:blip r:embed="rId3" cstate="print"/>
          <a:stretch>
            <a:fillRect/>
          </a:stretch>
        </p:blipFill>
        <p:spPr>
          <a:xfrm>
            <a:off x="8312772" y="5645835"/>
            <a:ext cx="257174" cy="269874"/>
          </a:xfrm>
          <a:prstGeom prst="rect">
            <a:avLst/>
          </a:prstGeom>
        </p:spPr>
      </p:pic>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95</a:t>
            </a:fld>
            <a:endParaRPr spc="-25"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632" y="158876"/>
            <a:ext cx="5161280" cy="451484"/>
          </a:xfrm>
          <a:prstGeom prst="rect">
            <a:avLst/>
          </a:prstGeom>
        </p:spPr>
        <p:txBody>
          <a:bodyPr vert="horz" wrap="square" lIns="0" tIns="12065" rIns="0" bIns="0" rtlCol="0">
            <a:spAutoFit/>
          </a:bodyPr>
          <a:lstStyle/>
          <a:p>
            <a:pPr marL="12700">
              <a:lnSpc>
                <a:spcPct val="100000"/>
              </a:lnSpc>
              <a:spcBef>
                <a:spcPts val="95"/>
              </a:spcBef>
            </a:pPr>
            <a:r>
              <a:rPr dirty="0">
                <a:solidFill>
                  <a:srgbClr val="0000FF"/>
                </a:solidFill>
                <a:latin typeface="Arial" panose="020B0604020202020204"/>
                <a:cs typeface="Arial" panose="020B0604020202020204"/>
              </a:rPr>
              <a:t>2</a:t>
            </a:r>
            <a:r>
              <a:rPr spc="40" dirty="0">
                <a:solidFill>
                  <a:srgbClr val="0000FF"/>
                </a:solidFill>
                <a:latin typeface="Arial" panose="020B0604020202020204"/>
                <a:cs typeface="Arial" panose="020B0604020202020204"/>
              </a:rPr>
              <a:t>. </a:t>
            </a:r>
            <a:r>
              <a:rPr spc="-20" dirty="0">
                <a:solidFill>
                  <a:srgbClr val="0000FF"/>
                </a:solidFill>
                <a:latin typeface="Arial" panose="020B0604020202020204"/>
                <a:cs typeface="Arial" panose="020B0604020202020204"/>
              </a:rPr>
              <a:t>ADC0809</a:t>
            </a:r>
            <a:r>
              <a:rPr spc="-35" dirty="0">
                <a:solidFill>
                  <a:srgbClr val="0000FF"/>
                </a:solidFill>
              </a:rPr>
              <a:t>的接口设计实例之二</a:t>
            </a:r>
          </a:p>
        </p:txBody>
      </p:sp>
      <p:pic>
        <p:nvPicPr>
          <p:cNvPr id="3" name="object 3"/>
          <p:cNvPicPr/>
          <p:nvPr/>
        </p:nvPicPr>
        <p:blipFill>
          <a:blip r:embed="rId2" cstate="print"/>
          <a:stretch>
            <a:fillRect/>
          </a:stretch>
        </p:blipFill>
        <p:spPr>
          <a:xfrm>
            <a:off x="6894194" y="1012228"/>
            <a:ext cx="257174" cy="269874"/>
          </a:xfrm>
          <a:prstGeom prst="rect">
            <a:avLst/>
          </a:prstGeom>
        </p:spPr>
      </p:pic>
      <p:sp>
        <p:nvSpPr>
          <p:cNvPr id="4" name="object 4"/>
          <p:cNvSpPr txBox="1"/>
          <p:nvPr/>
        </p:nvSpPr>
        <p:spPr>
          <a:xfrm>
            <a:off x="529590" y="926503"/>
            <a:ext cx="7917180" cy="1852295"/>
          </a:xfrm>
          <a:prstGeom prst="rect">
            <a:avLst/>
          </a:prstGeom>
        </p:spPr>
        <p:txBody>
          <a:bodyPr vert="horz" wrap="square" lIns="0" tIns="12700" rIns="0" bIns="0" rtlCol="0">
            <a:spAutoFit/>
          </a:bodyPr>
          <a:lstStyle/>
          <a:p>
            <a:pPr marL="581025" marR="43180" indent="-542925" algn="just">
              <a:lnSpc>
                <a:spcPct val="100000"/>
              </a:lnSpc>
              <a:spcBef>
                <a:spcPts val="100"/>
              </a:spcBef>
            </a:pPr>
            <a:r>
              <a:rPr sz="2400" spc="-5" dirty="0">
                <a:solidFill>
                  <a:srgbClr val="0000FF"/>
                </a:solidFill>
                <a:latin typeface="Noto Sans Mono CJK HK"/>
                <a:cs typeface="Noto Sans Mono CJK HK"/>
              </a:rPr>
              <a:t>例：</a:t>
            </a:r>
            <a:r>
              <a:rPr sz="2400" spc="-10" dirty="0">
                <a:solidFill>
                  <a:srgbClr val="0000FF"/>
                </a:solidFill>
                <a:latin typeface="Arial" panose="020B0604020202020204"/>
                <a:cs typeface="Arial" panose="020B0604020202020204"/>
              </a:rPr>
              <a:t>ADC0809</a:t>
            </a:r>
            <a:r>
              <a:rPr sz="2400" dirty="0">
                <a:solidFill>
                  <a:srgbClr val="0000FF"/>
                </a:solidFill>
                <a:latin typeface="Noto Sans Mono CJK HK"/>
                <a:cs typeface="Noto Sans Mono CJK HK"/>
              </a:rPr>
              <a:t>通过</a:t>
            </a:r>
            <a:r>
              <a:rPr sz="2400" spc="-10" dirty="0">
                <a:solidFill>
                  <a:srgbClr val="0000FF"/>
                </a:solidFill>
                <a:latin typeface="Arial" panose="020B0604020202020204"/>
                <a:cs typeface="Arial" panose="020B0604020202020204"/>
              </a:rPr>
              <a:t>8255A</a:t>
            </a:r>
            <a:r>
              <a:rPr sz="2400" dirty="0">
                <a:solidFill>
                  <a:srgbClr val="0000FF"/>
                </a:solidFill>
                <a:latin typeface="Noto Sans Mono CJK HK"/>
                <a:cs typeface="Noto Sans Mono CJK HK"/>
              </a:rPr>
              <a:t>与</a:t>
            </a:r>
            <a:r>
              <a:rPr sz="2400" spc="-10" dirty="0">
                <a:solidFill>
                  <a:srgbClr val="0000FF"/>
                </a:solidFill>
                <a:latin typeface="Arial" panose="020B0604020202020204"/>
                <a:cs typeface="Arial" panose="020B0604020202020204"/>
              </a:rPr>
              <a:t>PC</a:t>
            </a:r>
            <a:r>
              <a:rPr sz="2400" spc="-5" dirty="0">
                <a:solidFill>
                  <a:srgbClr val="0000FF"/>
                </a:solidFill>
                <a:latin typeface="Noto Sans Mono CJK HK"/>
                <a:cs typeface="Noto Sans Mono CJK HK"/>
              </a:rPr>
              <a:t>总线的接口如下 中所示。</a:t>
            </a:r>
            <a:r>
              <a:rPr sz="2400" dirty="0">
                <a:solidFill>
                  <a:srgbClr val="0000FF"/>
                </a:solidFill>
                <a:latin typeface="Noto Sans Mono CJK HK"/>
                <a:cs typeface="Noto Sans Mono CJK HK"/>
              </a:rPr>
              <a:t>地址译码器</a:t>
            </a:r>
            <a:r>
              <a:rPr sz="2400" dirty="0">
                <a:solidFill>
                  <a:srgbClr val="0000FF"/>
                </a:solidFill>
                <a:latin typeface="Arial" panose="020B0604020202020204"/>
                <a:cs typeface="Arial" panose="020B0604020202020204"/>
              </a:rPr>
              <a:t>Y</a:t>
            </a:r>
            <a:r>
              <a:rPr sz="2325" baseline="-18000" dirty="0">
                <a:solidFill>
                  <a:srgbClr val="0000FF"/>
                </a:solidFill>
                <a:latin typeface="Arial" panose="020B0604020202020204"/>
                <a:cs typeface="Arial" panose="020B0604020202020204"/>
              </a:rPr>
              <a:t>0</a:t>
            </a:r>
            <a:r>
              <a:rPr sz="2400" dirty="0">
                <a:solidFill>
                  <a:srgbClr val="0000FF"/>
                </a:solidFill>
                <a:latin typeface="Noto Sans Mono CJK HK"/>
                <a:cs typeface="Noto Sans Mono CJK HK"/>
              </a:rPr>
              <a:t>的地址范围为</a:t>
            </a:r>
            <a:r>
              <a:rPr sz="2400" spc="-10" dirty="0">
                <a:solidFill>
                  <a:srgbClr val="0000FF"/>
                </a:solidFill>
                <a:latin typeface="Arial" panose="020B0604020202020204"/>
                <a:cs typeface="Arial" panose="020B0604020202020204"/>
              </a:rPr>
              <a:t>100H</a:t>
            </a:r>
            <a:r>
              <a:rPr sz="2400" spc="-10" dirty="0">
                <a:solidFill>
                  <a:srgbClr val="0000FF"/>
                </a:solidFill>
                <a:latin typeface="Noto Serif CJK JP"/>
                <a:cs typeface="Noto Serif CJK JP"/>
              </a:rPr>
              <a:t>～</a:t>
            </a:r>
            <a:r>
              <a:rPr sz="2400" spc="-10" dirty="0">
                <a:solidFill>
                  <a:srgbClr val="0000FF"/>
                </a:solidFill>
                <a:latin typeface="Arial" panose="020B0604020202020204"/>
                <a:cs typeface="Arial" panose="020B0604020202020204"/>
              </a:rPr>
              <a:t>107H</a:t>
            </a:r>
            <a:r>
              <a:rPr sz="2400" spc="-10" dirty="0">
                <a:solidFill>
                  <a:srgbClr val="0000FF"/>
                </a:solidFill>
                <a:latin typeface="Noto Sans Mono CJK HK"/>
                <a:cs typeface="Noto Sans Mono CJK HK"/>
              </a:rPr>
              <a:t>，</a:t>
            </a:r>
            <a:r>
              <a:rPr sz="2400" spc="-10" dirty="0">
                <a:solidFill>
                  <a:srgbClr val="0000FF"/>
                </a:solidFill>
                <a:latin typeface="Arial" panose="020B0604020202020204"/>
                <a:cs typeface="Arial" panose="020B0604020202020204"/>
              </a:rPr>
              <a:t>Y</a:t>
            </a:r>
            <a:r>
              <a:rPr sz="2325" spc="-15" baseline="-18000" dirty="0">
                <a:solidFill>
                  <a:srgbClr val="0000FF"/>
                </a:solidFill>
                <a:latin typeface="Arial" panose="020B0604020202020204"/>
                <a:cs typeface="Arial" panose="020B0604020202020204"/>
              </a:rPr>
              <a:t>1</a:t>
            </a:r>
            <a:r>
              <a:rPr sz="2400" spc="-15" dirty="0">
                <a:solidFill>
                  <a:srgbClr val="0000FF"/>
                </a:solidFill>
                <a:latin typeface="Noto Sans Mono CJK HK"/>
                <a:cs typeface="Noto Sans Mono CJK HK"/>
              </a:rPr>
              <a:t>地址范围</a:t>
            </a:r>
            <a:r>
              <a:rPr sz="2400" spc="50" dirty="0">
                <a:solidFill>
                  <a:srgbClr val="0000FF"/>
                </a:solidFill>
                <a:latin typeface="Noto Sans Mono CJK HK"/>
                <a:cs typeface="Noto Sans Mono CJK HK"/>
              </a:rPr>
              <a:t>为</a:t>
            </a:r>
            <a:r>
              <a:rPr sz="2400" dirty="0">
                <a:solidFill>
                  <a:srgbClr val="0000FF"/>
                </a:solidFill>
                <a:latin typeface="Arial" panose="020B0604020202020204"/>
                <a:cs typeface="Arial" panose="020B0604020202020204"/>
              </a:rPr>
              <a:t>108H</a:t>
            </a:r>
            <a:r>
              <a:rPr sz="2400" dirty="0">
                <a:solidFill>
                  <a:srgbClr val="0000FF"/>
                </a:solidFill>
                <a:latin typeface="Noto Serif CJK JP"/>
                <a:cs typeface="Noto Serif CJK JP"/>
              </a:rPr>
              <a:t>～</a:t>
            </a:r>
            <a:r>
              <a:rPr sz="2400" dirty="0">
                <a:solidFill>
                  <a:srgbClr val="0000FF"/>
                </a:solidFill>
                <a:latin typeface="Arial" panose="020B0604020202020204"/>
                <a:cs typeface="Arial" panose="020B0604020202020204"/>
              </a:rPr>
              <a:t>10FH</a:t>
            </a:r>
            <a:r>
              <a:rPr sz="2400" spc="25" dirty="0">
                <a:solidFill>
                  <a:srgbClr val="0000FF"/>
                </a:solidFill>
                <a:latin typeface="Noto Sans Mono CJK HK"/>
                <a:cs typeface="Noto Sans Mono CJK HK"/>
              </a:rPr>
              <a:t>；设</a:t>
            </a:r>
            <a:r>
              <a:rPr sz="2400" dirty="0">
                <a:solidFill>
                  <a:srgbClr val="0000FF"/>
                </a:solidFill>
                <a:latin typeface="Arial" panose="020B0604020202020204"/>
                <a:cs typeface="Arial" panose="020B0604020202020204"/>
              </a:rPr>
              <a:t>8255A</a:t>
            </a:r>
            <a:r>
              <a:rPr sz="2400" spc="55" dirty="0">
                <a:solidFill>
                  <a:srgbClr val="0000FF"/>
                </a:solidFill>
                <a:latin typeface="Noto Sans Mono CJK HK"/>
                <a:cs typeface="Noto Sans Mono CJK HK"/>
              </a:rPr>
              <a:t>工作在方式</a:t>
            </a:r>
            <a:r>
              <a:rPr sz="2400" dirty="0">
                <a:solidFill>
                  <a:srgbClr val="0000FF"/>
                </a:solidFill>
                <a:latin typeface="Arial" panose="020B0604020202020204"/>
                <a:cs typeface="Arial" panose="020B0604020202020204"/>
              </a:rPr>
              <a:t>0</a:t>
            </a:r>
            <a:r>
              <a:rPr sz="2400" spc="25" dirty="0">
                <a:solidFill>
                  <a:srgbClr val="0000FF"/>
                </a:solidFill>
                <a:latin typeface="Noto Sans Mono CJK HK"/>
                <a:cs typeface="Noto Sans Mono CJK HK"/>
              </a:rPr>
              <a:t>，从输入通道</a:t>
            </a:r>
            <a:r>
              <a:rPr sz="2400" spc="-50" dirty="0">
                <a:solidFill>
                  <a:srgbClr val="0000FF"/>
                </a:solidFill>
                <a:latin typeface="Noto Sans Mono CJK HK"/>
                <a:cs typeface="Noto Sans Mono CJK HK"/>
              </a:rPr>
              <a:t> </a:t>
            </a:r>
            <a:r>
              <a:rPr sz="2400" spc="75" dirty="0">
                <a:solidFill>
                  <a:srgbClr val="0000FF"/>
                </a:solidFill>
                <a:latin typeface="Arial" panose="020B0604020202020204"/>
                <a:cs typeface="Arial" panose="020B0604020202020204"/>
              </a:rPr>
              <a:t>IN</a:t>
            </a:r>
            <a:r>
              <a:rPr sz="2325" spc="112" baseline="-18000" dirty="0">
                <a:solidFill>
                  <a:srgbClr val="0000FF"/>
                </a:solidFill>
                <a:latin typeface="Arial" panose="020B0604020202020204"/>
                <a:cs typeface="Arial" panose="020B0604020202020204"/>
              </a:rPr>
              <a:t>5</a:t>
            </a:r>
            <a:r>
              <a:rPr sz="2400" spc="85" dirty="0">
                <a:solidFill>
                  <a:srgbClr val="0000FF"/>
                </a:solidFill>
                <a:latin typeface="Noto Sans Mono CJK HK"/>
                <a:cs typeface="Noto Sans Mono CJK HK"/>
              </a:rPr>
              <a:t>输入一个模拟量，经</a:t>
            </a:r>
            <a:r>
              <a:rPr sz="2400" spc="70" dirty="0">
                <a:solidFill>
                  <a:srgbClr val="0000FF"/>
                </a:solidFill>
                <a:latin typeface="Arial" panose="020B0604020202020204"/>
                <a:cs typeface="Arial" panose="020B0604020202020204"/>
              </a:rPr>
              <a:t>ADC0809</a:t>
            </a:r>
            <a:r>
              <a:rPr sz="2400" spc="90" dirty="0">
                <a:solidFill>
                  <a:srgbClr val="0000FF"/>
                </a:solidFill>
                <a:latin typeface="Noto Sans Mono CJK HK"/>
                <a:cs typeface="Noto Sans Mono CJK HK"/>
              </a:rPr>
              <a:t>转换后读入</a:t>
            </a:r>
            <a:r>
              <a:rPr sz="2400" spc="80" dirty="0">
                <a:solidFill>
                  <a:srgbClr val="0000FF"/>
                </a:solidFill>
                <a:latin typeface="Arial" panose="020B0604020202020204"/>
                <a:cs typeface="Arial" panose="020B0604020202020204"/>
              </a:rPr>
              <a:t>AL</a:t>
            </a:r>
            <a:r>
              <a:rPr sz="2400" spc="20" dirty="0">
                <a:solidFill>
                  <a:srgbClr val="0000FF"/>
                </a:solidFill>
                <a:latin typeface="Noto Sans Mono CJK HK"/>
                <a:cs typeface="Noto Sans Mono CJK HK"/>
              </a:rPr>
              <a:t>寄存</a:t>
            </a:r>
            <a:r>
              <a:rPr sz="2400" spc="-5" dirty="0">
                <a:solidFill>
                  <a:srgbClr val="0000FF"/>
                </a:solidFill>
                <a:latin typeface="Noto Sans Mono CJK HK"/>
                <a:cs typeface="Noto Sans Mono CJK HK"/>
              </a:rPr>
              <a:t>器，请说出该电路的工作过程，并编写程序。</a:t>
            </a:r>
            <a:endParaRPr sz="2400">
              <a:latin typeface="Noto Sans Mono CJK HK"/>
              <a:cs typeface="Noto Sans Mono CJK HK"/>
            </a:endParaRPr>
          </a:p>
        </p:txBody>
      </p:sp>
      <p:pic>
        <p:nvPicPr>
          <p:cNvPr id="5" name="object 5"/>
          <p:cNvPicPr/>
          <p:nvPr/>
        </p:nvPicPr>
        <p:blipFill>
          <a:blip r:embed="rId3" cstate="print"/>
          <a:stretch>
            <a:fillRect/>
          </a:stretch>
        </p:blipFill>
        <p:spPr>
          <a:xfrm>
            <a:off x="207263" y="2843783"/>
            <a:ext cx="5795428" cy="3267075"/>
          </a:xfrm>
          <a:prstGeom prst="rect">
            <a:avLst/>
          </a:prstGeom>
        </p:spPr>
      </p:pic>
      <p:pic>
        <p:nvPicPr>
          <p:cNvPr id="6" name="object 6"/>
          <p:cNvPicPr/>
          <p:nvPr/>
        </p:nvPicPr>
        <p:blipFill>
          <a:blip r:embed="rId4" cstate="print"/>
          <a:stretch>
            <a:fillRect/>
          </a:stretch>
        </p:blipFill>
        <p:spPr>
          <a:xfrm>
            <a:off x="6057900" y="3744467"/>
            <a:ext cx="3067811" cy="1661578"/>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96</a:t>
            </a:fld>
            <a:endParaRPr spc="-25"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50875" y="1192212"/>
            <a:ext cx="1809750" cy="3034030"/>
            <a:chOff x="650875" y="1192212"/>
            <a:chExt cx="1809750" cy="3034030"/>
          </a:xfrm>
        </p:grpSpPr>
        <p:sp>
          <p:nvSpPr>
            <p:cNvPr id="3" name="object 3"/>
            <p:cNvSpPr/>
            <p:nvPr/>
          </p:nvSpPr>
          <p:spPr>
            <a:xfrm>
              <a:off x="2162175" y="3929062"/>
              <a:ext cx="298450" cy="81280"/>
            </a:xfrm>
            <a:custGeom>
              <a:avLst/>
              <a:gdLst/>
              <a:ahLst/>
              <a:cxnLst/>
              <a:rect l="l" t="t" r="r" b="b"/>
              <a:pathLst>
                <a:path w="298450" h="81279">
                  <a:moveTo>
                    <a:pt x="298450" y="80962"/>
                  </a:moveTo>
                  <a:lnTo>
                    <a:pt x="0" y="80962"/>
                  </a:lnTo>
                  <a:lnTo>
                    <a:pt x="0" y="0"/>
                  </a:lnTo>
                  <a:lnTo>
                    <a:pt x="298450" y="0"/>
                  </a:lnTo>
                  <a:lnTo>
                    <a:pt x="298450" y="4762"/>
                  </a:lnTo>
                  <a:lnTo>
                    <a:pt x="9525" y="4762"/>
                  </a:lnTo>
                  <a:lnTo>
                    <a:pt x="4762" y="9525"/>
                  </a:lnTo>
                  <a:lnTo>
                    <a:pt x="9525" y="9525"/>
                  </a:lnTo>
                  <a:lnTo>
                    <a:pt x="9525" y="71437"/>
                  </a:lnTo>
                  <a:lnTo>
                    <a:pt x="4762" y="71437"/>
                  </a:lnTo>
                  <a:lnTo>
                    <a:pt x="9525" y="76200"/>
                  </a:lnTo>
                  <a:lnTo>
                    <a:pt x="298450" y="76200"/>
                  </a:lnTo>
                  <a:lnTo>
                    <a:pt x="298450" y="80962"/>
                  </a:lnTo>
                  <a:close/>
                </a:path>
                <a:path w="298450" h="81279">
                  <a:moveTo>
                    <a:pt x="9525" y="9525"/>
                  </a:moveTo>
                  <a:lnTo>
                    <a:pt x="4762" y="9525"/>
                  </a:lnTo>
                  <a:lnTo>
                    <a:pt x="9525" y="4762"/>
                  </a:lnTo>
                  <a:lnTo>
                    <a:pt x="9525" y="9525"/>
                  </a:lnTo>
                  <a:close/>
                </a:path>
                <a:path w="298450" h="81279">
                  <a:moveTo>
                    <a:pt x="288925" y="9525"/>
                  </a:moveTo>
                  <a:lnTo>
                    <a:pt x="9525" y="9525"/>
                  </a:lnTo>
                  <a:lnTo>
                    <a:pt x="9525" y="4762"/>
                  </a:lnTo>
                  <a:lnTo>
                    <a:pt x="288925" y="4762"/>
                  </a:lnTo>
                  <a:lnTo>
                    <a:pt x="288925" y="9525"/>
                  </a:lnTo>
                  <a:close/>
                </a:path>
                <a:path w="298450" h="81279">
                  <a:moveTo>
                    <a:pt x="288925" y="76200"/>
                  </a:moveTo>
                  <a:lnTo>
                    <a:pt x="288925" y="4762"/>
                  </a:lnTo>
                  <a:lnTo>
                    <a:pt x="293687" y="9525"/>
                  </a:lnTo>
                  <a:lnTo>
                    <a:pt x="298450" y="9525"/>
                  </a:lnTo>
                  <a:lnTo>
                    <a:pt x="298450" y="71437"/>
                  </a:lnTo>
                  <a:lnTo>
                    <a:pt x="293687" y="71437"/>
                  </a:lnTo>
                  <a:lnTo>
                    <a:pt x="288925" y="76200"/>
                  </a:lnTo>
                  <a:close/>
                </a:path>
                <a:path w="298450" h="81279">
                  <a:moveTo>
                    <a:pt x="298450" y="9525"/>
                  </a:moveTo>
                  <a:lnTo>
                    <a:pt x="293687" y="9525"/>
                  </a:lnTo>
                  <a:lnTo>
                    <a:pt x="288925" y="4762"/>
                  </a:lnTo>
                  <a:lnTo>
                    <a:pt x="298450" y="4762"/>
                  </a:lnTo>
                  <a:lnTo>
                    <a:pt x="298450" y="9525"/>
                  </a:lnTo>
                  <a:close/>
                </a:path>
                <a:path w="298450" h="81279">
                  <a:moveTo>
                    <a:pt x="9525" y="76200"/>
                  </a:moveTo>
                  <a:lnTo>
                    <a:pt x="4762" y="71437"/>
                  </a:lnTo>
                  <a:lnTo>
                    <a:pt x="9525" y="71437"/>
                  </a:lnTo>
                  <a:lnTo>
                    <a:pt x="9525" y="76200"/>
                  </a:lnTo>
                  <a:close/>
                </a:path>
                <a:path w="298450" h="81279">
                  <a:moveTo>
                    <a:pt x="288925" y="76200"/>
                  </a:moveTo>
                  <a:lnTo>
                    <a:pt x="9525" y="76200"/>
                  </a:lnTo>
                  <a:lnTo>
                    <a:pt x="9525" y="71437"/>
                  </a:lnTo>
                  <a:lnTo>
                    <a:pt x="288925" y="71437"/>
                  </a:lnTo>
                  <a:lnTo>
                    <a:pt x="288925" y="76200"/>
                  </a:lnTo>
                  <a:close/>
                </a:path>
                <a:path w="298450" h="81279">
                  <a:moveTo>
                    <a:pt x="298450" y="76200"/>
                  </a:moveTo>
                  <a:lnTo>
                    <a:pt x="288925" y="76200"/>
                  </a:lnTo>
                  <a:lnTo>
                    <a:pt x="293687" y="71437"/>
                  </a:lnTo>
                  <a:lnTo>
                    <a:pt x="298450" y="71437"/>
                  </a:lnTo>
                  <a:lnTo>
                    <a:pt x="298450" y="76200"/>
                  </a:lnTo>
                  <a:close/>
                </a:path>
              </a:pathLst>
            </a:custGeom>
            <a:solidFill>
              <a:srgbClr val="0000FF"/>
            </a:solidFill>
          </p:spPr>
          <p:txBody>
            <a:bodyPr wrap="square" lIns="0" tIns="0" rIns="0" bIns="0" rtlCol="0"/>
            <a:lstStyle/>
            <a:p>
              <a:endParaRPr/>
            </a:p>
          </p:txBody>
        </p:sp>
        <p:sp>
          <p:nvSpPr>
            <p:cNvPr id="4" name="object 4"/>
            <p:cNvSpPr/>
            <p:nvPr/>
          </p:nvSpPr>
          <p:spPr>
            <a:xfrm>
              <a:off x="655319" y="1196339"/>
              <a:ext cx="1511935" cy="3025140"/>
            </a:xfrm>
            <a:custGeom>
              <a:avLst/>
              <a:gdLst/>
              <a:ahLst/>
              <a:cxnLst/>
              <a:rect l="l" t="t" r="r" b="b"/>
              <a:pathLst>
                <a:path w="1511935" h="3025140">
                  <a:moveTo>
                    <a:pt x="1511808" y="3025140"/>
                  </a:moveTo>
                  <a:lnTo>
                    <a:pt x="0" y="3025140"/>
                  </a:lnTo>
                  <a:lnTo>
                    <a:pt x="0" y="0"/>
                  </a:lnTo>
                  <a:lnTo>
                    <a:pt x="1511808" y="0"/>
                  </a:lnTo>
                  <a:lnTo>
                    <a:pt x="1511808" y="3025140"/>
                  </a:lnTo>
                  <a:close/>
                </a:path>
              </a:pathLst>
            </a:custGeom>
            <a:solidFill>
              <a:srgbClr val="FFFFCC"/>
            </a:solidFill>
          </p:spPr>
          <p:txBody>
            <a:bodyPr wrap="square" lIns="0" tIns="0" rIns="0" bIns="0" rtlCol="0"/>
            <a:lstStyle/>
            <a:p>
              <a:endParaRPr/>
            </a:p>
          </p:txBody>
        </p:sp>
        <p:sp>
          <p:nvSpPr>
            <p:cNvPr id="5" name="object 5"/>
            <p:cNvSpPr/>
            <p:nvPr/>
          </p:nvSpPr>
          <p:spPr>
            <a:xfrm>
              <a:off x="650875" y="1192212"/>
              <a:ext cx="1520825" cy="3034030"/>
            </a:xfrm>
            <a:custGeom>
              <a:avLst/>
              <a:gdLst/>
              <a:ahLst/>
              <a:cxnLst/>
              <a:rect l="l" t="t" r="r" b="b"/>
              <a:pathLst>
                <a:path w="1520825" h="3034029">
                  <a:moveTo>
                    <a:pt x="1520825" y="3033712"/>
                  </a:moveTo>
                  <a:lnTo>
                    <a:pt x="0" y="3033712"/>
                  </a:lnTo>
                  <a:lnTo>
                    <a:pt x="0" y="0"/>
                  </a:lnTo>
                  <a:lnTo>
                    <a:pt x="1520825" y="0"/>
                  </a:lnTo>
                  <a:lnTo>
                    <a:pt x="1520825" y="4762"/>
                  </a:lnTo>
                  <a:lnTo>
                    <a:pt x="9525" y="4762"/>
                  </a:lnTo>
                  <a:lnTo>
                    <a:pt x="4762" y="9525"/>
                  </a:lnTo>
                  <a:lnTo>
                    <a:pt x="9525" y="9525"/>
                  </a:lnTo>
                  <a:lnTo>
                    <a:pt x="9525" y="3024187"/>
                  </a:lnTo>
                  <a:lnTo>
                    <a:pt x="4762" y="3024187"/>
                  </a:lnTo>
                  <a:lnTo>
                    <a:pt x="9525" y="3028950"/>
                  </a:lnTo>
                  <a:lnTo>
                    <a:pt x="1520825" y="3028950"/>
                  </a:lnTo>
                  <a:lnTo>
                    <a:pt x="1520825" y="3033712"/>
                  </a:lnTo>
                  <a:close/>
                </a:path>
                <a:path w="1520825" h="3034029">
                  <a:moveTo>
                    <a:pt x="9525" y="9525"/>
                  </a:moveTo>
                  <a:lnTo>
                    <a:pt x="4762" y="9525"/>
                  </a:lnTo>
                  <a:lnTo>
                    <a:pt x="9525" y="4762"/>
                  </a:lnTo>
                  <a:lnTo>
                    <a:pt x="9525" y="9525"/>
                  </a:lnTo>
                  <a:close/>
                </a:path>
                <a:path w="1520825" h="3034029">
                  <a:moveTo>
                    <a:pt x="1511300" y="9525"/>
                  </a:moveTo>
                  <a:lnTo>
                    <a:pt x="9525" y="9525"/>
                  </a:lnTo>
                  <a:lnTo>
                    <a:pt x="9525" y="4762"/>
                  </a:lnTo>
                  <a:lnTo>
                    <a:pt x="1511300" y="4762"/>
                  </a:lnTo>
                  <a:lnTo>
                    <a:pt x="1511300" y="9525"/>
                  </a:lnTo>
                  <a:close/>
                </a:path>
                <a:path w="1520825" h="3034029">
                  <a:moveTo>
                    <a:pt x="1511300" y="3028950"/>
                  </a:moveTo>
                  <a:lnTo>
                    <a:pt x="1511300" y="4762"/>
                  </a:lnTo>
                  <a:lnTo>
                    <a:pt x="1516062" y="9525"/>
                  </a:lnTo>
                  <a:lnTo>
                    <a:pt x="1520825" y="9525"/>
                  </a:lnTo>
                  <a:lnTo>
                    <a:pt x="1520825" y="3024187"/>
                  </a:lnTo>
                  <a:lnTo>
                    <a:pt x="1516062" y="3024187"/>
                  </a:lnTo>
                  <a:lnTo>
                    <a:pt x="1511300" y="3028950"/>
                  </a:lnTo>
                  <a:close/>
                </a:path>
                <a:path w="1520825" h="3034029">
                  <a:moveTo>
                    <a:pt x="1520825" y="9525"/>
                  </a:moveTo>
                  <a:lnTo>
                    <a:pt x="1516062" y="9525"/>
                  </a:lnTo>
                  <a:lnTo>
                    <a:pt x="1511300" y="4762"/>
                  </a:lnTo>
                  <a:lnTo>
                    <a:pt x="1520825" y="4762"/>
                  </a:lnTo>
                  <a:lnTo>
                    <a:pt x="1520825" y="9525"/>
                  </a:lnTo>
                  <a:close/>
                </a:path>
                <a:path w="1520825" h="3034029">
                  <a:moveTo>
                    <a:pt x="9525" y="3028950"/>
                  </a:moveTo>
                  <a:lnTo>
                    <a:pt x="4762" y="3024187"/>
                  </a:lnTo>
                  <a:lnTo>
                    <a:pt x="9525" y="3024187"/>
                  </a:lnTo>
                  <a:lnTo>
                    <a:pt x="9525" y="3028950"/>
                  </a:lnTo>
                  <a:close/>
                </a:path>
                <a:path w="1520825" h="3034029">
                  <a:moveTo>
                    <a:pt x="1511300" y="3028950"/>
                  </a:moveTo>
                  <a:lnTo>
                    <a:pt x="9525" y="3028950"/>
                  </a:lnTo>
                  <a:lnTo>
                    <a:pt x="9525" y="3024187"/>
                  </a:lnTo>
                  <a:lnTo>
                    <a:pt x="1511300" y="3024187"/>
                  </a:lnTo>
                  <a:lnTo>
                    <a:pt x="1511300" y="3028950"/>
                  </a:lnTo>
                  <a:close/>
                </a:path>
                <a:path w="1520825" h="3034029">
                  <a:moveTo>
                    <a:pt x="1520825" y="3028950"/>
                  </a:moveTo>
                  <a:lnTo>
                    <a:pt x="1511300" y="3028950"/>
                  </a:lnTo>
                  <a:lnTo>
                    <a:pt x="1516062" y="3024187"/>
                  </a:lnTo>
                  <a:lnTo>
                    <a:pt x="1520825" y="3024187"/>
                  </a:lnTo>
                  <a:lnTo>
                    <a:pt x="1520825" y="3028950"/>
                  </a:lnTo>
                  <a:close/>
                </a:path>
              </a:pathLst>
            </a:custGeom>
            <a:solidFill>
              <a:srgbClr val="3366FF"/>
            </a:solidFill>
          </p:spPr>
          <p:txBody>
            <a:bodyPr wrap="square" lIns="0" tIns="0" rIns="0" bIns="0" rtlCol="0"/>
            <a:lstStyle/>
            <a:p>
              <a:endParaRPr/>
            </a:p>
          </p:txBody>
        </p:sp>
      </p:grpSp>
      <p:sp>
        <p:nvSpPr>
          <p:cNvPr id="6" name="object 6"/>
          <p:cNvSpPr txBox="1"/>
          <p:nvPr/>
        </p:nvSpPr>
        <p:spPr>
          <a:xfrm>
            <a:off x="805815" y="2730182"/>
            <a:ext cx="7943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Century Catalogue"/>
                <a:cs typeface="Century Catalogue"/>
              </a:rPr>
              <a:t>PC</a:t>
            </a:r>
            <a:r>
              <a:rPr sz="1800" spc="-25" dirty="0">
                <a:solidFill>
                  <a:srgbClr val="0000FF"/>
                </a:solidFill>
                <a:latin typeface="Noto Serif CJK JP"/>
                <a:cs typeface="Noto Serif CJK JP"/>
              </a:rPr>
              <a:t>总线</a:t>
            </a:r>
            <a:endParaRPr sz="1800">
              <a:latin typeface="Noto Serif CJK JP"/>
              <a:cs typeface="Noto Serif CJK JP"/>
            </a:endParaRPr>
          </a:p>
        </p:txBody>
      </p:sp>
      <p:sp>
        <p:nvSpPr>
          <p:cNvPr id="7" name="object 7"/>
          <p:cNvSpPr txBox="1"/>
          <p:nvPr/>
        </p:nvSpPr>
        <p:spPr>
          <a:xfrm>
            <a:off x="1387157" y="1303020"/>
            <a:ext cx="777875" cy="299720"/>
          </a:xfrm>
          <a:prstGeom prst="rect">
            <a:avLst/>
          </a:prstGeom>
        </p:spPr>
        <p:txBody>
          <a:bodyPr vert="horz" wrap="square" lIns="0" tIns="12700" rIns="0" bIns="0" rtlCol="0">
            <a:spAutoFit/>
          </a:bodyPr>
          <a:lstStyle/>
          <a:p>
            <a:pPr marL="38100">
              <a:lnSpc>
                <a:spcPct val="100000"/>
              </a:lnSpc>
              <a:spcBef>
                <a:spcPts val="100"/>
              </a:spcBef>
            </a:pPr>
            <a:r>
              <a:rPr sz="1800" spc="-10" dirty="0">
                <a:solidFill>
                  <a:srgbClr val="0000FF"/>
                </a:solidFill>
                <a:latin typeface="Tahoma" panose="020B0604030504040204"/>
                <a:cs typeface="Tahoma" panose="020B0604030504040204"/>
              </a:rPr>
              <a:t>D</a:t>
            </a:r>
            <a:r>
              <a:rPr sz="1725" spc="-15" baseline="-17000" dirty="0">
                <a:solidFill>
                  <a:srgbClr val="0000FF"/>
                </a:solidFill>
                <a:latin typeface="Tahoma" panose="020B0604030504040204"/>
                <a:cs typeface="Tahoma" panose="020B0604030504040204"/>
              </a:rPr>
              <a:t>7</a:t>
            </a:r>
            <a:r>
              <a:rPr sz="1800" spc="-10" dirty="0">
                <a:solidFill>
                  <a:srgbClr val="0000FF"/>
                </a:solidFill>
                <a:latin typeface="Droid Sans Fallback"/>
                <a:cs typeface="Droid Sans Fallback"/>
              </a:rPr>
              <a:t>～</a:t>
            </a:r>
            <a:r>
              <a:rPr sz="1800" spc="-10" dirty="0">
                <a:solidFill>
                  <a:srgbClr val="0000FF"/>
                </a:solidFill>
                <a:latin typeface="Tahoma" panose="020B0604030504040204"/>
                <a:cs typeface="Tahoma" panose="020B0604030504040204"/>
              </a:rPr>
              <a:t>D</a:t>
            </a:r>
            <a:r>
              <a:rPr sz="1725" spc="-15" baseline="-17000" dirty="0">
                <a:solidFill>
                  <a:srgbClr val="0000FF"/>
                </a:solidFill>
                <a:latin typeface="Tahoma" panose="020B0604030504040204"/>
                <a:cs typeface="Tahoma" panose="020B0604030504040204"/>
              </a:rPr>
              <a:t>0</a:t>
            </a:r>
            <a:endParaRPr sz="1725" baseline="-17000">
              <a:latin typeface="Tahoma" panose="020B0604030504040204"/>
              <a:cs typeface="Tahoma" panose="020B0604030504040204"/>
            </a:endParaRPr>
          </a:p>
        </p:txBody>
      </p:sp>
      <p:sp>
        <p:nvSpPr>
          <p:cNvPr id="8" name="object 8"/>
          <p:cNvSpPr/>
          <p:nvPr/>
        </p:nvSpPr>
        <p:spPr>
          <a:xfrm>
            <a:off x="1581150" y="2076450"/>
            <a:ext cx="504825" cy="9525"/>
          </a:xfrm>
          <a:custGeom>
            <a:avLst/>
            <a:gdLst/>
            <a:ahLst/>
            <a:cxnLst/>
            <a:rect l="l" t="t" r="r" b="b"/>
            <a:pathLst>
              <a:path w="504825" h="9525">
                <a:moveTo>
                  <a:pt x="504825" y="9525"/>
                </a:moveTo>
                <a:lnTo>
                  <a:pt x="0" y="9525"/>
                </a:lnTo>
                <a:lnTo>
                  <a:pt x="0" y="0"/>
                </a:lnTo>
                <a:lnTo>
                  <a:pt x="504825" y="0"/>
                </a:lnTo>
                <a:lnTo>
                  <a:pt x="504825" y="9525"/>
                </a:lnTo>
                <a:close/>
              </a:path>
            </a:pathLst>
          </a:custGeom>
          <a:solidFill>
            <a:srgbClr val="0000FF"/>
          </a:solidFill>
        </p:spPr>
        <p:txBody>
          <a:bodyPr wrap="square" lIns="0" tIns="0" rIns="0" bIns="0" rtlCol="0"/>
          <a:lstStyle/>
          <a:p>
            <a:endParaRPr/>
          </a:p>
        </p:txBody>
      </p:sp>
      <p:sp>
        <p:nvSpPr>
          <p:cNvPr id="9" name="object 9"/>
          <p:cNvSpPr txBox="1"/>
          <p:nvPr/>
        </p:nvSpPr>
        <p:spPr>
          <a:xfrm>
            <a:off x="1609407" y="2015490"/>
            <a:ext cx="479425" cy="625475"/>
          </a:xfrm>
          <a:prstGeom prst="rect">
            <a:avLst/>
          </a:prstGeom>
        </p:spPr>
        <p:txBody>
          <a:bodyPr vert="horz" wrap="square" lIns="0" tIns="12700" rIns="0" bIns="0" rtlCol="0">
            <a:spAutoFit/>
          </a:bodyPr>
          <a:lstStyle/>
          <a:p>
            <a:pPr marL="76835" marR="5080" indent="-64770">
              <a:lnSpc>
                <a:spcPct val="109000"/>
              </a:lnSpc>
              <a:spcBef>
                <a:spcPts val="100"/>
              </a:spcBef>
            </a:pPr>
            <a:r>
              <a:rPr sz="1800" spc="-25" dirty="0">
                <a:solidFill>
                  <a:srgbClr val="0000FF"/>
                </a:solidFill>
                <a:latin typeface="Tahoma" panose="020B0604030504040204"/>
                <a:cs typeface="Tahoma" panose="020B0604030504040204"/>
              </a:rPr>
              <a:t>IOW IOR</a:t>
            </a:r>
            <a:endParaRPr sz="1800">
              <a:latin typeface="Tahoma" panose="020B0604030504040204"/>
              <a:cs typeface="Tahoma" panose="020B0604030504040204"/>
            </a:endParaRPr>
          </a:p>
        </p:txBody>
      </p:sp>
      <p:sp>
        <p:nvSpPr>
          <p:cNvPr id="10" name="object 10"/>
          <p:cNvSpPr/>
          <p:nvPr/>
        </p:nvSpPr>
        <p:spPr>
          <a:xfrm>
            <a:off x="1581150" y="2376487"/>
            <a:ext cx="504825" cy="9525"/>
          </a:xfrm>
          <a:custGeom>
            <a:avLst/>
            <a:gdLst/>
            <a:ahLst/>
            <a:cxnLst/>
            <a:rect l="l" t="t" r="r" b="b"/>
            <a:pathLst>
              <a:path w="504825" h="9525">
                <a:moveTo>
                  <a:pt x="504825" y="9525"/>
                </a:moveTo>
                <a:lnTo>
                  <a:pt x="0" y="9525"/>
                </a:lnTo>
                <a:lnTo>
                  <a:pt x="0" y="0"/>
                </a:lnTo>
                <a:lnTo>
                  <a:pt x="504825" y="0"/>
                </a:lnTo>
                <a:lnTo>
                  <a:pt x="504825" y="9525"/>
                </a:lnTo>
                <a:close/>
              </a:path>
            </a:pathLst>
          </a:custGeom>
          <a:solidFill>
            <a:srgbClr val="0000FF"/>
          </a:solidFill>
        </p:spPr>
        <p:txBody>
          <a:bodyPr wrap="square" lIns="0" tIns="0" rIns="0" bIns="0" rtlCol="0"/>
          <a:lstStyle/>
          <a:p>
            <a:endParaRPr/>
          </a:p>
        </p:txBody>
      </p:sp>
      <p:sp>
        <p:nvSpPr>
          <p:cNvPr id="11" name="object 11"/>
          <p:cNvSpPr txBox="1"/>
          <p:nvPr/>
        </p:nvSpPr>
        <p:spPr>
          <a:xfrm>
            <a:off x="3830002" y="1734820"/>
            <a:ext cx="66294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000FF"/>
                </a:solidFill>
                <a:latin typeface="Tahoma" panose="020B0604030504040204"/>
                <a:cs typeface="Tahoma" panose="020B0604030504040204"/>
              </a:rPr>
              <a:t>8255A</a:t>
            </a:r>
            <a:endParaRPr sz="1800">
              <a:latin typeface="Tahoma" panose="020B0604030504040204"/>
              <a:cs typeface="Tahoma" panose="020B0604030504040204"/>
            </a:endParaRPr>
          </a:p>
        </p:txBody>
      </p:sp>
      <p:grpSp>
        <p:nvGrpSpPr>
          <p:cNvPr id="12" name="object 12"/>
          <p:cNvGrpSpPr/>
          <p:nvPr/>
        </p:nvGrpSpPr>
        <p:grpSpPr>
          <a:xfrm>
            <a:off x="3314700" y="1119187"/>
            <a:ext cx="4907280" cy="4114800"/>
            <a:chOff x="3314700" y="1119187"/>
            <a:chExt cx="4907280" cy="4114800"/>
          </a:xfrm>
        </p:grpSpPr>
        <p:sp>
          <p:nvSpPr>
            <p:cNvPr id="13" name="object 13"/>
            <p:cNvSpPr/>
            <p:nvPr/>
          </p:nvSpPr>
          <p:spPr>
            <a:xfrm>
              <a:off x="6201155" y="1124712"/>
              <a:ext cx="2016760" cy="4104640"/>
            </a:xfrm>
            <a:custGeom>
              <a:avLst/>
              <a:gdLst/>
              <a:ahLst/>
              <a:cxnLst/>
              <a:rect l="l" t="t" r="r" b="b"/>
              <a:pathLst>
                <a:path w="2016759" h="4104640">
                  <a:moveTo>
                    <a:pt x="2016252" y="4104132"/>
                  </a:moveTo>
                  <a:lnTo>
                    <a:pt x="0" y="4104132"/>
                  </a:lnTo>
                  <a:lnTo>
                    <a:pt x="0" y="0"/>
                  </a:lnTo>
                  <a:lnTo>
                    <a:pt x="2016252" y="0"/>
                  </a:lnTo>
                  <a:lnTo>
                    <a:pt x="2016252" y="4104132"/>
                  </a:lnTo>
                  <a:close/>
                </a:path>
              </a:pathLst>
            </a:custGeom>
            <a:solidFill>
              <a:srgbClr val="CCFF66"/>
            </a:solidFill>
          </p:spPr>
          <p:txBody>
            <a:bodyPr wrap="square" lIns="0" tIns="0" rIns="0" bIns="0" rtlCol="0"/>
            <a:lstStyle/>
            <a:p>
              <a:endParaRPr/>
            </a:p>
          </p:txBody>
        </p:sp>
        <p:sp>
          <p:nvSpPr>
            <p:cNvPr id="14" name="object 14"/>
            <p:cNvSpPr/>
            <p:nvPr/>
          </p:nvSpPr>
          <p:spPr>
            <a:xfrm>
              <a:off x="6196012" y="1119187"/>
              <a:ext cx="2025650" cy="4114800"/>
            </a:xfrm>
            <a:custGeom>
              <a:avLst/>
              <a:gdLst/>
              <a:ahLst/>
              <a:cxnLst/>
              <a:rect l="l" t="t" r="r" b="b"/>
              <a:pathLst>
                <a:path w="2025650" h="4114800">
                  <a:moveTo>
                    <a:pt x="2025650" y="4114800"/>
                  </a:moveTo>
                  <a:lnTo>
                    <a:pt x="0" y="4114800"/>
                  </a:lnTo>
                  <a:lnTo>
                    <a:pt x="0" y="0"/>
                  </a:lnTo>
                  <a:lnTo>
                    <a:pt x="2025650" y="0"/>
                  </a:lnTo>
                  <a:lnTo>
                    <a:pt x="2025650" y="4762"/>
                  </a:lnTo>
                  <a:lnTo>
                    <a:pt x="9525" y="4762"/>
                  </a:lnTo>
                  <a:lnTo>
                    <a:pt x="4762" y="9525"/>
                  </a:lnTo>
                  <a:lnTo>
                    <a:pt x="9525" y="9525"/>
                  </a:lnTo>
                  <a:lnTo>
                    <a:pt x="9525" y="4105275"/>
                  </a:lnTo>
                  <a:lnTo>
                    <a:pt x="4762" y="4105275"/>
                  </a:lnTo>
                  <a:lnTo>
                    <a:pt x="9525" y="4110037"/>
                  </a:lnTo>
                  <a:lnTo>
                    <a:pt x="2025650" y="4110037"/>
                  </a:lnTo>
                  <a:lnTo>
                    <a:pt x="2025650" y="4114800"/>
                  </a:lnTo>
                  <a:close/>
                </a:path>
                <a:path w="2025650" h="4114800">
                  <a:moveTo>
                    <a:pt x="9525" y="9525"/>
                  </a:moveTo>
                  <a:lnTo>
                    <a:pt x="4762" y="9525"/>
                  </a:lnTo>
                  <a:lnTo>
                    <a:pt x="9525" y="4762"/>
                  </a:lnTo>
                  <a:lnTo>
                    <a:pt x="9525" y="9525"/>
                  </a:lnTo>
                  <a:close/>
                </a:path>
                <a:path w="2025650" h="4114800">
                  <a:moveTo>
                    <a:pt x="2016125" y="9525"/>
                  </a:moveTo>
                  <a:lnTo>
                    <a:pt x="9525" y="9525"/>
                  </a:lnTo>
                  <a:lnTo>
                    <a:pt x="9525" y="4762"/>
                  </a:lnTo>
                  <a:lnTo>
                    <a:pt x="2016125" y="4762"/>
                  </a:lnTo>
                  <a:lnTo>
                    <a:pt x="2016125" y="9525"/>
                  </a:lnTo>
                  <a:close/>
                </a:path>
                <a:path w="2025650" h="4114800">
                  <a:moveTo>
                    <a:pt x="2016125" y="4110037"/>
                  </a:moveTo>
                  <a:lnTo>
                    <a:pt x="2016125" y="4762"/>
                  </a:lnTo>
                  <a:lnTo>
                    <a:pt x="2020887" y="9525"/>
                  </a:lnTo>
                  <a:lnTo>
                    <a:pt x="2025650" y="9525"/>
                  </a:lnTo>
                  <a:lnTo>
                    <a:pt x="2025650" y="4105275"/>
                  </a:lnTo>
                  <a:lnTo>
                    <a:pt x="2020887" y="4105275"/>
                  </a:lnTo>
                  <a:lnTo>
                    <a:pt x="2016125" y="4110037"/>
                  </a:lnTo>
                  <a:close/>
                </a:path>
                <a:path w="2025650" h="4114800">
                  <a:moveTo>
                    <a:pt x="2025650" y="9525"/>
                  </a:moveTo>
                  <a:lnTo>
                    <a:pt x="2020887" y="9525"/>
                  </a:lnTo>
                  <a:lnTo>
                    <a:pt x="2016125" y="4762"/>
                  </a:lnTo>
                  <a:lnTo>
                    <a:pt x="2025650" y="4762"/>
                  </a:lnTo>
                  <a:lnTo>
                    <a:pt x="2025650" y="9525"/>
                  </a:lnTo>
                  <a:close/>
                </a:path>
                <a:path w="2025650" h="4114800">
                  <a:moveTo>
                    <a:pt x="9525" y="4110037"/>
                  </a:moveTo>
                  <a:lnTo>
                    <a:pt x="4762" y="4105275"/>
                  </a:lnTo>
                  <a:lnTo>
                    <a:pt x="9525" y="4105275"/>
                  </a:lnTo>
                  <a:lnTo>
                    <a:pt x="9525" y="4110037"/>
                  </a:lnTo>
                  <a:close/>
                </a:path>
                <a:path w="2025650" h="4114800">
                  <a:moveTo>
                    <a:pt x="2016125" y="4110037"/>
                  </a:moveTo>
                  <a:lnTo>
                    <a:pt x="9525" y="4110037"/>
                  </a:lnTo>
                  <a:lnTo>
                    <a:pt x="9525" y="4105275"/>
                  </a:lnTo>
                  <a:lnTo>
                    <a:pt x="2016125" y="4105275"/>
                  </a:lnTo>
                  <a:lnTo>
                    <a:pt x="2016125" y="4110037"/>
                  </a:lnTo>
                  <a:close/>
                </a:path>
                <a:path w="2025650" h="4114800">
                  <a:moveTo>
                    <a:pt x="2025650" y="4110037"/>
                  </a:moveTo>
                  <a:lnTo>
                    <a:pt x="2016125" y="4110037"/>
                  </a:lnTo>
                  <a:lnTo>
                    <a:pt x="2020887" y="4105275"/>
                  </a:lnTo>
                  <a:lnTo>
                    <a:pt x="2025650" y="4105275"/>
                  </a:lnTo>
                  <a:lnTo>
                    <a:pt x="2025650" y="4110037"/>
                  </a:lnTo>
                  <a:close/>
                </a:path>
              </a:pathLst>
            </a:custGeom>
            <a:solidFill>
              <a:srgbClr val="0000FF"/>
            </a:solidFill>
          </p:spPr>
          <p:txBody>
            <a:bodyPr wrap="square" lIns="0" tIns="0" rIns="0" bIns="0" rtlCol="0"/>
            <a:lstStyle/>
            <a:p>
              <a:endParaRPr/>
            </a:p>
          </p:txBody>
        </p:sp>
        <p:sp>
          <p:nvSpPr>
            <p:cNvPr id="15" name="object 15"/>
            <p:cNvSpPr/>
            <p:nvPr/>
          </p:nvSpPr>
          <p:spPr>
            <a:xfrm>
              <a:off x="3319272" y="2060447"/>
              <a:ext cx="1873250" cy="2232660"/>
            </a:xfrm>
            <a:custGeom>
              <a:avLst/>
              <a:gdLst/>
              <a:ahLst/>
              <a:cxnLst/>
              <a:rect l="l" t="t" r="r" b="b"/>
              <a:pathLst>
                <a:path w="1873250" h="2232660">
                  <a:moveTo>
                    <a:pt x="1872996" y="2232660"/>
                  </a:moveTo>
                  <a:lnTo>
                    <a:pt x="0" y="2232660"/>
                  </a:lnTo>
                  <a:lnTo>
                    <a:pt x="0" y="0"/>
                  </a:lnTo>
                  <a:lnTo>
                    <a:pt x="1872996" y="0"/>
                  </a:lnTo>
                  <a:lnTo>
                    <a:pt x="1872996" y="2232660"/>
                  </a:lnTo>
                  <a:close/>
                </a:path>
              </a:pathLst>
            </a:custGeom>
            <a:solidFill>
              <a:srgbClr val="FFFF00"/>
            </a:solidFill>
          </p:spPr>
          <p:txBody>
            <a:bodyPr wrap="square" lIns="0" tIns="0" rIns="0" bIns="0" rtlCol="0"/>
            <a:lstStyle/>
            <a:p>
              <a:endParaRPr/>
            </a:p>
          </p:txBody>
        </p:sp>
        <p:sp>
          <p:nvSpPr>
            <p:cNvPr id="16" name="object 16"/>
            <p:cNvSpPr/>
            <p:nvPr/>
          </p:nvSpPr>
          <p:spPr>
            <a:xfrm>
              <a:off x="3314700" y="2055812"/>
              <a:ext cx="1882775" cy="2241550"/>
            </a:xfrm>
            <a:custGeom>
              <a:avLst/>
              <a:gdLst/>
              <a:ahLst/>
              <a:cxnLst/>
              <a:rect l="l" t="t" r="r" b="b"/>
              <a:pathLst>
                <a:path w="1882775" h="2241550">
                  <a:moveTo>
                    <a:pt x="298475" y="1944687"/>
                  </a:moveTo>
                  <a:lnTo>
                    <a:pt x="52412" y="1943100"/>
                  </a:lnTo>
                  <a:lnTo>
                    <a:pt x="52362" y="1952625"/>
                  </a:lnTo>
                  <a:lnTo>
                    <a:pt x="298411" y="1954212"/>
                  </a:lnTo>
                  <a:lnTo>
                    <a:pt x="298475" y="1944687"/>
                  </a:lnTo>
                  <a:close/>
                </a:path>
                <a:path w="1882775" h="2241550">
                  <a:moveTo>
                    <a:pt x="1882775" y="0"/>
                  </a:moveTo>
                  <a:lnTo>
                    <a:pt x="1873250" y="0"/>
                  </a:lnTo>
                  <a:lnTo>
                    <a:pt x="1873250" y="9525"/>
                  </a:lnTo>
                  <a:lnTo>
                    <a:pt x="1873250" y="2232025"/>
                  </a:lnTo>
                  <a:lnTo>
                    <a:pt x="9525" y="2232025"/>
                  </a:lnTo>
                  <a:lnTo>
                    <a:pt x="9525" y="9525"/>
                  </a:lnTo>
                  <a:lnTo>
                    <a:pt x="1873250" y="9525"/>
                  </a:lnTo>
                  <a:lnTo>
                    <a:pt x="1873250" y="0"/>
                  </a:lnTo>
                  <a:lnTo>
                    <a:pt x="0" y="0"/>
                  </a:lnTo>
                  <a:lnTo>
                    <a:pt x="0" y="2241550"/>
                  </a:lnTo>
                  <a:lnTo>
                    <a:pt x="1882775" y="2241550"/>
                  </a:lnTo>
                  <a:lnTo>
                    <a:pt x="1882775" y="2236787"/>
                  </a:lnTo>
                  <a:lnTo>
                    <a:pt x="1882775" y="2232025"/>
                  </a:lnTo>
                  <a:lnTo>
                    <a:pt x="1882775" y="9525"/>
                  </a:lnTo>
                  <a:lnTo>
                    <a:pt x="1882775" y="4762"/>
                  </a:lnTo>
                  <a:lnTo>
                    <a:pt x="1882775" y="0"/>
                  </a:lnTo>
                  <a:close/>
                </a:path>
              </a:pathLst>
            </a:custGeom>
            <a:solidFill>
              <a:srgbClr val="0000FF"/>
            </a:solidFill>
          </p:spPr>
          <p:txBody>
            <a:bodyPr wrap="square" lIns="0" tIns="0" rIns="0" bIns="0" rtlCol="0"/>
            <a:lstStyle/>
            <a:p>
              <a:endParaRPr/>
            </a:p>
          </p:txBody>
        </p:sp>
      </p:grpSp>
      <p:sp>
        <p:nvSpPr>
          <p:cNvPr id="17" name="object 17"/>
          <p:cNvSpPr txBox="1"/>
          <p:nvPr/>
        </p:nvSpPr>
        <p:spPr>
          <a:xfrm>
            <a:off x="3301365" y="2734945"/>
            <a:ext cx="830580" cy="1530350"/>
          </a:xfrm>
          <a:prstGeom prst="rect">
            <a:avLst/>
          </a:prstGeom>
        </p:spPr>
        <p:txBody>
          <a:bodyPr vert="horz" wrap="square" lIns="0" tIns="6985" rIns="0" bIns="0" rtlCol="0">
            <a:spAutoFit/>
          </a:bodyPr>
          <a:lstStyle/>
          <a:p>
            <a:pPr marL="38100" marR="551815">
              <a:lnSpc>
                <a:spcPct val="102000"/>
              </a:lnSpc>
              <a:spcBef>
                <a:spcPts val="55"/>
              </a:spcBef>
            </a:pPr>
            <a:r>
              <a:rPr sz="1800" spc="-25" dirty="0">
                <a:solidFill>
                  <a:srgbClr val="0000FF"/>
                </a:solidFill>
                <a:latin typeface="Tahoma" panose="020B0604030504040204"/>
                <a:cs typeface="Tahoma" panose="020B0604030504040204"/>
              </a:rPr>
              <a:t>A</a:t>
            </a:r>
            <a:r>
              <a:rPr sz="1725" b="1" spc="-37" baseline="-17000" dirty="0">
                <a:solidFill>
                  <a:srgbClr val="0000FF"/>
                </a:solidFill>
                <a:latin typeface="Tahoma" panose="020B0604030504040204"/>
                <a:cs typeface="Tahoma" panose="020B0604030504040204"/>
              </a:rPr>
              <a:t>1 </a:t>
            </a:r>
            <a:r>
              <a:rPr sz="1800" spc="-25" dirty="0">
                <a:solidFill>
                  <a:srgbClr val="0000FF"/>
                </a:solidFill>
                <a:latin typeface="Tahoma" panose="020B0604030504040204"/>
                <a:cs typeface="Tahoma" panose="020B0604030504040204"/>
              </a:rPr>
              <a:t>A</a:t>
            </a:r>
            <a:r>
              <a:rPr sz="1725" b="1" spc="-37" baseline="-17000" dirty="0">
                <a:solidFill>
                  <a:srgbClr val="0000FF"/>
                </a:solidFill>
                <a:latin typeface="Tahoma" panose="020B0604030504040204"/>
                <a:cs typeface="Tahoma" panose="020B0604030504040204"/>
              </a:rPr>
              <a:t>0</a:t>
            </a:r>
            <a:endParaRPr sz="1725" baseline="-17000">
              <a:latin typeface="Tahoma" panose="020B0604030504040204"/>
              <a:cs typeface="Tahoma" panose="020B0604030504040204"/>
            </a:endParaRPr>
          </a:p>
          <a:p>
            <a:pPr marL="90805">
              <a:lnSpc>
                <a:spcPct val="100000"/>
              </a:lnSpc>
              <a:spcBef>
                <a:spcPts val="1305"/>
              </a:spcBef>
            </a:pPr>
            <a:r>
              <a:rPr sz="1800" spc="-10" dirty="0">
                <a:solidFill>
                  <a:srgbClr val="0000FF"/>
                </a:solidFill>
                <a:latin typeface="Tahoma" panose="020B0604030504040204"/>
                <a:cs typeface="Tahoma" panose="020B0604030504040204"/>
              </a:rPr>
              <a:t>D</a:t>
            </a:r>
            <a:r>
              <a:rPr sz="1725" spc="-15" baseline="-17000" dirty="0">
                <a:solidFill>
                  <a:srgbClr val="0000FF"/>
                </a:solidFill>
                <a:latin typeface="Tahoma" panose="020B0604030504040204"/>
                <a:cs typeface="Tahoma" panose="020B0604030504040204"/>
              </a:rPr>
              <a:t>7</a:t>
            </a:r>
            <a:r>
              <a:rPr sz="1800" spc="-10" dirty="0">
                <a:solidFill>
                  <a:srgbClr val="0000FF"/>
                </a:solidFill>
                <a:latin typeface="Droid Sans Fallback"/>
                <a:cs typeface="Droid Sans Fallback"/>
              </a:rPr>
              <a:t>～</a:t>
            </a:r>
            <a:r>
              <a:rPr sz="1800" spc="-10" dirty="0">
                <a:solidFill>
                  <a:srgbClr val="0000FF"/>
                </a:solidFill>
                <a:latin typeface="Tahoma" panose="020B0604030504040204"/>
                <a:cs typeface="Tahoma" panose="020B0604030504040204"/>
              </a:rPr>
              <a:t>D</a:t>
            </a:r>
            <a:r>
              <a:rPr sz="1725" spc="-15" baseline="-17000" dirty="0">
                <a:solidFill>
                  <a:srgbClr val="0000FF"/>
                </a:solidFill>
                <a:latin typeface="Tahoma" panose="020B0604030504040204"/>
                <a:cs typeface="Tahoma" panose="020B0604030504040204"/>
              </a:rPr>
              <a:t>0</a:t>
            </a:r>
            <a:endParaRPr sz="1725" baseline="-17000">
              <a:latin typeface="Tahoma" panose="020B0604030504040204"/>
              <a:cs typeface="Tahoma" panose="020B0604030504040204"/>
            </a:endParaRPr>
          </a:p>
          <a:p>
            <a:pPr marL="63500">
              <a:lnSpc>
                <a:spcPct val="100000"/>
              </a:lnSpc>
              <a:spcBef>
                <a:spcPts val="1865"/>
              </a:spcBef>
            </a:pPr>
            <a:r>
              <a:rPr sz="1800" spc="-25" dirty="0">
                <a:solidFill>
                  <a:srgbClr val="0000FF"/>
                </a:solidFill>
                <a:latin typeface="Tahoma" panose="020B0604030504040204"/>
                <a:cs typeface="Tahoma" panose="020B0604030504040204"/>
              </a:rPr>
              <a:t>CE</a:t>
            </a:r>
            <a:endParaRPr sz="1800">
              <a:latin typeface="Tahoma" panose="020B0604030504040204"/>
              <a:cs typeface="Tahoma" panose="020B0604030504040204"/>
            </a:endParaRPr>
          </a:p>
        </p:txBody>
      </p:sp>
      <p:sp>
        <p:nvSpPr>
          <p:cNvPr id="18" name="object 18"/>
          <p:cNvSpPr/>
          <p:nvPr/>
        </p:nvSpPr>
        <p:spPr>
          <a:xfrm>
            <a:off x="3341661" y="2119312"/>
            <a:ext cx="246379" cy="11430"/>
          </a:xfrm>
          <a:custGeom>
            <a:avLst/>
            <a:gdLst/>
            <a:ahLst/>
            <a:cxnLst/>
            <a:rect l="l" t="t" r="r" b="b"/>
            <a:pathLst>
              <a:path w="246379" h="11430">
                <a:moveTo>
                  <a:pt x="246049" y="11112"/>
                </a:moveTo>
                <a:lnTo>
                  <a:pt x="0" y="9525"/>
                </a:lnTo>
                <a:lnTo>
                  <a:pt x="50" y="0"/>
                </a:lnTo>
                <a:lnTo>
                  <a:pt x="246113" y="1587"/>
                </a:lnTo>
                <a:lnTo>
                  <a:pt x="246049" y="11112"/>
                </a:lnTo>
                <a:close/>
              </a:path>
            </a:pathLst>
          </a:custGeom>
          <a:solidFill>
            <a:srgbClr val="0000FF"/>
          </a:solidFill>
        </p:spPr>
        <p:txBody>
          <a:bodyPr wrap="square" lIns="0" tIns="0" rIns="0" bIns="0" rtlCol="0"/>
          <a:lstStyle/>
          <a:p>
            <a:endParaRPr/>
          </a:p>
        </p:txBody>
      </p:sp>
      <p:sp>
        <p:nvSpPr>
          <p:cNvPr id="19" name="object 19"/>
          <p:cNvSpPr txBox="1"/>
          <p:nvPr/>
        </p:nvSpPr>
        <p:spPr>
          <a:xfrm>
            <a:off x="3326765" y="2044065"/>
            <a:ext cx="374015" cy="657225"/>
          </a:xfrm>
          <a:prstGeom prst="rect">
            <a:avLst/>
          </a:prstGeom>
        </p:spPr>
        <p:txBody>
          <a:bodyPr vert="horz" wrap="square" lIns="0" tIns="12700" rIns="0" bIns="0" rtlCol="0">
            <a:spAutoFit/>
          </a:bodyPr>
          <a:lstStyle/>
          <a:p>
            <a:pPr marL="38100" marR="5080" indent="-25400">
              <a:lnSpc>
                <a:spcPct val="115000"/>
              </a:lnSpc>
              <a:spcBef>
                <a:spcPts val="100"/>
              </a:spcBef>
            </a:pPr>
            <a:r>
              <a:rPr sz="1800" spc="-25" dirty="0">
                <a:solidFill>
                  <a:srgbClr val="0000FF"/>
                </a:solidFill>
                <a:latin typeface="Tahoma" panose="020B0604030504040204"/>
                <a:cs typeface="Tahoma" panose="020B0604030504040204"/>
              </a:rPr>
              <a:t>WR RD</a:t>
            </a:r>
            <a:endParaRPr sz="1800">
              <a:latin typeface="Tahoma" panose="020B0604030504040204"/>
              <a:cs typeface="Tahoma" panose="020B0604030504040204"/>
            </a:endParaRPr>
          </a:p>
        </p:txBody>
      </p:sp>
      <p:sp>
        <p:nvSpPr>
          <p:cNvPr id="20" name="object 20"/>
          <p:cNvSpPr/>
          <p:nvPr/>
        </p:nvSpPr>
        <p:spPr>
          <a:xfrm>
            <a:off x="3367061" y="2435225"/>
            <a:ext cx="246379" cy="11430"/>
          </a:xfrm>
          <a:custGeom>
            <a:avLst/>
            <a:gdLst/>
            <a:ahLst/>
            <a:cxnLst/>
            <a:rect l="l" t="t" r="r" b="b"/>
            <a:pathLst>
              <a:path w="246379" h="11430">
                <a:moveTo>
                  <a:pt x="246049" y="11112"/>
                </a:moveTo>
                <a:lnTo>
                  <a:pt x="0" y="9525"/>
                </a:lnTo>
                <a:lnTo>
                  <a:pt x="50" y="0"/>
                </a:lnTo>
                <a:lnTo>
                  <a:pt x="246113" y="1587"/>
                </a:lnTo>
                <a:lnTo>
                  <a:pt x="246049" y="11112"/>
                </a:lnTo>
                <a:close/>
              </a:path>
            </a:pathLst>
          </a:custGeom>
          <a:solidFill>
            <a:srgbClr val="0000FF"/>
          </a:solidFill>
        </p:spPr>
        <p:txBody>
          <a:bodyPr wrap="square" lIns="0" tIns="0" rIns="0" bIns="0" rtlCol="0"/>
          <a:lstStyle/>
          <a:p>
            <a:endParaRPr/>
          </a:p>
        </p:txBody>
      </p:sp>
      <p:sp>
        <p:nvSpPr>
          <p:cNvPr id="21" name="object 21"/>
          <p:cNvSpPr txBox="1"/>
          <p:nvPr/>
        </p:nvSpPr>
        <p:spPr>
          <a:xfrm>
            <a:off x="4707890" y="2131695"/>
            <a:ext cx="431800" cy="299720"/>
          </a:xfrm>
          <a:prstGeom prst="rect">
            <a:avLst/>
          </a:prstGeom>
        </p:spPr>
        <p:txBody>
          <a:bodyPr vert="horz" wrap="square" lIns="0" tIns="12700" rIns="0" bIns="0" rtlCol="0">
            <a:spAutoFit/>
          </a:bodyPr>
          <a:lstStyle/>
          <a:p>
            <a:pPr marL="38100">
              <a:lnSpc>
                <a:spcPct val="100000"/>
              </a:lnSpc>
              <a:spcBef>
                <a:spcPts val="100"/>
              </a:spcBef>
            </a:pPr>
            <a:r>
              <a:rPr sz="1800" spc="-25" dirty="0">
                <a:solidFill>
                  <a:srgbClr val="0000FF"/>
                </a:solidFill>
                <a:latin typeface="Tahoma" panose="020B0604030504040204"/>
                <a:cs typeface="Tahoma" panose="020B0604030504040204"/>
              </a:rPr>
              <a:t>PB</a:t>
            </a:r>
            <a:r>
              <a:rPr sz="1725" b="1" spc="-37" baseline="-17000" dirty="0">
                <a:solidFill>
                  <a:srgbClr val="0000FF"/>
                </a:solidFill>
                <a:latin typeface="Tahoma" panose="020B0604030504040204"/>
                <a:cs typeface="Tahoma" panose="020B0604030504040204"/>
              </a:rPr>
              <a:t>4</a:t>
            </a:r>
            <a:endParaRPr sz="1725" baseline="-17000">
              <a:latin typeface="Tahoma" panose="020B0604030504040204"/>
              <a:cs typeface="Tahoma" panose="020B0604030504040204"/>
            </a:endParaRPr>
          </a:p>
        </p:txBody>
      </p:sp>
      <p:sp>
        <p:nvSpPr>
          <p:cNvPr id="22" name="object 22"/>
          <p:cNvSpPr txBox="1"/>
          <p:nvPr/>
        </p:nvSpPr>
        <p:spPr>
          <a:xfrm>
            <a:off x="4707890" y="3028632"/>
            <a:ext cx="465455" cy="806450"/>
          </a:xfrm>
          <a:prstGeom prst="rect">
            <a:avLst/>
          </a:prstGeom>
        </p:spPr>
        <p:txBody>
          <a:bodyPr vert="horz" wrap="square" lIns="0" tIns="12700" rIns="0" bIns="0" rtlCol="0">
            <a:spAutoFit/>
          </a:bodyPr>
          <a:lstStyle/>
          <a:p>
            <a:pPr marL="38100">
              <a:lnSpc>
                <a:spcPct val="100000"/>
              </a:lnSpc>
              <a:spcBef>
                <a:spcPts val="100"/>
              </a:spcBef>
            </a:pPr>
            <a:r>
              <a:rPr sz="1800" spc="-25" dirty="0">
                <a:solidFill>
                  <a:srgbClr val="0000FF"/>
                </a:solidFill>
                <a:latin typeface="Tahoma" panose="020B0604030504040204"/>
                <a:cs typeface="Tahoma" panose="020B0604030504040204"/>
              </a:rPr>
              <a:t>PB</a:t>
            </a:r>
            <a:r>
              <a:rPr sz="1725" b="1" spc="-37" baseline="-17000" dirty="0">
                <a:solidFill>
                  <a:srgbClr val="0000FF"/>
                </a:solidFill>
                <a:latin typeface="Tahoma" panose="020B0604030504040204"/>
                <a:cs typeface="Tahoma" panose="020B0604030504040204"/>
              </a:rPr>
              <a:t>0</a:t>
            </a:r>
            <a:endParaRPr sz="1725" baseline="-17000">
              <a:latin typeface="Tahoma" panose="020B0604030504040204"/>
              <a:cs typeface="Tahoma" panose="020B0604030504040204"/>
            </a:endParaRPr>
          </a:p>
          <a:p>
            <a:pPr marL="68580">
              <a:lnSpc>
                <a:spcPct val="100000"/>
              </a:lnSpc>
              <a:spcBef>
                <a:spcPts val="1825"/>
              </a:spcBef>
            </a:pPr>
            <a:r>
              <a:rPr sz="1800" spc="-25" dirty="0">
                <a:solidFill>
                  <a:srgbClr val="0000FF"/>
                </a:solidFill>
                <a:latin typeface="Tahoma" panose="020B0604030504040204"/>
                <a:cs typeface="Tahoma" panose="020B0604030504040204"/>
              </a:rPr>
              <a:t>PC</a:t>
            </a:r>
            <a:r>
              <a:rPr sz="1725" b="1" spc="-37" baseline="-17000" dirty="0">
                <a:solidFill>
                  <a:srgbClr val="0000FF"/>
                </a:solidFill>
                <a:latin typeface="Tahoma" panose="020B0604030504040204"/>
                <a:cs typeface="Tahoma" panose="020B0604030504040204"/>
              </a:rPr>
              <a:t>7</a:t>
            </a:r>
            <a:endParaRPr sz="1725" baseline="-17000">
              <a:latin typeface="Tahoma" panose="020B0604030504040204"/>
              <a:cs typeface="Tahoma" panose="020B0604030504040204"/>
            </a:endParaRPr>
          </a:p>
        </p:txBody>
      </p:sp>
      <p:sp>
        <p:nvSpPr>
          <p:cNvPr id="23" name="object 23"/>
          <p:cNvSpPr txBox="1"/>
          <p:nvPr/>
        </p:nvSpPr>
        <p:spPr>
          <a:xfrm>
            <a:off x="4690427" y="2418715"/>
            <a:ext cx="2214880" cy="631825"/>
          </a:xfrm>
          <a:prstGeom prst="rect">
            <a:avLst/>
          </a:prstGeom>
        </p:spPr>
        <p:txBody>
          <a:bodyPr vert="horz" wrap="square" lIns="0" tIns="41275" rIns="0" bIns="0" rtlCol="0">
            <a:spAutoFit/>
          </a:bodyPr>
          <a:lstStyle/>
          <a:p>
            <a:pPr marL="63500">
              <a:lnSpc>
                <a:spcPct val="100000"/>
              </a:lnSpc>
              <a:spcBef>
                <a:spcPts val="325"/>
              </a:spcBef>
              <a:tabLst>
                <a:tab pos="1601470" algn="l"/>
              </a:tabLst>
            </a:pPr>
            <a:r>
              <a:rPr sz="1800" spc="-25" dirty="0">
                <a:solidFill>
                  <a:srgbClr val="0000FF"/>
                </a:solidFill>
                <a:latin typeface="Tahoma" panose="020B0604030504040204"/>
                <a:cs typeface="Tahoma" panose="020B0604030504040204"/>
              </a:rPr>
              <a:t>PB</a:t>
            </a:r>
            <a:r>
              <a:rPr sz="1725" b="1" spc="-37" baseline="-17000" dirty="0">
                <a:solidFill>
                  <a:srgbClr val="0000FF"/>
                </a:solidFill>
                <a:latin typeface="Tahoma" panose="020B0604030504040204"/>
                <a:cs typeface="Tahoma" panose="020B0604030504040204"/>
              </a:rPr>
              <a:t>2</a:t>
            </a:r>
            <a:r>
              <a:rPr sz="1725" b="1" baseline="-17000" dirty="0">
                <a:solidFill>
                  <a:srgbClr val="0000FF"/>
                </a:solidFill>
                <a:latin typeface="Tahoma" panose="020B0604030504040204"/>
                <a:cs typeface="Tahoma" panose="020B0604030504040204"/>
              </a:rPr>
              <a:t>	</a:t>
            </a:r>
            <a:r>
              <a:rPr sz="1800" spc="-20" dirty="0">
                <a:solidFill>
                  <a:srgbClr val="FF3300"/>
                </a:solidFill>
                <a:latin typeface="Tahoma" panose="020B0604030504040204"/>
                <a:cs typeface="Tahoma" panose="020B0604030504040204"/>
              </a:rPr>
              <a:t>ADD</a:t>
            </a:r>
            <a:r>
              <a:rPr sz="1725" b="1" spc="-30" baseline="-17000" dirty="0">
                <a:solidFill>
                  <a:srgbClr val="FF3300"/>
                </a:solidFill>
                <a:latin typeface="Tahoma" panose="020B0604030504040204"/>
                <a:cs typeface="Tahoma" panose="020B0604030504040204"/>
              </a:rPr>
              <a:t>A</a:t>
            </a:r>
            <a:endParaRPr sz="1725" baseline="-17000">
              <a:latin typeface="Tahoma" panose="020B0604030504040204"/>
              <a:cs typeface="Tahoma" panose="020B0604030504040204"/>
            </a:endParaRPr>
          </a:p>
          <a:p>
            <a:pPr marL="55245">
              <a:lnSpc>
                <a:spcPct val="100000"/>
              </a:lnSpc>
              <a:spcBef>
                <a:spcPts val="230"/>
              </a:spcBef>
              <a:tabLst>
                <a:tab pos="1546860" algn="l"/>
              </a:tabLst>
            </a:pPr>
            <a:r>
              <a:rPr sz="2700" baseline="3000" dirty="0">
                <a:solidFill>
                  <a:srgbClr val="0000FF"/>
                </a:solidFill>
                <a:latin typeface="Tahoma" panose="020B0604030504040204"/>
                <a:cs typeface="Tahoma" panose="020B0604030504040204"/>
              </a:rPr>
              <a:t>PB</a:t>
            </a:r>
            <a:r>
              <a:rPr sz="1725" b="1" baseline="-12000" dirty="0">
                <a:solidFill>
                  <a:srgbClr val="0000FF"/>
                </a:solidFill>
                <a:latin typeface="Tahoma" panose="020B0604030504040204"/>
                <a:cs typeface="Tahoma" panose="020B0604030504040204"/>
              </a:rPr>
              <a:t>1</a:t>
            </a:r>
            <a:r>
              <a:rPr sz="1725" b="1" spc="569" baseline="-12000" dirty="0">
                <a:solidFill>
                  <a:srgbClr val="0000FF"/>
                </a:solidFill>
                <a:latin typeface="Tahoma" panose="020B0604030504040204"/>
                <a:cs typeface="Tahoma" panose="020B0604030504040204"/>
              </a:rPr>
              <a:t> </a:t>
            </a:r>
            <a:r>
              <a:rPr sz="1725" u="heavy" baseline="-12000" dirty="0">
                <a:solidFill>
                  <a:srgbClr val="0000FF"/>
                </a:solidFill>
                <a:uFill>
                  <a:solidFill>
                    <a:srgbClr val="0000FF"/>
                  </a:solidFill>
                </a:uFill>
                <a:latin typeface="Times New Roman" panose="02020603050405020304"/>
                <a:cs typeface="Times New Roman" panose="02020603050405020304"/>
              </a:rPr>
              <a:t>	</a:t>
            </a:r>
            <a:r>
              <a:rPr sz="1725" u="none" baseline="-12000" dirty="0">
                <a:solidFill>
                  <a:srgbClr val="0000FF"/>
                </a:solidFill>
                <a:latin typeface="Times New Roman" panose="02020603050405020304"/>
                <a:cs typeface="Times New Roman" panose="02020603050405020304"/>
              </a:rPr>
              <a:t> </a:t>
            </a:r>
            <a:r>
              <a:rPr sz="1800" u="none" dirty="0">
                <a:solidFill>
                  <a:srgbClr val="FF3300"/>
                </a:solidFill>
                <a:latin typeface="Tahoma" panose="020B0604030504040204"/>
                <a:cs typeface="Tahoma" panose="020B0604030504040204"/>
              </a:rPr>
              <a:t>ADD</a:t>
            </a:r>
            <a:r>
              <a:rPr sz="1725" b="1" u="none" baseline="-17000" dirty="0">
                <a:solidFill>
                  <a:srgbClr val="FF3300"/>
                </a:solidFill>
                <a:latin typeface="Tahoma" panose="020B0604030504040204"/>
                <a:cs typeface="Tahoma" panose="020B0604030504040204"/>
              </a:rPr>
              <a:t>B</a:t>
            </a:r>
            <a:endParaRPr sz="1725" baseline="-17000">
              <a:latin typeface="Tahoma" panose="020B0604030504040204"/>
              <a:cs typeface="Tahoma" panose="020B0604030504040204"/>
            </a:endParaRPr>
          </a:p>
        </p:txBody>
      </p:sp>
      <p:sp>
        <p:nvSpPr>
          <p:cNvPr id="24" name="object 24"/>
          <p:cNvSpPr txBox="1"/>
          <p:nvPr/>
        </p:nvSpPr>
        <p:spPr>
          <a:xfrm>
            <a:off x="6254115" y="3095307"/>
            <a:ext cx="622300" cy="810895"/>
          </a:xfrm>
          <a:prstGeom prst="rect">
            <a:avLst/>
          </a:prstGeom>
        </p:spPr>
        <p:txBody>
          <a:bodyPr vert="horz" wrap="square" lIns="0" tIns="12700" rIns="0" bIns="0" rtlCol="0">
            <a:spAutoFit/>
          </a:bodyPr>
          <a:lstStyle/>
          <a:p>
            <a:pPr marL="38100">
              <a:lnSpc>
                <a:spcPct val="100000"/>
              </a:lnSpc>
              <a:spcBef>
                <a:spcPts val="100"/>
              </a:spcBef>
            </a:pPr>
            <a:r>
              <a:rPr sz="1800" spc="-20" dirty="0">
                <a:solidFill>
                  <a:srgbClr val="FF3300"/>
                </a:solidFill>
                <a:latin typeface="Tahoma" panose="020B0604030504040204"/>
                <a:cs typeface="Tahoma" panose="020B0604030504040204"/>
              </a:rPr>
              <a:t>ADD</a:t>
            </a:r>
            <a:r>
              <a:rPr sz="1725" b="1" spc="-30" baseline="-17000" dirty="0">
                <a:solidFill>
                  <a:srgbClr val="FF3300"/>
                </a:solidFill>
                <a:latin typeface="Tahoma" panose="020B0604030504040204"/>
                <a:cs typeface="Tahoma" panose="020B0604030504040204"/>
              </a:rPr>
              <a:t>C</a:t>
            </a:r>
            <a:endParaRPr sz="1725" baseline="-17000">
              <a:latin typeface="Tahoma" panose="020B0604030504040204"/>
              <a:cs typeface="Tahoma" panose="020B0604030504040204"/>
            </a:endParaRPr>
          </a:p>
          <a:p>
            <a:pPr marL="38100">
              <a:lnSpc>
                <a:spcPct val="100000"/>
              </a:lnSpc>
              <a:spcBef>
                <a:spcPts val="1865"/>
              </a:spcBef>
            </a:pPr>
            <a:r>
              <a:rPr sz="1800" spc="-25" dirty="0">
                <a:solidFill>
                  <a:srgbClr val="FF3300"/>
                </a:solidFill>
                <a:latin typeface="Tahoma" panose="020B0604030504040204"/>
                <a:cs typeface="Tahoma" panose="020B0604030504040204"/>
              </a:rPr>
              <a:t>EOC</a:t>
            </a:r>
            <a:endParaRPr sz="1800">
              <a:latin typeface="Tahoma" panose="020B0604030504040204"/>
              <a:cs typeface="Tahoma" panose="020B0604030504040204"/>
            </a:endParaRPr>
          </a:p>
        </p:txBody>
      </p:sp>
      <p:sp>
        <p:nvSpPr>
          <p:cNvPr id="25" name="object 25"/>
          <p:cNvSpPr txBox="1"/>
          <p:nvPr/>
        </p:nvSpPr>
        <p:spPr>
          <a:xfrm>
            <a:off x="6262052" y="4716145"/>
            <a:ext cx="31559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3300"/>
                </a:solidFill>
                <a:latin typeface="Tahoma" panose="020B0604030504040204"/>
                <a:cs typeface="Tahoma" panose="020B0604030504040204"/>
              </a:rPr>
              <a:t>OE</a:t>
            </a:r>
            <a:endParaRPr sz="1800">
              <a:latin typeface="Tahoma" panose="020B0604030504040204"/>
              <a:cs typeface="Tahoma" panose="020B0604030504040204"/>
            </a:endParaRPr>
          </a:p>
        </p:txBody>
      </p:sp>
      <p:sp>
        <p:nvSpPr>
          <p:cNvPr id="26" name="object 26"/>
          <p:cNvSpPr txBox="1"/>
          <p:nvPr/>
        </p:nvSpPr>
        <p:spPr>
          <a:xfrm>
            <a:off x="7767002" y="2022157"/>
            <a:ext cx="408940" cy="299720"/>
          </a:xfrm>
          <a:prstGeom prst="rect">
            <a:avLst/>
          </a:prstGeom>
        </p:spPr>
        <p:txBody>
          <a:bodyPr vert="horz" wrap="square" lIns="0" tIns="12700" rIns="0" bIns="0" rtlCol="0">
            <a:spAutoFit/>
          </a:bodyPr>
          <a:lstStyle/>
          <a:p>
            <a:pPr marL="38100">
              <a:lnSpc>
                <a:spcPct val="100000"/>
              </a:lnSpc>
              <a:spcBef>
                <a:spcPts val="100"/>
              </a:spcBef>
            </a:pPr>
            <a:r>
              <a:rPr sz="1800" spc="-25" dirty="0">
                <a:solidFill>
                  <a:srgbClr val="FF3300"/>
                </a:solidFill>
                <a:latin typeface="Tahoma" panose="020B0604030504040204"/>
                <a:cs typeface="Tahoma" panose="020B0604030504040204"/>
              </a:rPr>
              <a:t>IN</a:t>
            </a:r>
            <a:r>
              <a:rPr sz="1725" b="1" spc="-37" baseline="-17000" dirty="0">
                <a:solidFill>
                  <a:srgbClr val="FF3300"/>
                </a:solidFill>
                <a:latin typeface="Tahoma" panose="020B0604030504040204"/>
                <a:cs typeface="Tahoma" panose="020B0604030504040204"/>
              </a:rPr>
              <a:t>7</a:t>
            </a:r>
            <a:endParaRPr sz="1725" baseline="-17000">
              <a:latin typeface="Tahoma" panose="020B0604030504040204"/>
              <a:cs typeface="Tahoma" panose="020B0604030504040204"/>
            </a:endParaRPr>
          </a:p>
        </p:txBody>
      </p:sp>
      <p:sp>
        <p:nvSpPr>
          <p:cNvPr id="27" name="object 27"/>
          <p:cNvSpPr txBox="1"/>
          <p:nvPr/>
        </p:nvSpPr>
        <p:spPr>
          <a:xfrm>
            <a:off x="7767002" y="3004820"/>
            <a:ext cx="408940" cy="299720"/>
          </a:xfrm>
          <a:prstGeom prst="rect">
            <a:avLst/>
          </a:prstGeom>
        </p:spPr>
        <p:txBody>
          <a:bodyPr vert="horz" wrap="square" lIns="0" tIns="12700" rIns="0" bIns="0" rtlCol="0">
            <a:spAutoFit/>
          </a:bodyPr>
          <a:lstStyle/>
          <a:p>
            <a:pPr marL="38100">
              <a:lnSpc>
                <a:spcPct val="100000"/>
              </a:lnSpc>
              <a:spcBef>
                <a:spcPts val="100"/>
              </a:spcBef>
            </a:pPr>
            <a:r>
              <a:rPr sz="1800" spc="-25" dirty="0">
                <a:solidFill>
                  <a:srgbClr val="FF3300"/>
                </a:solidFill>
                <a:latin typeface="Tahoma" panose="020B0604030504040204"/>
                <a:cs typeface="Tahoma" panose="020B0604030504040204"/>
              </a:rPr>
              <a:t>IN</a:t>
            </a:r>
            <a:r>
              <a:rPr sz="1725" b="1" spc="-37" baseline="-17000" dirty="0">
                <a:solidFill>
                  <a:srgbClr val="FF3300"/>
                </a:solidFill>
                <a:latin typeface="Tahoma" panose="020B0604030504040204"/>
                <a:cs typeface="Tahoma" panose="020B0604030504040204"/>
              </a:rPr>
              <a:t>0</a:t>
            </a:r>
            <a:endParaRPr sz="1725" baseline="-17000">
              <a:latin typeface="Tahoma" panose="020B0604030504040204"/>
              <a:cs typeface="Tahoma" panose="020B0604030504040204"/>
            </a:endParaRPr>
          </a:p>
        </p:txBody>
      </p:sp>
      <p:sp>
        <p:nvSpPr>
          <p:cNvPr id="28" name="object 28"/>
          <p:cNvSpPr txBox="1"/>
          <p:nvPr/>
        </p:nvSpPr>
        <p:spPr>
          <a:xfrm>
            <a:off x="7822063" y="2425382"/>
            <a:ext cx="281305" cy="482600"/>
          </a:xfrm>
          <a:prstGeom prst="rect">
            <a:avLst/>
          </a:prstGeom>
        </p:spPr>
        <p:txBody>
          <a:bodyPr vert="vert" wrap="square" lIns="0" tIns="0" rIns="0" bIns="0" rtlCol="0">
            <a:spAutoFit/>
          </a:bodyPr>
          <a:lstStyle/>
          <a:p>
            <a:pPr marL="12700">
              <a:lnSpc>
                <a:spcPts val="2090"/>
              </a:lnSpc>
            </a:pPr>
            <a:r>
              <a:rPr sz="1800" b="1" spc="-25" dirty="0">
                <a:solidFill>
                  <a:srgbClr val="FF3300"/>
                </a:solidFill>
                <a:latin typeface="Arial" panose="020B0604020202020204"/>
                <a:cs typeface="Arial" panose="020B0604020202020204"/>
              </a:rPr>
              <a:t>……</a:t>
            </a:r>
            <a:endParaRPr sz="1800">
              <a:latin typeface="Arial" panose="020B0604020202020204"/>
              <a:cs typeface="Arial" panose="020B0604020202020204"/>
            </a:endParaRPr>
          </a:p>
        </p:txBody>
      </p:sp>
      <p:grpSp>
        <p:nvGrpSpPr>
          <p:cNvPr id="29" name="object 29"/>
          <p:cNvGrpSpPr/>
          <p:nvPr/>
        </p:nvGrpSpPr>
        <p:grpSpPr>
          <a:xfrm>
            <a:off x="5192712" y="1974850"/>
            <a:ext cx="1008380" cy="1757680"/>
            <a:chOff x="5192712" y="1974850"/>
            <a:chExt cx="1008380" cy="1757680"/>
          </a:xfrm>
        </p:grpSpPr>
        <p:sp>
          <p:nvSpPr>
            <p:cNvPr id="30" name="object 30"/>
            <p:cNvSpPr/>
            <p:nvPr/>
          </p:nvSpPr>
          <p:spPr>
            <a:xfrm>
              <a:off x="5192712" y="1974849"/>
              <a:ext cx="1008380" cy="317500"/>
            </a:xfrm>
            <a:custGeom>
              <a:avLst/>
              <a:gdLst/>
              <a:ahLst/>
              <a:cxnLst/>
              <a:rect l="l" t="t" r="r" b="b"/>
              <a:pathLst>
                <a:path w="1008379" h="317500">
                  <a:moveTo>
                    <a:pt x="1008062" y="0"/>
                  </a:moveTo>
                  <a:lnTo>
                    <a:pt x="574675" y="0"/>
                  </a:lnTo>
                  <a:lnTo>
                    <a:pt x="574675" y="14287"/>
                  </a:lnTo>
                  <a:lnTo>
                    <a:pt x="560387" y="14287"/>
                  </a:lnTo>
                  <a:lnTo>
                    <a:pt x="560387" y="288925"/>
                  </a:lnTo>
                  <a:lnTo>
                    <a:pt x="0" y="288925"/>
                  </a:lnTo>
                  <a:lnTo>
                    <a:pt x="0" y="317500"/>
                  </a:lnTo>
                  <a:lnTo>
                    <a:pt x="1008062" y="317500"/>
                  </a:lnTo>
                  <a:lnTo>
                    <a:pt x="1008062" y="288925"/>
                  </a:lnTo>
                  <a:lnTo>
                    <a:pt x="588962" y="288925"/>
                  </a:lnTo>
                  <a:lnTo>
                    <a:pt x="588962" y="28575"/>
                  </a:lnTo>
                  <a:lnTo>
                    <a:pt x="1008062" y="28575"/>
                  </a:lnTo>
                  <a:lnTo>
                    <a:pt x="1008062" y="0"/>
                  </a:lnTo>
                  <a:close/>
                </a:path>
              </a:pathLst>
            </a:custGeom>
            <a:solidFill>
              <a:srgbClr val="0000FF"/>
            </a:solidFill>
          </p:spPr>
          <p:txBody>
            <a:bodyPr wrap="square" lIns="0" tIns="0" rIns="0" bIns="0" rtlCol="0"/>
            <a:lstStyle/>
            <a:p>
              <a:endParaRPr/>
            </a:p>
          </p:txBody>
        </p:sp>
        <p:pic>
          <p:nvPicPr>
            <p:cNvPr id="31" name="object 31"/>
            <p:cNvPicPr/>
            <p:nvPr/>
          </p:nvPicPr>
          <p:blipFill>
            <a:blip r:embed="rId2" cstate="print"/>
            <a:stretch>
              <a:fillRect/>
            </a:stretch>
          </p:blipFill>
          <p:spPr>
            <a:xfrm>
              <a:off x="5727700" y="2216150"/>
              <a:ext cx="101600" cy="101600"/>
            </a:xfrm>
            <a:prstGeom prst="rect">
              <a:avLst/>
            </a:prstGeom>
          </p:spPr>
        </p:pic>
        <p:sp>
          <p:nvSpPr>
            <p:cNvPr id="32" name="object 32"/>
            <p:cNvSpPr/>
            <p:nvPr/>
          </p:nvSpPr>
          <p:spPr>
            <a:xfrm>
              <a:off x="5192712" y="2622549"/>
              <a:ext cx="1008380" cy="1109980"/>
            </a:xfrm>
            <a:custGeom>
              <a:avLst/>
              <a:gdLst/>
              <a:ahLst/>
              <a:cxnLst/>
              <a:rect l="l" t="t" r="r" b="b"/>
              <a:pathLst>
                <a:path w="1008379" h="1109979">
                  <a:moveTo>
                    <a:pt x="1008062" y="1081087"/>
                  </a:moveTo>
                  <a:lnTo>
                    <a:pt x="0" y="1081087"/>
                  </a:lnTo>
                  <a:lnTo>
                    <a:pt x="0" y="1109662"/>
                  </a:lnTo>
                  <a:lnTo>
                    <a:pt x="1008062" y="1109662"/>
                  </a:lnTo>
                  <a:lnTo>
                    <a:pt x="1008062" y="1081087"/>
                  </a:lnTo>
                  <a:close/>
                </a:path>
                <a:path w="1008379" h="1109979">
                  <a:moveTo>
                    <a:pt x="1008062" y="288925"/>
                  </a:moveTo>
                  <a:lnTo>
                    <a:pt x="0" y="288925"/>
                  </a:lnTo>
                  <a:lnTo>
                    <a:pt x="0" y="317500"/>
                  </a:lnTo>
                  <a:lnTo>
                    <a:pt x="1008062" y="317500"/>
                  </a:lnTo>
                  <a:lnTo>
                    <a:pt x="1008062" y="288925"/>
                  </a:lnTo>
                  <a:close/>
                </a:path>
                <a:path w="1008379" h="1109979">
                  <a:moveTo>
                    <a:pt x="1008062" y="0"/>
                  </a:moveTo>
                  <a:lnTo>
                    <a:pt x="0" y="0"/>
                  </a:lnTo>
                  <a:lnTo>
                    <a:pt x="0" y="28575"/>
                  </a:lnTo>
                  <a:lnTo>
                    <a:pt x="1008062" y="28575"/>
                  </a:lnTo>
                  <a:lnTo>
                    <a:pt x="1008062" y="0"/>
                  </a:lnTo>
                  <a:close/>
                </a:path>
              </a:pathLst>
            </a:custGeom>
            <a:solidFill>
              <a:srgbClr val="0000FF"/>
            </a:solidFill>
          </p:spPr>
          <p:txBody>
            <a:bodyPr wrap="square" lIns="0" tIns="0" rIns="0" bIns="0" rtlCol="0"/>
            <a:lstStyle/>
            <a:p>
              <a:endParaRPr/>
            </a:p>
          </p:txBody>
        </p:sp>
      </p:grpSp>
      <p:sp>
        <p:nvSpPr>
          <p:cNvPr id="33" name="object 33"/>
          <p:cNvSpPr txBox="1"/>
          <p:nvPr/>
        </p:nvSpPr>
        <p:spPr>
          <a:xfrm>
            <a:off x="6233795" y="1174591"/>
            <a:ext cx="1173480" cy="946785"/>
          </a:xfrm>
          <a:prstGeom prst="rect">
            <a:avLst/>
          </a:prstGeom>
        </p:spPr>
        <p:txBody>
          <a:bodyPr vert="horz" wrap="square" lIns="0" tIns="132715" rIns="0" bIns="0" rtlCol="0">
            <a:spAutoFit/>
          </a:bodyPr>
          <a:lstStyle/>
          <a:p>
            <a:pPr marL="38100">
              <a:lnSpc>
                <a:spcPct val="100000"/>
              </a:lnSpc>
              <a:spcBef>
                <a:spcPts val="1045"/>
              </a:spcBef>
            </a:pPr>
            <a:r>
              <a:rPr sz="1800" spc="-10" dirty="0">
                <a:solidFill>
                  <a:srgbClr val="FF3300"/>
                </a:solidFill>
                <a:latin typeface="Tahoma" panose="020B0604030504040204"/>
                <a:cs typeface="Tahoma" panose="020B0604030504040204"/>
              </a:rPr>
              <a:t>D</a:t>
            </a:r>
            <a:r>
              <a:rPr sz="1725" spc="-15" baseline="-17000" dirty="0">
                <a:solidFill>
                  <a:srgbClr val="FF3300"/>
                </a:solidFill>
                <a:latin typeface="Tahoma" panose="020B0604030504040204"/>
                <a:cs typeface="Tahoma" panose="020B0604030504040204"/>
              </a:rPr>
              <a:t>7</a:t>
            </a:r>
            <a:r>
              <a:rPr sz="1800" spc="-10" dirty="0">
                <a:solidFill>
                  <a:srgbClr val="FF3300"/>
                </a:solidFill>
                <a:latin typeface="Droid Sans Fallback"/>
                <a:cs typeface="Droid Sans Fallback"/>
              </a:rPr>
              <a:t>～</a:t>
            </a:r>
            <a:r>
              <a:rPr sz="1800" spc="-10" dirty="0">
                <a:solidFill>
                  <a:srgbClr val="FF3300"/>
                </a:solidFill>
                <a:latin typeface="Tahoma" panose="020B0604030504040204"/>
                <a:cs typeface="Tahoma" panose="020B0604030504040204"/>
              </a:rPr>
              <a:t>D</a:t>
            </a:r>
            <a:r>
              <a:rPr sz="1725" spc="-15" baseline="-17000" dirty="0">
                <a:solidFill>
                  <a:srgbClr val="FF3300"/>
                </a:solidFill>
                <a:latin typeface="Tahoma" panose="020B0604030504040204"/>
                <a:cs typeface="Tahoma" panose="020B0604030504040204"/>
              </a:rPr>
              <a:t>0</a:t>
            </a:r>
            <a:endParaRPr sz="1725" baseline="-17000">
              <a:latin typeface="Tahoma" panose="020B0604030504040204"/>
              <a:cs typeface="Tahoma" panose="020B0604030504040204"/>
            </a:endParaRPr>
          </a:p>
          <a:p>
            <a:pPr marL="57785">
              <a:lnSpc>
                <a:spcPct val="100000"/>
              </a:lnSpc>
              <a:spcBef>
                <a:spcPts val="1265"/>
              </a:spcBef>
              <a:tabLst>
                <a:tab pos="951865" algn="l"/>
              </a:tabLst>
            </a:pPr>
            <a:r>
              <a:rPr sz="1800" spc="-10" dirty="0">
                <a:solidFill>
                  <a:srgbClr val="FF3300"/>
                </a:solidFill>
                <a:latin typeface="Tahoma" panose="020B0604030504040204"/>
                <a:cs typeface="Tahoma" panose="020B0604030504040204"/>
              </a:rPr>
              <a:t>START</a:t>
            </a:r>
            <a:r>
              <a:rPr sz="1800" dirty="0">
                <a:solidFill>
                  <a:srgbClr val="FF3300"/>
                </a:solidFill>
                <a:latin typeface="Tahoma" panose="020B0604030504040204"/>
                <a:cs typeface="Tahoma" panose="020B0604030504040204"/>
              </a:rPr>
              <a:t>	</a:t>
            </a:r>
            <a:r>
              <a:rPr sz="2400" spc="-50" dirty="0">
                <a:solidFill>
                  <a:srgbClr val="FF3300"/>
                </a:solidFill>
                <a:latin typeface="Tahoma" panose="020B0604030504040204"/>
                <a:cs typeface="Tahoma" panose="020B0604030504040204"/>
              </a:rPr>
              <a:t>A</a:t>
            </a:r>
            <a:endParaRPr sz="2400">
              <a:latin typeface="Tahoma" panose="020B0604030504040204"/>
              <a:cs typeface="Tahoma" panose="020B0604030504040204"/>
            </a:endParaRPr>
          </a:p>
        </p:txBody>
      </p:sp>
      <p:sp>
        <p:nvSpPr>
          <p:cNvPr id="34" name="object 34"/>
          <p:cNvSpPr txBox="1"/>
          <p:nvPr/>
        </p:nvSpPr>
        <p:spPr>
          <a:xfrm>
            <a:off x="6279515" y="2093595"/>
            <a:ext cx="1126490" cy="2219960"/>
          </a:xfrm>
          <a:prstGeom prst="rect">
            <a:avLst/>
          </a:prstGeom>
        </p:spPr>
        <p:txBody>
          <a:bodyPr vert="horz" wrap="square" lIns="0" tIns="12700" rIns="0" bIns="0" rtlCol="0">
            <a:spAutoFit/>
          </a:bodyPr>
          <a:lstStyle/>
          <a:p>
            <a:pPr marL="906145" marR="5080" indent="-894080" algn="just">
              <a:lnSpc>
                <a:spcPct val="100000"/>
              </a:lnSpc>
              <a:spcBef>
                <a:spcPts val="100"/>
              </a:spcBef>
            </a:pPr>
            <a:r>
              <a:rPr sz="2700" baseline="2000" dirty="0">
                <a:solidFill>
                  <a:srgbClr val="FF3300"/>
                </a:solidFill>
                <a:latin typeface="Tahoma" panose="020B0604030504040204"/>
                <a:cs typeface="Tahoma" panose="020B0604030504040204"/>
              </a:rPr>
              <a:t>ALE</a:t>
            </a:r>
            <a:r>
              <a:rPr sz="2700" spc="667" baseline="2000" dirty="0">
                <a:solidFill>
                  <a:srgbClr val="FF3300"/>
                </a:solidFill>
                <a:latin typeface="Tahoma" panose="020B0604030504040204"/>
                <a:cs typeface="Tahoma" panose="020B0604030504040204"/>
              </a:rPr>
              <a:t>    </a:t>
            </a:r>
            <a:r>
              <a:rPr sz="2400" spc="-50" dirty="0">
                <a:solidFill>
                  <a:srgbClr val="FF3300"/>
                </a:solidFill>
                <a:latin typeface="Tahoma" panose="020B0604030504040204"/>
                <a:cs typeface="Tahoma" panose="020B0604030504040204"/>
              </a:rPr>
              <a:t>D C 0</a:t>
            </a:r>
            <a:endParaRPr sz="2400">
              <a:latin typeface="Tahoma" panose="020B0604030504040204"/>
              <a:cs typeface="Tahoma" panose="020B0604030504040204"/>
            </a:endParaRPr>
          </a:p>
          <a:p>
            <a:pPr marR="45085" algn="r">
              <a:lnSpc>
                <a:spcPct val="100000"/>
              </a:lnSpc>
            </a:pPr>
            <a:r>
              <a:rPr sz="2400" spc="-50" dirty="0">
                <a:solidFill>
                  <a:srgbClr val="FF3300"/>
                </a:solidFill>
                <a:latin typeface="Tahoma" panose="020B0604030504040204"/>
                <a:cs typeface="Tahoma" panose="020B0604030504040204"/>
              </a:rPr>
              <a:t>8</a:t>
            </a:r>
            <a:endParaRPr sz="2400">
              <a:latin typeface="Tahoma" panose="020B0604030504040204"/>
              <a:cs typeface="Tahoma" panose="020B0604030504040204"/>
            </a:endParaRPr>
          </a:p>
          <a:p>
            <a:pPr marR="45085" algn="r">
              <a:lnSpc>
                <a:spcPct val="100000"/>
              </a:lnSpc>
            </a:pPr>
            <a:r>
              <a:rPr sz="2400" spc="-50" dirty="0">
                <a:solidFill>
                  <a:srgbClr val="FF3300"/>
                </a:solidFill>
                <a:latin typeface="Tahoma" panose="020B0604030504040204"/>
                <a:cs typeface="Tahoma" panose="020B0604030504040204"/>
              </a:rPr>
              <a:t>0</a:t>
            </a:r>
            <a:endParaRPr sz="2400">
              <a:latin typeface="Tahoma" panose="020B0604030504040204"/>
              <a:cs typeface="Tahoma" panose="020B0604030504040204"/>
            </a:endParaRPr>
          </a:p>
          <a:p>
            <a:pPr marR="45085" algn="r">
              <a:lnSpc>
                <a:spcPct val="100000"/>
              </a:lnSpc>
            </a:pPr>
            <a:r>
              <a:rPr sz="2400" spc="-50" dirty="0">
                <a:solidFill>
                  <a:srgbClr val="FF3300"/>
                </a:solidFill>
                <a:latin typeface="Tahoma" panose="020B0604030504040204"/>
                <a:cs typeface="Tahoma" panose="020B0604030504040204"/>
              </a:rPr>
              <a:t>9</a:t>
            </a:r>
            <a:endParaRPr sz="2400">
              <a:latin typeface="Tahoma" panose="020B0604030504040204"/>
              <a:cs typeface="Tahoma" panose="020B0604030504040204"/>
            </a:endParaRPr>
          </a:p>
        </p:txBody>
      </p:sp>
      <p:sp>
        <p:nvSpPr>
          <p:cNvPr id="35" name="object 35"/>
          <p:cNvSpPr/>
          <p:nvPr/>
        </p:nvSpPr>
        <p:spPr>
          <a:xfrm>
            <a:off x="2166937" y="2190749"/>
            <a:ext cx="1152525" cy="1036955"/>
          </a:xfrm>
          <a:custGeom>
            <a:avLst/>
            <a:gdLst/>
            <a:ahLst/>
            <a:cxnLst/>
            <a:rect l="l" t="t" r="r" b="b"/>
            <a:pathLst>
              <a:path w="1152525" h="1036955">
                <a:moveTo>
                  <a:pt x="504634" y="1008062"/>
                </a:moveTo>
                <a:lnTo>
                  <a:pt x="0" y="1008062"/>
                </a:lnTo>
                <a:lnTo>
                  <a:pt x="0" y="1036637"/>
                </a:lnTo>
                <a:lnTo>
                  <a:pt x="504634" y="1036637"/>
                </a:lnTo>
                <a:lnTo>
                  <a:pt x="504634" y="1008062"/>
                </a:lnTo>
                <a:close/>
              </a:path>
              <a:path w="1152525" h="1036955">
                <a:moveTo>
                  <a:pt x="504634" y="649287"/>
                </a:moveTo>
                <a:lnTo>
                  <a:pt x="0" y="649287"/>
                </a:lnTo>
                <a:lnTo>
                  <a:pt x="0" y="677862"/>
                </a:lnTo>
                <a:lnTo>
                  <a:pt x="504634" y="677862"/>
                </a:lnTo>
                <a:lnTo>
                  <a:pt x="504634" y="649287"/>
                </a:lnTo>
                <a:close/>
              </a:path>
              <a:path w="1152525" h="1036955">
                <a:moveTo>
                  <a:pt x="504634" y="288925"/>
                </a:moveTo>
                <a:lnTo>
                  <a:pt x="0" y="288925"/>
                </a:lnTo>
                <a:lnTo>
                  <a:pt x="0" y="317500"/>
                </a:lnTo>
                <a:lnTo>
                  <a:pt x="504634" y="317500"/>
                </a:lnTo>
                <a:lnTo>
                  <a:pt x="504634" y="288925"/>
                </a:lnTo>
                <a:close/>
              </a:path>
              <a:path w="1152525" h="1036955">
                <a:moveTo>
                  <a:pt x="504634" y="0"/>
                </a:moveTo>
                <a:lnTo>
                  <a:pt x="0" y="0"/>
                </a:lnTo>
                <a:lnTo>
                  <a:pt x="0" y="28575"/>
                </a:lnTo>
                <a:lnTo>
                  <a:pt x="504634" y="28575"/>
                </a:lnTo>
                <a:lnTo>
                  <a:pt x="504634" y="0"/>
                </a:lnTo>
                <a:close/>
              </a:path>
              <a:path w="1152525" h="1036955">
                <a:moveTo>
                  <a:pt x="1152525" y="1008062"/>
                </a:moveTo>
                <a:lnTo>
                  <a:pt x="576262" y="1008062"/>
                </a:lnTo>
                <a:lnTo>
                  <a:pt x="576262" y="1036637"/>
                </a:lnTo>
                <a:lnTo>
                  <a:pt x="1152525" y="1036637"/>
                </a:lnTo>
                <a:lnTo>
                  <a:pt x="1152525" y="1008062"/>
                </a:lnTo>
                <a:close/>
              </a:path>
              <a:path w="1152525" h="1036955">
                <a:moveTo>
                  <a:pt x="1152525" y="649287"/>
                </a:moveTo>
                <a:lnTo>
                  <a:pt x="576262" y="649287"/>
                </a:lnTo>
                <a:lnTo>
                  <a:pt x="576262" y="677862"/>
                </a:lnTo>
                <a:lnTo>
                  <a:pt x="1152525" y="677862"/>
                </a:lnTo>
                <a:lnTo>
                  <a:pt x="1152525" y="649287"/>
                </a:lnTo>
                <a:close/>
              </a:path>
              <a:path w="1152525" h="1036955">
                <a:moveTo>
                  <a:pt x="1152525" y="288925"/>
                </a:moveTo>
                <a:lnTo>
                  <a:pt x="576262" y="288925"/>
                </a:lnTo>
                <a:lnTo>
                  <a:pt x="576262" y="317500"/>
                </a:lnTo>
                <a:lnTo>
                  <a:pt x="1152525" y="317500"/>
                </a:lnTo>
                <a:lnTo>
                  <a:pt x="1152525" y="288925"/>
                </a:lnTo>
                <a:close/>
              </a:path>
              <a:path w="1152525" h="1036955">
                <a:moveTo>
                  <a:pt x="1152525" y="0"/>
                </a:moveTo>
                <a:lnTo>
                  <a:pt x="576262" y="0"/>
                </a:lnTo>
                <a:lnTo>
                  <a:pt x="576262" y="28575"/>
                </a:lnTo>
                <a:lnTo>
                  <a:pt x="1152525" y="28575"/>
                </a:lnTo>
                <a:lnTo>
                  <a:pt x="1152525" y="0"/>
                </a:lnTo>
                <a:close/>
              </a:path>
            </a:pathLst>
          </a:custGeom>
          <a:solidFill>
            <a:srgbClr val="0000FF"/>
          </a:solidFill>
        </p:spPr>
        <p:txBody>
          <a:bodyPr wrap="square" lIns="0" tIns="0" rIns="0" bIns="0" rtlCol="0"/>
          <a:lstStyle/>
          <a:p>
            <a:endParaRPr/>
          </a:p>
        </p:txBody>
      </p:sp>
      <p:sp>
        <p:nvSpPr>
          <p:cNvPr id="36" name="object 36"/>
          <p:cNvSpPr txBox="1"/>
          <p:nvPr/>
        </p:nvSpPr>
        <p:spPr>
          <a:xfrm>
            <a:off x="1861502" y="2742882"/>
            <a:ext cx="313055" cy="581025"/>
          </a:xfrm>
          <a:prstGeom prst="rect">
            <a:avLst/>
          </a:prstGeom>
        </p:spPr>
        <p:txBody>
          <a:bodyPr vert="horz" wrap="square" lIns="0" tIns="5715" rIns="0" bIns="0" rtlCol="0">
            <a:spAutoFit/>
          </a:bodyPr>
          <a:lstStyle/>
          <a:p>
            <a:pPr marL="41910" marR="30480" indent="-4445">
              <a:lnSpc>
                <a:spcPct val="102000"/>
              </a:lnSpc>
              <a:spcBef>
                <a:spcPts val="45"/>
              </a:spcBef>
            </a:pPr>
            <a:r>
              <a:rPr sz="1800" spc="-25" dirty="0">
                <a:solidFill>
                  <a:srgbClr val="0000FF"/>
                </a:solidFill>
                <a:latin typeface="Tahoma" panose="020B0604030504040204"/>
                <a:cs typeface="Tahoma" panose="020B0604030504040204"/>
              </a:rPr>
              <a:t>A</a:t>
            </a:r>
            <a:r>
              <a:rPr sz="1725" b="1" spc="-37" baseline="-17000" dirty="0">
                <a:solidFill>
                  <a:srgbClr val="0000FF"/>
                </a:solidFill>
                <a:latin typeface="Tahoma" panose="020B0604030504040204"/>
                <a:cs typeface="Tahoma" panose="020B0604030504040204"/>
              </a:rPr>
              <a:t>2 </a:t>
            </a:r>
            <a:r>
              <a:rPr sz="1800" spc="-25" dirty="0">
                <a:solidFill>
                  <a:srgbClr val="0000FF"/>
                </a:solidFill>
                <a:latin typeface="Tahoma" panose="020B0604030504040204"/>
                <a:cs typeface="Tahoma" panose="020B0604030504040204"/>
              </a:rPr>
              <a:t>A</a:t>
            </a:r>
            <a:r>
              <a:rPr sz="1725" b="1" spc="-37" baseline="-17000" dirty="0">
                <a:solidFill>
                  <a:srgbClr val="0000FF"/>
                </a:solidFill>
                <a:latin typeface="Tahoma" panose="020B0604030504040204"/>
                <a:cs typeface="Tahoma" panose="020B0604030504040204"/>
              </a:rPr>
              <a:t>1</a:t>
            </a:r>
            <a:endParaRPr sz="1725" baseline="-17000">
              <a:latin typeface="Tahoma" panose="020B0604030504040204"/>
              <a:cs typeface="Tahoma" panose="020B0604030504040204"/>
            </a:endParaRPr>
          </a:p>
        </p:txBody>
      </p:sp>
      <p:sp>
        <p:nvSpPr>
          <p:cNvPr id="37" name="object 37"/>
          <p:cNvSpPr txBox="1"/>
          <p:nvPr/>
        </p:nvSpPr>
        <p:spPr>
          <a:xfrm>
            <a:off x="1324610" y="3744595"/>
            <a:ext cx="836930" cy="299720"/>
          </a:xfrm>
          <a:prstGeom prst="rect">
            <a:avLst/>
          </a:prstGeom>
        </p:spPr>
        <p:txBody>
          <a:bodyPr vert="horz" wrap="square" lIns="0" tIns="12700" rIns="0" bIns="0" rtlCol="0">
            <a:spAutoFit/>
          </a:bodyPr>
          <a:lstStyle/>
          <a:p>
            <a:pPr marL="38100">
              <a:lnSpc>
                <a:spcPct val="100000"/>
              </a:lnSpc>
              <a:spcBef>
                <a:spcPts val="100"/>
              </a:spcBef>
            </a:pPr>
            <a:r>
              <a:rPr sz="1800" dirty="0">
                <a:solidFill>
                  <a:srgbClr val="0000FF"/>
                </a:solidFill>
                <a:latin typeface="Tahoma" panose="020B0604030504040204"/>
                <a:cs typeface="Tahoma" panose="020B0604030504040204"/>
              </a:rPr>
              <a:t>A</a:t>
            </a:r>
            <a:r>
              <a:rPr sz="1725" b="1" baseline="-17000" dirty="0">
                <a:solidFill>
                  <a:srgbClr val="0000FF"/>
                </a:solidFill>
                <a:latin typeface="Tahoma" panose="020B0604030504040204"/>
                <a:cs typeface="Tahoma" panose="020B0604030504040204"/>
              </a:rPr>
              <a:t>9</a:t>
            </a:r>
            <a:r>
              <a:rPr sz="1725" b="1" spc="277" baseline="-17000" dirty="0">
                <a:solidFill>
                  <a:srgbClr val="0000FF"/>
                </a:solidFill>
                <a:latin typeface="Tahoma" panose="020B0604030504040204"/>
                <a:cs typeface="Tahoma" panose="020B0604030504040204"/>
              </a:rPr>
              <a:t> </a:t>
            </a:r>
            <a:r>
              <a:rPr sz="1800" b="1" spc="-25" dirty="0">
                <a:solidFill>
                  <a:srgbClr val="0000FF"/>
                </a:solidFill>
                <a:latin typeface="Noto Sans CJK HK"/>
                <a:cs typeface="Noto Sans CJK HK"/>
              </a:rPr>
              <a:t>～</a:t>
            </a:r>
            <a:r>
              <a:rPr sz="1800" spc="-25" dirty="0">
                <a:solidFill>
                  <a:srgbClr val="0000FF"/>
                </a:solidFill>
                <a:latin typeface="Tahoma" panose="020B0604030504040204"/>
                <a:cs typeface="Tahoma" panose="020B0604030504040204"/>
              </a:rPr>
              <a:t>A</a:t>
            </a:r>
            <a:r>
              <a:rPr sz="1725" b="1" spc="-37" baseline="-17000" dirty="0">
                <a:solidFill>
                  <a:srgbClr val="0000FF"/>
                </a:solidFill>
                <a:latin typeface="Tahoma" panose="020B0604030504040204"/>
                <a:cs typeface="Tahoma" panose="020B0604030504040204"/>
              </a:rPr>
              <a:t>3</a:t>
            </a:r>
            <a:endParaRPr sz="1725" baseline="-17000">
              <a:latin typeface="Tahoma" panose="020B0604030504040204"/>
              <a:cs typeface="Tahoma" panose="020B0604030504040204"/>
            </a:endParaRPr>
          </a:p>
        </p:txBody>
      </p:sp>
      <p:grpSp>
        <p:nvGrpSpPr>
          <p:cNvPr id="38" name="object 38"/>
          <p:cNvGrpSpPr/>
          <p:nvPr/>
        </p:nvGrpSpPr>
        <p:grpSpPr>
          <a:xfrm>
            <a:off x="2162175" y="1408112"/>
            <a:ext cx="4043679" cy="3970654"/>
            <a:chOff x="2162175" y="1408112"/>
            <a:chExt cx="4043679" cy="3970654"/>
          </a:xfrm>
        </p:grpSpPr>
        <p:sp>
          <p:nvSpPr>
            <p:cNvPr id="39" name="object 39"/>
            <p:cNvSpPr/>
            <p:nvPr/>
          </p:nvSpPr>
          <p:spPr>
            <a:xfrm>
              <a:off x="2162175" y="1408112"/>
              <a:ext cx="4043679" cy="2241550"/>
            </a:xfrm>
            <a:custGeom>
              <a:avLst/>
              <a:gdLst/>
              <a:ahLst/>
              <a:cxnLst/>
              <a:rect l="l" t="t" r="r" b="b"/>
              <a:pathLst>
                <a:path w="4043679" h="2241550">
                  <a:moveTo>
                    <a:pt x="4043362" y="0"/>
                  </a:moveTo>
                  <a:lnTo>
                    <a:pt x="4033837" y="0"/>
                  </a:lnTo>
                  <a:lnTo>
                    <a:pt x="4033837" y="9525"/>
                  </a:lnTo>
                  <a:lnTo>
                    <a:pt x="4033837" y="73025"/>
                  </a:lnTo>
                  <a:lnTo>
                    <a:pt x="585787" y="73025"/>
                  </a:lnTo>
                  <a:lnTo>
                    <a:pt x="576262" y="73025"/>
                  </a:lnTo>
                  <a:lnTo>
                    <a:pt x="576262" y="82550"/>
                  </a:lnTo>
                  <a:lnTo>
                    <a:pt x="576262" y="2160587"/>
                  </a:lnTo>
                  <a:lnTo>
                    <a:pt x="514350" y="2160587"/>
                  </a:lnTo>
                  <a:lnTo>
                    <a:pt x="514350" y="82550"/>
                  </a:lnTo>
                  <a:lnTo>
                    <a:pt x="576262" y="82550"/>
                  </a:lnTo>
                  <a:lnTo>
                    <a:pt x="576262" y="73025"/>
                  </a:lnTo>
                  <a:lnTo>
                    <a:pt x="504825" y="73025"/>
                  </a:lnTo>
                  <a:lnTo>
                    <a:pt x="9525" y="73025"/>
                  </a:lnTo>
                  <a:lnTo>
                    <a:pt x="9525" y="9525"/>
                  </a:lnTo>
                  <a:lnTo>
                    <a:pt x="4033837" y="9525"/>
                  </a:lnTo>
                  <a:lnTo>
                    <a:pt x="4033837" y="0"/>
                  </a:lnTo>
                  <a:lnTo>
                    <a:pt x="0" y="0"/>
                  </a:lnTo>
                  <a:lnTo>
                    <a:pt x="0" y="82550"/>
                  </a:lnTo>
                  <a:lnTo>
                    <a:pt x="504825" y="82550"/>
                  </a:lnTo>
                  <a:lnTo>
                    <a:pt x="504825" y="2160587"/>
                  </a:lnTo>
                  <a:lnTo>
                    <a:pt x="504825" y="2170112"/>
                  </a:lnTo>
                  <a:lnTo>
                    <a:pt x="504825" y="2241550"/>
                  </a:lnTo>
                  <a:lnTo>
                    <a:pt x="1162050" y="2241550"/>
                  </a:lnTo>
                  <a:lnTo>
                    <a:pt x="1162050" y="2160587"/>
                  </a:lnTo>
                  <a:lnTo>
                    <a:pt x="1152525" y="2160587"/>
                  </a:lnTo>
                  <a:lnTo>
                    <a:pt x="1152525" y="2170112"/>
                  </a:lnTo>
                  <a:lnTo>
                    <a:pt x="1152525" y="2232025"/>
                  </a:lnTo>
                  <a:lnTo>
                    <a:pt x="514350" y="2232025"/>
                  </a:lnTo>
                  <a:lnTo>
                    <a:pt x="514350" y="2170112"/>
                  </a:lnTo>
                  <a:lnTo>
                    <a:pt x="585787" y="2170112"/>
                  </a:lnTo>
                  <a:lnTo>
                    <a:pt x="1152525" y="2170112"/>
                  </a:lnTo>
                  <a:lnTo>
                    <a:pt x="1152525" y="2160587"/>
                  </a:lnTo>
                  <a:lnTo>
                    <a:pt x="585787" y="2160587"/>
                  </a:lnTo>
                  <a:lnTo>
                    <a:pt x="585787" y="82550"/>
                  </a:lnTo>
                  <a:lnTo>
                    <a:pt x="4043362" y="82550"/>
                  </a:lnTo>
                  <a:lnTo>
                    <a:pt x="4043362" y="77787"/>
                  </a:lnTo>
                  <a:lnTo>
                    <a:pt x="4043362" y="73025"/>
                  </a:lnTo>
                  <a:lnTo>
                    <a:pt x="4043362" y="9525"/>
                  </a:lnTo>
                  <a:lnTo>
                    <a:pt x="4043362" y="4762"/>
                  </a:lnTo>
                  <a:lnTo>
                    <a:pt x="4043362" y="0"/>
                  </a:lnTo>
                  <a:close/>
                </a:path>
              </a:pathLst>
            </a:custGeom>
            <a:solidFill>
              <a:srgbClr val="0000FF"/>
            </a:solidFill>
          </p:spPr>
          <p:txBody>
            <a:bodyPr wrap="square" lIns="0" tIns="0" rIns="0" bIns="0" rtlCol="0"/>
            <a:lstStyle/>
            <a:p>
              <a:endParaRPr/>
            </a:p>
          </p:txBody>
        </p:sp>
        <p:sp>
          <p:nvSpPr>
            <p:cNvPr id="40" name="object 40"/>
            <p:cNvSpPr/>
            <p:nvPr/>
          </p:nvSpPr>
          <p:spPr>
            <a:xfrm>
              <a:off x="2311907" y="3788664"/>
              <a:ext cx="721360" cy="1584960"/>
            </a:xfrm>
            <a:custGeom>
              <a:avLst/>
              <a:gdLst/>
              <a:ahLst/>
              <a:cxnLst/>
              <a:rect l="l" t="t" r="r" b="b"/>
              <a:pathLst>
                <a:path w="721360" h="1584960">
                  <a:moveTo>
                    <a:pt x="720851" y="1584960"/>
                  </a:moveTo>
                  <a:lnTo>
                    <a:pt x="0" y="1584960"/>
                  </a:lnTo>
                  <a:lnTo>
                    <a:pt x="0" y="0"/>
                  </a:lnTo>
                  <a:lnTo>
                    <a:pt x="720851" y="0"/>
                  </a:lnTo>
                  <a:lnTo>
                    <a:pt x="720851" y="1584960"/>
                  </a:lnTo>
                  <a:close/>
                </a:path>
              </a:pathLst>
            </a:custGeom>
            <a:solidFill>
              <a:srgbClr val="FFFFFF"/>
            </a:solidFill>
          </p:spPr>
          <p:txBody>
            <a:bodyPr wrap="square" lIns="0" tIns="0" rIns="0" bIns="0" rtlCol="0"/>
            <a:lstStyle/>
            <a:p>
              <a:endParaRPr/>
            </a:p>
          </p:txBody>
        </p:sp>
        <p:sp>
          <p:nvSpPr>
            <p:cNvPr id="41" name="object 41"/>
            <p:cNvSpPr/>
            <p:nvPr/>
          </p:nvSpPr>
          <p:spPr>
            <a:xfrm>
              <a:off x="2306637" y="3784600"/>
              <a:ext cx="730250" cy="1593850"/>
            </a:xfrm>
            <a:custGeom>
              <a:avLst/>
              <a:gdLst/>
              <a:ahLst/>
              <a:cxnLst/>
              <a:rect l="l" t="t" r="r" b="b"/>
              <a:pathLst>
                <a:path w="730250" h="1593850">
                  <a:moveTo>
                    <a:pt x="730250" y="1593850"/>
                  </a:moveTo>
                  <a:lnTo>
                    <a:pt x="0" y="1593850"/>
                  </a:lnTo>
                  <a:lnTo>
                    <a:pt x="0" y="0"/>
                  </a:lnTo>
                  <a:lnTo>
                    <a:pt x="730250" y="0"/>
                  </a:lnTo>
                  <a:lnTo>
                    <a:pt x="730250" y="4762"/>
                  </a:lnTo>
                  <a:lnTo>
                    <a:pt x="9525" y="4762"/>
                  </a:lnTo>
                  <a:lnTo>
                    <a:pt x="4762" y="9525"/>
                  </a:lnTo>
                  <a:lnTo>
                    <a:pt x="9525" y="9525"/>
                  </a:lnTo>
                  <a:lnTo>
                    <a:pt x="9525" y="1584325"/>
                  </a:lnTo>
                  <a:lnTo>
                    <a:pt x="4762" y="1584325"/>
                  </a:lnTo>
                  <a:lnTo>
                    <a:pt x="9525" y="1589087"/>
                  </a:lnTo>
                  <a:lnTo>
                    <a:pt x="730250" y="1589087"/>
                  </a:lnTo>
                  <a:lnTo>
                    <a:pt x="730250" y="1593850"/>
                  </a:lnTo>
                  <a:close/>
                </a:path>
                <a:path w="730250" h="1593850">
                  <a:moveTo>
                    <a:pt x="9525" y="9525"/>
                  </a:moveTo>
                  <a:lnTo>
                    <a:pt x="4762" y="9525"/>
                  </a:lnTo>
                  <a:lnTo>
                    <a:pt x="9525" y="4762"/>
                  </a:lnTo>
                  <a:lnTo>
                    <a:pt x="9525" y="9525"/>
                  </a:lnTo>
                  <a:close/>
                </a:path>
                <a:path w="730250" h="1593850">
                  <a:moveTo>
                    <a:pt x="720725" y="9525"/>
                  </a:moveTo>
                  <a:lnTo>
                    <a:pt x="9525" y="9525"/>
                  </a:lnTo>
                  <a:lnTo>
                    <a:pt x="9525" y="4762"/>
                  </a:lnTo>
                  <a:lnTo>
                    <a:pt x="720725" y="4762"/>
                  </a:lnTo>
                  <a:lnTo>
                    <a:pt x="720725" y="9525"/>
                  </a:lnTo>
                  <a:close/>
                </a:path>
                <a:path w="730250" h="1593850">
                  <a:moveTo>
                    <a:pt x="720725" y="1589087"/>
                  </a:moveTo>
                  <a:lnTo>
                    <a:pt x="720725" y="4762"/>
                  </a:lnTo>
                  <a:lnTo>
                    <a:pt x="725487" y="9525"/>
                  </a:lnTo>
                  <a:lnTo>
                    <a:pt x="730250" y="9525"/>
                  </a:lnTo>
                  <a:lnTo>
                    <a:pt x="730250" y="1584325"/>
                  </a:lnTo>
                  <a:lnTo>
                    <a:pt x="725487" y="1584325"/>
                  </a:lnTo>
                  <a:lnTo>
                    <a:pt x="720725" y="1589087"/>
                  </a:lnTo>
                  <a:close/>
                </a:path>
                <a:path w="730250" h="1593850">
                  <a:moveTo>
                    <a:pt x="730250" y="9525"/>
                  </a:moveTo>
                  <a:lnTo>
                    <a:pt x="725487" y="9525"/>
                  </a:lnTo>
                  <a:lnTo>
                    <a:pt x="720725" y="4762"/>
                  </a:lnTo>
                  <a:lnTo>
                    <a:pt x="730250" y="4762"/>
                  </a:lnTo>
                  <a:lnTo>
                    <a:pt x="730250" y="9525"/>
                  </a:lnTo>
                  <a:close/>
                </a:path>
                <a:path w="730250" h="1593850">
                  <a:moveTo>
                    <a:pt x="9525" y="1589087"/>
                  </a:moveTo>
                  <a:lnTo>
                    <a:pt x="4762" y="1584325"/>
                  </a:lnTo>
                  <a:lnTo>
                    <a:pt x="9525" y="1584325"/>
                  </a:lnTo>
                  <a:lnTo>
                    <a:pt x="9525" y="1589087"/>
                  </a:lnTo>
                  <a:close/>
                </a:path>
                <a:path w="730250" h="1593850">
                  <a:moveTo>
                    <a:pt x="720725" y="1589087"/>
                  </a:moveTo>
                  <a:lnTo>
                    <a:pt x="9525" y="1589087"/>
                  </a:lnTo>
                  <a:lnTo>
                    <a:pt x="9525" y="1584325"/>
                  </a:lnTo>
                  <a:lnTo>
                    <a:pt x="720725" y="1584325"/>
                  </a:lnTo>
                  <a:lnTo>
                    <a:pt x="720725" y="1589087"/>
                  </a:lnTo>
                  <a:close/>
                </a:path>
                <a:path w="730250" h="1593850">
                  <a:moveTo>
                    <a:pt x="730250" y="1589087"/>
                  </a:moveTo>
                  <a:lnTo>
                    <a:pt x="720725" y="1589087"/>
                  </a:lnTo>
                  <a:lnTo>
                    <a:pt x="725487" y="1584325"/>
                  </a:lnTo>
                  <a:lnTo>
                    <a:pt x="730250" y="1584325"/>
                  </a:lnTo>
                  <a:lnTo>
                    <a:pt x="730250" y="1589087"/>
                  </a:lnTo>
                  <a:close/>
                </a:path>
              </a:pathLst>
            </a:custGeom>
            <a:solidFill>
              <a:srgbClr val="0000FF"/>
            </a:solidFill>
          </p:spPr>
          <p:txBody>
            <a:bodyPr wrap="square" lIns="0" tIns="0" rIns="0" bIns="0" rtlCol="0"/>
            <a:lstStyle/>
            <a:p>
              <a:endParaRPr/>
            </a:p>
          </p:txBody>
        </p:sp>
      </p:grpSp>
      <p:sp>
        <p:nvSpPr>
          <p:cNvPr id="42" name="object 42"/>
          <p:cNvSpPr txBox="1"/>
          <p:nvPr/>
        </p:nvSpPr>
        <p:spPr>
          <a:xfrm>
            <a:off x="2390139" y="4144327"/>
            <a:ext cx="254000" cy="574040"/>
          </a:xfrm>
          <a:prstGeom prst="rect">
            <a:avLst/>
          </a:prstGeom>
        </p:spPr>
        <p:txBody>
          <a:bodyPr vert="horz" wrap="square" lIns="0" tIns="12700" rIns="0" bIns="0" rtlCol="0">
            <a:spAutoFit/>
          </a:bodyPr>
          <a:lstStyle/>
          <a:p>
            <a:pPr marL="12700" marR="5080">
              <a:lnSpc>
                <a:spcPct val="100000"/>
              </a:lnSpc>
              <a:spcBef>
                <a:spcPts val="100"/>
              </a:spcBef>
            </a:pPr>
            <a:r>
              <a:rPr sz="1800" b="1" spc="-50" dirty="0">
                <a:solidFill>
                  <a:srgbClr val="0000FF"/>
                </a:solidFill>
                <a:latin typeface="Noto Sans CJK HK"/>
                <a:cs typeface="Noto Sans CJK HK"/>
              </a:rPr>
              <a:t>址译</a:t>
            </a:r>
            <a:endParaRPr sz="1800">
              <a:latin typeface="Noto Sans CJK HK"/>
              <a:cs typeface="Noto Sans CJK HK"/>
            </a:endParaRPr>
          </a:p>
        </p:txBody>
      </p:sp>
      <p:grpSp>
        <p:nvGrpSpPr>
          <p:cNvPr id="43" name="object 43"/>
          <p:cNvGrpSpPr/>
          <p:nvPr/>
        </p:nvGrpSpPr>
        <p:grpSpPr>
          <a:xfrm>
            <a:off x="2954337" y="2432050"/>
            <a:ext cx="3246755" cy="2632075"/>
            <a:chOff x="2954337" y="2432050"/>
            <a:chExt cx="3246755" cy="2632075"/>
          </a:xfrm>
        </p:grpSpPr>
        <p:sp>
          <p:nvSpPr>
            <p:cNvPr id="44" name="object 44"/>
            <p:cNvSpPr/>
            <p:nvPr/>
          </p:nvSpPr>
          <p:spPr>
            <a:xfrm>
              <a:off x="3032125" y="4064000"/>
              <a:ext cx="287655" cy="28575"/>
            </a:xfrm>
            <a:custGeom>
              <a:avLst/>
              <a:gdLst/>
              <a:ahLst/>
              <a:cxnLst/>
              <a:rect l="l" t="t" r="r" b="b"/>
              <a:pathLst>
                <a:path w="287654" h="28575">
                  <a:moveTo>
                    <a:pt x="287337" y="28575"/>
                  </a:moveTo>
                  <a:lnTo>
                    <a:pt x="0" y="28575"/>
                  </a:lnTo>
                  <a:lnTo>
                    <a:pt x="0" y="0"/>
                  </a:lnTo>
                  <a:lnTo>
                    <a:pt x="287337" y="0"/>
                  </a:lnTo>
                  <a:lnTo>
                    <a:pt x="287337" y="28575"/>
                  </a:lnTo>
                  <a:close/>
                </a:path>
              </a:pathLst>
            </a:custGeom>
            <a:solidFill>
              <a:srgbClr val="0000FF"/>
            </a:solidFill>
          </p:spPr>
          <p:txBody>
            <a:bodyPr wrap="square" lIns="0" tIns="0" rIns="0" bIns="0" rtlCol="0"/>
            <a:lstStyle/>
            <a:p>
              <a:endParaRPr/>
            </a:p>
          </p:txBody>
        </p:sp>
        <p:pic>
          <p:nvPicPr>
            <p:cNvPr id="45" name="object 45"/>
            <p:cNvPicPr/>
            <p:nvPr/>
          </p:nvPicPr>
          <p:blipFill>
            <a:blip r:embed="rId3" cstate="print"/>
            <a:stretch>
              <a:fillRect/>
            </a:stretch>
          </p:blipFill>
          <p:spPr>
            <a:xfrm>
              <a:off x="3617531" y="4674933"/>
              <a:ext cx="616330" cy="388620"/>
            </a:xfrm>
            <a:prstGeom prst="rect">
              <a:avLst/>
            </a:prstGeom>
          </p:spPr>
        </p:pic>
        <p:sp>
          <p:nvSpPr>
            <p:cNvPr id="46" name="object 46"/>
            <p:cNvSpPr/>
            <p:nvPr/>
          </p:nvSpPr>
          <p:spPr>
            <a:xfrm>
              <a:off x="3032125" y="2493962"/>
              <a:ext cx="3168650" cy="2428875"/>
            </a:xfrm>
            <a:custGeom>
              <a:avLst/>
              <a:gdLst/>
              <a:ahLst/>
              <a:cxnLst/>
              <a:rect l="l" t="t" r="r" b="b"/>
              <a:pathLst>
                <a:path w="3168650" h="2428875">
                  <a:moveTo>
                    <a:pt x="647700" y="2400300"/>
                  </a:moveTo>
                  <a:lnTo>
                    <a:pt x="0" y="2400300"/>
                  </a:lnTo>
                  <a:lnTo>
                    <a:pt x="0" y="2428875"/>
                  </a:lnTo>
                  <a:lnTo>
                    <a:pt x="647700" y="2428875"/>
                  </a:lnTo>
                  <a:lnTo>
                    <a:pt x="647700" y="2400300"/>
                  </a:lnTo>
                  <a:close/>
                </a:path>
                <a:path w="3168650" h="2428875">
                  <a:moveTo>
                    <a:pt x="647700" y="2289175"/>
                  </a:moveTo>
                  <a:lnTo>
                    <a:pt x="85725" y="2289175"/>
                  </a:lnTo>
                  <a:lnTo>
                    <a:pt x="85725" y="0"/>
                  </a:lnTo>
                  <a:lnTo>
                    <a:pt x="57150" y="0"/>
                  </a:lnTo>
                  <a:lnTo>
                    <a:pt x="57150" y="2303462"/>
                  </a:lnTo>
                  <a:lnTo>
                    <a:pt x="71437" y="2303462"/>
                  </a:lnTo>
                  <a:lnTo>
                    <a:pt x="71437" y="2317750"/>
                  </a:lnTo>
                  <a:lnTo>
                    <a:pt x="647700" y="2317750"/>
                  </a:lnTo>
                  <a:lnTo>
                    <a:pt x="647700" y="2289175"/>
                  </a:lnTo>
                  <a:close/>
                </a:path>
                <a:path w="3168650" h="2428875">
                  <a:moveTo>
                    <a:pt x="3168650" y="2362200"/>
                  </a:moveTo>
                  <a:lnTo>
                    <a:pt x="1187450" y="2362200"/>
                  </a:lnTo>
                  <a:lnTo>
                    <a:pt x="1187450" y="2390775"/>
                  </a:lnTo>
                  <a:lnTo>
                    <a:pt x="3168650" y="2390775"/>
                  </a:lnTo>
                  <a:lnTo>
                    <a:pt x="3168650" y="2362200"/>
                  </a:lnTo>
                  <a:close/>
                </a:path>
              </a:pathLst>
            </a:custGeom>
            <a:solidFill>
              <a:srgbClr val="0000FF"/>
            </a:solidFill>
          </p:spPr>
          <p:txBody>
            <a:bodyPr wrap="square" lIns="0" tIns="0" rIns="0" bIns="0" rtlCol="0"/>
            <a:lstStyle/>
            <a:p>
              <a:endParaRPr/>
            </a:p>
          </p:txBody>
        </p:sp>
        <p:pic>
          <p:nvPicPr>
            <p:cNvPr id="47" name="object 47"/>
            <p:cNvPicPr/>
            <p:nvPr/>
          </p:nvPicPr>
          <p:blipFill>
            <a:blip r:embed="rId4" cstate="print"/>
            <a:stretch>
              <a:fillRect/>
            </a:stretch>
          </p:blipFill>
          <p:spPr>
            <a:xfrm>
              <a:off x="3055937" y="2432050"/>
              <a:ext cx="100012" cy="101600"/>
            </a:xfrm>
            <a:prstGeom prst="rect">
              <a:avLst/>
            </a:prstGeom>
          </p:spPr>
        </p:pic>
        <p:pic>
          <p:nvPicPr>
            <p:cNvPr id="48" name="object 48"/>
            <p:cNvPicPr/>
            <p:nvPr/>
          </p:nvPicPr>
          <p:blipFill>
            <a:blip r:embed="rId5" cstate="print"/>
            <a:stretch>
              <a:fillRect/>
            </a:stretch>
          </p:blipFill>
          <p:spPr>
            <a:xfrm>
              <a:off x="2976562" y="4048125"/>
              <a:ext cx="80962" cy="80962"/>
            </a:xfrm>
            <a:prstGeom prst="rect">
              <a:avLst/>
            </a:prstGeom>
          </p:spPr>
        </p:pic>
        <p:pic>
          <p:nvPicPr>
            <p:cNvPr id="49" name="object 49"/>
            <p:cNvPicPr/>
            <p:nvPr/>
          </p:nvPicPr>
          <p:blipFill>
            <a:blip r:embed="rId6" cstate="print"/>
            <a:stretch>
              <a:fillRect/>
            </a:stretch>
          </p:blipFill>
          <p:spPr>
            <a:xfrm>
              <a:off x="2954337" y="4865687"/>
              <a:ext cx="80962" cy="80962"/>
            </a:xfrm>
            <a:prstGeom prst="rect">
              <a:avLst/>
            </a:prstGeom>
          </p:spPr>
        </p:pic>
      </p:grpSp>
      <p:sp>
        <p:nvSpPr>
          <p:cNvPr id="50" name="object 50"/>
          <p:cNvSpPr txBox="1"/>
          <p:nvPr/>
        </p:nvSpPr>
        <p:spPr>
          <a:xfrm>
            <a:off x="2364739" y="3870007"/>
            <a:ext cx="568325" cy="299720"/>
          </a:xfrm>
          <a:prstGeom prst="rect">
            <a:avLst/>
          </a:prstGeom>
        </p:spPr>
        <p:txBody>
          <a:bodyPr vert="horz" wrap="square" lIns="0" tIns="12700" rIns="0" bIns="0" rtlCol="0">
            <a:spAutoFit/>
          </a:bodyPr>
          <a:lstStyle/>
          <a:p>
            <a:pPr marL="38100">
              <a:lnSpc>
                <a:spcPct val="100000"/>
              </a:lnSpc>
              <a:spcBef>
                <a:spcPts val="100"/>
              </a:spcBef>
              <a:tabLst>
                <a:tab pos="398145" algn="l"/>
              </a:tabLst>
            </a:pPr>
            <a:r>
              <a:rPr sz="1800" b="1" spc="-50" dirty="0">
                <a:solidFill>
                  <a:srgbClr val="0000FF"/>
                </a:solidFill>
                <a:latin typeface="Noto Sans CJK HK"/>
                <a:cs typeface="Noto Sans CJK HK"/>
              </a:rPr>
              <a:t>地</a:t>
            </a:r>
            <a:r>
              <a:rPr sz="1800" b="1" dirty="0">
                <a:solidFill>
                  <a:srgbClr val="0000FF"/>
                </a:solidFill>
                <a:latin typeface="Noto Sans CJK HK"/>
                <a:cs typeface="Noto Sans CJK HK"/>
              </a:rPr>
              <a:t>	</a:t>
            </a:r>
            <a:r>
              <a:rPr sz="2700" spc="-75" baseline="-23000" dirty="0">
                <a:solidFill>
                  <a:srgbClr val="0000FF"/>
                </a:solidFill>
                <a:latin typeface="Tahoma" panose="020B0604030504040204"/>
                <a:cs typeface="Tahoma" panose="020B0604030504040204"/>
              </a:rPr>
              <a:t>Y</a:t>
            </a:r>
            <a:endParaRPr sz="2700" baseline="-23000">
              <a:latin typeface="Tahoma" panose="020B0604030504040204"/>
              <a:cs typeface="Tahoma" panose="020B0604030504040204"/>
            </a:endParaRPr>
          </a:p>
        </p:txBody>
      </p:sp>
      <p:sp>
        <p:nvSpPr>
          <p:cNvPr id="51" name="object 51"/>
          <p:cNvSpPr txBox="1"/>
          <p:nvPr/>
        </p:nvSpPr>
        <p:spPr>
          <a:xfrm>
            <a:off x="2881947" y="4091940"/>
            <a:ext cx="140335" cy="204470"/>
          </a:xfrm>
          <a:prstGeom prst="rect">
            <a:avLst/>
          </a:prstGeom>
        </p:spPr>
        <p:txBody>
          <a:bodyPr vert="horz" wrap="square" lIns="0" tIns="15875" rIns="0" bIns="0" rtlCol="0">
            <a:spAutoFit/>
          </a:bodyPr>
          <a:lstStyle/>
          <a:p>
            <a:pPr marL="12700">
              <a:lnSpc>
                <a:spcPct val="100000"/>
              </a:lnSpc>
              <a:spcBef>
                <a:spcPts val="125"/>
              </a:spcBef>
            </a:pPr>
            <a:r>
              <a:rPr sz="1150" b="1" spc="-50" dirty="0">
                <a:solidFill>
                  <a:srgbClr val="0000FF"/>
                </a:solidFill>
                <a:latin typeface="Tahoma" panose="020B0604030504040204"/>
                <a:cs typeface="Tahoma" panose="020B0604030504040204"/>
              </a:rPr>
              <a:t>O</a:t>
            </a:r>
            <a:endParaRPr sz="1150">
              <a:latin typeface="Tahoma" panose="020B0604030504040204"/>
              <a:cs typeface="Tahoma" panose="020B0604030504040204"/>
            </a:endParaRPr>
          </a:p>
        </p:txBody>
      </p:sp>
      <p:sp>
        <p:nvSpPr>
          <p:cNvPr id="52" name="object 52"/>
          <p:cNvSpPr/>
          <p:nvPr/>
        </p:nvSpPr>
        <p:spPr>
          <a:xfrm>
            <a:off x="2743200" y="4000500"/>
            <a:ext cx="215900" cy="9525"/>
          </a:xfrm>
          <a:custGeom>
            <a:avLst/>
            <a:gdLst/>
            <a:ahLst/>
            <a:cxnLst/>
            <a:rect l="l" t="t" r="r" b="b"/>
            <a:pathLst>
              <a:path w="215900" h="9525">
                <a:moveTo>
                  <a:pt x="215900" y="9525"/>
                </a:moveTo>
                <a:lnTo>
                  <a:pt x="0" y="9525"/>
                </a:lnTo>
                <a:lnTo>
                  <a:pt x="0" y="0"/>
                </a:lnTo>
                <a:lnTo>
                  <a:pt x="215900" y="0"/>
                </a:lnTo>
                <a:lnTo>
                  <a:pt x="215900" y="9525"/>
                </a:lnTo>
                <a:close/>
              </a:path>
            </a:pathLst>
          </a:custGeom>
          <a:solidFill>
            <a:srgbClr val="0000FF"/>
          </a:solidFill>
        </p:spPr>
        <p:txBody>
          <a:bodyPr wrap="square" lIns="0" tIns="0" rIns="0" bIns="0" rtlCol="0"/>
          <a:lstStyle/>
          <a:p>
            <a:endParaRPr/>
          </a:p>
        </p:txBody>
      </p:sp>
      <p:sp>
        <p:nvSpPr>
          <p:cNvPr id="53" name="object 53"/>
          <p:cNvSpPr txBox="1"/>
          <p:nvPr/>
        </p:nvSpPr>
        <p:spPr>
          <a:xfrm>
            <a:off x="2364739" y="4692967"/>
            <a:ext cx="663575" cy="574040"/>
          </a:xfrm>
          <a:prstGeom prst="rect">
            <a:avLst/>
          </a:prstGeom>
        </p:spPr>
        <p:txBody>
          <a:bodyPr vert="horz" wrap="square" lIns="0" tIns="12700" rIns="0" bIns="0" rtlCol="0">
            <a:spAutoFit/>
          </a:bodyPr>
          <a:lstStyle/>
          <a:p>
            <a:pPr marL="38100">
              <a:lnSpc>
                <a:spcPct val="100000"/>
              </a:lnSpc>
              <a:spcBef>
                <a:spcPts val="100"/>
              </a:spcBef>
              <a:tabLst>
                <a:tab pos="398145" algn="l"/>
              </a:tabLst>
            </a:pPr>
            <a:r>
              <a:rPr sz="1800" b="1" spc="-50" dirty="0">
                <a:solidFill>
                  <a:srgbClr val="0000FF"/>
                </a:solidFill>
                <a:latin typeface="Noto Sans CJK HK"/>
                <a:cs typeface="Noto Sans CJK HK"/>
              </a:rPr>
              <a:t>码</a:t>
            </a:r>
            <a:r>
              <a:rPr sz="1800" b="1" dirty="0">
                <a:solidFill>
                  <a:srgbClr val="0000FF"/>
                </a:solidFill>
                <a:latin typeface="Noto Sans CJK HK"/>
                <a:cs typeface="Noto Sans CJK HK"/>
              </a:rPr>
              <a:t>	</a:t>
            </a:r>
            <a:r>
              <a:rPr sz="2700" spc="-37" baseline="-14000" dirty="0">
                <a:solidFill>
                  <a:srgbClr val="0000FF"/>
                </a:solidFill>
                <a:latin typeface="Tahoma" panose="020B0604030504040204"/>
                <a:cs typeface="Tahoma" panose="020B0604030504040204"/>
              </a:rPr>
              <a:t>Y</a:t>
            </a:r>
            <a:r>
              <a:rPr sz="1725" b="1" spc="-37" baseline="-41000" dirty="0">
                <a:solidFill>
                  <a:srgbClr val="0000FF"/>
                </a:solidFill>
                <a:latin typeface="Tahoma" panose="020B0604030504040204"/>
                <a:cs typeface="Tahoma" panose="020B0604030504040204"/>
              </a:rPr>
              <a:t>1</a:t>
            </a:r>
            <a:endParaRPr sz="1725" baseline="-41000">
              <a:latin typeface="Tahoma" panose="020B0604030504040204"/>
              <a:cs typeface="Tahoma" panose="020B0604030504040204"/>
            </a:endParaRPr>
          </a:p>
          <a:p>
            <a:pPr marL="38100">
              <a:lnSpc>
                <a:spcPct val="100000"/>
              </a:lnSpc>
            </a:pPr>
            <a:r>
              <a:rPr sz="1800" b="1" spc="-50" dirty="0">
                <a:solidFill>
                  <a:srgbClr val="0000FF"/>
                </a:solidFill>
                <a:latin typeface="Noto Sans CJK HK"/>
                <a:cs typeface="Noto Sans CJK HK"/>
              </a:rPr>
              <a:t>器</a:t>
            </a:r>
            <a:endParaRPr sz="1800">
              <a:latin typeface="Noto Sans CJK HK"/>
              <a:cs typeface="Noto Sans CJK HK"/>
            </a:endParaRPr>
          </a:p>
        </p:txBody>
      </p:sp>
      <p:sp>
        <p:nvSpPr>
          <p:cNvPr id="54" name="object 54"/>
          <p:cNvSpPr/>
          <p:nvPr/>
        </p:nvSpPr>
        <p:spPr>
          <a:xfrm>
            <a:off x="2743200" y="4786312"/>
            <a:ext cx="215900" cy="9525"/>
          </a:xfrm>
          <a:custGeom>
            <a:avLst/>
            <a:gdLst/>
            <a:ahLst/>
            <a:cxnLst/>
            <a:rect l="l" t="t" r="r" b="b"/>
            <a:pathLst>
              <a:path w="215900" h="9525">
                <a:moveTo>
                  <a:pt x="215900" y="9525"/>
                </a:moveTo>
                <a:lnTo>
                  <a:pt x="0" y="9525"/>
                </a:lnTo>
                <a:lnTo>
                  <a:pt x="0" y="0"/>
                </a:lnTo>
                <a:lnTo>
                  <a:pt x="215900" y="0"/>
                </a:lnTo>
                <a:lnTo>
                  <a:pt x="215900" y="9525"/>
                </a:lnTo>
                <a:close/>
              </a:path>
            </a:pathLst>
          </a:custGeom>
          <a:solidFill>
            <a:srgbClr val="0000FF"/>
          </a:solidFill>
        </p:spPr>
        <p:txBody>
          <a:bodyPr wrap="square" lIns="0" tIns="0" rIns="0" bIns="0" rtlCol="0"/>
          <a:lstStyle/>
          <a:p>
            <a:endParaRPr/>
          </a:p>
        </p:txBody>
      </p:sp>
      <p:sp>
        <p:nvSpPr>
          <p:cNvPr id="55" name="object 55"/>
          <p:cNvSpPr txBox="1">
            <a:spLocks noGrp="1"/>
          </p:cNvSpPr>
          <p:nvPr>
            <p:ph type="title"/>
          </p:nvPr>
        </p:nvSpPr>
        <p:spPr>
          <a:xfrm>
            <a:off x="465455" y="158750"/>
            <a:ext cx="3363595" cy="442595"/>
          </a:xfrm>
          <a:prstGeom prst="rect">
            <a:avLst/>
          </a:prstGeom>
        </p:spPr>
        <p:txBody>
          <a:bodyPr vert="horz" wrap="square" lIns="0" tIns="12065" rIns="0" bIns="0" rtlCol="0">
            <a:spAutoFit/>
          </a:bodyPr>
          <a:lstStyle/>
          <a:p>
            <a:pPr marL="12700">
              <a:lnSpc>
                <a:spcPct val="100000"/>
              </a:lnSpc>
              <a:spcBef>
                <a:spcPts val="95"/>
              </a:spcBef>
            </a:pPr>
            <a:r>
              <a:rPr dirty="0">
                <a:solidFill>
                  <a:srgbClr val="0000FF"/>
                </a:solidFill>
                <a:latin typeface="Arial" panose="020B0604020202020204"/>
                <a:cs typeface="Arial" panose="020B0604020202020204"/>
              </a:rPr>
              <a:t>9.4.6</a:t>
            </a:r>
            <a:r>
              <a:rPr spc="-15" dirty="0">
                <a:solidFill>
                  <a:srgbClr val="0000FF"/>
                </a:solidFill>
                <a:latin typeface="Arial" panose="020B0604020202020204"/>
                <a:cs typeface="Arial" panose="020B0604020202020204"/>
              </a:rPr>
              <a:t> </a:t>
            </a:r>
            <a:r>
              <a:rPr spc="-20" dirty="0">
                <a:solidFill>
                  <a:srgbClr val="0000FF"/>
                </a:solidFill>
                <a:latin typeface="Arial" panose="020B0604020202020204"/>
                <a:cs typeface="Arial" panose="020B0604020202020204"/>
              </a:rPr>
              <a:t>ADC0809</a:t>
            </a:r>
            <a:r>
              <a:rPr spc="-40" dirty="0">
                <a:solidFill>
                  <a:srgbClr val="0000FF"/>
                </a:solidFill>
              </a:rPr>
              <a:t>应用</a:t>
            </a:r>
          </a:p>
        </p:txBody>
      </p:sp>
      <p:sp>
        <p:nvSpPr>
          <p:cNvPr id="56" name="object 56"/>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97</a:t>
            </a:fld>
            <a:endParaRPr spc="-25"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5989" y="957389"/>
            <a:ext cx="1804670" cy="4724400"/>
          </a:xfrm>
          <a:prstGeom prst="rect">
            <a:avLst/>
          </a:prstGeom>
        </p:spPr>
        <p:txBody>
          <a:bodyPr vert="horz" wrap="square" lIns="0" tIns="45719" rIns="0" bIns="0" rtlCol="0">
            <a:spAutoFit/>
          </a:bodyPr>
          <a:lstStyle/>
          <a:p>
            <a:pPr marL="393700">
              <a:lnSpc>
                <a:spcPct val="100000"/>
              </a:lnSpc>
              <a:spcBef>
                <a:spcPts val="360"/>
              </a:spcBef>
            </a:pPr>
            <a:r>
              <a:rPr sz="2000" spc="5" dirty="0">
                <a:solidFill>
                  <a:srgbClr val="0000FF"/>
                </a:solidFill>
                <a:latin typeface="TeX Gyre Schola Math"/>
                <a:cs typeface="TeX Gyre Schola Math"/>
              </a:rPr>
              <a:t>⋮</a:t>
            </a:r>
            <a:endParaRPr sz="2000">
              <a:latin typeface="TeX Gyre Schola Math"/>
              <a:cs typeface="TeX Gyre Schola Math"/>
            </a:endParaRPr>
          </a:p>
          <a:p>
            <a:pPr marL="12700" marR="68580" indent="25400">
              <a:lnSpc>
                <a:spcPct val="110000"/>
              </a:lnSpc>
              <a:spcBef>
                <a:spcPts val="20"/>
              </a:spcBef>
              <a:tabLst>
                <a:tab pos="724535" algn="l"/>
              </a:tabLst>
            </a:pPr>
            <a:r>
              <a:rPr sz="2000" dirty="0">
                <a:solidFill>
                  <a:srgbClr val="0000FF"/>
                </a:solidFill>
                <a:latin typeface="Times New Roman" panose="02020603050405020304"/>
                <a:cs typeface="Times New Roman" panose="02020603050405020304"/>
              </a:rPr>
              <a:t>MOV</a:t>
            </a:r>
            <a:r>
              <a:rPr sz="2000" spc="455"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AL,88H </a:t>
            </a:r>
            <a:r>
              <a:rPr sz="2000" dirty="0">
                <a:solidFill>
                  <a:srgbClr val="0000FF"/>
                </a:solidFill>
                <a:latin typeface="Times New Roman" panose="02020603050405020304"/>
                <a:cs typeface="Times New Roman" panose="02020603050405020304"/>
              </a:rPr>
              <a:t>MOV</a:t>
            </a:r>
            <a:r>
              <a:rPr sz="2000" spc="455"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DX,106H </a:t>
            </a:r>
            <a:r>
              <a:rPr sz="2000" spc="-25" dirty="0">
                <a:solidFill>
                  <a:srgbClr val="0000FF"/>
                </a:solidFill>
                <a:latin typeface="Times New Roman" panose="02020603050405020304"/>
                <a:cs typeface="Times New Roman" panose="02020603050405020304"/>
              </a:rPr>
              <a:t>OUT</a:t>
            </a:r>
            <a:r>
              <a:rPr sz="2000" dirty="0">
                <a:solidFill>
                  <a:srgbClr val="0000FF"/>
                </a:solidFill>
                <a:latin typeface="Times New Roman" panose="02020603050405020304"/>
                <a:cs typeface="Times New Roman" panose="02020603050405020304"/>
              </a:rPr>
              <a:t>	</a:t>
            </a:r>
            <a:r>
              <a:rPr sz="2000" spc="-20" dirty="0">
                <a:solidFill>
                  <a:srgbClr val="0000FF"/>
                </a:solidFill>
                <a:latin typeface="Times New Roman" panose="02020603050405020304"/>
                <a:cs typeface="Times New Roman" panose="02020603050405020304"/>
              </a:rPr>
              <a:t>DX,AL</a:t>
            </a:r>
            <a:endParaRPr sz="2000">
              <a:latin typeface="Times New Roman" panose="02020603050405020304"/>
              <a:cs typeface="Times New Roman" panose="02020603050405020304"/>
            </a:endParaRPr>
          </a:p>
          <a:p>
            <a:pPr>
              <a:lnSpc>
                <a:spcPct val="100000"/>
              </a:lnSpc>
              <a:spcBef>
                <a:spcPts val="335"/>
              </a:spcBef>
            </a:pPr>
            <a:endParaRPr sz="2000">
              <a:latin typeface="Times New Roman" panose="02020603050405020304"/>
              <a:cs typeface="Times New Roman" panose="02020603050405020304"/>
            </a:endParaRPr>
          </a:p>
          <a:p>
            <a:pPr marL="12700" marR="5080">
              <a:lnSpc>
                <a:spcPct val="110000"/>
              </a:lnSpc>
              <a:spcBef>
                <a:spcPts val="5"/>
              </a:spcBef>
              <a:tabLst>
                <a:tab pos="724535" algn="l"/>
              </a:tabLst>
            </a:pPr>
            <a:r>
              <a:rPr sz="2000" dirty="0">
                <a:solidFill>
                  <a:srgbClr val="0000FF"/>
                </a:solidFill>
                <a:latin typeface="Times New Roman" panose="02020603050405020304"/>
                <a:cs typeface="Times New Roman" panose="02020603050405020304"/>
              </a:rPr>
              <a:t>MOV</a:t>
            </a:r>
            <a:r>
              <a:rPr sz="2000" spc="455"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AL,05H </a:t>
            </a:r>
            <a:r>
              <a:rPr sz="2000" dirty="0">
                <a:solidFill>
                  <a:srgbClr val="0000FF"/>
                </a:solidFill>
                <a:latin typeface="Times New Roman" panose="02020603050405020304"/>
                <a:cs typeface="Times New Roman" panose="02020603050405020304"/>
              </a:rPr>
              <a:t>MOV</a:t>
            </a:r>
            <a:r>
              <a:rPr sz="2000" spc="440" dirty="0">
                <a:solidFill>
                  <a:srgbClr val="0000FF"/>
                </a:solidFill>
                <a:latin typeface="Times New Roman" panose="02020603050405020304"/>
                <a:cs typeface="Times New Roman" panose="02020603050405020304"/>
              </a:rPr>
              <a:t> </a:t>
            </a:r>
            <a:r>
              <a:rPr sz="2000" dirty="0">
                <a:solidFill>
                  <a:srgbClr val="0000FF"/>
                </a:solidFill>
                <a:latin typeface="Times New Roman" panose="02020603050405020304"/>
                <a:cs typeface="Times New Roman" panose="02020603050405020304"/>
              </a:rPr>
              <a:t>DX,</a:t>
            </a:r>
            <a:r>
              <a:rPr sz="2000" spc="-30" dirty="0">
                <a:solidFill>
                  <a:srgbClr val="0000FF"/>
                </a:solidFill>
                <a:latin typeface="Times New Roman" panose="02020603050405020304"/>
                <a:cs typeface="Times New Roman" panose="02020603050405020304"/>
              </a:rPr>
              <a:t> </a:t>
            </a:r>
            <a:r>
              <a:rPr sz="2000" spc="-20" dirty="0">
                <a:solidFill>
                  <a:srgbClr val="0000FF"/>
                </a:solidFill>
                <a:latin typeface="Times New Roman" panose="02020603050405020304"/>
                <a:cs typeface="Times New Roman" panose="02020603050405020304"/>
              </a:rPr>
              <a:t>102H </a:t>
            </a:r>
            <a:r>
              <a:rPr sz="2000" spc="-25" dirty="0">
                <a:solidFill>
                  <a:srgbClr val="0000FF"/>
                </a:solidFill>
                <a:latin typeface="Times New Roman" panose="02020603050405020304"/>
                <a:cs typeface="Times New Roman" panose="02020603050405020304"/>
              </a:rPr>
              <a:t>OUT</a:t>
            </a:r>
            <a:r>
              <a:rPr sz="2000" dirty="0">
                <a:solidFill>
                  <a:srgbClr val="0000FF"/>
                </a:solidFill>
                <a:latin typeface="Times New Roman" panose="02020603050405020304"/>
                <a:cs typeface="Times New Roman" panose="02020603050405020304"/>
              </a:rPr>
              <a:t>	</a:t>
            </a:r>
            <a:r>
              <a:rPr sz="2000" spc="-20" dirty="0">
                <a:solidFill>
                  <a:srgbClr val="0000FF"/>
                </a:solidFill>
                <a:latin typeface="Times New Roman" panose="02020603050405020304"/>
                <a:cs typeface="Times New Roman" panose="02020603050405020304"/>
              </a:rPr>
              <a:t>DX,AL</a:t>
            </a:r>
            <a:endParaRPr sz="2000">
              <a:latin typeface="Times New Roman" panose="02020603050405020304"/>
              <a:cs typeface="Times New Roman" panose="02020603050405020304"/>
            </a:endParaRPr>
          </a:p>
          <a:p>
            <a:pPr>
              <a:lnSpc>
                <a:spcPct val="100000"/>
              </a:lnSpc>
              <a:spcBef>
                <a:spcPts val="310"/>
              </a:spcBef>
            </a:pPr>
            <a:endParaRPr sz="2000">
              <a:latin typeface="Times New Roman" panose="02020603050405020304"/>
              <a:cs typeface="Times New Roman" panose="02020603050405020304"/>
            </a:endParaRPr>
          </a:p>
          <a:p>
            <a:pPr marL="38100" marR="267335" indent="-25400">
              <a:lnSpc>
                <a:spcPct val="111000"/>
              </a:lnSpc>
            </a:pPr>
            <a:r>
              <a:rPr sz="2000" dirty="0">
                <a:solidFill>
                  <a:srgbClr val="0000FF"/>
                </a:solidFill>
                <a:latin typeface="Times New Roman" panose="02020603050405020304"/>
                <a:cs typeface="Times New Roman" panose="02020603050405020304"/>
              </a:rPr>
              <a:t>ADD</a:t>
            </a:r>
            <a:r>
              <a:rPr sz="2000" spc="440"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AL,10H </a:t>
            </a:r>
            <a:r>
              <a:rPr sz="2000" dirty="0">
                <a:solidFill>
                  <a:srgbClr val="0000FF"/>
                </a:solidFill>
                <a:latin typeface="Times New Roman" panose="02020603050405020304"/>
                <a:cs typeface="Times New Roman" panose="02020603050405020304"/>
              </a:rPr>
              <a:t>OUT</a:t>
            </a:r>
            <a:r>
              <a:rPr sz="2000" spc="440" dirty="0">
                <a:solidFill>
                  <a:srgbClr val="0000FF"/>
                </a:solidFill>
                <a:latin typeface="Times New Roman" panose="02020603050405020304"/>
                <a:cs typeface="Times New Roman" panose="02020603050405020304"/>
              </a:rPr>
              <a:t> </a:t>
            </a:r>
            <a:r>
              <a:rPr sz="2000" spc="-20" dirty="0">
                <a:solidFill>
                  <a:srgbClr val="0000FF"/>
                </a:solidFill>
                <a:latin typeface="Times New Roman" panose="02020603050405020304"/>
                <a:cs typeface="Times New Roman" panose="02020603050405020304"/>
              </a:rPr>
              <a:t>DX,AL</a:t>
            </a:r>
            <a:endParaRPr sz="2000">
              <a:latin typeface="Times New Roman" panose="02020603050405020304"/>
              <a:cs typeface="Times New Roman" panose="02020603050405020304"/>
            </a:endParaRPr>
          </a:p>
          <a:p>
            <a:pPr>
              <a:lnSpc>
                <a:spcPct val="100000"/>
              </a:lnSpc>
              <a:spcBef>
                <a:spcPts val="310"/>
              </a:spcBef>
            </a:pPr>
            <a:endParaRPr sz="2000">
              <a:latin typeface="Times New Roman" panose="02020603050405020304"/>
              <a:cs typeface="Times New Roman" panose="02020603050405020304"/>
            </a:endParaRPr>
          </a:p>
          <a:p>
            <a:pPr marL="38100" marR="260350" indent="-25400">
              <a:lnSpc>
                <a:spcPct val="111000"/>
              </a:lnSpc>
              <a:tabLst>
                <a:tab pos="696595" algn="l"/>
              </a:tabLst>
            </a:pPr>
            <a:r>
              <a:rPr sz="2000" spc="-25" dirty="0">
                <a:solidFill>
                  <a:srgbClr val="0000FF"/>
                </a:solidFill>
                <a:latin typeface="Times New Roman" panose="02020603050405020304"/>
                <a:cs typeface="Times New Roman" panose="02020603050405020304"/>
              </a:rPr>
              <a:t>SUB</a:t>
            </a:r>
            <a:r>
              <a:rPr sz="2000"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AL,10H </a:t>
            </a:r>
            <a:r>
              <a:rPr sz="2000" dirty="0">
                <a:solidFill>
                  <a:srgbClr val="0000FF"/>
                </a:solidFill>
                <a:latin typeface="Times New Roman" panose="02020603050405020304"/>
                <a:cs typeface="Times New Roman" panose="02020603050405020304"/>
              </a:rPr>
              <a:t>OUT</a:t>
            </a:r>
            <a:r>
              <a:rPr sz="2000" spc="440" dirty="0">
                <a:solidFill>
                  <a:srgbClr val="0000FF"/>
                </a:solidFill>
                <a:latin typeface="Times New Roman" panose="02020603050405020304"/>
                <a:cs typeface="Times New Roman" panose="02020603050405020304"/>
              </a:rPr>
              <a:t> </a:t>
            </a:r>
            <a:r>
              <a:rPr sz="2000" spc="-20" dirty="0">
                <a:solidFill>
                  <a:srgbClr val="0000FF"/>
                </a:solidFill>
                <a:latin typeface="Times New Roman" panose="02020603050405020304"/>
                <a:cs typeface="Times New Roman" panose="02020603050405020304"/>
              </a:rPr>
              <a:t>DX,AL</a:t>
            </a:r>
            <a:endParaRPr sz="2000">
              <a:latin typeface="Times New Roman" panose="02020603050405020304"/>
              <a:cs typeface="Times New Roman" panose="02020603050405020304"/>
            </a:endParaRPr>
          </a:p>
        </p:txBody>
      </p:sp>
      <p:sp>
        <p:nvSpPr>
          <p:cNvPr id="3" name="object 3"/>
          <p:cNvSpPr txBox="1"/>
          <p:nvPr/>
        </p:nvSpPr>
        <p:spPr>
          <a:xfrm>
            <a:off x="3286125" y="1299654"/>
            <a:ext cx="3707129" cy="692150"/>
          </a:xfrm>
          <a:prstGeom prst="rect">
            <a:avLst/>
          </a:prstGeom>
        </p:spPr>
        <p:txBody>
          <a:bodyPr vert="horz" wrap="square" lIns="0" tIns="41275" rIns="0" bIns="0" rtlCol="0">
            <a:spAutoFit/>
          </a:bodyPr>
          <a:lstStyle/>
          <a:p>
            <a:pPr marL="24130">
              <a:lnSpc>
                <a:spcPct val="100000"/>
              </a:lnSpc>
              <a:spcBef>
                <a:spcPts val="325"/>
              </a:spcBef>
            </a:pPr>
            <a:r>
              <a:rPr sz="2000" spc="-10" dirty="0">
                <a:solidFill>
                  <a:srgbClr val="0000FF"/>
                </a:solidFill>
                <a:latin typeface="Times New Roman" panose="02020603050405020304"/>
                <a:cs typeface="Times New Roman" panose="02020603050405020304"/>
              </a:rPr>
              <a:t>;8255</a:t>
            </a:r>
            <a:r>
              <a:rPr sz="2000" spc="-10" dirty="0">
                <a:solidFill>
                  <a:srgbClr val="0000FF"/>
                </a:solidFill>
                <a:latin typeface="Noto Sans CJK HK"/>
                <a:cs typeface="Noto Sans CJK HK"/>
              </a:rPr>
              <a:t>控制字</a:t>
            </a:r>
            <a:r>
              <a:rPr sz="2000" dirty="0">
                <a:solidFill>
                  <a:srgbClr val="0000FF"/>
                </a:solidFill>
                <a:latin typeface="Times New Roman" panose="02020603050405020304"/>
                <a:cs typeface="Times New Roman" panose="02020603050405020304"/>
              </a:rPr>
              <a:t>1000</a:t>
            </a:r>
            <a:r>
              <a:rPr sz="2000" spc="70"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1000,</a:t>
            </a:r>
            <a:r>
              <a:rPr sz="2000" spc="-10" dirty="0">
                <a:solidFill>
                  <a:srgbClr val="0000FF"/>
                </a:solidFill>
                <a:latin typeface="Noto Sans CJK HK"/>
                <a:cs typeface="Noto Sans CJK HK"/>
              </a:rPr>
              <a:t>上</a:t>
            </a:r>
            <a:r>
              <a:rPr sz="2000" spc="-25" dirty="0">
                <a:solidFill>
                  <a:srgbClr val="0000FF"/>
                </a:solidFill>
                <a:latin typeface="Times New Roman" panose="02020603050405020304"/>
                <a:cs typeface="Times New Roman" panose="02020603050405020304"/>
              </a:rPr>
              <a:t>C</a:t>
            </a:r>
            <a:r>
              <a:rPr sz="2000" spc="-25" dirty="0">
                <a:solidFill>
                  <a:srgbClr val="0000FF"/>
                </a:solidFill>
                <a:latin typeface="Noto Sans CJK HK"/>
                <a:cs typeface="Noto Sans CJK HK"/>
              </a:rPr>
              <a:t>口输入</a:t>
            </a:r>
            <a:endParaRPr sz="2000">
              <a:latin typeface="Noto Sans CJK HK"/>
              <a:cs typeface="Noto Sans CJK HK"/>
            </a:endParaRPr>
          </a:p>
          <a:p>
            <a:pPr marL="12700">
              <a:lnSpc>
                <a:spcPct val="100000"/>
              </a:lnSpc>
              <a:spcBef>
                <a:spcPts val="225"/>
              </a:spcBef>
            </a:pPr>
            <a:r>
              <a:rPr sz="2000" dirty="0">
                <a:solidFill>
                  <a:srgbClr val="0000FF"/>
                </a:solidFill>
                <a:latin typeface="Times New Roman" panose="02020603050405020304"/>
                <a:cs typeface="Times New Roman" panose="02020603050405020304"/>
              </a:rPr>
              <a:t>;</a:t>
            </a:r>
            <a:r>
              <a:rPr sz="2000" spc="-10" dirty="0">
                <a:solidFill>
                  <a:srgbClr val="0000FF"/>
                </a:solidFill>
                <a:latin typeface="Noto Sans CJK HK"/>
                <a:cs typeface="Noto Sans CJK HK"/>
              </a:rPr>
              <a:t>送</a:t>
            </a:r>
            <a:r>
              <a:rPr sz="2000" spc="-10" dirty="0">
                <a:solidFill>
                  <a:srgbClr val="0000FF"/>
                </a:solidFill>
                <a:latin typeface="Times New Roman" panose="02020603050405020304"/>
                <a:cs typeface="Times New Roman" panose="02020603050405020304"/>
              </a:rPr>
              <a:t>8255</a:t>
            </a:r>
            <a:r>
              <a:rPr sz="2000" spc="-20" dirty="0">
                <a:solidFill>
                  <a:srgbClr val="0000FF"/>
                </a:solidFill>
                <a:latin typeface="Noto Sans CJK HK"/>
                <a:cs typeface="Noto Sans CJK HK"/>
              </a:rPr>
              <a:t>控制端口</a:t>
            </a:r>
            <a:endParaRPr sz="2000">
              <a:latin typeface="Noto Sans CJK HK"/>
              <a:cs typeface="Noto Sans CJK HK"/>
            </a:endParaRPr>
          </a:p>
        </p:txBody>
      </p:sp>
      <p:sp>
        <p:nvSpPr>
          <p:cNvPr id="4" name="object 4"/>
          <p:cNvSpPr txBox="1"/>
          <p:nvPr/>
        </p:nvSpPr>
        <p:spPr>
          <a:xfrm>
            <a:off x="3298190" y="2668587"/>
            <a:ext cx="4208145" cy="331470"/>
          </a:xfrm>
          <a:prstGeom prst="rect">
            <a:avLst/>
          </a:prstGeom>
        </p:spPr>
        <p:txBody>
          <a:bodyPr vert="horz" wrap="square" lIns="0" tIns="13335" rIns="0" bIns="0" rtlCol="0">
            <a:spAutoFit/>
          </a:bodyPr>
          <a:lstStyle/>
          <a:p>
            <a:pPr marL="12700">
              <a:lnSpc>
                <a:spcPct val="100000"/>
              </a:lnSpc>
              <a:spcBef>
                <a:spcPts val="105"/>
              </a:spcBef>
              <a:tabLst>
                <a:tab pos="3636010" algn="l"/>
                <a:tab pos="4194810" algn="l"/>
              </a:tabLst>
            </a:pPr>
            <a:r>
              <a:rPr sz="2000" dirty="0">
                <a:solidFill>
                  <a:srgbClr val="0000FF"/>
                </a:solidFill>
                <a:latin typeface="Times New Roman" panose="02020603050405020304"/>
                <a:cs typeface="Times New Roman" panose="02020603050405020304"/>
              </a:rPr>
              <a:t>;</a:t>
            </a:r>
            <a:r>
              <a:rPr sz="2000" spc="60" dirty="0">
                <a:solidFill>
                  <a:srgbClr val="0000FF"/>
                </a:solidFill>
                <a:latin typeface="Times New Roman" panose="02020603050405020304"/>
                <a:cs typeface="Times New Roman" panose="02020603050405020304"/>
              </a:rPr>
              <a:t> </a:t>
            </a:r>
            <a:r>
              <a:rPr sz="2000" spc="-10" dirty="0">
                <a:solidFill>
                  <a:srgbClr val="0000FF"/>
                </a:solidFill>
                <a:latin typeface="Noto Sans CJK HK"/>
                <a:cs typeface="Noto Sans CJK HK"/>
              </a:rPr>
              <a:t>取通道号，并且产生启动信</a:t>
            </a:r>
            <a:r>
              <a:rPr sz="2000" spc="-60" dirty="0">
                <a:solidFill>
                  <a:srgbClr val="0000FF"/>
                </a:solidFill>
                <a:latin typeface="Noto Sans CJK HK"/>
                <a:cs typeface="Noto Sans CJK HK"/>
              </a:rPr>
              <a:t>号</a:t>
            </a:r>
            <a:r>
              <a:rPr sz="2000" dirty="0">
                <a:solidFill>
                  <a:srgbClr val="0000FF"/>
                </a:solidFill>
                <a:latin typeface="Noto Sans CJK HK"/>
                <a:cs typeface="Noto Sans CJK HK"/>
              </a:rPr>
              <a:t>	</a:t>
            </a:r>
            <a:r>
              <a:rPr sz="2000" u="sng" dirty="0">
                <a:solidFill>
                  <a:srgbClr val="0000FF"/>
                </a:solidFill>
                <a:uFill>
                  <a:solidFill>
                    <a:srgbClr val="FF0000"/>
                  </a:solidFill>
                </a:uFill>
                <a:latin typeface="Times New Roman" panose="02020603050405020304"/>
                <a:cs typeface="Times New Roman" panose="02020603050405020304"/>
              </a:rPr>
              <a:t>	</a:t>
            </a:r>
            <a:endParaRPr sz="2000">
              <a:latin typeface="Times New Roman" panose="02020603050405020304"/>
              <a:cs typeface="Times New Roman" panose="02020603050405020304"/>
            </a:endParaRPr>
          </a:p>
        </p:txBody>
      </p:sp>
      <p:sp>
        <p:nvSpPr>
          <p:cNvPr id="5" name="object 5"/>
          <p:cNvSpPr txBox="1"/>
          <p:nvPr/>
        </p:nvSpPr>
        <p:spPr>
          <a:xfrm>
            <a:off x="3268345" y="3339147"/>
            <a:ext cx="774065"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00FF"/>
                </a:solidFill>
                <a:latin typeface="Times New Roman" panose="02020603050405020304"/>
                <a:cs typeface="Times New Roman" panose="02020603050405020304"/>
              </a:rPr>
              <a:t>;</a:t>
            </a:r>
            <a:r>
              <a:rPr sz="2000" spc="-10" dirty="0">
                <a:solidFill>
                  <a:srgbClr val="0000FF"/>
                </a:solidFill>
                <a:latin typeface="Noto Sans CJK HK"/>
                <a:cs typeface="Noto Sans CJK HK"/>
              </a:rPr>
              <a:t>送</a:t>
            </a:r>
            <a:r>
              <a:rPr sz="2000" spc="-25" dirty="0">
                <a:solidFill>
                  <a:srgbClr val="0000FF"/>
                </a:solidFill>
                <a:latin typeface="Times New Roman" panose="02020603050405020304"/>
                <a:cs typeface="Times New Roman" panose="02020603050405020304"/>
              </a:rPr>
              <a:t>B</a:t>
            </a:r>
            <a:r>
              <a:rPr sz="2000" spc="-50" dirty="0">
                <a:solidFill>
                  <a:srgbClr val="0000FF"/>
                </a:solidFill>
                <a:latin typeface="Noto Sans CJK HK"/>
                <a:cs typeface="Noto Sans CJK HK"/>
              </a:rPr>
              <a:t>口</a:t>
            </a:r>
            <a:endParaRPr sz="2000">
              <a:latin typeface="Noto Sans CJK HK"/>
              <a:cs typeface="Noto Sans CJK HK"/>
            </a:endParaRPr>
          </a:p>
        </p:txBody>
      </p:sp>
      <p:sp>
        <p:nvSpPr>
          <p:cNvPr id="6" name="object 6"/>
          <p:cNvSpPr txBox="1"/>
          <p:nvPr/>
        </p:nvSpPr>
        <p:spPr>
          <a:xfrm>
            <a:off x="3141345" y="4344987"/>
            <a:ext cx="3780154" cy="331470"/>
          </a:xfrm>
          <a:prstGeom prst="rect">
            <a:avLst/>
          </a:prstGeom>
        </p:spPr>
        <p:txBody>
          <a:bodyPr vert="horz" wrap="square" lIns="0" tIns="13335" rIns="0" bIns="0" rtlCol="0">
            <a:spAutoFit/>
          </a:bodyPr>
          <a:lstStyle/>
          <a:p>
            <a:pPr marL="12700">
              <a:lnSpc>
                <a:spcPct val="100000"/>
              </a:lnSpc>
              <a:spcBef>
                <a:spcPts val="105"/>
              </a:spcBef>
              <a:tabLst>
                <a:tab pos="3208020" algn="l"/>
                <a:tab pos="3766820" algn="l"/>
              </a:tabLst>
            </a:pPr>
            <a:r>
              <a:rPr sz="2000" dirty="0">
                <a:solidFill>
                  <a:srgbClr val="0000FF"/>
                </a:solidFill>
                <a:latin typeface="Times New Roman" panose="02020603050405020304"/>
                <a:cs typeface="Times New Roman" panose="02020603050405020304"/>
              </a:rPr>
              <a:t>;</a:t>
            </a:r>
            <a:r>
              <a:rPr sz="2000" spc="-10" dirty="0">
                <a:solidFill>
                  <a:srgbClr val="0000FF"/>
                </a:solidFill>
                <a:latin typeface="Noto Sans CJK HK"/>
                <a:cs typeface="Noto Sans CJK HK"/>
              </a:rPr>
              <a:t>送</a:t>
            </a:r>
            <a:r>
              <a:rPr sz="2000" spc="-25" dirty="0">
                <a:solidFill>
                  <a:srgbClr val="0000FF"/>
                </a:solidFill>
                <a:latin typeface="Times New Roman" panose="02020603050405020304"/>
                <a:cs typeface="Times New Roman" panose="02020603050405020304"/>
              </a:rPr>
              <a:t>B</a:t>
            </a:r>
            <a:r>
              <a:rPr sz="2000" spc="-10" dirty="0">
                <a:solidFill>
                  <a:srgbClr val="0000FF"/>
                </a:solidFill>
                <a:latin typeface="Noto Sans CJK HK"/>
                <a:cs typeface="Noto Sans CJK HK"/>
              </a:rPr>
              <a:t>口，产生</a:t>
            </a:r>
            <a:r>
              <a:rPr sz="2000" spc="-25" dirty="0">
                <a:solidFill>
                  <a:srgbClr val="0000FF"/>
                </a:solidFill>
                <a:latin typeface="Times New Roman" panose="02020603050405020304"/>
                <a:cs typeface="Times New Roman" panose="02020603050405020304"/>
              </a:rPr>
              <a:t>START</a:t>
            </a:r>
            <a:r>
              <a:rPr sz="2000" spc="-10" dirty="0">
                <a:solidFill>
                  <a:srgbClr val="0000FF"/>
                </a:solidFill>
                <a:latin typeface="Noto Sans CJK HK"/>
                <a:cs typeface="Noto Sans CJK HK"/>
              </a:rPr>
              <a:t>、</a:t>
            </a:r>
            <a:r>
              <a:rPr sz="2000" spc="-25" dirty="0">
                <a:solidFill>
                  <a:srgbClr val="0000FF"/>
                </a:solidFill>
                <a:latin typeface="Times New Roman" panose="02020603050405020304"/>
                <a:cs typeface="Times New Roman" panose="02020603050405020304"/>
              </a:rPr>
              <a:t>ALE</a:t>
            </a:r>
            <a:r>
              <a:rPr sz="2000" dirty="0">
                <a:solidFill>
                  <a:srgbClr val="0000FF"/>
                </a:solidFill>
                <a:latin typeface="Times New Roman" panose="02020603050405020304"/>
                <a:cs typeface="Times New Roman" panose="02020603050405020304"/>
              </a:rPr>
              <a:t>	</a:t>
            </a:r>
            <a:r>
              <a:rPr sz="2000" u="sng" dirty="0">
                <a:solidFill>
                  <a:srgbClr val="0000FF"/>
                </a:solidFill>
                <a:uFill>
                  <a:solidFill>
                    <a:srgbClr val="0000FF"/>
                  </a:solidFill>
                </a:uFill>
                <a:latin typeface="Times New Roman" panose="02020603050405020304"/>
                <a:cs typeface="Times New Roman" panose="02020603050405020304"/>
              </a:rPr>
              <a:t>	</a:t>
            </a:r>
            <a:endParaRPr sz="2000">
              <a:latin typeface="Times New Roman" panose="02020603050405020304"/>
              <a:cs typeface="Times New Roman" panose="02020603050405020304"/>
            </a:endParaRPr>
          </a:p>
        </p:txBody>
      </p:sp>
      <p:sp>
        <p:nvSpPr>
          <p:cNvPr id="7" name="object 7"/>
          <p:cNvSpPr txBox="1"/>
          <p:nvPr/>
        </p:nvSpPr>
        <p:spPr>
          <a:xfrm>
            <a:off x="3141345" y="5350827"/>
            <a:ext cx="1102360" cy="331470"/>
          </a:xfrm>
          <a:prstGeom prst="rect">
            <a:avLst/>
          </a:prstGeom>
        </p:spPr>
        <p:txBody>
          <a:bodyPr vert="horz" wrap="square" lIns="0" tIns="13335" rIns="0" bIns="0" rtlCol="0">
            <a:spAutoFit/>
          </a:bodyPr>
          <a:lstStyle/>
          <a:p>
            <a:pPr marL="12700">
              <a:lnSpc>
                <a:spcPct val="100000"/>
              </a:lnSpc>
              <a:spcBef>
                <a:spcPts val="105"/>
              </a:spcBef>
              <a:tabLst>
                <a:tab pos="530225" algn="l"/>
                <a:tab pos="1089025" algn="l"/>
              </a:tabLst>
            </a:pPr>
            <a:r>
              <a:rPr sz="2000" spc="-50" dirty="0">
                <a:solidFill>
                  <a:srgbClr val="0000FF"/>
                </a:solidFill>
                <a:latin typeface="Noto Sans CJK HK"/>
                <a:cs typeface="Noto Sans CJK HK"/>
              </a:rPr>
              <a:t>；</a:t>
            </a:r>
            <a:r>
              <a:rPr sz="2000" dirty="0">
                <a:solidFill>
                  <a:srgbClr val="0000FF"/>
                </a:solidFill>
                <a:latin typeface="Noto Sans CJK HK"/>
                <a:cs typeface="Noto Sans CJK HK"/>
              </a:rPr>
              <a:t>	</a:t>
            </a:r>
            <a:r>
              <a:rPr sz="2000" u="sng" dirty="0">
                <a:solidFill>
                  <a:srgbClr val="0000FF"/>
                </a:solidFill>
                <a:uFill>
                  <a:solidFill>
                    <a:srgbClr val="0000FF"/>
                  </a:solidFill>
                </a:uFill>
                <a:latin typeface="Times New Roman" panose="02020603050405020304"/>
                <a:cs typeface="Times New Roman" panose="02020603050405020304"/>
              </a:rPr>
              <a:t>	</a:t>
            </a:r>
            <a:endParaRPr sz="2000">
              <a:latin typeface="Times New Roman" panose="02020603050405020304"/>
              <a:cs typeface="Times New Roman" panose="02020603050405020304"/>
            </a:endParaRPr>
          </a:p>
        </p:txBody>
      </p:sp>
      <p:sp>
        <p:nvSpPr>
          <p:cNvPr id="8" name="object 8"/>
          <p:cNvSpPr/>
          <p:nvPr/>
        </p:nvSpPr>
        <p:spPr>
          <a:xfrm>
            <a:off x="7425029" y="2704159"/>
            <a:ext cx="1174750" cy="279400"/>
          </a:xfrm>
          <a:custGeom>
            <a:avLst/>
            <a:gdLst/>
            <a:ahLst/>
            <a:cxnLst/>
            <a:rect l="l" t="t" r="r" b="b"/>
            <a:pathLst>
              <a:path w="1174750" h="279400">
                <a:moveTo>
                  <a:pt x="1174750" y="269875"/>
                </a:moveTo>
                <a:lnTo>
                  <a:pt x="458787" y="269875"/>
                </a:lnTo>
                <a:lnTo>
                  <a:pt x="458787" y="4762"/>
                </a:lnTo>
                <a:lnTo>
                  <a:pt x="454025" y="4762"/>
                </a:lnTo>
                <a:lnTo>
                  <a:pt x="454025" y="0"/>
                </a:lnTo>
                <a:lnTo>
                  <a:pt x="4762" y="0"/>
                </a:lnTo>
                <a:lnTo>
                  <a:pt x="4762" y="4762"/>
                </a:lnTo>
                <a:lnTo>
                  <a:pt x="0" y="4762"/>
                </a:lnTo>
                <a:lnTo>
                  <a:pt x="0" y="274637"/>
                </a:lnTo>
                <a:lnTo>
                  <a:pt x="9525" y="274637"/>
                </a:lnTo>
                <a:lnTo>
                  <a:pt x="9525" y="9525"/>
                </a:lnTo>
                <a:lnTo>
                  <a:pt x="449262" y="9525"/>
                </a:lnTo>
                <a:lnTo>
                  <a:pt x="449262" y="274637"/>
                </a:lnTo>
                <a:lnTo>
                  <a:pt x="454025" y="274637"/>
                </a:lnTo>
                <a:lnTo>
                  <a:pt x="454025" y="279400"/>
                </a:lnTo>
                <a:lnTo>
                  <a:pt x="1174750" y="279400"/>
                </a:lnTo>
                <a:lnTo>
                  <a:pt x="1174750" y="269875"/>
                </a:lnTo>
                <a:close/>
              </a:path>
            </a:pathLst>
          </a:custGeom>
          <a:solidFill>
            <a:srgbClr val="0000FF"/>
          </a:solidFill>
        </p:spPr>
        <p:txBody>
          <a:bodyPr wrap="square" lIns="0" tIns="0" rIns="0" bIns="0" rtlCol="0"/>
          <a:lstStyle/>
          <a:p>
            <a:endParaRPr/>
          </a:p>
        </p:txBody>
      </p:sp>
      <p:sp>
        <p:nvSpPr>
          <p:cNvPr id="9" name="object 9"/>
          <p:cNvSpPr txBox="1">
            <a:spLocks noGrp="1"/>
          </p:cNvSpPr>
          <p:nvPr>
            <p:ph type="title"/>
          </p:nvPr>
        </p:nvSpPr>
        <p:spPr>
          <a:xfrm>
            <a:off x="465455" y="158750"/>
            <a:ext cx="3363595" cy="442595"/>
          </a:xfrm>
          <a:prstGeom prst="rect">
            <a:avLst/>
          </a:prstGeom>
        </p:spPr>
        <p:txBody>
          <a:bodyPr vert="horz" wrap="square" lIns="0" tIns="12065" rIns="0" bIns="0" rtlCol="0">
            <a:spAutoFit/>
          </a:bodyPr>
          <a:lstStyle/>
          <a:p>
            <a:pPr marL="12700">
              <a:lnSpc>
                <a:spcPct val="100000"/>
              </a:lnSpc>
              <a:spcBef>
                <a:spcPts val="95"/>
              </a:spcBef>
            </a:pPr>
            <a:r>
              <a:rPr dirty="0">
                <a:solidFill>
                  <a:srgbClr val="0000FF"/>
                </a:solidFill>
                <a:latin typeface="Arial" panose="020B0604020202020204"/>
                <a:cs typeface="Arial" panose="020B0604020202020204"/>
              </a:rPr>
              <a:t>9.4.6</a:t>
            </a:r>
            <a:r>
              <a:rPr spc="-15" dirty="0">
                <a:solidFill>
                  <a:srgbClr val="0000FF"/>
                </a:solidFill>
                <a:latin typeface="Arial" panose="020B0604020202020204"/>
                <a:cs typeface="Arial" panose="020B0604020202020204"/>
              </a:rPr>
              <a:t> </a:t>
            </a:r>
            <a:r>
              <a:rPr spc="-20" dirty="0">
                <a:solidFill>
                  <a:srgbClr val="0000FF"/>
                </a:solidFill>
                <a:latin typeface="Arial" panose="020B0604020202020204"/>
                <a:cs typeface="Arial" panose="020B0604020202020204"/>
              </a:rPr>
              <a:t>ADC0809</a:t>
            </a:r>
            <a:r>
              <a:rPr spc="-40" dirty="0">
                <a:solidFill>
                  <a:srgbClr val="0000FF"/>
                </a:solidFill>
              </a:rPr>
              <a:t>应用</a:t>
            </a:r>
          </a:p>
        </p:txBody>
      </p:sp>
      <p:grpSp>
        <p:nvGrpSpPr>
          <p:cNvPr id="10" name="object 10"/>
          <p:cNvGrpSpPr/>
          <p:nvPr/>
        </p:nvGrpSpPr>
        <p:grpSpPr>
          <a:xfrm>
            <a:off x="6840029" y="4324337"/>
            <a:ext cx="1174750" cy="279400"/>
            <a:chOff x="6840029" y="4324337"/>
            <a:chExt cx="1174750" cy="279400"/>
          </a:xfrm>
        </p:grpSpPr>
        <p:sp>
          <p:nvSpPr>
            <p:cNvPr id="11" name="object 11"/>
            <p:cNvSpPr/>
            <p:nvPr/>
          </p:nvSpPr>
          <p:spPr>
            <a:xfrm>
              <a:off x="6840029" y="4329099"/>
              <a:ext cx="9525" cy="269875"/>
            </a:xfrm>
            <a:custGeom>
              <a:avLst/>
              <a:gdLst/>
              <a:ahLst/>
              <a:cxnLst/>
              <a:rect l="l" t="t" r="r" b="b"/>
              <a:pathLst>
                <a:path w="9525" h="269875">
                  <a:moveTo>
                    <a:pt x="9525" y="269875"/>
                  </a:moveTo>
                  <a:lnTo>
                    <a:pt x="0" y="269875"/>
                  </a:lnTo>
                  <a:lnTo>
                    <a:pt x="0" y="0"/>
                  </a:lnTo>
                  <a:lnTo>
                    <a:pt x="9525" y="0"/>
                  </a:lnTo>
                  <a:lnTo>
                    <a:pt x="9525" y="269875"/>
                  </a:lnTo>
                  <a:close/>
                </a:path>
              </a:pathLst>
            </a:custGeom>
            <a:solidFill>
              <a:srgbClr val="0000FF"/>
            </a:solidFill>
          </p:spPr>
          <p:txBody>
            <a:bodyPr wrap="square" lIns="0" tIns="0" rIns="0" bIns="0" rtlCol="0"/>
            <a:lstStyle/>
            <a:p>
              <a:endParaRPr/>
            </a:p>
          </p:txBody>
        </p:sp>
        <p:sp>
          <p:nvSpPr>
            <p:cNvPr id="12" name="object 12"/>
            <p:cNvSpPr/>
            <p:nvPr/>
          </p:nvSpPr>
          <p:spPr>
            <a:xfrm>
              <a:off x="6844792" y="4324337"/>
              <a:ext cx="449580" cy="9525"/>
            </a:xfrm>
            <a:custGeom>
              <a:avLst/>
              <a:gdLst/>
              <a:ahLst/>
              <a:cxnLst/>
              <a:rect l="l" t="t" r="r" b="b"/>
              <a:pathLst>
                <a:path w="449579" h="9525">
                  <a:moveTo>
                    <a:pt x="449262" y="9525"/>
                  </a:moveTo>
                  <a:lnTo>
                    <a:pt x="0" y="9525"/>
                  </a:lnTo>
                  <a:lnTo>
                    <a:pt x="0" y="0"/>
                  </a:lnTo>
                  <a:lnTo>
                    <a:pt x="449262" y="0"/>
                  </a:lnTo>
                  <a:lnTo>
                    <a:pt x="449262" y="9525"/>
                  </a:lnTo>
                  <a:close/>
                </a:path>
              </a:pathLst>
            </a:custGeom>
            <a:solidFill>
              <a:srgbClr val="FF0000"/>
            </a:solidFill>
          </p:spPr>
          <p:txBody>
            <a:bodyPr wrap="square" lIns="0" tIns="0" rIns="0" bIns="0" rtlCol="0"/>
            <a:lstStyle/>
            <a:p>
              <a:endParaRPr/>
            </a:p>
          </p:txBody>
        </p:sp>
        <p:sp>
          <p:nvSpPr>
            <p:cNvPr id="13" name="object 13"/>
            <p:cNvSpPr/>
            <p:nvPr/>
          </p:nvSpPr>
          <p:spPr>
            <a:xfrm>
              <a:off x="7289292" y="4329099"/>
              <a:ext cx="725805" cy="274955"/>
            </a:xfrm>
            <a:custGeom>
              <a:avLst/>
              <a:gdLst/>
              <a:ahLst/>
              <a:cxnLst/>
              <a:rect l="l" t="t" r="r" b="b"/>
              <a:pathLst>
                <a:path w="725804" h="274954">
                  <a:moveTo>
                    <a:pt x="725487" y="265112"/>
                  </a:moveTo>
                  <a:lnTo>
                    <a:pt x="9525" y="265112"/>
                  </a:lnTo>
                  <a:lnTo>
                    <a:pt x="9525" y="0"/>
                  </a:lnTo>
                  <a:lnTo>
                    <a:pt x="0" y="0"/>
                  </a:lnTo>
                  <a:lnTo>
                    <a:pt x="0" y="269875"/>
                  </a:lnTo>
                  <a:lnTo>
                    <a:pt x="4762" y="269875"/>
                  </a:lnTo>
                  <a:lnTo>
                    <a:pt x="4762" y="274637"/>
                  </a:lnTo>
                  <a:lnTo>
                    <a:pt x="725487" y="274637"/>
                  </a:lnTo>
                  <a:lnTo>
                    <a:pt x="725487" y="265112"/>
                  </a:lnTo>
                  <a:close/>
                </a:path>
              </a:pathLst>
            </a:custGeom>
            <a:solidFill>
              <a:srgbClr val="0000FF"/>
            </a:solidFill>
          </p:spPr>
          <p:txBody>
            <a:bodyPr wrap="square" lIns="0" tIns="0" rIns="0" bIns="0" rtlCol="0"/>
            <a:lstStyle/>
            <a:p>
              <a:endParaRPr/>
            </a:p>
          </p:txBody>
        </p:sp>
      </p:grpSp>
      <p:grpSp>
        <p:nvGrpSpPr>
          <p:cNvPr id="14" name="object 14"/>
          <p:cNvGrpSpPr/>
          <p:nvPr/>
        </p:nvGrpSpPr>
        <p:grpSpPr>
          <a:xfrm>
            <a:off x="4162437" y="5359450"/>
            <a:ext cx="1174750" cy="279400"/>
            <a:chOff x="4162437" y="5359450"/>
            <a:chExt cx="1174750" cy="279400"/>
          </a:xfrm>
        </p:grpSpPr>
        <p:sp>
          <p:nvSpPr>
            <p:cNvPr id="15" name="object 15"/>
            <p:cNvSpPr/>
            <p:nvPr/>
          </p:nvSpPr>
          <p:spPr>
            <a:xfrm>
              <a:off x="4162437" y="5359450"/>
              <a:ext cx="459105" cy="274955"/>
            </a:xfrm>
            <a:custGeom>
              <a:avLst/>
              <a:gdLst/>
              <a:ahLst/>
              <a:cxnLst/>
              <a:rect l="l" t="t" r="r" b="b"/>
              <a:pathLst>
                <a:path w="459104" h="274954">
                  <a:moveTo>
                    <a:pt x="458787" y="4762"/>
                  </a:moveTo>
                  <a:lnTo>
                    <a:pt x="454025" y="4762"/>
                  </a:lnTo>
                  <a:lnTo>
                    <a:pt x="454025" y="0"/>
                  </a:lnTo>
                  <a:lnTo>
                    <a:pt x="4762" y="0"/>
                  </a:lnTo>
                  <a:lnTo>
                    <a:pt x="4762" y="4762"/>
                  </a:lnTo>
                  <a:lnTo>
                    <a:pt x="0" y="4762"/>
                  </a:lnTo>
                  <a:lnTo>
                    <a:pt x="0" y="274637"/>
                  </a:lnTo>
                  <a:lnTo>
                    <a:pt x="9525" y="274637"/>
                  </a:lnTo>
                  <a:lnTo>
                    <a:pt x="9525" y="9525"/>
                  </a:lnTo>
                  <a:lnTo>
                    <a:pt x="449262" y="9525"/>
                  </a:lnTo>
                  <a:lnTo>
                    <a:pt x="449262" y="274637"/>
                  </a:lnTo>
                  <a:lnTo>
                    <a:pt x="458787" y="274637"/>
                  </a:lnTo>
                  <a:lnTo>
                    <a:pt x="458787" y="4762"/>
                  </a:lnTo>
                  <a:close/>
                </a:path>
              </a:pathLst>
            </a:custGeom>
            <a:solidFill>
              <a:srgbClr val="0000FF"/>
            </a:solidFill>
          </p:spPr>
          <p:txBody>
            <a:bodyPr wrap="square" lIns="0" tIns="0" rIns="0" bIns="0" rtlCol="0"/>
            <a:lstStyle/>
            <a:p>
              <a:endParaRPr/>
            </a:p>
          </p:txBody>
        </p:sp>
        <p:sp>
          <p:nvSpPr>
            <p:cNvPr id="16" name="object 16"/>
            <p:cNvSpPr/>
            <p:nvPr/>
          </p:nvSpPr>
          <p:spPr>
            <a:xfrm>
              <a:off x="4616462" y="5629325"/>
              <a:ext cx="720725" cy="9525"/>
            </a:xfrm>
            <a:custGeom>
              <a:avLst/>
              <a:gdLst/>
              <a:ahLst/>
              <a:cxnLst/>
              <a:rect l="l" t="t" r="r" b="b"/>
              <a:pathLst>
                <a:path w="720725" h="9525">
                  <a:moveTo>
                    <a:pt x="720725" y="9525"/>
                  </a:moveTo>
                  <a:lnTo>
                    <a:pt x="0" y="9525"/>
                  </a:lnTo>
                  <a:lnTo>
                    <a:pt x="0" y="0"/>
                  </a:lnTo>
                  <a:lnTo>
                    <a:pt x="720725" y="0"/>
                  </a:lnTo>
                  <a:lnTo>
                    <a:pt x="720725" y="9525"/>
                  </a:lnTo>
                  <a:close/>
                </a:path>
              </a:pathLst>
            </a:custGeom>
            <a:solidFill>
              <a:srgbClr val="FF0000"/>
            </a:solidFill>
          </p:spPr>
          <p:txBody>
            <a:bodyPr wrap="square" lIns="0" tIns="0" rIns="0" bIns="0" rtlCol="0"/>
            <a:lstStyle/>
            <a:p>
              <a:endParaRPr/>
            </a:p>
          </p:txBody>
        </p:sp>
      </p:gr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98</a:t>
            </a:fld>
            <a:endParaRPr spc="-25"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7362" y="962469"/>
            <a:ext cx="6071235" cy="1366520"/>
          </a:xfrm>
          <a:prstGeom prst="rect">
            <a:avLst/>
          </a:prstGeom>
        </p:spPr>
        <p:txBody>
          <a:bodyPr vert="horz" wrap="square" lIns="0" tIns="12700" rIns="0" bIns="0" rtlCol="0">
            <a:spAutoFit/>
          </a:bodyPr>
          <a:lstStyle/>
          <a:p>
            <a:pPr marL="457200" marR="2164080" indent="-444500">
              <a:lnSpc>
                <a:spcPct val="110000"/>
              </a:lnSpc>
              <a:spcBef>
                <a:spcPts val="100"/>
              </a:spcBef>
              <a:tabLst>
                <a:tab pos="1116965" algn="l"/>
                <a:tab pos="2755265" algn="l"/>
              </a:tabLst>
            </a:pPr>
            <a:r>
              <a:rPr sz="2000" dirty="0">
                <a:solidFill>
                  <a:srgbClr val="FF0000"/>
                </a:solidFill>
                <a:latin typeface="Times New Roman" panose="02020603050405020304"/>
                <a:cs typeface="Times New Roman" panose="02020603050405020304"/>
              </a:rPr>
              <a:t>L1</a:t>
            </a:r>
            <a:r>
              <a:rPr sz="2000" dirty="0">
                <a:solidFill>
                  <a:srgbClr val="0000FF"/>
                </a:solidFill>
                <a:latin typeface="Times New Roman" panose="02020603050405020304"/>
                <a:cs typeface="Times New Roman" panose="02020603050405020304"/>
              </a:rPr>
              <a:t>:</a:t>
            </a:r>
            <a:r>
              <a:rPr sz="2000" spc="455" dirty="0">
                <a:solidFill>
                  <a:srgbClr val="0000FF"/>
                </a:solidFill>
                <a:latin typeface="Times New Roman" panose="02020603050405020304"/>
                <a:cs typeface="Times New Roman" panose="02020603050405020304"/>
              </a:rPr>
              <a:t> </a:t>
            </a:r>
            <a:r>
              <a:rPr sz="2000" dirty="0">
                <a:solidFill>
                  <a:srgbClr val="0000FF"/>
                </a:solidFill>
                <a:latin typeface="Times New Roman" panose="02020603050405020304"/>
                <a:cs typeface="Times New Roman" panose="02020603050405020304"/>
              </a:rPr>
              <a:t>MOV</a:t>
            </a:r>
            <a:r>
              <a:rPr sz="2000" spc="-25"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DX,104H</a:t>
            </a:r>
            <a:r>
              <a:rPr sz="2000"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;PC</a:t>
            </a:r>
            <a:r>
              <a:rPr sz="2000" spc="-10" dirty="0">
                <a:solidFill>
                  <a:srgbClr val="0000FF"/>
                </a:solidFill>
                <a:latin typeface="Noto Sans CJK HK"/>
                <a:cs typeface="Noto Sans CJK HK"/>
              </a:rPr>
              <a:t>口地</a:t>
            </a:r>
            <a:r>
              <a:rPr sz="2000" spc="-50" dirty="0">
                <a:solidFill>
                  <a:srgbClr val="0000FF"/>
                </a:solidFill>
                <a:latin typeface="Noto Sans CJK HK"/>
                <a:cs typeface="Noto Sans CJK HK"/>
              </a:rPr>
              <a:t>址 </a:t>
            </a:r>
            <a:r>
              <a:rPr sz="2000" spc="-25" dirty="0">
                <a:solidFill>
                  <a:srgbClr val="0000FF"/>
                </a:solidFill>
                <a:latin typeface="Times New Roman" panose="02020603050405020304"/>
                <a:cs typeface="Times New Roman" panose="02020603050405020304"/>
              </a:rPr>
              <a:t>IN</a:t>
            </a:r>
            <a:r>
              <a:rPr sz="2000" dirty="0">
                <a:solidFill>
                  <a:srgbClr val="0000FF"/>
                </a:solidFill>
                <a:latin typeface="Times New Roman" panose="02020603050405020304"/>
                <a:cs typeface="Times New Roman" panose="02020603050405020304"/>
              </a:rPr>
              <a:t>	AL,</a:t>
            </a:r>
            <a:r>
              <a:rPr sz="2000" spc="-45" dirty="0">
                <a:solidFill>
                  <a:srgbClr val="0000FF"/>
                </a:solidFill>
                <a:latin typeface="Times New Roman" panose="02020603050405020304"/>
                <a:cs typeface="Times New Roman" panose="02020603050405020304"/>
              </a:rPr>
              <a:t> </a:t>
            </a:r>
            <a:r>
              <a:rPr sz="2000" spc="-25" dirty="0">
                <a:solidFill>
                  <a:srgbClr val="0000FF"/>
                </a:solidFill>
                <a:latin typeface="Times New Roman" panose="02020603050405020304"/>
                <a:cs typeface="Times New Roman" panose="02020603050405020304"/>
              </a:rPr>
              <a:t>DX</a:t>
            </a:r>
            <a:endParaRPr sz="2000">
              <a:latin typeface="Times New Roman" panose="02020603050405020304"/>
              <a:cs typeface="Times New Roman" panose="02020603050405020304"/>
            </a:endParaRPr>
          </a:p>
          <a:p>
            <a:pPr marL="419100" marR="5080">
              <a:lnSpc>
                <a:spcPct val="110000"/>
              </a:lnSpc>
              <a:tabLst>
                <a:tab pos="1180465" algn="l"/>
                <a:tab pos="2755265" algn="l"/>
              </a:tabLst>
            </a:pPr>
            <a:r>
              <a:rPr sz="2000" dirty="0">
                <a:solidFill>
                  <a:srgbClr val="0000FF"/>
                </a:solidFill>
                <a:latin typeface="Times New Roman" panose="02020603050405020304"/>
                <a:cs typeface="Times New Roman" panose="02020603050405020304"/>
              </a:rPr>
              <a:t>TEST</a:t>
            </a:r>
            <a:r>
              <a:rPr sz="2000" spc="430" dirty="0">
                <a:solidFill>
                  <a:srgbClr val="0000FF"/>
                </a:solidFill>
                <a:latin typeface="Times New Roman" panose="02020603050405020304"/>
                <a:cs typeface="Times New Roman" panose="02020603050405020304"/>
              </a:rPr>
              <a:t> </a:t>
            </a:r>
            <a:r>
              <a:rPr sz="2000" dirty="0">
                <a:solidFill>
                  <a:srgbClr val="0000FF"/>
                </a:solidFill>
                <a:latin typeface="Times New Roman" panose="02020603050405020304"/>
                <a:cs typeface="Times New Roman" panose="02020603050405020304"/>
              </a:rPr>
              <a:t>AL,</a:t>
            </a:r>
            <a:r>
              <a:rPr sz="2000" spc="-35" dirty="0">
                <a:solidFill>
                  <a:srgbClr val="0000FF"/>
                </a:solidFill>
                <a:latin typeface="Times New Roman" panose="02020603050405020304"/>
                <a:cs typeface="Times New Roman" panose="02020603050405020304"/>
              </a:rPr>
              <a:t> </a:t>
            </a:r>
            <a:r>
              <a:rPr sz="2000" spc="-25" dirty="0">
                <a:solidFill>
                  <a:srgbClr val="0000FF"/>
                </a:solidFill>
                <a:latin typeface="Times New Roman" panose="02020603050405020304"/>
                <a:cs typeface="Times New Roman" panose="02020603050405020304"/>
              </a:rPr>
              <a:t>80H</a:t>
            </a:r>
            <a:r>
              <a:rPr sz="2000" dirty="0">
                <a:solidFill>
                  <a:srgbClr val="0000FF"/>
                </a:solidFill>
                <a:latin typeface="Times New Roman" panose="02020603050405020304"/>
                <a:cs typeface="Times New Roman" panose="02020603050405020304"/>
              </a:rPr>
              <a:t>	;</a:t>
            </a:r>
            <a:r>
              <a:rPr sz="2000" spc="-10" dirty="0">
                <a:solidFill>
                  <a:srgbClr val="0000FF"/>
                </a:solidFill>
                <a:latin typeface="Noto Sans CJK HK"/>
                <a:cs typeface="Noto Sans CJK HK"/>
              </a:rPr>
              <a:t>测试</a:t>
            </a:r>
            <a:r>
              <a:rPr sz="2000" spc="-10" dirty="0">
                <a:solidFill>
                  <a:srgbClr val="0000FF"/>
                </a:solidFill>
                <a:latin typeface="Times New Roman" panose="02020603050405020304"/>
                <a:cs typeface="Times New Roman" panose="02020603050405020304"/>
              </a:rPr>
              <a:t>PC7</a:t>
            </a:r>
            <a:r>
              <a:rPr sz="2000" spc="-10" dirty="0">
                <a:solidFill>
                  <a:srgbClr val="0000FF"/>
                </a:solidFill>
                <a:latin typeface="Noto Sans CJK HK"/>
                <a:cs typeface="Noto Sans CJK HK"/>
              </a:rPr>
              <a:t>，检查转换是否结</a:t>
            </a:r>
            <a:r>
              <a:rPr sz="2000" spc="-50" dirty="0">
                <a:solidFill>
                  <a:srgbClr val="0000FF"/>
                </a:solidFill>
                <a:latin typeface="Noto Sans CJK HK"/>
                <a:cs typeface="Noto Sans CJK HK"/>
              </a:rPr>
              <a:t>束 </a:t>
            </a:r>
            <a:r>
              <a:rPr sz="2000" spc="-25" dirty="0">
                <a:solidFill>
                  <a:srgbClr val="0000FF"/>
                </a:solidFill>
                <a:latin typeface="Times New Roman" panose="02020603050405020304"/>
                <a:cs typeface="Times New Roman" panose="02020603050405020304"/>
              </a:rPr>
              <a:t>JZ</a:t>
            </a:r>
            <a:r>
              <a:rPr sz="2000" dirty="0">
                <a:solidFill>
                  <a:srgbClr val="0000FF"/>
                </a:solidFill>
                <a:latin typeface="Times New Roman" panose="02020603050405020304"/>
                <a:cs typeface="Times New Roman" panose="02020603050405020304"/>
              </a:rPr>
              <a:t>	</a:t>
            </a:r>
            <a:r>
              <a:rPr sz="2000" spc="-25" dirty="0">
                <a:solidFill>
                  <a:srgbClr val="FF0000"/>
                </a:solidFill>
                <a:latin typeface="Times New Roman" panose="02020603050405020304"/>
                <a:cs typeface="Times New Roman" panose="02020603050405020304"/>
              </a:rPr>
              <a:t>L1</a:t>
            </a:r>
            <a:endParaRPr sz="2000">
              <a:latin typeface="Times New Roman" panose="02020603050405020304"/>
              <a:cs typeface="Times New Roman" panose="02020603050405020304"/>
            </a:endParaRPr>
          </a:p>
        </p:txBody>
      </p:sp>
      <p:sp>
        <p:nvSpPr>
          <p:cNvPr id="3" name="object 3"/>
          <p:cNvSpPr txBox="1"/>
          <p:nvPr/>
        </p:nvSpPr>
        <p:spPr>
          <a:xfrm>
            <a:off x="868362" y="2635059"/>
            <a:ext cx="1677670" cy="1368425"/>
          </a:xfrm>
          <a:prstGeom prst="rect">
            <a:avLst/>
          </a:prstGeom>
        </p:spPr>
        <p:txBody>
          <a:bodyPr vert="horz" wrap="square" lIns="0" tIns="13335" rIns="0" bIns="0" rtlCol="0">
            <a:spAutoFit/>
          </a:bodyPr>
          <a:lstStyle/>
          <a:p>
            <a:pPr marL="38100" marR="5080" indent="-25400">
              <a:lnSpc>
                <a:spcPct val="110000"/>
              </a:lnSpc>
              <a:spcBef>
                <a:spcPts val="105"/>
              </a:spcBef>
              <a:tabLst>
                <a:tab pos="608965" algn="l"/>
              </a:tabLst>
            </a:pPr>
            <a:r>
              <a:rPr sz="2000" dirty="0">
                <a:solidFill>
                  <a:srgbClr val="0000FF"/>
                </a:solidFill>
                <a:latin typeface="Times New Roman" panose="02020603050405020304"/>
                <a:cs typeface="Times New Roman" panose="02020603050405020304"/>
              </a:rPr>
              <a:t>MOV</a:t>
            </a:r>
            <a:r>
              <a:rPr sz="2000" spc="-45" dirty="0">
                <a:solidFill>
                  <a:srgbClr val="0000FF"/>
                </a:solidFill>
                <a:latin typeface="Times New Roman" panose="02020603050405020304"/>
                <a:cs typeface="Times New Roman" panose="02020603050405020304"/>
              </a:rPr>
              <a:t> </a:t>
            </a:r>
            <a:r>
              <a:rPr sz="2000" spc="-10" dirty="0">
                <a:solidFill>
                  <a:srgbClr val="0000FF"/>
                </a:solidFill>
                <a:latin typeface="Times New Roman" panose="02020603050405020304"/>
                <a:cs typeface="Times New Roman" panose="02020603050405020304"/>
              </a:rPr>
              <a:t>DX,108H </a:t>
            </a:r>
            <a:r>
              <a:rPr sz="2000" spc="-25" dirty="0">
                <a:solidFill>
                  <a:srgbClr val="0000FF"/>
                </a:solidFill>
                <a:latin typeface="Times New Roman" panose="02020603050405020304"/>
                <a:cs typeface="Times New Roman" panose="02020603050405020304"/>
              </a:rPr>
              <a:t>IN</a:t>
            </a:r>
            <a:r>
              <a:rPr sz="2000" dirty="0">
                <a:solidFill>
                  <a:srgbClr val="0000FF"/>
                </a:solidFill>
                <a:latin typeface="Times New Roman" panose="02020603050405020304"/>
                <a:cs typeface="Times New Roman" panose="02020603050405020304"/>
              </a:rPr>
              <a:t>	AL,</a:t>
            </a:r>
            <a:r>
              <a:rPr sz="2000" spc="-45" dirty="0">
                <a:solidFill>
                  <a:srgbClr val="0000FF"/>
                </a:solidFill>
                <a:latin typeface="Times New Roman" panose="02020603050405020304"/>
                <a:cs typeface="Times New Roman" panose="02020603050405020304"/>
              </a:rPr>
              <a:t> </a:t>
            </a:r>
            <a:r>
              <a:rPr sz="2000" spc="-25" dirty="0">
                <a:solidFill>
                  <a:srgbClr val="0000FF"/>
                </a:solidFill>
                <a:latin typeface="Times New Roman" panose="02020603050405020304"/>
                <a:cs typeface="Times New Roman" panose="02020603050405020304"/>
              </a:rPr>
              <a:t>DX HLT</a:t>
            </a:r>
            <a:endParaRPr sz="2000">
              <a:latin typeface="Times New Roman" panose="02020603050405020304"/>
              <a:cs typeface="Times New Roman" panose="02020603050405020304"/>
            </a:endParaRPr>
          </a:p>
          <a:p>
            <a:pPr marL="12700">
              <a:lnSpc>
                <a:spcPct val="100000"/>
              </a:lnSpc>
              <a:spcBef>
                <a:spcPts val="225"/>
              </a:spcBef>
            </a:pPr>
            <a:r>
              <a:rPr sz="2000" spc="-25" dirty="0">
                <a:solidFill>
                  <a:srgbClr val="0000FF"/>
                </a:solidFill>
                <a:latin typeface="Times New Roman" panose="02020603050405020304"/>
                <a:cs typeface="Times New Roman" panose="02020603050405020304"/>
              </a:rPr>
              <a:t>……</a:t>
            </a:r>
            <a:endParaRPr sz="2000">
              <a:latin typeface="Times New Roman" panose="02020603050405020304"/>
              <a:cs typeface="Times New Roman" panose="02020603050405020304"/>
            </a:endParaRPr>
          </a:p>
        </p:txBody>
      </p:sp>
      <p:sp>
        <p:nvSpPr>
          <p:cNvPr id="4" name="object 4"/>
          <p:cNvSpPr txBox="1"/>
          <p:nvPr/>
        </p:nvSpPr>
        <p:spPr>
          <a:xfrm>
            <a:off x="3186747" y="3003867"/>
            <a:ext cx="4682490" cy="3314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0000FF"/>
                </a:solidFill>
                <a:latin typeface="Noto Sans CJK HK"/>
                <a:cs typeface="Noto Sans CJK HK"/>
              </a:rPr>
              <a:t>；转换结束，生成</a:t>
            </a:r>
            <a:r>
              <a:rPr sz="2000" spc="-25" dirty="0">
                <a:solidFill>
                  <a:srgbClr val="0000FF"/>
                </a:solidFill>
                <a:latin typeface="Times New Roman" panose="02020603050405020304"/>
                <a:cs typeface="Times New Roman" panose="02020603050405020304"/>
              </a:rPr>
              <a:t>OE</a:t>
            </a:r>
            <a:r>
              <a:rPr sz="2000" spc="-15" dirty="0">
                <a:solidFill>
                  <a:srgbClr val="0000FF"/>
                </a:solidFill>
                <a:latin typeface="Noto Sans CJK HK"/>
                <a:cs typeface="Noto Sans CJK HK"/>
              </a:rPr>
              <a:t>信号，读取转换结果</a:t>
            </a:r>
            <a:endParaRPr sz="2000">
              <a:latin typeface="Noto Sans CJK HK"/>
              <a:cs typeface="Noto Sans CJK HK"/>
            </a:endParaRPr>
          </a:p>
        </p:txBody>
      </p:sp>
      <p:sp>
        <p:nvSpPr>
          <p:cNvPr id="5" name="object 5"/>
          <p:cNvSpPr txBox="1">
            <a:spLocks noGrp="1"/>
          </p:cNvSpPr>
          <p:nvPr>
            <p:ph type="title"/>
          </p:nvPr>
        </p:nvSpPr>
        <p:spPr>
          <a:xfrm>
            <a:off x="465455" y="158750"/>
            <a:ext cx="3363595" cy="442595"/>
          </a:xfrm>
          <a:prstGeom prst="rect">
            <a:avLst/>
          </a:prstGeom>
        </p:spPr>
        <p:txBody>
          <a:bodyPr vert="horz" wrap="square" lIns="0" tIns="12065" rIns="0" bIns="0" rtlCol="0">
            <a:spAutoFit/>
          </a:bodyPr>
          <a:lstStyle/>
          <a:p>
            <a:pPr marL="12700">
              <a:lnSpc>
                <a:spcPct val="100000"/>
              </a:lnSpc>
              <a:spcBef>
                <a:spcPts val="95"/>
              </a:spcBef>
            </a:pPr>
            <a:r>
              <a:rPr dirty="0">
                <a:solidFill>
                  <a:srgbClr val="0000FF"/>
                </a:solidFill>
                <a:latin typeface="Arial" panose="020B0604020202020204"/>
                <a:cs typeface="Arial" panose="020B0604020202020204"/>
              </a:rPr>
              <a:t>9.4.6</a:t>
            </a:r>
            <a:r>
              <a:rPr spc="-15" dirty="0">
                <a:solidFill>
                  <a:srgbClr val="0000FF"/>
                </a:solidFill>
                <a:latin typeface="Arial" panose="020B0604020202020204"/>
                <a:cs typeface="Arial" panose="020B0604020202020204"/>
              </a:rPr>
              <a:t> </a:t>
            </a:r>
            <a:r>
              <a:rPr spc="-20" dirty="0">
                <a:solidFill>
                  <a:srgbClr val="0000FF"/>
                </a:solidFill>
                <a:latin typeface="Arial" panose="020B0604020202020204"/>
                <a:cs typeface="Arial" panose="020B0604020202020204"/>
              </a:rPr>
              <a:t>ADC0809</a:t>
            </a:r>
            <a:r>
              <a:rPr spc="-40" dirty="0">
                <a:solidFill>
                  <a:srgbClr val="0000FF"/>
                </a:solidFill>
              </a:rPr>
              <a:t>应用</a:t>
            </a:r>
          </a:p>
        </p:txBody>
      </p:sp>
      <p:pic>
        <p:nvPicPr>
          <p:cNvPr id="6" name="object 6"/>
          <p:cNvPicPr/>
          <p:nvPr/>
        </p:nvPicPr>
        <p:blipFill>
          <a:blip r:embed="rId2" cstate="print"/>
          <a:stretch>
            <a:fillRect/>
          </a:stretch>
        </p:blipFill>
        <p:spPr>
          <a:xfrm>
            <a:off x="3671315" y="3474720"/>
            <a:ext cx="4702398" cy="2650331"/>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99</a:t>
            </a:fld>
            <a:endParaRPr spc="-25"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8743" y="2729756"/>
            <a:ext cx="5128895" cy="1177925"/>
          </a:xfrm>
          <a:prstGeom prst="rect">
            <a:avLst/>
          </a:prstGeom>
        </p:spPr>
        <p:txBody>
          <a:bodyPr vert="horz" wrap="square" lIns="0" tIns="13970" rIns="0" bIns="0" rtlCol="0">
            <a:spAutoFit/>
          </a:bodyPr>
          <a:lstStyle/>
          <a:p>
            <a:pPr marL="12700">
              <a:lnSpc>
                <a:spcPct val="100000"/>
              </a:lnSpc>
              <a:spcBef>
                <a:spcPts val="110"/>
              </a:spcBef>
            </a:pPr>
            <a:r>
              <a:rPr sz="7200" i="1" dirty="0">
                <a:solidFill>
                  <a:srgbClr val="0000FF"/>
                </a:solidFill>
                <a:latin typeface="Times New Roman" panose="02020603050405020304"/>
                <a:cs typeface="Times New Roman" panose="02020603050405020304"/>
              </a:rPr>
              <a:t>Thank</a:t>
            </a:r>
            <a:r>
              <a:rPr sz="7200" i="1" spc="-40" dirty="0">
                <a:solidFill>
                  <a:srgbClr val="0000FF"/>
                </a:solidFill>
                <a:latin typeface="Times New Roman" panose="02020603050405020304"/>
                <a:cs typeface="Times New Roman" panose="02020603050405020304"/>
              </a:rPr>
              <a:t> </a:t>
            </a:r>
            <a:r>
              <a:rPr sz="7200" i="1" spc="-20" dirty="0">
                <a:solidFill>
                  <a:srgbClr val="0000FF"/>
                </a:solidFill>
                <a:latin typeface="Times New Roman" panose="02020603050405020304"/>
                <a:cs typeface="Times New Roman" panose="02020603050405020304"/>
              </a:rPr>
              <a:t>You</a:t>
            </a:r>
            <a:r>
              <a:rPr sz="7550" spc="-20" dirty="0">
                <a:solidFill>
                  <a:srgbClr val="0000FF"/>
                </a:solidFill>
                <a:latin typeface="Noto Sans CJK HK"/>
                <a:cs typeface="Noto Sans CJK HK"/>
              </a:rPr>
              <a:t>！</a:t>
            </a:r>
            <a:endParaRPr sz="7550">
              <a:latin typeface="Noto Sans CJK HK"/>
              <a:cs typeface="Noto Sans CJK HK"/>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100</a:t>
            </a:fld>
            <a:endParaRPr spc="-25"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8536" y="100584"/>
            <a:ext cx="854964" cy="580644"/>
          </a:xfrm>
          <a:prstGeom prst="rect">
            <a:avLst/>
          </a:prstGeom>
        </p:spPr>
      </p:pic>
      <p:sp>
        <p:nvSpPr>
          <p:cNvPr id="3" name="object 3"/>
          <p:cNvSpPr txBox="1">
            <a:spLocks noGrp="1"/>
          </p:cNvSpPr>
          <p:nvPr>
            <p:ph type="title"/>
          </p:nvPr>
        </p:nvSpPr>
        <p:spPr>
          <a:xfrm>
            <a:off x="555282" y="68148"/>
            <a:ext cx="701040" cy="514350"/>
          </a:xfrm>
          <a:prstGeom prst="rect">
            <a:avLst/>
          </a:prstGeom>
        </p:spPr>
        <p:txBody>
          <a:bodyPr vert="horz" wrap="square" lIns="0" tIns="13335" rIns="0" bIns="0" rtlCol="0">
            <a:spAutoFit/>
          </a:bodyPr>
          <a:lstStyle/>
          <a:p>
            <a:pPr marL="12700">
              <a:lnSpc>
                <a:spcPct val="100000"/>
              </a:lnSpc>
              <a:spcBef>
                <a:spcPts val="105"/>
              </a:spcBef>
            </a:pPr>
            <a:r>
              <a:rPr sz="3200" i="1" spc="-25" dirty="0">
                <a:solidFill>
                  <a:srgbClr val="FF3300"/>
                </a:solidFill>
                <a:latin typeface="Chancery Uralic"/>
                <a:cs typeface="Chancery Uralic"/>
              </a:rPr>
              <a:t>A/D</a:t>
            </a:r>
            <a:endParaRPr sz="3200">
              <a:latin typeface="Chancery Uralic"/>
              <a:cs typeface="Chancery Uralic"/>
            </a:endParaRPr>
          </a:p>
        </p:txBody>
      </p:sp>
      <p:grpSp>
        <p:nvGrpSpPr>
          <p:cNvPr id="4" name="object 4"/>
          <p:cNvGrpSpPr/>
          <p:nvPr/>
        </p:nvGrpSpPr>
        <p:grpSpPr>
          <a:xfrm>
            <a:off x="1917992" y="391756"/>
            <a:ext cx="2592705" cy="512445"/>
            <a:chOff x="1917992" y="391756"/>
            <a:chExt cx="2592705" cy="512445"/>
          </a:xfrm>
        </p:grpSpPr>
        <p:sp>
          <p:nvSpPr>
            <p:cNvPr id="5" name="object 5"/>
            <p:cNvSpPr/>
            <p:nvPr/>
          </p:nvSpPr>
          <p:spPr>
            <a:xfrm>
              <a:off x="1917992" y="752043"/>
              <a:ext cx="2592705" cy="7620"/>
            </a:xfrm>
            <a:custGeom>
              <a:avLst/>
              <a:gdLst/>
              <a:ahLst/>
              <a:cxnLst/>
              <a:rect l="l" t="t" r="r" b="b"/>
              <a:pathLst>
                <a:path w="2592704" h="7620">
                  <a:moveTo>
                    <a:pt x="2592387" y="7619"/>
                  </a:moveTo>
                  <a:lnTo>
                    <a:pt x="0" y="7619"/>
                  </a:lnTo>
                  <a:lnTo>
                    <a:pt x="0" y="0"/>
                  </a:lnTo>
                  <a:lnTo>
                    <a:pt x="2592387" y="0"/>
                  </a:lnTo>
                  <a:lnTo>
                    <a:pt x="2592387" y="7619"/>
                  </a:lnTo>
                  <a:close/>
                </a:path>
              </a:pathLst>
            </a:custGeom>
            <a:solidFill>
              <a:srgbClr val="B1B1B1"/>
            </a:solidFill>
          </p:spPr>
          <p:txBody>
            <a:bodyPr wrap="square" lIns="0" tIns="0" rIns="0" bIns="0" rtlCol="0"/>
            <a:lstStyle/>
            <a:p>
              <a:endParaRPr/>
            </a:p>
          </p:txBody>
        </p:sp>
        <p:sp>
          <p:nvSpPr>
            <p:cNvPr id="6" name="object 6"/>
            <p:cNvSpPr/>
            <p:nvPr/>
          </p:nvSpPr>
          <p:spPr>
            <a:xfrm>
              <a:off x="2922270" y="391756"/>
              <a:ext cx="1231900" cy="512445"/>
            </a:xfrm>
            <a:custGeom>
              <a:avLst/>
              <a:gdLst/>
              <a:ahLst/>
              <a:cxnLst/>
              <a:rect l="l" t="t" r="r" b="b"/>
              <a:pathLst>
                <a:path w="1231900" h="512444">
                  <a:moveTo>
                    <a:pt x="7670" y="246303"/>
                  </a:moveTo>
                  <a:lnTo>
                    <a:pt x="50" y="246253"/>
                  </a:lnTo>
                  <a:lnTo>
                    <a:pt x="0" y="253873"/>
                  </a:lnTo>
                  <a:lnTo>
                    <a:pt x="7607" y="253923"/>
                  </a:lnTo>
                  <a:lnTo>
                    <a:pt x="7670" y="246303"/>
                  </a:lnTo>
                  <a:close/>
                </a:path>
                <a:path w="1231900" h="512444">
                  <a:moveTo>
                    <a:pt x="7747" y="271919"/>
                  </a:moveTo>
                  <a:lnTo>
                    <a:pt x="7683" y="269125"/>
                  </a:lnTo>
                  <a:lnTo>
                    <a:pt x="7632" y="261493"/>
                  </a:lnTo>
                  <a:lnTo>
                    <a:pt x="12" y="261543"/>
                  </a:lnTo>
                  <a:lnTo>
                    <a:pt x="76" y="269163"/>
                  </a:lnTo>
                  <a:lnTo>
                    <a:pt x="3454" y="269151"/>
                  </a:lnTo>
                  <a:lnTo>
                    <a:pt x="76" y="269214"/>
                  </a:lnTo>
                  <a:lnTo>
                    <a:pt x="139" y="272084"/>
                  </a:lnTo>
                  <a:lnTo>
                    <a:pt x="7747" y="271919"/>
                  </a:lnTo>
                  <a:close/>
                </a:path>
                <a:path w="1231900" h="512444">
                  <a:moveTo>
                    <a:pt x="7950" y="231127"/>
                  </a:moveTo>
                  <a:lnTo>
                    <a:pt x="330" y="230962"/>
                  </a:lnTo>
                  <a:lnTo>
                    <a:pt x="165" y="238582"/>
                  </a:lnTo>
                  <a:lnTo>
                    <a:pt x="7785" y="238747"/>
                  </a:lnTo>
                  <a:lnTo>
                    <a:pt x="7950" y="231127"/>
                  </a:lnTo>
                  <a:close/>
                </a:path>
                <a:path w="1231900" h="512444">
                  <a:moveTo>
                    <a:pt x="8153" y="287096"/>
                  </a:moveTo>
                  <a:lnTo>
                    <a:pt x="7962" y="282092"/>
                  </a:lnTo>
                  <a:lnTo>
                    <a:pt x="7924" y="279539"/>
                  </a:lnTo>
                  <a:lnTo>
                    <a:pt x="304" y="279704"/>
                  </a:lnTo>
                  <a:lnTo>
                    <a:pt x="355" y="282092"/>
                  </a:lnTo>
                  <a:lnTo>
                    <a:pt x="546" y="287375"/>
                  </a:lnTo>
                  <a:lnTo>
                    <a:pt x="8153" y="287096"/>
                  </a:lnTo>
                  <a:close/>
                </a:path>
                <a:path w="1231900" h="512444">
                  <a:moveTo>
                    <a:pt x="8521" y="216001"/>
                  </a:moveTo>
                  <a:lnTo>
                    <a:pt x="914" y="215620"/>
                  </a:lnTo>
                  <a:lnTo>
                    <a:pt x="800" y="217906"/>
                  </a:lnTo>
                  <a:lnTo>
                    <a:pt x="609" y="223291"/>
                  </a:lnTo>
                  <a:lnTo>
                    <a:pt x="8216" y="223558"/>
                  </a:lnTo>
                  <a:lnTo>
                    <a:pt x="8420" y="217906"/>
                  </a:lnTo>
                  <a:lnTo>
                    <a:pt x="8521" y="216001"/>
                  </a:lnTo>
                  <a:close/>
                </a:path>
                <a:path w="1231900" h="512444">
                  <a:moveTo>
                    <a:pt x="8826" y="302260"/>
                  </a:moveTo>
                  <a:lnTo>
                    <a:pt x="8432" y="294652"/>
                  </a:lnTo>
                  <a:lnTo>
                    <a:pt x="825" y="295046"/>
                  </a:lnTo>
                  <a:lnTo>
                    <a:pt x="1219" y="302653"/>
                  </a:lnTo>
                  <a:lnTo>
                    <a:pt x="8826" y="302260"/>
                  </a:lnTo>
                  <a:close/>
                </a:path>
                <a:path w="1231900" h="512444">
                  <a:moveTo>
                    <a:pt x="9359" y="200850"/>
                  </a:moveTo>
                  <a:lnTo>
                    <a:pt x="1765" y="200342"/>
                  </a:lnTo>
                  <a:lnTo>
                    <a:pt x="1447" y="205079"/>
                  </a:lnTo>
                  <a:lnTo>
                    <a:pt x="1295" y="208013"/>
                  </a:lnTo>
                  <a:lnTo>
                    <a:pt x="8915" y="208394"/>
                  </a:lnTo>
                  <a:lnTo>
                    <a:pt x="9055" y="205473"/>
                  </a:lnTo>
                  <a:lnTo>
                    <a:pt x="9359" y="200850"/>
                  </a:lnTo>
                  <a:close/>
                </a:path>
                <a:path w="1231900" h="512444">
                  <a:moveTo>
                    <a:pt x="9753" y="317411"/>
                  </a:moveTo>
                  <a:lnTo>
                    <a:pt x="9258" y="309816"/>
                  </a:lnTo>
                  <a:lnTo>
                    <a:pt x="1651" y="310311"/>
                  </a:lnTo>
                  <a:lnTo>
                    <a:pt x="2159" y="317919"/>
                  </a:lnTo>
                  <a:lnTo>
                    <a:pt x="9753" y="317411"/>
                  </a:lnTo>
                  <a:close/>
                </a:path>
                <a:path w="1231900" h="512444">
                  <a:moveTo>
                    <a:pt x="10477" y="185712"/>
                  </a:moveTo>
                  <a:lnTo>
                    <a:pt x="2882" y="185089"/>
                  </a:lnTo>
                  <a:lnTo>
                    <a:pt x="2273" y="192684"/>
                  </a:lnTo>
                  <a:lnTo>
                    <a:pt x="9867" y="193306"/>
                  </a:lnTo>
                  <a:lnTo>
                    <a:pt x="10477" y="185712"/>
                  </a:lnTo>
                  <a:close/>
                </a:path>
                <a:path w="1231900" h="512444">
                  <a:moveTo>
                    <a:pt x="10985" y="332486"/>
                  </a:moveTo>
                  <a:lnTo>
                    <a:pt x="10833" y="330835"/>
                  </a:lnTo>
                  <a:lnTo>
                    <a:pt x="10350" y="324954"/>
                  </a:lnTo>
                  <a:lnTo>
                    <a:pt x="2755" y="325577"/>
                  </a:lnTo>
                  <a:lnTo>
                    <a:pt x="3175" y="330835"/>
                  </a:lnTo>
                  <a:lnTo>
                    <a:pt x="3403" y="333222"/>
                  </a:lnTo>
                  <a:lnTo>
                    <a:pt x="10985" y="332486"/>
                  </a:lnTo>
                  <a:close/>
                </a:path>
                <a:path w="1231900" h="512444">
                  <a:moveTo>
                    <a:pt x="11874" y="170586"/>
                  </a:moveTo>
                  <a:lnTo>
                    <a:pt x="4292" y="169849"/>
                  </a:lnTo>
                  <a:lnTo>
                    <a:pt x="3556" y="177444"/>
                  </a:lnTo>
                  <a:lnTo>
                    <a:pt x="11150" y="178168"/>
                  </a:lnTo>
                  <a:lnTo>
                    <a:pt x="11874" y="170586"/>
                  </a:lnTo>
                  <a:close/>
                </a:path>
                <a:path w="1231900" h="512444">
                  <a:moveTo>
                    <a:pt x="12534" y="347586"/>
                  </a:moveTo>
                  <a:lnTo>
                    <a:pt x="11950" y="342506"/>
                  </a:lnTo>
                  <a:lnTo>
                    <a:pt x="11722" y="340080"/>
                  </a:lnTo>
                  <a:lnTo>
                    <a:pt x="4140" y="340804"/>
                  </a:lnTo>
                  <a:lnTo>
                    <a:pt x="4381" y="343357"/>
                  </a:lnTo>
                  <a:lnTo>
                    <a:pt x="4953" y="348449"/>
                  </a:lnTo>
                  <a:lnTo>
                    <a:pt x="12534" y="347586"/>
                  </a:lnTo>
                  <a:close/>
                </a:path>
                <a:path w="1231900" h="512444">
                  <a:moveTo>
                    <a:pt x="13601" y="155575"/>
                  </a:moveTo>
                  <a:lnTo>
                    <a:pt x="6045" y="154597"/>
                  </a:lnTo>
                  <a:lnTo>
                    <a:pt x="5689" y="157403"/>
                  </a:lnTo>
                  <a:lnTo>
                    <a:pt x="5143" y="162217"/>
                  </a:lnTo>
                  <a:lnTo>
                    <a:pt x="12712" y="163080"/>
                  </a:lnTo>
                  <a:lnTo>
                    <a:pt x="13233" y="158381"/>
                  </a:lnTo>
                  <a:lnTo>
                    <a:pt x="13601" y="155575"/>
                  </a:lnTo>
                  <a:close/>
                </a:path>
                <a:path w="1231900" h="512444">
                  <a:moveTo>
                    <a:pt x="14376" y="362661"/>
                  </a:moveTo>
                  <a:lnTo>
                    <a:pt x="13398" y="355104"/>
                  </a:lnTo>
                  <a:lnTo>
                    <a:pt x="5842" y="356082"/>
                  </a:lnTo>
                  <a:lnTo>
                    <a:pt x="6819" y="363639"/>
                  </a:lnTo>
                  <a:lnTo>
                    <a:pt x="14376" y="362661"/>
                  </a:lnTo>
                  <a:close/>
                </a:path>
                <a:path w="1231900" h="512444">
                  <a:moveTo>
                    <a:pt x="15671" y="140538"/>
                  </a:moveTo>
                  <a:lnTo>
                    <a:pt x="8128" y="139433"/>
                  </a:lnTo>
                  <a:lnTo>
                    <a:pt x="7023" y="147040"/>
                  </a:lnTo>
                  <a:lnTo>
                    <a:pt x="14579" y="148018"/>
                  </a:lnTo>
                  <a:lnTo>
                    <a:pt x="14681" y="147269"/>
                  </a:lnTo>
                  <a:lnTo>
                    <a:pt x="15671" y="140538"/>
                  </a:lnTo>
                  <a:close/>
                </a:path>
                <a:path w="1231900" h="512444">
                  <a:moveTo>
                    <a:pt x="16560" y="377609"/>
                  </a:moveTo>
                  <a:lnTo>
                    <a:pt x="16268" y="375843"/>
                  </a:lnTo>
                  <a:lnTo>
                    <a:pt x="15430" y="370141"/>
                  </a:lnTo>
                  <a:lnTo>
                    <a:pt x="7886" y="371246"/>
                  </a:lnTo>
                  <a:lnTo>
                    <a:pt x="8559" y="375843"/>
                  </a:lnTo>
                  <a:lnTo>
                    <a:pt x="9029" y="378841"/>
                  </a:lnTo>
                  <a:lnTo>
                    <a:pt x="16560" y="377609"/>
                  </a:lnTo>
                  <a:close/>
                </a:path>
                <a:path w="1231900" h="512444">
                  <a:moveTo>
                    <a:pt x="18046" y="125628"/>
                  </a:moveTo>
                  <a:lnTo>
                    <a:pt x="10553" y="124244"/>
                  </a:lnTo>
                  <a:lnTo>
                    <a:pt x="9296" y="131838"/>
                  </a:lnTo>
                  <a:lnTo>
                    <a:pt x="16814" y="133070"/>
                  </a:lnTo>
                  <a:lnTo>
                    <a:pt x="17995" y="125945"/>
                  </a:lnTo>
                  <a:lnTo>
                    <a:pt x="18046" y="125628"/>
                  </a:lnTo>
                  <a:close/>
                </a:path>
                <a:path w="1231900" h="512444">
                  <a:moveTo>
                    <a:pt x="19126" y="392557"/>
                  </a:moveTo>
                  <a:lnTo>
                    <a:pt x="17995" y="386346"/>
                  </a:lnTo>
                  <a:lnTo>
                    <a:pt x="17792" y="385127"/>
                  </a:lnTo>
                  <a:lnTo>
                    <a:pt x="10350" y="386346"/>
                  </a:lnTo>
                  <a:lnTo>
                    <a:pt x="10490" y="387654"/>
                  </a:lnTo>
                  <a:lnTo>
                    <a:pt x="11633" y="393928"/>
                  </a:lnTo>
                  <a:lnTo>
                    <a:pt x="19126" y="392557"/>
                  </a:lnTo>
                  <a:close/>
                </a:path>
                <a:path w="1231900" h="512444">
                  <a:moveTo>
                    <a:pt x="20891" y="110731"/>
                  </a:moveTo>
                  <a:lnTo>
                    <a:pt x="13423" y="109207"/>
                  </a:lnTo>
                  <a:lnTo>
                    <a:pt x="12395" y="114261"/>
                  </a:lnTo>
                  <a:lnTo>
                    <a:pt x="11938" y="116751"/>
                  </a:lnTo>
                  <a:lnTo>
                    <a:pt x="19431" y="118135"/>
                  </a:lnTo>
                  <a:lnTo>
                    <a:pt x="19850" y="115785"/>
                  </a:lnTo>
                  <a:lnTo>
                    <a:pt x="20891" y="110731"/>
                  </a:lnTo>
                  <a:close/>
                </a:path>
                <a:path w="1231900" h="512444">
                  <a:moveTo>
                    <a:pt x="22085" y="407352"/>
                  </a:moveTo>
                  <a:lnTo>
                    <a:pt x="21869" y="406412"/>
                  </a:lnTo>
                  <a:lnTo>
                    <a:pt x="20561" y="399961"/>
                  </a:lnTo>
                  <a:lnTo>
                    <a:pt x="13093" y="401485"/>
                  </a:lnTo>
                  <a:lnTo>
                    <a:pt x="14643" y="409028"/>
                  </a:lnTo>
                  <a:lnTo>
                    <a:pt x="22085" y="407352"/>
                  </a:lnTo>
                  <a:close/>
                </a:path>
                <a:path w="1231900" h="512444">
                  <a:moveTo>
                    <a:pt x="24104" y="95999"/>
                  </a:moveTo>
                  <a:lnTo>
                    <a:pt x="16713" y="94157"/>
                  </a:lnTo>
                  <a:lnTo>
                    <a:pt x="15011" y="101676"/>
                  </a:lnTo>
                  <a:lnTo>
                    <a:pt x="22440" y="103339"/>
                  </a:lnTo>
                  <a:lnTo>
                    <a:pt x="23977" y="96507"/>
                  </a:lnTo>
                  <a:lnTo>
                    <a:pt x="24104" y="95999"/>
                  </a:lnTo>
                  <a:close/>
                </a:path>
                <a:path w="1231900" h="512444">
                  <a:moveTo>
                    <a:pt x="25539" y="422109"/>
                  </a:moveTo>
                  <a:lnTo>
                    <a:pt x="23977" y="415785"/>
                  </a:lnTo>
                  <a:lnTo>
                    <a:pt x="23749" y="414782"/>
                  </a:lnTo>
                  <a:lnTo>
                    <a:pt x="16319" y="416458"/>
                  </a:lnTo>
                  <a:lnTo>
                    <a:pt x="16560" y="417537"/>
                  </a:lnTo>
                  <a:lnTo>
                    <a:pt x="18148" y="423938"/>
                  </a:lnTo>
                  <a:lnTo>
                    <a:pt x="25539" y="422109"/>
                  </a:lnTo>
                  <a:close/>
                </a:path>
                <a:path w="1231900" h="512444">
                  <a:moveTo>
                    <a:pt x="27889" y="81330"/>
                  </a:moveTo>
                  <a:lnTo>
                    <a:pt x="20548" y="79324"/>
                  </a:lnTo>
                  <a:lnTo>
                    <a:pt x="18872" y="85432"/>
                  </a:lnTo>
                  <a:lnTo>
                    <a:pt x="18542" y="86766"/>
                  </a:lnTo>
                  <a:lnTo>
                    <a:pt x="25946" y="88595"/>
                  </a:lnTo>
                  <a:lnTo>
                    <a:pt x="26225" y="87439"/>
                  </a:lnTo>
                  <a:lnTo>
                    <a:pt x="27889" y="81330"/>
                  </a:lnTo>
                  <a:close/>
                </a:path>
                <a:path w="1231900" h="512444">
                  <a:moveTo>
                    <a:pt x="29514" y="436626"/>
                  </a:moveTo>
                  <a:lnTo>
                    <a:pt x="28587" y="433539"/>
                  </a:lnTo>
                  <a:lnTo>
                    <a:pt x="27457" y="429387"/>
                  </a:lnTo>
                  <a:lnTo>
                    <a:pt x="20116" y="431393"/>
                  </a:lnTo>
                  <a:lnTo>
                    <a:pt x="21272" y="435635"/>
                  </a:lnTo>
                  <a:lnTo>
                    <a:pt x="22225" y="438810"/>
                  </a:lnTo>
                  <a:lnTo>
                    <a:pt x="29514" y="436626"/>
                  </a:lnTo>
                  <a:close/>
                </a:path>
                <a:path w="1231900" h="512444">
                  <a:moveTo>
                    <a:pt x="32245" y="66929"/>
                  </a:moveTo>
                  <a:lnTo>
                    <a:pt x="25019" y="64541"/>
                  </a:lnTo>
                  <a:lnTo>
                    <a:pt x="23837" y="68110"/>
                  </a:lnTo>
                  <a:lnTo>
                    <a:pt x="22694" y="71907"/>
                  </a:lnTo>
                  <a:lnTo>
                    <a:pt x="29997" y="74104"/>
                  </a:lnTo>
                  <a:lnTo>
                    <a:pt x="31064" y="70497"/>
                  </a:lnTo>
                  <a:lnTo>
                    <a:pt x="32245" y="66929"/>
                  </a:lnTo>
                  <a:close/>
                </a:path>
                <a:path w="1231900" h="512444">
                  <a:moveTo>
                    <a:pt x="34124" y="450913"/>
                  </a:moveTo>
                  <a:lnTo>
                    <a:pt x="33655" y="449618"/>
                  </a:lnTo>
                  <a:lnTo>
                    <a:pt x="31737" y="443801"/>
                  </a:lnTo>
                  <a:lnTo>
                    <a:pt x="24498" y="446201"/>
                  </a:lnTo>
                  <a:lnTo>
                    <a:pt x="26454" y="452120"/>
                  </a:lnTo>
                  <a:lnTo>
                    <a:pt x="26962" y="453529"/>
                  </a:lnTo>
                  <a:lnTo>
                    <a:pt x="34124" y="450913"/>
                  </a:lnTo>
                  <a:close/>
                </a:path>
                <a:path w="1231900" h="512444">
                  <a:moveTo>
                    <a:pt x="37338" y="52832"/>
                  </a:moveTo>
                  <a:lnTo>
                    <a:pt x="30264" y="49987"/>
                  </a:lnTo>
                  <a:lnTo>
                    <a:pt x="29260" y="52463"/>
                  </a:lnTo>
                  <a:lnTo>
                    <a:pt x="27533" y="57226"/>
                  </a:lnTo>
                  <a:lnTo>
                    <a:pt x="34683" y="59842"/>
                  </a:lnTo>
                  <a:lnTo>
                    <a:pt x="36334" y="55308"/>
                  </a:lnTo>
                  <a:lnTo>
                    <a:pt x="36385" y="55181"/>
                  </a:lnTo>
                  <a:lnTo>
                    <a:pt x="37338" y="52832"/>
                  </a:lnTo>
                  <a:close/>
                </a:path>
                <a:path w="1231900" h="512444">
                  <a:moveTo>
                    <a:pt x="39547" y="464870"/>
                  </a:moveTo>
                  <a:lnTo>
                    <a:pt x="39166" y="464032"/>
                  </a:lnTo>
                  <a:lnTo>
                    <a:pt x="36715" y="457949"/>
                  </a:lnTo>
                  <a:lnTo>
                    <a:pt x="29654" y="460794"/>
                  </a:lnTo>
                  <a:lnTo>
                    <a:pt x="32092" y="466877"/>
                  </a:lnTo>
                  <a:lnTo>
                    <a:pt x="32588" y="467982"/>
                  </a:lnTo>
                  <a:lnTo>
                    <a:pt x="39547" y="464870"/>
                  </a:lnTo>
                  <a:close/>
                </a:path>
                <a:path w="1231900" h="512444">
                  <a:moveTo>
                    <a:pt x="43370" y="39166"/>
                  </a:moveTo>
                  <a:lnTo>
                    <a:pt x="36550" y="35775"/>
                  </a:lnTo>
                  <a:lnTo>
                    <a:pt x="35153" y="38582"/>
                  </a:lnTo>
                  <a:lnTo>
                    <a:pt x="33261" y="42824"/>
                  </a:lnTo>
                  <a:lnTo>
                    <a:pt x="40220" y="45923"/>
                  </a:lnTo>
                  <a:lnTo>
                    <a:pt x="41973" y="41973"/>
                  </a:lnTo>
                  <a:lnTo>
                    <a:pt x="42037" y="41833"/>
                  </a:lnTo>
                  <a:lnTo>
                    <a:pt x="43370" y="39166"/>
                  </a:lnTo>
                  <a:close/>
                </a:path>
                <a:path w="1231900" h="512444">
                  <a:moveTo>
                    <a:pt x="46050" y="478269"/>
                  </a:moveTo>
                  <a:lnTo>
                    <a:pt x="44996" y="476402"/>
                  </a:lnTo>
                  <a:lnTo>
                    <a:pt x="44907" y="476237"/>
                  </a:lnTo>
                  <a:lnTo>
                    <a:pt x="42646" y="471652"/>
                  </a:lnTo>
                  <a:lnTo>
                    <a:pt x="35814" y="475056"/>
                  </a:lnTo>
                  <a:lnTo>
                    <a:pt x="38176" y="479793"/>
                  </a:lnTo>
                  <a:lnTo>
                    <a:pt x="39395" y="481990"/>
                  </a:lnTo>
                  <a:lnTo>
                    <a:pt x="46050" y="478269"/>
                  </a:lnTo>
                  <a:close/>
                </a:path>
                <a:path w="1231900" h="512444">
                  <a:moveTo>
                    <a:pt x="50698" y="26276"/>
                  </a:moveTo>
                  <a:lnTo>
                    <a:pt x="44259" y="22199"/>
                  </a:lnTo>
                  <a:lnTo>
                    <a:pt x="41478" y="26593"/>
                  </a:lnTo>
                  <a:lnTo>
                    <a:pt x="40195" y="28879"/>
                  </a:lnTo>
                  <a:lnTo>
                    <a:pt x="46850" y="32600"/>
                  </a:lnTo>
                  <a:lnTo>
                    <a:pt x="47917" y="30670"/>
                  </a:lnTo>
                  <a:lnTo>
                    <a:pt x="48031" y="30480"/>
                  </a:lnTo>
                  <a:lnTo>
                    <a:pt x="50698" y="26276"/>
                  </a:lnTo>
                  <a:close/>
                </a:path>
                <a:path w="1231900" h="512444">
                  <a:moveTo>
                    <a:pt x="54038" y="490689"/>
                  </a:moveTo>
                  <a:lnTo>
                    <a:pt x="51130" y="486689"/>
                  </a:lnTo>
                  <a:lnTo>
                    <a:pt x="49822" y="484644"/>
                  </a:lnTo>
                  <a:lnTo>
                    <a:pt x="43383" y="488721"/>
                  </a:lnTo>
                  <a:lnTo>
                    <a:pt x="44627" y="490689"/>
                  </a:lnTo>
                  <a:lnTo>
                    <a:pt x="47866" y="495173"/>
                  </a:lnTo>
                  <a:lnTo>
                    <a:pt x="54038" y="490689"/>
                  </a:lnTo>
                  <a:close/>
                </a:path>
                <a:path w="1231900" h="512444">
                  <a:moveTo>
                    <a:pt x="59829" y="15201"/>
                  </a:moveTo>
                  <a:lnTo>
                    <a:pt x="54470" y="9791"/>
                  </a:lnTo>
                  <a:lnTo>
                    <a:pt x="51625" y="12623"/>
                  </a:lnTo>
                  <a:lnTo>
                    <a:pt x="49085" y="15633"/>
                  </a:lnTo>
                  <a:lnTo>
                    <a:pt x="54902" y="20561"/>
                  </a:lnTo>
                  <a:lnTo>
                    <a:pt x="57238" y="17792"/>
                  </a:lnTo>
                  <a:lnTo>
                    <a:pt x="57480" y="17538"/>
                  </a:lnTo>
                  <a:lnTo>
                    <a:pt x="59829" y="15201"/>
                  </a:lnTo>
                  <a:close/>
                </a:path>
                <a:path w="1231900" h="512444">
                  <a:moveTo>
                    <a:pt x="63754" y="500405"/>
                  </a:moveTo>
                  <a:lnTo>
                    <a:pt x="63512" y="500202"/>
                  </a:lnTo>
                  <a:lnTo>
                    <a:pt x="60693" y="497916"/>
                  </a:lnTo>
                  <a:lnTo>
                    <a:pt x="60515" y="497801"/>
                  </a:lnTo>
                  <a:lnTo>
                    <a:pt x="60375" y="497649"/>
                  </a:lnTo>
                  <a:lnTo>
                    <a:pt x="58674" y="495947"/>
                  </a:lnTo>
                  <a:lnTo>
                    <a:pt x="53301" y="501357"/>
                  </a:lnTo>
                  <a:lnTo>
                    <a:pt x="55283" y="503313"/>
                  </a:lnTo>
                  <a:lnTo>
                    <a:pt x="55575" y="503580"/>
                  </a:lnTo>
                  <a:lnTo>
                    <a:pt x="59067" y="506399"/>
                  </a:lnTo>
                  <a:lnTo>
                    <a:pt x="59728" y="506844"/>
                  </a:lnTo>
                  <a:lnTo>
                    <a:pt x="63703" y="500468"/>
                  </a:lnTo>
                  <a:lnTo>
                    <a:pt x="63652" y="500341"/>
                  </a:lnTo>
                  <a:close/>
                </a:path>
                <a:path w="1231900" h="512444">
                  <a:moveTo>
                    <a:pt x="71145" y="8242"/>
                  </a:moveTo>
                  <a:lnTo>
                    <a:pt x="68884" y="965"/>
                  </a:lnTo>
                  <a:lnTo>
                    <a:pt x="67500" y="1397"/>
                  </a:lnTo>
                  <a:lnTo>
                    <a:pt x="67081" y="1562"/>
                  </a:lnTo>
                  <a:lnTo>
                    <a:pt x="63474" y="3162"/>
                  </a:lnTo>
                  <a:lnTo>
                    <a:pt x="63004" y="3416"/>
                  </a:lnTo>
                  <a:lnTo>
                    <a:pt x="61125" y="4584"/>
                  </a:lnTo>
                  <a:lnTo>
                    <a:pt x="65151" y="11049"/>
                  </a:lnTo>
                  <a:lnTo>
                    <a:pt x="66636" y="10121"/>
                  </a:lnTo>
                  <a:lnTo>
                    <a:pt x="66840" y="10007"/>
                  </a:lnTo>
                  <a:lnTo>
                    <a:pt x="67094" y="9880"/>
                  </a:lnTo>
                  <a:lnTo>
                    <a:pt x="69824" y="8674"/>
                  </a:lnTo>
                  <a:lnTo>
                    <a:pt x="70002" y="8597"/>
                  </a:lnTo>
                  <a:lnTo>
                    <a:pt x="70243" y="8521"/>
                  </a:lnTo>
                  <a:lnTo>
                    <a:pt x="71145" y="8242"/>
                  </a:lnTo>
                  <a:close/>
                </a:path>
                <a:path w="1231900" h="512444">
                  <a:moveTo>
                    <a:pt x="76085" y="504748"/>
                  </a:moveTo>
                  <a:lnTo>
                    <a:pt x="74320" y="504672"/>
                  </a:lnTo>
                  <a:lnTo>
                    <a:pt x="74447" y="504672"/>
                  </a:lnTo>
                  <a:lnTo>
                    <a:pt x="72809" y="504456"/>
                  </a:lnTo>
                  <a:lnTo>
                    <a:pt x="71678" y="504190"/>
                  </a:lnTo>
                  <a:lnTo>
                    <a:pt x="71412" y="504151"/>
                  </a:lnTo>
                  <a:lnTo>
                    <a:pt x="71285" y="504101"/>
                  </a:lnTo>
                  <a:lnTo>
                    <a:pt x="70243" y="503770"/>
                  </a:lnTo>
                  <a:lnTo>
                    <a:pt x="70002" y="503707"/>
                  </a:lnTo>
                  <a:lnTo>
                    <a:pt x="70180" y="503770"/>
                  </a:lnTo>
                  <a:lnTo>
                    <a:pt x="69989" y="503707"/>
                  </a:lnTo>
                  <a:lnTo>
                    <a:pt x="66916" y="510667"/>
                  </a:lnTo>
                  <a:lnTo>
                    <a:pt x="67500" y="510895"/>
                  </a:lnTo>
                  <a:lnTo>
                    <a:pt x="69329" y="511467"/>
                  </a:lnTo>
                  <a:lnTo>
                    <a:pt x="71805" y="512013"/>
                  </a:lnTo>
                  <a:lnTo>
                    <a:pt x="73647" y="512254"/>
                  </a:lnTo>
                  <a:lnTo>
                    <a:pt x="75742" y="512368"/>
                  </a:lnTo>
                  <a:lnTo>
                    <a:pt x="76085" y="504748"/>
                  </a:lnTo>
                  <a:close/>
                </a:path>
                <a:path w="1231900" h="512444">
                  <a:moveTo>
                    <a:pt x="84023" y="7620"/>
                  </a:moveTo>
                  <a:lnTo>
                    <a:pt x="77711" y="7620"/>
                  </a:lnTo>
                  <a:lnTo>
                    <a:pt x="77508" y="7620"/>
                  </a:lnTo>
                  <a:lnTo>
                    <a:pt x="79019" y="7810"/>
                  </a:lnTo>
                  <a:lnTo>
                    <a:pt x="80543" y="8153"/>
                  </a:lnTo>
                  <a:lnTo>
                    <a:pt x="81762" y="8521"/>
                  </a:lnTo>
                  <a:lnTo>
                    <a:pt x="82016" y="8610"/>
                  </a:lnTo>
                  <a:lnTo>
                    <a:pt x="83337" y="9182"/>
                  </a:lnTo>
                  <a:lnTo>
                    <a:pt x="83553" y="8674"/>
                  </a:lnTo>
                  <a:lnTo>
                    <a:pt x="83769" y="8191"/>
                  </a:lnTo>
                  <a:lnTo>
                    <a:pt x="83934" y="7835"/>
                  </a:lnTo>
                  <a:lnTo>
                    <a:pt x="84023" y="7620"/>
                  </a:lnTo>
                  <a:close/>
                </a:path>
                <a:path w="1231900" h="512444">
                  <a:moveTo>
                    <a:pt x="86436" y="2209"/>
                  </a:moveTo>
                  <a:lnTo>
                    <a:pt x="77724" y="0"/>
                  </a:lnTo>
                  <a:lnTo>
                    <a:pt x="77381" y="7594"/>
                  </a:lnTo>
                  <a:lnTo>
                    <a:pt x="84023" y="7620"/>
                  </a:lnTo>
                  <a:lnTo>
                    <a:pt x="86436" y="2209"/>
                  </a:lnTo>
                  <a:close/>
                </a:path>
                <a:path w="1231900" h="512444">
                  <a:moveTo>
                    <a:pt x="92125" y="506958"/>
                  </a:moveTo>
                  <a:lnTo>
                    <a:pt x="89293" y="502424"/>
                  </a:lnTo>
                  <a:lnTo>
                    <a:pt x="88099" y="500494"/>
                  </a:lnTo>
                  <a:lnTo>
                    <a:pt x="85407" y="502170"/>
                  </a:lnTo>
                  <a:lnTo>
                    <a:pt x="85255" y="502272"/>
                  </a:lnTo>
                  <a:lnTo>
                    <a:pt x="82194" y="503618"/>
                  </a:lnTo>
                  <a:lnTo>
                    <a:pt x="82067" y="503682"/>
                  </a:lnTo>
                  <a:lnTo>
                    <a:pt x="81851" y="503770"/>
                  </a:lnTo>
                  <a:lnTo>
                    <a:pt x="82092" y="503682"/>
                  </a:lnTo>
                  <a:lnTo>
                    <a:pt x="82257" y="503618"/>
                  </a:lnTo>
                  <a:lnTo>
                    <a:pt x="84518" y="510908"/>
                  </a:lnTo>
                  <a:lnTo>
                    <a:pt x="84950" y="510743"/>
                  </a:lnTo>
                  <a:lnTo>
                    <a:pt x="88569" y="509130"/>
                  </a:lnTo>
                  <a:lnTo>
                    <a:pt x="89039" y="508889"/>
                  </a:lnTo>
                  <a:lnTo>
                    <a:pt x="92125" y="506958"/>
                  </a:lnTo>
                  <a:close/>
                </a:path>
                <a:path w="1231900" h="512444">
                  <a:moveTo>
                    <a:pt x="99745" y="11950"/>
                  </a:moveTo>
                  <a:lnTo>
                    <a:pt x="96748" y="8978"/>
                  </a:lnTo>
                  <a:lnTo>
                    <a:pt x="96456" y="8712"/>
                  </a:lnTo>
                  <a:lnTo>
                    <a:pt x="93814" y="6578"/>
                  </a:lnTo>
                  <a:lnTo>
                    <a:pt x="89039" y="12522"/>
                  </a:lnTo>
                  <a:lnTo>
                    <a:pt x="91363" y="14389"/>
                  </a:lnTo>
                  <a:lnTo>
                    <a:pt x="91490" y="14503"/>
                  </a:lnTo>
                  <a:lnTo>
                    <a:pt x="91681" y="14643"/>
                  </a:lnTo>
                  <a:lnTo>
                    <a:pt x="91490" y="14503"/>
                  </a:lnTo>
                  <a:lnTo>
                    <a:pt x="94386" y="17360"/>
                  </a:lnTo>
                  <a:lnTo>
                    <a:pt x="97066" y="14643"/>
                  </a:lnTo>
                  <a:lnTo>
                    <a:pt x="99745" y="11950"/>
                  </a:lnTo>
                  <a:close/>
                </a:path>
                <a:path w="1231900" h="512444">
                  <a:moveTo>
                    <a:pt x="104038" y="495338"/>
                  </a:moveTo>
                  <a:lnTo>
                    <a:pt x="103225" y="494753"/>
                  </a:lnTo>
                  <a:lnTo>
                    <a:pt x="98069" y="491007"/>
                  </a:lnTo>
                  <a:lnTo>
                    <a:pt x="97878" y="490867"/>
                  </a:lnTo>
                  <a:lnTo>
                    <a:pt x="94792" y="494512"/>
                  </a:lnTo>
                  <a:lnTo>
                    <a:pt x="94665" y="494665"/>
                  </a:lnTo>
                  <a:lnTo>
                    <a:pt x="93218" y="496087"/>
                  </a:lnTo>
                  <a:lnTo>
                    <a:pt x="98590" y="501497"/>
                  </a:lnTo>
                  <a:lnTo>
                    <a:pt x="100177" y="499922"/>
                  </a:lnTo>
                  <a:lnTo>
                    <a:pt x="103759" y="495706"/>
                  </a:lnTo>
                  <a:lnTo>
                    <a:pt x="104038" y="495338"/>
                  </a:lnTo>
                  <a:close/>
                </a:path>
                <a:path w="1231900" h="512444">
                  <a:moveTo>
                    <a:pt x="109410" y="24790"/>
                  </a:moveTo>
                  <a:lnTo>
                    <a:pt x="107353" y="21539"/>
                  </a:lnTo>
                  <a:lnTo>
                    <a:pt x="105003" y="18288"/>
                  </a:lnTo>
                  <a:lnTo>
                    <a:pt x="98844" y="22758"/>
                  </a:lnTo>
                  <a:lnTo>
                    <a:pt x="100952" y="25692"/>
                  </a:lnTo>
                  <a:lnTo>
                    <a:pt x="102971" y="28867"/>
                  </a:lnTo>
                  <a:lnTo>
                    <a:pt x="107797" y="25806"/>
                  </a:lnTo>
                  <a:lnTo>
                    <a:pt x="109410" y="24790"/>
                  </a:lnTo>
                  <a:close/>
                </a:path>
                <a:path w="1231900" h="512444">
                  <a:moveTo>
                    <a:pt x="112534" y="482168"/>
                  </a:moveTo>
                  <a:lnTo>
                    <a:pt x="111899" y="481812"/>
                  </a:lnTo>
                  <a:lnTo>
                    <a:pt x="105892" y="478447"/>
                  </a:lnTo>
                  <a:lnTo>
                    <a:pt x="104101" y="481634"/>
                  </a:lnTo>
                  <a:lnTo>
                    <a:pt x="102095" y="484822"/>
                  </a:lnTo>
                  <a:lnTo>
                    <a:pt x="108534" y="488886"/>
                  </a:lnTo>
                  <a:lnTo>
                    <a:pt x="110553" y="485711"/>
                  </a:lnTo>
                  <a:lnTo>
                    <a:pt x="112534" y="482168"/>
                  </a:lnTo>
                  <a:close/>
                </a:path>
                <a:path w="1231900" h="512444">
                  <a:moveTo>
                    <a:pt x="116852" y="38519"/>
                  </a:moveTo>
                  <a:lnTo>
                    <a:pt x="115620" y="36055"/>
                  </a:lnTo>
                  <a:lnTo>
                    <a:pt x="113855" y="32499"/>
                  </a:lnTo>
                  <a:lnTo>
                    <a:pt x="113334" y="31559"/>
                  </a:lnTo>
                  <a:lnTo>
                    <a:pt x="106680" y="35280"/>
                  </a:lnTo>
                  <a:lnTo>
                    <a:pt x="107035" y="35902"/>
                  </a:lnTo>
                  <a:lnTo>
                    <a:pt x="110032" y="41922"/>
                  </a:lnTo>
                  <a:lnTo>
                    <a:pt x="116852" y="38519"/>
                  </a:lnTo>
                  <a:close/>
                </a:path>
                <a:path w="1231900" h="512444">
                  <a:moveTo>
                    <a:pt x="119367" y="468172"/>
                  </a:moveTo>
                  <a:lnTo>
                    <a:pt x="112407" y="465061"/>
                  </a:lnTo>
                  <a:lnTo>
                    <a:pt x="110058" y="470319"/>
                  </a:lnTo>
                  <a:lnTo>
                    <a:pt x="109308" y="471843"/>
                  </a:lnTo>
                  <a:lnTo>
                    <a:pt x="116128" y="475246"/>
                  </a:lnTo>
                  <a:lnTo>
                    <a:pt x="116878" y="473710"/>
                  </a:lnTo>
                  <a:lnTo>
                    <a:pt x="118325" y="470471"/>
                  </a:lnTo>
                  <a:lnTo>
                    <a:pt x="119367" y="468172"/>
                  </a:lnTo>
                  <a:close/>
                </a:path>
                <a:path w="1231900" h="512444">
                  <a:moveTo>
                    <a:pt x="122948" y="52959"/>
                  </a:moveTo>
                  <a:lnTo>
                    <a:pt x="122821" y="52578"/>
                  </a:lnTo>
                  <a:lnTo>
                    <a:pt x="120078" y="45758"/>
                  </a:lnTo>
                  <a:lnTo>
                    <a:pt x="113004" y="48602"/>
                  </a:lnTo>
                  <a:lnTo>
                    <a:pt x="115798" y="55562"/>
                  </a:lnTo>
                  <a:lnTo>
                    <a:pt x="122948" y="52959"/>
                  </a:lnTo>
                  <a:close/>
                </a:path>
                <a:path w="1231900" h="512444">
                  <a:moveTo>
                    <a:pt x="124993" y="453720"/>
                  </a:moveTo>
                  <a:lnTo>
                    <a:pt x="117843" y="451116"/>
                  </a:lnTo>
                  <a:lnTo>
                    <a:pt x="115697" y="456996"/>
                  </a:lnTo>
                  <a:lnTo>
                    <a:pt x="115239" y="458139"/>
                  </a:lnTo>
                  <a:lnTo>
                    <a:pt x="122313" y="460984"/>
                  </a:lnTo>
                  <a:lnTo>
                    <a:pt x="122770" y="459841"/>
                  </a:lnTo>
                  <a:lnTo>
                    <a:pt x="123761" y="457111"/>
                  </a:lnTo>
                  <a:lnTo>
                    <a:pt x="124993" y="453720"/>
                  </a:lnTo>
                  <a:close/>
                </a:path>
                <a:path w="1231900" h="512444">
                  <a:moveTo>
                    <a:pt x="127990" y="67462"/>
                  </a:moveTo>
                  <a:lnTo>
                    <a:pt x="125603" y="60223"/>
                  </a:lnTo>
                  <a:lnTo>
                    <a:pt x="118364" y="62611"/>
                  </a:lnTo>
                  <a:lnTo>
                    <a:pt x="120751" y="69850"/>
                  </a:lnTo>
                  <a:lnTo>
                    <a:pt x="127990" y="67462"/>
                  </a:lnTo>
                  <a:close/>
                </a:path>
                <a:path w="1231900" h="512444">
                  <a:moveTo>
                    <a:pt x="129755" y="439013"/>
                  </a:moveTo>
                  <a:lnTo>
                    <a:pt x="122453" y="436829"/>
                  </a:lnTo>
                  <a:lnTo>
                    <a:pt x="120967" y="441794"/>
                  </a:lnTo>
                  <a:lnTo>
                    <a:pt x="120243" y="444004"/>
                  </a:lnTo>
                  <a:lnTo>
                    <a:pt x="127469" y="446392"/>
                  </a:lnTo>
                  <a:lnTo>
                    <a:pt x="128206" y="444182"/>
                  </a:lnTo>
                  <a:lnTo>
                    <a:pt x="128879" y="441896"/>
                  </a:lnTo>
                  <a:lnTo>
                    <a:pt x="129755" y="439013"/>
                  </a:lnTo>
                  <a:close/>
                </a:path>
                <a:path w="1231900" h="512444">
                  <a:moveTo>
                    <a:pt x="132308" y="82283"/>
                  </a:moveTo>
                  <a:lnTo>
                    <a:pt x="130873" y="77038"/>
                  </a:lnTo>
                  <a:lnTo>
                    <a:pt x="130225" y="74853"/>
                  </a:lnTo>
                  <a:lnTo>
                    <a:pt x="122923" y="77038"/>
                  </a:lnTo>
                  <a:lnTo>
                    <a:pt x="123418" y="78663"/>
                  </a:lnTo>
                  <a:lnTo>
                    <a:pt x="124955" y="84289"/>
                  </a:lnTo>
                  <a:lnTo>
                    <a:pt x="132308" y="82283"/>
                  </a:lnTo>
                  <a:close/>
                </a:path>
                <a:path w="1231900" h="512444">
                  <a:moveTo>
                    <a:pt x="133832" y="424141"/>
                  </a:moveTo>
                  <a:lnTo>
                    <a:pt x="126441" y="422313"/>
                  </a:lnTo>
                  <a:lnTo>
                    <a:pt x="125806" y="424865"/>
                  </a:lnTo>
                  <a:lnTo>
                    <a:pt x="124523" y="429590"/>
                  </a:lnTo>
                  <a:lnTo>
                    <a:pt x="131876" y="431596"/>
                  </a:lnTo>
                  <a:lnTo>
                    <a:pt x="133159" y="426872"/>
                  </a:lnTo>
                  <a:lnTo>
                    <a:pt x="133629" y="424942"/>
                  </a:lnTo>
                  <a:lnTo>
                    <a:pt x="133832" y="424141"/>
                  </a:lnTo>
                  <a:close/>
                </a:path>
                <a:path w="1231900" h="512444">
                  <a:moveTo>
                    <a:pt x="136029" y="97231"/>
                  </a:moveTo>
                  <a:lnTo>
                    <a:pt x="135470" y="94754"/>
                  </a:lnTo>
                  <a:lnTo>
                    <a:pt x="134226" y="89750"/>
                  </a:lnTo>
                  <a:lnTo>
                    <a:pt x="126834" y="91579"/>
                  </a:lnTo>
                  <a:lnTo>
                    <a:pt x="128041" y="96431"/>
                  </a:lnTo>
                  <a:lnTo>
                    <a:pt x="128600" y="98907"/>
                  </a:lnTo>
                  <a:lnTo>
                    <a:pt x="136029" y="97231"/>
                  </a:lnTo>
                  <a:close/>
                </a:path>
                <a:path w="1231900" h="512444">
                  <a:moveTo>
                    <a:pt x="137337" y="409232"/>
                  </a:moveTo>
                  <a:lnTo>
                    <a:pt x="129908" y="407555"/>
                  </a:lnTo>
                  <a:lnTo>
                    <a:pt x="128231" y="414985"/>
                  </a:lnTo>
                  <a:lnTo>
                    <a:pt x="135674" y="416661"/>
                  </a:lnTo>
                  <a:lnTo>
                    <a:pt x="137337" y="409232"/>
                  </a:lnTo>
                  <a:close/>
                </a:path>
                <a:path w="1231900" h="512444">
                  <a:moveTo>
                    <a:pt x="139230" y="112217"/>
                  </a:moveTo>
                  <a:lnTo>
                    <a:pt x="137706" y="104749"/>
                  </a:lnTo>
                  <a:lnTo>
                    <a:pt x="130238" y="106260"/>
                  </a:lnTo>
                  <a:lnTo>
                    <a:pt x="131762" y="113728"/>
                  </a:lnTo>
                  <a:lnTo>
                    <a:pt x="139230" y="112217"/>
                  </a:lnTo>
                  <a:close/>
                </a:path>
                <a:path w="1231900" h="512444">
                  <a:moveTo>
                    <a:pt x="140360" y="394131"/>
                  </a:moveTo>
                  <a:lnTo>
                    <a:pt x="132867" y="392760"/>
                  </a:lnTo>
                  <a:lnTo>
                    <a:pt x="132168" y="396519"/>
                  </a:lnTo>
                  <a:lnTo>
                    <a:pt x="131432" y="400164"/>
                  </a:lnTo>
                  <a:lnTo>
                    <a:pt x="138899" y="401688"/>
                  </a:lnTo>
                  <a:lnTo>
                    <a:pt x="139649" y="398030"/>
                  </a:lnTo>
                  <a:lnTo>
                    <a:pt x="139903" y="396582"/>
                  </a:lnTo>
                  <a:lnTo>
                    <a:pt x="140360" y="394131"/>
                  </a:lnTo>
                  <a:close/>
                </a:path>
                <a:path w="1231900" h="512444">
                  <a:moveTo>
                    <a:pt x="141998" y="127342"/>
                  </a:moveTo>
                  <a:lnTo>
                    <a:pt x="141757" y="125945"/>
                  </a:lnTo>
                  <a:lnTo>
                    <a:pt x="141554" y="124650"/>
                  </a:lnTo>
                  <a:lnTo>
                    <a:pt x="140665" y="119773"/>
                  </a:lnTo>
                  <a:lnTo>
                    <a:pt x="133159" y="121145"/>
                  </a:lnTo>
                  <a:lnTo>
                    <a:pt x="134035" y="125882"/>
                  </a:lnTo>
                  <a:lnTo>
                    <a:pt x="134480" y="128587"/>
                  </a:lnTo>
                  <a:lnTo>
                    <a:pt x="141998" y="127342"/>
                  </a:lnTo>
                  <a:close/>
                </a:path>
                <a:path w="1231900" h="512444">
                  <a:moveTo>
                    <a:pt x="142963" y="379044"/>
                  </a:moveTo>
                  <a:lnTo>
                    <a:pt x="135445" y="377812"/>
                  </a:lnTo>
                  <a:lnTo>
                    <a:pt x="134213" y="385330"/>
                  </a:lnTo>
                  <a:lnTo>
                    <a:pt x="141732" y="386562"/>
                  </a:lnTo>
                  <a:lnTo>
                    <a:pt x="142963" y="379044"/>
                  </a:lnTo>
                  <a:close/>
                </a:path>
                <a:path w="1231900" h="512444">
                  <a:moveTo>
                    <a:pt x="144360" y="142468"/>
                  </a:moveTo>
                  <a:lnTo>
                    <a:pt x="143471" y="136448"/>
                  </a:lnTo>
                  <a:lnTo>
                    <a:pt x="143230" y="134861"/>
                  </a:lnTo>
                  <a:lnTo>
                    <a:pt x="135712" y="136105"/>
                  </a:lnTo>
                  <a:lnTo>
                    <a:pt x="135763" y="136385"/>
                  </a:lnTo>
                  <a:lnTo>
                    <a:pt x="136817" y="143573"/>
                  </a:lnTo>
                  <a:lnTo>
                    <a:pt x="144360" y="142468"/>
                  </a:lnTo>
                  <a:close/>
                </a:path>
                <a:path w="1231900" h="512444">
                  <a:moveTo>
                    <a:pt x="145199" y="363842"/>
                  </a:moveTo>
                  <a:lnTo>
                    <a:pt x="137642" y="362864"/>
                  </a:lnTo>
                  <a:lnTo>
                    <a:pt x="137350" y="365023"/>
                  </a:lnTo>
                  <a:lnTo>
                    <a:pt x="136575" y="370344"/>
                  </a:lnTo>
                  <a:lnTo>
                    <a:pt x="144119" y="371449"/>
                  </a:lnTo>
                  <a:lnTo>
                    <a:pt x="144894" y="366128"/>
                  </a:lnTo>
                  <a:lnTo>
                    <a:pt x="145199" y="363842"/>
                  </a:lnTo>
                  <a:close/>
                </a:path>
                <a:path w="1231900" h="512444">
                  <a:moveTo>
                    <a:pt x="146380" y="157695"/>
                  </a:moveTo>
                  <a:lnTo>
                    <a:pt x="145402" y="150075"/>
                  </a:lnTo>
                  <a:lnTo>
                    <a:pt x="137845" y="151053"/>
                  </a:lnTo>
                  <a:lnTo>
                    <a:pt x="138785" y="158330"/>
                  </a:lnTo>
                  <a:lnTo>
                    <a:pt x="138811" y="158559"/>
                  </a:lnTo>
                  <a:lnTo>
                    <a:pt x="140360" y="158381"/>
                  </a:lnTo>
                  <a:lnTo>
                    <a:pt x="146380" y="157695"/>
                  </a:lnTo>
                  <a:close/>
                </a:path>
                <a:path w="1231900" h="512444">
                  <a:moveTo>
                    <a:pt x="147053" y="348653"/>
                  </a:moveTo>
                  <a:lnTo>
                    <a:pt x="139484" y="347802"/>
                  </a:lnTo>
                  <a:lnTo>
                    <a:pt x="138785" y="353910"/>
                  </a:lnTo>
                  <a:lnTo>
                    <a:pt x="138620" y="355307"/>
                  </a:lnTo>
                  <a:lnTo>
                    <a:pt x="146177" y="356285"/>
                  </a:lnTo>
                  <a:lnTo>
                    <a:pt x="147053" y="348653"/>
                  </a:lnTo>
                  <a:close/>
                </a:path>
                <a:path w="1231900" h="512444">
                  <a:moveTo>
                    <a:pt x="148043" y="172910"/>
                  </a:moveTo>
                  <a:lnTo>
                    <a:pt x="147739" y="169786"/>
                  </a:lnTo>
                  <a:lnTo>
                    <a:pt x="147243" y="165277"/>
                  </a:lnTo>
                  <a:lnTo>
                    <a:pt x="139661" y="166128"/>
                  </a:lnTo>
                  <a:lnTo>
                    <a:pt x="140068" y="169722"/>
                  </a:lnTo>
                  <a:lnTo>
                    <a:pt x="140449" y="173647"/>
                  </a:lnTo>
                  <a:lnTo>
                    <a:pt x="148043" y="172910"/>
                  </a:lnTo>
                  <a:close/>
                </a:path>
                <a:path w="1231900" h="512444">
                  <a:moveTo>
                    <a:pt x="148615" y="333438"/>
                  </a:moveTo>
                  <a:lnTo>
                    <a:pt x="141033" y="332701"/>
                  </a:lnTo>
                  <a:lnTo>
                    <a:pt x="140296" y="340283"/>
                  </a:lnTo>
                  <a:lnTo>
                    <a:pt x="147878" y="341020"/>
                  </a:lnTo>
                  <a:lnTo>
                    <a:pt x="148615" y="333438"/>
                  </a:lnTo>
                  <a:close/>
                </a:path>
                <a:path w="1231900" h="512444">
                  <a:moveTo>
                    <a:pt x="149402" y="188150"/>
                  </a:moveTo>
                  <a:lnTo>
                    <a:pt x="148767" y="180492"/>
                  </a:lnTo>
                  <a:lnTo>
                    <a:pt x="141185" y="181229"/>
                  </a:lnTo>
                  <a:lnTo>
                    <a:pt x="141198" y="181394"/>
                  </a:lnTo>
                  <a:lnTo>
                    <a:pt x="141808" y="188760"/>
                  </a:lnTo>
                  <a:lnTo>
                    <a:pt x="149402" y="188150"/>
                  </a:lnTo>
                  <a:close/>
                </a:path>
                <a:path w="1231900" h="512444">
                  <a:moveTo>
                    <a:pt x="149872" y="318122"/>
                  </a:moveTo>
                  <a:lnTo>
                    <a:pt x="142265" y="317627"/>
                  </a:lnTo>
                  <a:lnTo>
                    <a:pt x="142176" y="318922"/>
                  </a:lnTo>
                  <a:lnTo>
                    <a:pt x="141668" y="325158"/>
                  </a:lnTo>
                  <a:lnTo>
                    <a:pt x="149263" y="325780"/>
                  </a:lnTo>
                  <a:lnTo>
                    <a:pt x="149796" y="318973"/>
                  </a:lnTo>
                  <a:lnTo>
                    <a:pt x="149872" y="318122"/>
                  </a:lnTo>
                  <a:close/>
                </a:path>
                <a:path w="1231900" h="512444">
                  <a:moveTo>
                    <a:pt x="150482" y="203403"/>
                  </a:moveTo>
                  <a:lnTo>
                    <a:pt x="149974" y="195808"/>
                  </a:lnTo>
                  <a:lnTo>
                    <a:pt x="142367" y="196303"/>
                  </a:lnTo>
                  <a:lnTo>
                    <a:pt x="142875" y="203911"/>
                  </a:lnTo>
                  <a:lnTo>
                    <a:pt x="150482" y="203403"/>
                  </a:lnTo>
                  <a:close/>
                </a:path>
                <a:path w="1231900" h="512444">
                  <a:moveTo>
                    <a:pt x="150812" y="302856"/>
                  </a:moveTo>
                  <a:lnTo>
                    <a:pt x="143205" y="302475"/>
                  </a:lnTo>
                  <a:lnTo>
                    <a:pt x="142976" y="306768"/>
                  </a:lnTo>
                  <a:lnTo>
                    <a:pt x="142760" y="310019"/>
                  </a:lnTo>
                  <a:lnTo>
                    <a:pt x="150368" y="310527"/>
                  </a:lnTo>
                  <a:lnTo>
                    <a:pt x="150596" y="306819"/>
                  </a:lnTo>
                  <a:lnTo>
                    <a:pt x="150812" y="302856"/>
                  </a:lnTo>
                  <a:close/>
                </a:path>
                <a:path w="1231900" h="512444">
                  <a:moveTo>
                    <a:pt x="151269" y="218744"/>
                  </a:moveTo>
                  <a:lnTo>
                    <a:pt x="150888" y="211074"/>
                  </a:lnTo>
                  <a:lnTo>
                    <a:pt x="143281" y="211467"/>
                  </a:lnTo>
                  <a:lnTo>
                    <a:pt x="143598" y="217843"/>
                  </a:lnTo>
                  <a:lnTo>
                    <a:pt x="143649" y="219011"/>
                  </a:lnTo>
                  <a:lnTo>
                    <a:pt x="151269" y="218744"/>
                  </a:lnTo>
                  <a:close/>
                </a:path>
                <a:path w="1231900" h="512444">
                  <a:moveTo>
                    <a:pt x="151485" y="287578"/>
                  </a:moveTo>
                  <a:lnTo>
                    <a:pt x="143865" y="287299"/>
                  </a:lnTo>
                  <a:lnTo>
                    <a:pt x="143611" y="294398"/>
                  </a:lnTo>
                  <a:lnTo>
                    <a:pt x="143586" y="294855"/>
                  </a:lnTo>
                  <a:lnTo>
                    <a:pt x="151193" y="295249"/>
                  </a:lnTo>
                  <a:lnTo>
                    <a:pt x="151218" y="294449"/>
                  </a:lnTo>
                  <a:lnTo>
                    <a:pt x="151485" y="287578"/>
                  </a:lnTo>
                  <a:close/>
                </a:path>
                <a:path w="1231900" h="512444">
                  <a:moveTo>
                    <a:pt x="151765" y="234022"/>
                  </a:moveTo>
                  <a:lnTo>
                    <a:pt x="151688" y="230200"/>
                  </a:lnTo>
                  <a:lnTo>
                    <a:pt x="151549" y="226352"/>
                  </a:lnTo>
                  <a:lnTo>
                    <a:pt x="143929" y="226631"/>
                  </a:lnTo>
                  <a:lnTo>
                    <a:pt x="144056" y="230200"/>
                  </a:lnTo>
                  <a:lnTo>
                    <a:pt x="144056" y="230428"/>
                  </a:lnTo>
                  <a:lnTo>
                    <a:pt x="144145" y="234188"/>
                  </a:lnTo>
                  <a:lnTo>
                    <a:pt x="151765" y="234022"/>
                  </a:lnTo>
                  <a:close/>
                </a:path>
                <a:path w="1231900" h="512444">
                  <a:moveTo>
                    <a:pt x="151892" y="272288"/>
                  </a:moveTo>
                  <a:lnTo>
                    <a:pt x="144284" y="272122"/>
                  </a:lnTo>
                  <a:lnTo>
                    <a:pt x="144119" y="279742"/>
                  </a:lnTo>
                  <a:lnTo>
                    <a:pt x="151726" y="279908"/>
                  </a:lnTo>
                  <a:lnTo>
                    <a:pt x="151892" y="272288"/>
                  </a:lnTo>
                  <a:close/>
                </a:path>
                <a:path w="1231900" h="512444">
                  <a:moveTo>
                    <a:pt x="152006" y="249326"/>
                  </a:moveTo>
                  <a:lnTo>
                    <a:pt x="151930" y="241642"/>
                  </a:lnTo>
                  <a:lnTo>
                    <a:pt x="144310" y="241808"/>
                  </a:lnTo>
                  <a:lnTo>
                    <a:pt x="144335" y="243192"/>
                  </a:lnTo>
                  <a:lnTo>
                    <a:pt x="144386" y="249377"/>
                  </a:lnTo>
                  <a:lnTo>
                    <a:pt x="152006" y="249326"/>
                  </a:lnTo>
                  <a:close/>
                </a:path>
                <a:path w="1231900" h="512444">
                  <a:moveTo>
                    <a:pt x="152057" y="256997"/>
                  </a:moveTo>
                  <a:lnTo>
                    <a:pt x="144437" y="256946"/>
                  </a:lnTo>
                  <a:lnTo>
                    <a:pt x="144373" y="264566"/>
                  </a:lnTo>
                  <a:lnTo>
                    <a:pt x="151993" y="264617"/>
                  </a:lnTo>
                  <a:lnTo>
                    <a:pt x="152057" y="256997"/>
                  </a:lnTo>
                  <a:close/>
                </a:path>
                <a:path w="1231900" h="512444">
                  <a:moveTo>
                    <a:pt x="368033" y="246303"/>
                  </a:moveTo>
                  <a:lnTo>
                    <a:pt x="360400" y="246253"/>
                  </a:lnTo>
                  <a:lnTo>
                    <a:pt x="360362" y="253873"/>
                  </a:lnTo>
                  <a:lnTo>
                    <a:pt x="367969" y="253923"/>
                  </a:lnTo>
                  <a:lnTo>
                    <a:pt x="368033" y="246303"/>
                  </a:lnTo>
                  <a:close/>
                </a:path>
                <a:path w="1231900" h="512444">
                  <a:moveTo>
                    <a:pt x="368096" y="271919"/>
                  </a:moveTo>
                  <a:lnTo>
                    <a:pt x="368046" y="269125"/>
                  </a:lnTo>
                  <a:lnTo>
                    <a:pt x="367995" y="261493"/>
                  </a:lnTo>
                  <a:lnTo>
                    <a:pt x="360375" y="261543"/>
                  </a:lnTo>
                  <a:lnTo>
                    <a:pt x="360438" y="269163"/>
                  </a:lnTo>
                  <a:lnTo>
                    <a:pt x="363816" y="269151"/>
                  </a:lnTo>
                  <a:lnTo>
                    <a:pt x="360438" y="269214"/>
                  </a:lnTo>
                  <a:lnTo>
                    <a:pt x="360502" y="272084"/>
                  </a:lnTo>
                  <a:lnTo>
                    <a:pt x="368096" y="271919"/>
                  </a:lnTo>
                  <a:close/>
                </a:path>
                <a:path w="1231900" h="512444">
                  <a:moveTo>
                    <a:pt x="368312" y="231127"/>
                  </a:moveTo>
                  <a:lnTo>
                    <a:pt x="360680" y="230962"/>
                  </a:lnTo>
                  <a:lnTo>
                    <a:pt x="360527" y="238582"/>
                  </a:lnTo>
                  <a:lnTo>
                    <a:pt x="368147" y="238747"/>
                  </a:lnTo>
                  <a:lnTo>
                    <a:pt x="368312" y="231127"/>
                  </a:lnTo>
                  <a:close/>
                </a:path>
                <a:path w="1231900" h="512444">
                  <a:moveTo>
                    <a:pt x="368515" y="287096"/>
                  </a:moveTo>
                  <a:lnTo>
                    <a:pt x="368325" y="282092"/>
                  </a:lnTo>
                  <a:lnTo>
                    <a:pt x="368287" y="279539"/>
                  </a:lnTo>
                  <a:lnTo>
                    <a:pt x="360667" y="279704"/>
                  </a:lnTo>
                  <a:lnTo>
                    <a:pt x="360718" y="282092"/>
                  </a:lnTo>
                  <a:lnTo>
                    <a:pt x="360895" y="287375"/>
                  </a:lnTo>
                  <a:lnTo>
                    <a:pt x="368515" y="287096"/>
                  </a:lnTo>
                  <a:close/>
                </a:path>
                <a:path w="1231900" h="512444">
                  <a:moveTo>
                    <a:pt x="368884" y="216001"/>
                  </a:moveTo>
                  <a:lnTo>
                    <a:pt x="361276" y="215620"/>
                  </a:lnTo>
                  <a:lnTo>
                    <a:pt x="361162" y="217906"/>
                  </a:lnTo>
                  <a:lnTo>
                    <a:pt x="360972" y="223291"/>
                  </a:lnTo>
                  <a:lnTo>
                    <a:pt x="368579" y="223558"/>
                  </a:lnTo>
                  <a:lnTo>
                    <a:pt x="368782" y="217906"/>
                  </a:lnTo>
                  <a:lnTo>
                    <a:pt x="368884" y="216001"/>
                  </a:lnTo>
                  <a:close/>
                </a:path>
                <a:path w="1231900" h="512444">
                  <a:moveTo>
                    <a:pt x="369189" y="302260"/>
                  </a:moveTo>
                  <a:lnTo>
                    <a:pt x="368795" y="294652"/>
                  </a:lnTo>
                  <a:lnTo>
                    <a:pt x="361188" y="295046"/>
                  </a:lnTo>
                  <a:lnTo>
                    <a:pt x="361581" y="302653"/>
                  </a:lnTo>
                  <a:lnTo>
                    <a:pt x="369189" y="302260"/>
                  </a:lnTo>
                  <a:close/>
                </a:path>
                <a:path w="1231900" h="512444">
                  <a:moveTo>
                    <a:pt x="369722" y="200850"/>
                  </a:moveTo>
                  <a:lnTo>
                    <a:pt x="362115" y="200342"/>
                  </a:lnTo>
                  <a:lnTo>
                    <a:pt x="361810" y="205079"/>
                  </a:lnTo>
                  <a:lnTo>
                    <a:pt x="361657" y="208013"/>
                  </a:lnTo>
                  <a:lnTo>
                    <a:pt x="369277" y="208394"/>
                  </a:lnTo>
                  <a:lnTo>
                    <a:pt x="369417" y="205473"/>
                  </a:lnTo>
                  <a:lnTo>
                    <a:pt x="369722" y="200850"/>
                  </a:lnTo>
                  <a:close/>
                </a:path>
                <a:path w="1231900" h="512444">
                  <a:moveTo>
                    <a:pt x="370116" y="317411"/>
                  </a:moveTo>
                  <a:lnTo>
                    <a:pt x="369620" y="309816"/>
                  </a:lnTo>
                  <a:lnTo>
                    <a:pt x="362013" y="310311"/>
                  </a:lnTo>
                  <a:lnTo>
                    <a:pt x="362508" y="317919"/>
                  </a:lnTo>
                  <a:lnTo>
                    <a:pt x="370116" y="317411"/>
                  </a:lnTo>
                  <a:close/>
                </a:path>
                <a:path w="1231900" h="512444">
                  <a:moveTo>
                    <a:pt x="370840" y="185712"/>
                  </a:moveTo>
                  <a:lnTo>
                    <a:pt x="363245" y="185089"/>
                  </a:lnTo>
                  <a:lnTo>
                    <a:pt x="362635" y="192684"/>
                  </a:lnTo>
                  <a:lnTo>
                    <a:pt x="370230" y="193306"/>
                  </a:lnTo>
                  <a:lnTo>
                    <a:pt x="370840" y="185712"/>
                  </a:lnTo>
                  <a:close/>
                </a:path>
                <a:path w="1231900" h="512444">
                  <a:moveTo>
                    <a:pt x="371335" y="332486"/>
                  </a:moveTo>
                  <a:lnTo>
                    <a:pt x="371195" y="330898"/>
                  </a:lnTo>
                  <a:lnTo>
                    <a:pt x="370713" y="324954"/>
                  </a:lnTo>
                  <a:lnTo>
                    <a:pt x="363118" y="325577"/>
                  </a:lnTo>
                  <a:lnTo>
                    <a:pt x="363537" y="330835"/>
                  </a:lnTo>
                  <a:lnTo>
                    <a:pt x="363766" y="333222"/>
                  </a:lnTo>
                  <a:lnTo>
                    <a:pt x="371335" y="332486"/>
                  </a:lnTo>
                  <a:close/>
                </a:path>
                <a:path w="1231900" h="512444">
                  <a:moveTo>
                    <a:pt x="372237" y="170586"/>
                  </a:moveTo>
                  <a:lnTo>
                    <a:pt x="364655" y="169849"/>
                  </a:lnTo>
                  <a:lnTo>
                    <a:pt x="363918" y="177444"/>
                  </a:lnTo>
                  <a:lnTo>
                    <a:pt x="371513" y="178168"/>
                  </a:lnTo>
                  <a:lnTo>
                    <a:pt x="372237" y="170586"/>
                  </a:lnTo>
                  <a:close/>
                </a:path>
                <a:path w="1231900" h="512444">
                  <a:moveTo>
                    <a:pt x="372897" y="347586"/>
                  </a:moveTo>
                  <a:lnTo>
                    <a:pt x="372313" y="342506"/>
                  </a:lnTo>
                  <a:lnTo>
                    <a:pt x="372084" y="340080"/>
                  </a:lnTo>
                  <a:lnTo>
                    <a:pt x="364502" y="340804"/>
                  </a:lnTo>
                  <a:lnTo>
                    <a:pt x="364744" y="343357"/>
                  </a:lnTo>
                  <a:lnTo>
                    <a:pt x="365315" y="348449"/>
                  </a:lnTo>
                  <a:lnTo>
                    <a:pt x="372897" y="347586"/>
                  </a:lnTo>
                  <a:close/>
                </a:path>
                <a:path w="1231900" h="512444">
                  <a:moveTo>
                    <a:pt x="373964" y="155575"/>
                  </a:moveTo>
                  <a:lnTo>
                    <a:pt x="366407" y="154597"/>
                  </a:lnTo>
                  <a:lnTo>
                    <a:pt x="366052" y="157403"/>
                  </a:lnTo>
                  <a:lnTo>
                    <a:pt x="365506" y="162217"/>
                  </a:lnTo>
                  <a:lnTo>
                    <a:pt x="373075" y="163080"/>
                  </a:lnTo>
                  <a:lnTo>
                    <a:pt x="373595" y="158381"/>
                  </a:lnTo>
                  <a:lnTo>
                    <a:pt x="373964" y="155575"/>
                  </a:lnTo>
                  <a:close/>
                </a:path>
                <a:path w="1231900" h="512444">
                  <a:moveTo>
                    <a:pt x="374738" y="362661"/>
                  </a:moveTo>
                  <a:lnTo>
                    <a:pt x="373748" y="355104"/>
                  </a:lnTo>
                  <a:lnTo>
                    <a:pt x="366204" y="356082"/>
                  </a:lnTo>
                  <a:lnTo>
                    <a:pt x="367182" y="363639"/>
                  </a:lnTo>
                  <a:lnTo>
                    <a:pt x="374738" y="362661"/>
                  </a:lnTo>
                  <a:close/>
                </a:path>
                <a:path w="1231900" h="512444">
                  <a:moveTo>
                    <a:pt x="376034" y="140538"/>
                  </a:moveTo>
                  <a:lnTo>
                    <a:pt x="368490" y="139433"/>
                  </a:lnTo>
                  <a:lnTo>
                    <a:pt x="367385" y="147040"/>
                  </a:lnTo>
                  <a:lnTo>
                    <a:pt x="374942" y="148018"/>
                  </a:lnTo>
                  <a:lnTo>
                    <a:pt x="375043" y="147269"/>
                  </a:lnTo>
                  <a:lnTo>
                    <a:pt x="376034" y="140538"/>
                  </a:lnTo>
                  <a:close/>
                </a:path>
                <a:path w="1231900" h="512444">
                  <a:moveTo>
                    <a:pt x="376923" y="377609"/>
                  </a:moveTo>
                  <a:lnTo>
                    <a:pt x="376618" y="375843"/>
                  </a:lnTo>
                  <a:lnTo>
                    <a:pt x="375793" y="370141"/>
                  </a:lnTo>
                  <a:lnTo>
                    <a:pt x="368249" y="371246"/>
                  </a:lnTo>
                  <a:lnTo>
                    <a:pt x="368922" y="375843"/>
                  </a:lnTo>
                  <a:lnTo>
                    <a:pt x="369379" y="378841"/>
                  </a:lnTo>
                  <a:lnTo>
                    <a:pt x="376923" y="377609"/>
                  </a:lnTo>
                  <a:close/>
                </a:path>
                <a:path w="1231900" h="512444">
                  <a:moveTo>
                    <a:pt x="378409" y="125628"/>
                  </a:moveTo>
                  <a:lnTo>
                    <a:pt x="370903" y="124244"/>
                  </a:lnTo>
                  <a:lnTo>
                    <a:pt x="369658" y="131838"/>
                  </a:lnTo>
                  <a:lnTo>
                    <a:pt x="377164" y="133070"/>
                  </a:lnTo>
                  <a:lnTo>
                    <a:pt x="378358" y="125933"/>
                  </a:lnTo>
                  <a:lnTo>
                    <a:pt x="378409" y="125628"/>
                  </a:lnTo>
                  <a:close/>
                </a:path>
                <a:path w="1231900" h="512444">
                  <a:moveTo>
                    <a:pt x="379488" y="392557"/>
                  </a:moveTo>
                  <a:lnTo>
                    <a:pt x="378358" y="386346"/>
                  </a:lnTo>
                  <a:lnTo>
                    <a:pt x="378142" y="385127"/>
                  </a:lnTo>
                  <a:lnTo>
                    <a:pt x="370713" y="386346"/>
                  </a:lnTo>
                  <a:lnTo>
                    <a:pt x="370852" y="387654"/>
                  </a:lnTo>
                  <a:lnTo>
                    <a:pt x="371995" y="393928"/>
                  </a:lnTo>
                  <a:lnTo>
                    <a:pt x="379488" y="392557"/>
                  </a:lnTo>
                  <a:close/>
                </a:path>
                <a:path w="1231900" h="512444">
                  <a:moveTo>
                    <a:pt x="381254" y="110731"/>
                  </a:moveTo>
                  <a:lnTo>
                    <a:pt x="373773" y="109207"/>
                  </a:lnTo>
                  <a:lnTo>
                    <a:pt x="372757" y="114261"/>
                  </a:lnTo>
                  <a:lnTo>
                    <a:pt x="372300" y="116751"/>
                  </a:lnTo>
                  <a:lnTo>
                    <a:pt x="379793" y="118135"/>
                  </a:lnTo>
                  <a:lnTo>
                    <a:pt x="380212" y="115785"/>
                  </a:lnTo>
                  <a:lnTo>
                    <a:pt x="381254" y="110731"/>
                  </a:lnTo>
                  <a:close/>
                </a:path>
                <a:path w="1231900" h="512444">
                  <a:moveTo>
                    <a:pt x="382447" y="407352"/>
                  </a:moveTo>
                  <a:lnTo>
                    <a:pt x="382231" y="406412"/>
                  </a:lnTo>
                  <a:lnTo>
                    <a:pt x="380923" y="399961"/>
                  </a:lnTo>
                  <a:lnTo>
                    <a:pt x="373443" y="401485"/>
                  </a:lnTo>
                  <a:lnTo>
                    <a:pt x="375005" y="409028"/>
                  </a:lnTo>
                  <a:lnTo>
                    <a:pt x="382447" y="407352"/>
                  </a:lnTo>
                  <a:close/>
                </a:path>
                <a:path w="1231900" h="512444">
                  <a:moveTo>
                    <a:pt x="384467" y="95999"/>
                  </a:moveTo>
                  <a:lnTo>
                    <a:pt x="377075" y="94157"/>
                  </a:lnTo>
                  <a:lnTo>
                    <a:pt x="375361" y="101676"/>
                  </a:lnTo>
                  <a:lnTo>
                    <a:pt x="382803" y="103339"/>
                  </a:lnTo>
                  <a:lnTo>
                    <a:pt x="384340" y="96507"/>
                  </a:lnTo>
                  <a:lnTo>
                    <a:pt x="384467" y="95999"/>
                  </a:lnTo>
                  <a:close/>
                </a:path>
                <a:path w="1231900" h="512444">
                  <a:moveTo>
                    <a:pt x="385902" y="422109"/>
                  </a:moveTo>
                  <a:lnTo>
                    <a:pt x="384340" y="415785"/>
                  </a:lnTo>
                  <a:lnTo>
                    <a:pt x="384111" y="414782"/>
                  </a:lnTo>
                  <a:lnTo>
                    <a:pt x="376682" y="416458"/>
                  </a:lnTo>
                  <a:lnTo>
                    <a:pt x="376923" y="417537"/>
                  </a:lnTo>
                  <a:lnTo>
                    <a:pt x="378510" y="423938"/>
                  </a:lnTo>
                  <a:lnTo>
                    <a:pt x="385902" y="422109"/>
                  </a:lnTo>
                  <a:close/>
                </a:path>
                <a:path w="1231900" h="512444">
                  <a:moveTo>
                    <a:pt x="388251" y="81330"/>
                  </a:moveTo>
                  <a:lnTo>
                    <a:pt x="380911" y="79324"/>
                  </a:lnTo>
                  <a:lnTo>
                    <a:pt x="379234" y="85432"/>
                  </a:lnTo>
                  <a:lnTo>
                    <a:pt x="378904" y="86766"/>
                  </a:lnTo>
                  <a:lnTo>
                    <a:pt x="386295" y="88595"/>
                  </a:lnTo>
                  <a:lnTo>
                    <a:pt x="386588" y="87439"/>
                  </a:lnTo>
                  <a:lnTo>
                    <a:pt x="388251" y="81330"/>
                  </a:lnTo>
                  <a:close/>
                </a:path>
                <a:path w="1231900" h="512444">
                  <a:moveTo>
                    <a:pt x="389864" y="436626"/>
                  </a:moveTo>
                  <a:lnTo>
                    <a:pt x="388950" y="433539"/>
                  </a:lnTo>
                  <a:lnTo>
                    <a:pt x="387819" y="429387"/>
                  </a:lnTo>
                  <a:lnTo>
                    <a:pt x="380479" y="431393"/>
                  </a:lnTo>
                  <a:lnTo>
                    <a:pt x="381622" y="435635"/>
                  </a:lnTo>
                  <a:lnTo>
                    <a:pt x="382587" y="438810"/>
                  </a:lnTo>
                  <a:lnTo>
                    <a:pt x="389864" y="436626"/>
                  </a:lnTo>
                  <a:close/>
                </a:path>
                <a:path w="1231900" h="512444">
                  <a:moveTo>
                    <a:pt x="392607" y="66929"/>
                  </a:moveTo>
                  <a:lnTo>
                    <a:pt x="385381" y="64541"/>
                  </a:lnTo>
                  <a:lnTo>
                    <a:pt x="384187" y="68110"/>
                  </a:lnTo>
                  <a:lnTo>
                    <a:pt x="383057" y="71907"/>
                  </a:lnTo>
                  <a:lnTo>
                    <a:pt x="390359" y="74104"/>
                  </a:lnTo>
                  <a:lnTo>
                    <a:pt x="391426" y="70497"/>
                  </a:lnTo>
                  <a:lnTo>
                    <a:pt x="392607" y="66929"/>
                  </a:lnTo>
                  <a:close/>
                </a:path>
                <a:path w="1231900" h="512444">
                  <a:moveTo>
                    <a:pt x="394474" y="450913"/>
                  </a:moveTo>
                  <a:lnTo>
                    <a:pt x="394017" y="449618"/>
                  </a:lnTo>
                  <a:lnTo>
                    <a:pt x="392099" y="443801"/>
                  </a:lnTo>
                  <a:lnTo>
                    <a:pt x="384860" y="446201"/>
                  </a:lnTo>
                  <a:lnTo>
                    <a:pt x="386816" y="452120"/>
                  </a:lnTo>
                  <a:lnTo>
                    <a:pt x="387324" y="453529"/>
                  </a:lnTo>
                  <a:lnTo>
                    <a:pt x="394474" y="450913"/>
                  </a:lnTo>
                  <a:close/>
                </a:path>
                <a:path w="1231900" h="512444">
                  <a:moveTo>
                    <a:pt x="397700" y="52832"/>
                  </a:moveTo>
                  <a:lnTo>
                    <a:pt x="390626" y="49987"/>
                  </a:lnTo>
                  <a:lnTo>
                    <a:pt x="389623" y="52463"/>
                  </a:lnTo>
                  <a:lnTo>
                    <a:pt x="387883" y="57226"/>
                  </a:lnTo>
                  <a:lnTo>
                    <a:pt x="395046" y="59842"/>
                  </a:lnTo>
                  <a:lnTo>
                    <a:pt x="396697" y="55308"/>
                  </a:lnTo>
                  <a:lnTo>
                    <a:pt x="396748" y="55181"/>
                  </a:lnTo>
                  <a:lnTo>
                    <a:pt x="397700" y="52832"/>
                  </a:lnTo>
                  <a:close/>
                </a:path>
                <a:path w="1231900" h="512444">
                  <a:moveTo>
                    <a:pt x="399910" y="464870"/>
                  </a:moveTo>
                  <a:lnTo>
                    <a:pt x="399529" y="464032"/>
                  </a:lnTo>
                  <a:lnTo>
                    <a:pt x="397078" y="457949"/>
                  </a:lnTo>
                  <a:lnTo>
                    <a:pt x="390017" y="460794"/>
                  </a:lnTo>
                  <a:lnTo>
                    <a:pt x="392455" y="466877"/>
                  </a:lnTo>
                  <a:lnTo>
                    <a:pt x="392950" y="467982"/>
                  </a:lnTo>
                  <a:lnTo>
                    <a:pt x="399910" y="464870"/>
                  </a:lnTo>
                  <a:close/>
                </a:path>
                <a:path w="1231900" h="512444">
                  <a:moveTo>
                    <a:pt x="403733" y="39166"/>
                  </a:moveTo>
                  <a:lnTo>
                    <a:pt x="396913" y="35775"/>
                  </a:lnTo>
                  <a:lnTo>
                    <a:pt x="395516" y="38582"/>
                  </a:lnTo>
                  <a:lnTo>
                    <a:pt x="393623" y="42824"/>
                  </a:lnTo>
                  <a:lnTo>
                    <a:pt x="400583" y="45923"/>
                  </a:lnTo>
                  <a:lnTo>
                    <a:pt x="402336" y="41973"/>
                  </a:lnTo>
                  <a:lnTo>
                    <a:pt x="402399" y="41833"/>
                  </a:lnTo>
                  <a:lnTo>
                    <a:pt x="403733" y="39166"/>
                  </a:lnTo>
                  <a:close/>
                </a:path>
                <a:path w="1231900" h="512444">
                  <a:moveTo>
                    <a:pt x="406412" y="478269"/>
                  </a:moveTo>
                  <a:lnTo>
                    <a:pt x="405358" y="476402"/>
                  </a:lnTo>
                  <a:lnTo>
                    <a:pt x="405269" y="476237"/>
                  </a:lnTo>
                  <a:lnTo>
                    <a:pt x="403009" y="471652"/>
                  </a:lnTo>
                  <a:lnTo>
                    <a:pt x="396176" y="475056"/>
                  </a:lnTo>
                  <a:lnTo>
                    <a:pt x="398538" y="479793"/>
                  </a:lnTo>
                  <a:lnTo>
                    <a:pt x="399757" y="481990"/>
                  </a:lnTo>
                  <a:lnTo>
                    <a:pt x="406412" y="478269"/>
                  </a:lnTo>
                  <a:close/>
                </a:path>
                <a:path w="1231900" h="512444">
                  <a:moveTo>
                    <a:pt x="411060" y="26276"/>
                  </a:moveTo>
                  <a:lnTo>
                    <a:pt x="404609" y="22199"/>
                  </a:lnTo>
                  <a:lnTo>
                    <a:pt x="401840" y="26593"/>
                  </a:lnTo>
                  <a:lnTo>
                    <a:pt x="400558" y="28879"/>
                  </a:lnTo>
                  <a:lnTo>
                    <a:pt x="407212" y="32600"/>
                  </a:lnTo>
                  <a:lnTo>
                    <a:pt x="408279" y="30670"/>
                  </a:lnTo>
                  <a:lnTo>
                    <a:pt x="408393" y="30480"/>
                  </a:lnTo>
                  <a:lnTo>
                    <a:pt x="411060" y="26276"/>
                  </a:lnTo>
                  <a:close/>
                </a:path>
                <a:path w="1231900" h="512444">
                  <a:moveTo>
                    <a:pt x="414401" y="490689"/>
                  </a:moveTo>
                  <a:lnTo>
                    <a:pt x="411492" y="486689"/>
                  </a:lnTo>
                  <a:lnTo>
                    <a:pt x="410184" y="484644"/>
                  </a:lnTo>
                  <a:lnTo>
                    <a:pt x="403745" y="488721"/>
                  </a:lnTo>
                  <a:lnTo>
                    <a:pt x="404990" y="490689"/>
                  </a:lnTo>
                  <a:lnTo>
                    <a:pt x="408241" y="495173"/>
                  </a:lnTo>
                  <a:lnTo>
                    <a:pt x="414401" y="490689"/>
                  </a:lnTo>
                  <a:close/>
                </a:path>
                <a:path w="1231900" h="512444">
                  <a:moveTo>
                    <a:pt x="420192" y="15201"/>
                  </a:moveTo>
                  <a:lnTo>
                    <a:pt x="414832" y="9791"/>
                  </a:lnTo>
                  <a:lnTo>
                    <a:pt x="411988" y="12623"/>
                  </a:lnTo>
                  <a:lnTo>
                    <a:pt x="409448" y="15633"/>
                  </a:lnTo>
                  <a:lnTo>
                    <a:pt x="415264" y="20561"/>
                  </a:lnTo>
                  <a:lnTo>
                    <a:pt x="417601" y="17792"/>
                  </a:lnTo>
                  <a:lnTo>
                    <a:pt x="417842" y="17538"/>
                  </a:lnTo>
                  <a:lnTo>
                    <a:pt x="420192" y="15201"/>
                  </a:lnTo>
                  <a:close/>
                </a:path>
                <a:path w="1231900" h="512444">
                  <a:moveTo>
                    <a:pt x="424116" y="500405"/>
                  </a:moveTo>
                  <a:lnTo>
                    <a:pt x="423875" y="500202"/>
                  </a:lnTo>
                  <a:lnTo>
                    <a:pt x="421055" y="497916"/>
                  </a:lnTo>
                  <a:lnTo>
                    <a:pt x="420878" y="497801"/>
                  </a:lnTo>
                  <a:lnTo>
                    <a:pt x="420738" y="497649"/>
                  </a:lnTo>
                  <a:lnTo>
                    <a:pt x="419036" y="495947"/>
                  </a:lnTo>
                  <a:lnTo>
                    <a:pt x="413664" y="501357"/>
                  </a:lnTo>
                  <a:lnTo>
                    <a:pt x="415645" y="503313"/>
                  </a:lnTo>
                  <a:lnTo>
                    <a:pt x="415937" y="503580"/>
                  </a:lnTo>
                  <a:lnTo>
                    <a:pt x="419430" y="506399"/>
                  </a:lnTo>
                  <a:lnTo>
                    <a:pt x="420090" y="506844"/>
                  </a:lnTo>
                  <a:lnTo>
                    <a:pt x="424065" y="500468"/>
                  </a:lnTo>
                  <a:lnTo>
                    <a:pt x="424014" y="500341"/>
                  </a:lnTo>
                  <a:close/>
                </a:path>
                <a:path w="1231900" h="512444">
                  <a:moveTo>
                    <a:pt x="431507" y="8242"/>
                  </a:moveTo>
                  <a:lnTo>
                    <a:pt x="429247" y="965"/>
                  </a:lnTo>
                  <a:lnTo>
                    <a:pt x="427863" y="1397"/>
                  </a:lnTo>
                  <a:lnTo>
                    <a:pt x="427443" y="1562"/>
                  </a:lnTo>
                  <a:lnTo>
                    <a:pt x="423837" y="3162"/>
                  </a:lnTo>
                  <a:lnTo>
                    <a:pt x="423367" y="3416"/>
                  </a:lnTo>
                  <a:lnTo>
                    <a:pt x="421487" y="4584"/>
                  </a:lnTo>
                  <a:lnTo>
                    <a:pt x="425513" y="11049"/>
                  </a:lnTo>
                  <a:lnTo>
                    <a:pt x="426999" y="10121"/>
                  </a:lnTo>
                  <a:lnTo>
                    <a:pt x="427202" y="10007"/>
                  </a:lnTo>
                  <a:lnTo>
                    <a:pt x="427456" y="9880"/>
                  </a:lnTo>
                  <a:lnTo>
                    <a:pt x="430187" y="8674"/>
                  </a:lnTo>
                  <a:lnTo>
                    <a:pt x="430364" y="8597"/>
                  </a:lnTo>
                  <a:lnTo>
                    <a:pt x="430606" y="8521"/>
                  </a:lnTo>
                  <a:lnTo>
                    <a:pt x="431507" y="8242"/>
                  </a:lnTo>
                  <a:close/>
                </a:path>
                <a:path w="1231900" h="512444">
                  <a:moveTo>
                    <a:pt x="436448" y="504748"/>
                  </a:moveTo>
                  <a:lnTo>
                    <a:pt x="434682" y="504672"/>
                  </a:lnTo>
                  <a:lnTo>
                    <a:pt x="434809" y="504672"/>
                  </a:lnTo>
                  <a:lnTo>
                    <a:pt x="433171" y="504456"/>
                  </a:lnTo>
                  <a:lnTo>
                    <a:pt x="432041" y="504190"/>
                  </a:lnTo>
                  <a:lnTo>
                    <a:pt x="431774" y="504151"/>
                  </a:lnTo>
                  <a:lnTo>
                    <a:pt x="431647" y="504101"/>
                  </a:lnTo>
                  <a:lnTo>
                    <a:pt x="430606" y="503770"/>
                  </a:lnTo>
                  <a:lnTo>
                    <a:pt x="430364" y="503707"/>
                  </a:lnTo>
                  <a:lnTo>
                    <a:pt x="430542" y="503770"/>
                  </a:lnTo>
                  <a:lnTo>
                    <a:pt x="430352" y="503707"/>
                  </a:lnTo>
                  <a:lnTo>
                    <a:pt x="427278" y="510667"/>
                  </a:lnTo>
                  <a:lnTo>
                    <a:pt x="427863" y="510895"/>
                  </a:lnTo>
                  <a:lnTo>
                    <a:pt x="429691" y="511467"/>
                  </a:lnTo>
                  <a:lnTo>
                    <a:pt x="432168" y="512013"/>
                  </a:lnTo>
                  <a:lnTo>
                    <a:pt x="434009" y="512254"/>
                  </a:lnTo>
                  <a:lnTo>
                    <a:pt x="436105" y="512368"/>
                  </a:lnTo>
                  <a:lnTo>
                    <a:pt x="436448" y="504748"/>
                  </a:lnTo>
                  <a:close/>
                </a:path>
                <a:path w="1231900" h="512444">
                  <a:moveTo>
                    <a:pt x="442455" y="503682"/>
                  </a:moveTo>
                  <a:lnTo>
                    <a:pt x="442226" y="503770"/>
                  </a:lnTo>
                  <a:lnTo>
                    <a:pt x="442455" y="503682"/>
                  </a:lnTo>
                  <a:close/>
                </a:path>
                <a:path w="1231900" h="512444">
                  <a:moveTo>
                    <a:pt x="444385" y="7620"/>
                  </a:moveTo>
                  <a:lnTo>
                    <a:pt x="438073" y="7620"/>
                  </a:lnTo>
                  <a:lnTo>
                    <a:pt x="437870" y="7620"/>
                  </a:lnTo>
                  <a:lnTo>
                    <a:pt x="439381" y="7810"/>
                  </a:lnTo>
                  <a:lnTo>
                    <a:pt x="440905" y="8153"/>
                  </a:lnTo>
                  <a:lnTo>
                    <a:pt x="442125" y="8521"/>
                  </a:lnTo>
                  <a:lnTo>
                    <a:pt x="442417" y="8610"/>
                  </a:lnTo>
                  <a:lnTo>
                    <a:pt x="443699" y="9182"/>
                  </a:lnTo>
                  <a:lnTo>
                    <a:pt x="443915" y="8674"/>
                  </a:lnTo>
                  <a:lnTo>
                    <a:pt x="444131" y="8191"/>
                  </a:lnTo>
                  <a:lnTo>
                    <a:pt x="444296" y="7835"/>
                  </a:lnTo>
                  <a:lnTo>
                    <a:pt x="444385" y="7620"/>
                  </a:lnTo>
                  <a:close/>
                </a:path>
                <a:path w="1231900" h="512444">
                  <a:moveTo>
                    <a:pt x="446798" y="2209"/>
                  </a:moveTo>
                  <a:lnTo>
                    <a:pt x="438086" y="0"/>
                  </a:lnTo>
                  <a:lnTo>
                    <a:pt x="437743" y="7594"/>
                  </a:lnTo>
                  <a:lnTo>
                    <a:pt x="444385" y="7620"/>
                  </a:lnTo>
                  <a:lnTo>
                    <a:pt x="446798" y="2209"/>
                  </a:lnTo>
                  <a:close/>
                </a:path>
                <a:path w="1231900" h="512444">
                  <a:moveTo>
                    <a:pt x="452488" y="506958"/>
                  </a:moveTo>
                  <a:lnTo>
                    <a:pt x="449656" y="502424"/>
                  </a:lnTo>
                  <a:lnTo>
                    <a:pt x="448462" y="500494"/>
                  </a:lnTo>
                  <a:lnTo>
                    <a:pt x="445770" y="502170"/>
                  </a:lnTo>
                  <a:lnTo>
                    <a:pt x="445604" y="502272"/>
                  </a:lnTo>
                  <a:lnTo>
                    <a:pt x="442569" y="503618"/>
                  </a:lnTo>
                  <a:lnTo>
                    <a:pt x="444881" y="510908"/>
                  </a:lnTo>
                  <a:lnTo>
                    <a:pt x="445312" y="510743"/>
                  </a:lnTo>
                  <a:lnTo>
                    <a:pt x="448932" y="509130"/>
                  </a:lnTo>
                  <a:lnTo>
                    <a:pt x="449402" y="508889"/>
                  </a:lnTo>
                  <a:lnTo>
                    <a:pt x="452488" y="506958"/>
                  </a:lnTo>
                  <a:close/>
                </a:path>
                <a:path w="1231900" h="512444">
                  <a:moveTo>
                    <a:pt x="460108" y="11950"/>
                  </a:moveTo>
                  <a:lnTo>
                    <a:pt x="457111" y="8978"/>
                  </a:lnTo>
                  <a:lnTo>
                    <a:pt x="456819" y="8712"/>
                  </a:lnTo>
                  <a:lnTo>
                    <a:pt x="454177" y="6578"/>
                  </a:lnTo>
                  <a:lnTo>
                    <a:pt x="449402" y="12522"/>
                  </a:lnTo>
                  <a:lnTo>
                    <a:pt x="451726" y="14389"/>
                  </a:lnTo>
                  <a:lnTo>
                    <a:pt x="451853" y="14503"/>
                  </a:lnTo>
                  <a:lnTo>
                    <a:pt x="452043" y="14643"/>
                  </a:lnTo>
                  <a:lnTo>
                    <a:pt x="451853" y="14503"/>
                  </a:lnTo>
                  <a:lnTo>
                    <a:pt x="454748" y="17360"/>
                  </a:lnTo>
                  <a:lnTo>
                    <a:pt x="457428" y="14643"/>
                  </a:lnTo>
                  <a:lnTo>
                    <a:pt x="460108" y="11950"/>
                  </a:lnTo>
                  <a:close/>
                </a:path>
                <a:path w="1231900" h="512444">
                  <a:moveTo>
                    <a:pt x="464400" y="495338"/>
                  </a:moveTo>
                  <a:lnTo>
                    <a:pt x="463588" y="494753"/>
                  </a:lnTo>
                  <a:lnTo>
                    <a:pt x="458431" y="491007"/>
                  </a:lnTo>
                  <a:lnTo>
                    <a:pt x="458241" y="490867"/>
                  </a:lnTo>
                  <a:lnTo>
                    <a:pt x="455155" y="494512"/>
                  </a:lnTo>
                  <a:lnTo>
                    <a:pt x="455028" y="494665"/>
                  </a:lnTo>
                  <a:lnTo>
                    <a:pt x="453580" y="496087"/>
                  </a:lnTo>
                  <a:lnTo>
                    <a:pt x="458952" y="501497"/>
                  </a:lnTo>
                  <a:lnTo>
                    <a:pt x="460540" y="499922"/>
                  </a:lnTo>
                  <a:lnTo>
                    <a:pt x="464121" y="495706"/>
                  </a:lnTo>
                  <a:lnTo>
                    <a:pt x="464400" y="495338"/>
                  </a:lnTo>
                  <a:close/>
                </a:path>
                <a:path w="1231900" h="512444">
                  <a:moveTo>
                    <a:pt x="469773" y="24790"/>
                  </a:moveTo>
                  <a:lnTo>
                    <a:pt x="467715" y="21539"/>
                  </a:lnTo>
                  <a:lnTo>
                    <a:pt x="465366" y="18288"/>
                  </a:lnTo>
                  <a:lnTo>
                    <a:pt x="459206" y="22758"/>
                  </a:lnTo>
                  <a:lnTo>
                    <a:pt x="461314" y="25692"/>
                  </a:lnTo>
                  <a:lnTo>
                    <a:pt x="463334" y="28867"/>
                  </a:lnTo>
                  <a:lnTo>
                    <a:pt x="468160" y="25806"/>
                  </a:lnTo>
                  <a:lnTo>
                    <a:pt x="469773" y="24790"/>
                  </a:lnTo>
                  <a:close/>
                </a:path>
                <a:path w="1231900" h="512444">
                  <a:moveTo>
                    <a:pt x="472897" y="482168"/>
                  </a:moveTo>
                  <a:lnTo>
                    <a:pt x="472262" y="481812"/>
                  </a:lnTo>
                  <a:lnTo>
                    <a:pt x="466255" y="478447"/>
                  </a:lnTo>
                  <a:lnTo>
                    <a:pt x="464464" y="481634"/>
                  </a:lnTo>
                  <a:lnTo>
                    <a:pt x="462457" y="484822"/>
                  </a:lnTo>
                  <a:lnTo>
                    <a:pt x="468896" y="488886"/>
                  </a:lnTo>
                  <a:lnTo>
                    <a:pt x="470916" y="485711"/>
                  </a:lnTo>
                  <a:lnTo>
                    <a:pt x="472897" y="482168"/>
                  </a:lnTo>
                  <a:close/>
                </a:path>
                <a:path w="1231900" h="512444">
                  <a:moveTo>
                    <a:pt x="477215" y="38519"/>
                  </a:moveTo>
                  <a:lnTo>
                    <a:pt x="475983" y="36055"/>
                  </a:lnTo>
                  <a:lnTo>
                    <a:pt x="474218" y="32499"/>
                  </a:lnTo>
                  <a:lnTo>
                    <a:pt x="473697" y="31559"/>
                  </a:lnTo>
                  <a:lnTo>
                    <a:pt x="467042" y="35280"/>
                  </a:lnTo>
                  <a:lnTo>
                    <a:pt x="467398" y="35902"/>
                  </a:lnTo>
                  <a:lnTo>
                    <a:pt x="470395" y="41922"/>
                  </a:lnTo>
                  <a:lnTo>
                    <a:pt x="477215" y="38519"/>
                  </a:lnTo>
                  <a:close/>
                </a:path>
                <a:path w="1231900" h="512444">
                  <a:moveTo>
                    <a:pt x="479729" y="468172"/>
                  </a:moveTo>
                  <a:lnTo>
                    <a:pt x="472770" y="465061"/>
                  </a:lnTo>
                  <a:lnTo>
                    <a:pt x="470420" y="470319"/>
                  </a:lnTo>
                  <a:lnTo>
                    <a:pt x="469671" y="471843"/>
                  </a:lnTo>
                  <a:lnTo>
                    <a:pt x="476491" y="475246"/>
                  </a:lnTo>
                  <a:lnTo>
                    <a:pt x="477240" y="473710"/>
                  </a:lnTo>
                  <a:lnTo>
                    <a:pt x="478688" y="470471"/>
                  </a:lnTo>
                  <a:lnTo>
                    <a:pt x="479729" y="468172"/>
                  </a:lnTo>
                  <a:close/>
                </a:path>
                <a:path w="1231900" h="512444">
                  <a:moveTo>
                    <a:pt x="483311" y="52959"/>
                  </a:moveTo>
                  <a:lnTo>
                    <a:pt x="483184" y="52578"/>
                  </a:lnTo>
                  <a:lnTo>
                    <a:pt x="480441" y="45758"/>
                  </a:lnTo>
                  <a:lnTo>
                    <a:pt x="473367" y="48602"/>
                  </a:lnTo>
                  <a:lnTo>
                    <a:pt x="476161" y="55562"/>
                  </a:lnTo>
                  <a:lnTo>
                    <a:pt x="483311" y="52959"/>
                  </a:lnTo>
                  <a:close/>
                </a:path>
                <a:path w="1231900" h="512444">
                  <a:moveTo>
                    <a:pt x="485355" y="453720"/>
                  </a:moveTo>
                  <a:lnTo>
                    <a:pt x="478205" y="451116"/>
                  </a:lnTo>
                  <a:lnTo>
                    <a:pt x="476059" y="456996"/>
                  </a:lnTo>
                  <a:lnTo>
                    <a:pt x="475602" y="458139"/>
                  </a:lnTo>
                  <a:lnTo>
                    <a:pt x="482676" y="460984"/>
                  </a:lnTo>
                  <a:lnTo>
                    <a:pt x="483133" y="459841"/>
                  </a:lnTo>
                  <a:lnTo>
                    <a:pt x="484124" y="457111"/>
                  </a:lnTo>
                  <a:lnTo>
                    <a:pt x="485355" y="453720"/>
                  </a:lnTo>
                  <a:close/>
                </a:path>
                <a:path w="1231900" h="512444">
                  <a:moveTo>
                    <a:pt x="488353" y="67462"/>
                  </a:moveTo>
                  <a:lnTo>
                    <a:pt x="485965" y="60223"/>
                  </a:lnTo>
                  <a:lnTo>
                    <a:pt x="478726" y="62611"/>
                  </a:lnTo>
                  <a:lnTo>
                    <a:pt x="481114" y="69850"/>
                  </a:lnTo>
                  <a:lnTo>
                    <a:pt x="488353" y="67462"/>
                  </a:lnTo>
                  <a:close/>
                </a:path>
                <a:path w="1231900" h="512444">
                  <a:moveTo>
                    <a:pt x="490118" y="439013"/>
                  </a:moveTo>
                  <a:lnTo>
                    <a:pt x="482815" y="436829"/>
                  </a:lnTo>
                  <a:lnTo>
                    <a:pt x="481330" y="441794"/>
                  </a:lnTo>
                  <a:lnTo>
                    <a:pt x="480606" y="444004"/>
                  </a:lnTo>
                  <a:lnTo>
                    <a:pt x="487832" y="446392"/>
                  </a:lnTo>
                  <a:lnTo>
                    <a:pt x="488569" y="444182"/>
                  </a:lnTo>
                  <a:lnTo>
                    <a:pt x="489242" y="441896"/>
                  </a:lnTo>
                  <a:lnTo>
                    <a:pt x="490118" y="439013"/>
                  </a:lnTo>
                  <a:close/>
                </a:path>
                <a:path w="1231900" h="512444">
                  <a:moveTo>
                    <a:pt x="492671" y="82283"/>
                  </a:moveTo>
                  <a:lnTo>
                    <a:pt x="491236" y="77038"/>
                  </a:lnTo>
                  <a:lnTo>
                    <a:pt x="490588" y="74853"/>
                  </a:lnTo>
                  <a:lnTo>
                    <a:pt x="483285" y="77038"/>
                  </a:lnTo>
                  <a:lnTo>
                    <a:pt x="483781" y="78663"/>
                  </a:lnTo>
                  <a:lnTo>
                    <a:pt x="485317" y="84289"/>
                  </a:lnTo>
                  <a:lnTo>
                    <a:pt x="492671" y="82283"/>
                  </a:lnTo>
                  <a:close/>
                </a:path>
                <a:path w="1231900" h="512444">
                  <a:moveTo>
                    <a:pt x="494195" y="424141"/>
                  </a:moveTo>
                  <a:lnTo>
                    <a:pt x="486803" y="422313"/>
                  </a:lnTo>
                  <a:lnTo>
                    <a:pt x="486168" y="424865"/>
                  </a:lnTo>
                  <a:lnTo>
                    <a:pt x="484886" y="429590"/>
                  </a:lnTo>
                  <a:lnTo>
                    <a:pt x="492239" y="431596"/>
                  </a:lnTo>
                  <a:lnTo>
                    <a:pt x="493522" y="426872"/>
                  </a:lnTo>
                  <a:lnTo>
                    <a:pt x="493991" y="424942"/>
                  </a:lnTo>
                  <a:lnTo>
                    <a:pt x="494195" y="424141"/>
                  </a:lnTo>
                  <a:close/>
                </a:path>
                <a:path w="1231900" h="512444">
                  <a:moveTo>
                    <a:pt x="496392" y="97231"/>
                  </a:moveTo>
                  <a:lnTo>
                    <a:pt x="495833" y="94754"/>
                  </a:lnTo>
                  <a:lnTo>
                    <a:pt x="494588" y="89750"/>
                  </a:lnTo>
                  <a:lnTo>
                    <a:pt x="487197" y="91579"/>
                  </a:lnTo>
                  <a:lnTo>
                    <a:pt x="488403" y="96431"/>
                  </a:lnTo>
                  <a:lnTo>
                    <a:pt x="488962" y="98907"/>
                  </a:lnTo>
                  <a:lnTo>
                    <a:pt x="496392" y="97231"/>
                  </a:lnTo>
                  <a:close/>
                </a:path>
                <a:path w="1231900" h="512444">
                  <a:moveTo>
                    <a:pt x="497700" y="409232"/>
                  </a:moveTo>
                  <a:lnTo>
                    <a:pt x="490270" y="407555"/>
                  </a:lnTo>
                  <a:lnTo>
                    <a:pt x="488594" y="414985"/>
                  </a:lnTo>
                  <a:lnTo>
                    <a:pt x="496036" y="416661"/>
                  </a:lnTo>
                  <a:lnTo>
                    <a:pt x="497700" y="409232"/>
                  </a:lnTo>
                  <a:close/>
                </a:path>
                <a:path w="1231900" h="512444">
                  <a:moveTo>
                    <a:pt x="499592" y="112217"/>
                  </a:moveTo>
                  <a:lnTo>
                    <a:pt x="498068" y="104749"/>
                  </a:lnTo>
                  <a:lnTo>
                    <a:pt x="490601" y="106260"/>
                  </a:lnTo>
                  <a:lnTo>
                    <a:pt x="492125" y="113728"/>
                  </a:lnTo>
                  <a:lnTo>
                    <a:pt x="499592" y="112217"/>
                  </a:lnTo>
                  <a:close/>
                </a:path>
                <a:path w="1231900" h="512444">
                  <a:moveTo>
                    <a:pt x="500722" y="394131"/>
                  </a:moveTo>
                  <a:lnTo>
                    <a:pt x="493229" y="392760"/>
                  </a:lnTo>
                  <a:lnTo>
                    <a:pt x="492531" y="396519"/>
                  </a:lnTo>
                  <a:lnTo>
                    <a:pt x="491794" y="400164"/>
                  </a:lnTo>
                  <a:lnTo>
                    <a:pt x="499262" y="401688"/>
                  </a:lnTo>
                  <a:lnTo>
                    <a:pt x="500011" y="398030"/>
                  </a:lnTo>
                  <a:lnTo>
                    <a:pt x="500265" y="396582"/>
                  </a:lnTo>
                  <a:lnTo>
                    <a:pt x="500722" y="394131"/>
                  </a:lnTo>
                  <a:close/>
                </a:path>
                <a:path w="1231900" h="512444">
                  <a:moveTo>
                    <a:pt x="502361" y="127342"/>
                  </a:moveTo>
                  <a:lnTo>
                    <a:pt x="502119" y="125945"/>
                  </a:lnTo>
                  <a:lnTo>
                    <a:pt x="501916" y="124650"/>
                  </a:lnTo>
                  <a:lnTo>
                    <a:pt x="501027" y="119773"/>
                  </a:lnTo>
                  <a:lnTo>
                    <a:pt x="493522" y="121145"/>
                  </a:lnTo>
                  <a:lnTo>
                    <a:pt x="494398" y="125882"/>
                  </a:lnTo>
                  <a:lnTo>
                    <a:pt x="494842" y="128587"/>
                  </a:lnTo>
                  <a:lnTo>
                    <a:pt x="502361" y="127342"/>
                  </a:lnTo>
                  <a:close/>
                </a:path>
                <a:path w="1231900" h="512444">
                  <a:moveTo>
                    <a:pt x="503326" y="379044"/>
                  </a:moveTo>
                  <a:lnTo>
                    <a:pt x="495808" y="377812"/>
                  </a:lnTo>
                  <a:lnTo>
                    <a:pt x="494576" y="385330"/>
                  </a:lnTo>
                  <a:lnTo>
                    <a:pt x="502094" y="386562"/>
                  </a:lnTo>
                  <a:lnTo>
                    <a:pt x="503326" y="379044"/>
                  </a:lnTo>
                  <a:close/>
                </a:path>
                <a:path w="1231900" h="512444">
                  <a:moveTo>
                    <a:pt x="504723" y="142468"/>
                  </a:moveTo>
                  <a:lnTo>
                    <a:pt x="503834" y="136448"/>
                  </a:lnTo>
                  <a:lnTo>
                    <a:pt x="503593" y="134861"/>
                  </a:lnTo>
                  <a:lnTo>
                    <a:pt x="496074" y="136105"/>
                  </a:lnTo>
                  <a:lnTo>
                    <a:pt x="496125" y="136385"/>
                  </a:lnTo>
                  <a:lnTo>
                    <a:pt x="497179" y="143573"/>
                  </a:lnTo>
                  <a:lnTo>
                    <a:pt x="504723" y="142468"/>
                  </a:lnTo>
                  <a:close/>
                </a:path>
                <a:path w="1231900" h="512444">
                  <a:moveTo>
                    <a:pt x="505561" y="363842"/>
                  </a:moveTo>
                  <a:lnTo>
                    <a:pt x="498005" y="362864"/>
                  </a:lnTo>
                  <a:lnTo>
                    <a:pt x="497713" y="365023"/>
                  </a:lnTo>
                  <a:lnTo>
                    <a:pt x="496938" y="370344"/>
                  </a:lnTo>
                  <a:lnTo>
                    <a:pt x="504482" y="371449"/>
                  </a:lnTo>
                  <a:lnTo>
                    <a:pt x="505256" y="366128"/>
                  </a:lnTo>
                  <a:lnTo>
                    <a:pt x="505561" y="363842"/>
                  </a:lnTo>
                  <a:close/>
                </a:path>
                <a:path w="1231900" h="512444">
                  <a:moveTo>
                    <a:pt x="506742" y="157695"/>
                  </a:moveTo>
                  <a:lnTo>
                    <a:pt x="505764" y="150075"/>
                  </a:lnTo>
                  <a:lnTo>
                    <a:pt x="498208" y="151053"/>
                  </a:lnTo>
                  <a:lnTo>
                    <a:pt x="499148" y="158330"/>
                  </a:lnTo>
                  <a:lnTo>
                    <a:pt x="499173" y="158559"/>
                  </a:lnTo>
                  <a:lnTo>
                    <a:pt x="500722" y="158381"/>
                  </a:lnTo>
                  <a:lnTo>
                    <a:pt x="506742" y="157695"/>
                  </a:lnTo>
                  <a:close/>
                </a:path>
                <a:path w="1231900" h="512444">
                  <a:moveTo>
                    <a:pt x="507415" y="348653"/>
                  </a:moveTo>
                  <a:lnTo>
                    <a:pt x="499846" y="347802"/>
                  </a:lnTo>
                  <a:lnTo>
                    <a:pt x="499148" y="353910"/>
                  </a:lnTo>
                  <a:lnTo>
                    <a:pt x="498983" y="355307"/>
                  </a:lnTo>
                  <a:lnTo>
                    <a:pt x="506539" y="356285"/>
                  </a:lnTo>
                  <a:lnTo>
                    <a:pt x="507415" y="348653"/>
                  </a:lnTo>
                  <a:close/>
                </a:path>
                <a:path w="1231900" h="512444">
                  <a:moveTo>
                    <a:pt x="508406" y="172910"/>
                  </a:moveTo>
                  <a:lnTo>
                    <a:pt x="508101" y="169786"/>
                  </a:lnTo>
                  <a:lnTo>
                    <a:pt x="507606" y="165277"/>
                  </a:lnTo>
                  <a:lnTo>
                    <a:pt x="500024" y="166128"/>
                  </a:lnTo>
                  <a:lnTo>
                    <a:pt x="500430" y="169722"/>
                  </a:lnTo>
                  <a:lnTo>
                    <a:pt x="500811" y="173647"/>
                  </a:lnTo>
                  <a:lnTo>
                    <a:pt x="508406" y="172910"/>
                  </a:lnTo>
                  <a:close/>
                </a:path>
                <a:path w="1231900" h="512444">
                  <a:moveTo>
                    <a:pt x="508977" y="333438"/>
                  </a:moveTo>
                  <a:lnTo>
                    <a:pt x="501396" y="332701"/>
                  </a:lnTo>
                  <a:lnTo>
                    <a:pt x="500659" y="340283"/>
                  </a:lnTo>
                  <a:lnTo>
                    <a:pt x="508241" y="341020"/>
                  </a:lnTo>
                  <a:lnTo>
                    <a:pt x="508977" y="333438"/>
                  </a:lnTo>
                  <a:close/>
                </a:path>
                <a:path w="1231900" h="512444">
                  <a:moveTo>
                    <a:pt x="509765" y="188150"/>
                  </a:moveTo>
                  <a:lnTo>
                    <a:pt x="509130" y="180492"/>
                  </a:lnTo>
                  <a:lnTo>
                    <a:pt x="501548" y="181229"/>
                  </a:lnTo>
                  <a:lnTo>
                    <a:pt x="501561" y="181394"/>
                  </a:lnTo>
                  <a:lnTo>
                    <a:pt x="502170" y="188760"/>
                  </a:lnTo>
                  <a:lnTo>
                    <a:pt x="509765" y="188150"/>
                  </a:lnTo>
                  <a:close/>
                </a:path>
                <a:path w="1231900" h="512444">
                  <a:moveTo>
                    <a:pt x="510235" y="318122"/>
                  </a:moveTo>
                  <a:lnTo>
                    <a:pt x="502627" y="317627"/>
                  </a:lnTo>
                  <a:lnTo>
                    <a:pt x="502539" y="318922"/>
                  </a:lnTo>
                  <a:lnTo>
                    <a:pt x="502031" y="325158"/>
                  </a:lnTo>
                  <a:lnTo>
                    <a:pt x="509625" y="325780"/>
                  </a:lnTo>
                  <a:lnTo>
                    <a:pt x="510159" y="318973"/>
                  </a:lnTo>
                  <a:lnTo>
                    <a:pt x="510235" y="318122"/>
                  </a:lnTo>
                  <a:close/>
                </a:path>
                <a:path w="1231900" h="512444">
                  <a:moveTo>
                    <a:pt x="510844" y="203403"/>
                  </a:moveTo>
                  <a:lnTo>
                    <a:pt x="510336" y="195808"/>
                  </a:lnTo>
                  <a:lnTo>
                    <a:pt x="502729" y="196303"/>
                  </a:lnTo>
                  <a:lnTo>
                    <a:pt x="503237" y="203911"/>
                  </a:lnTo>
                  <a:lnTo>
                    <a:pt x="510844" y="203403"/>
                  </a:lnTo>
                  <a:close/>
                </a:path>
                <a:path w="1231900" h="512444">
                  <a:moveTo>
                    <a:pt x="511175" y="302856"/>
                  </a:moveTo>
                  <a:lnTo>
                    <a:pt x="503567" y="302475"/>
                  </a:lnTo>
                  <a:lnTo>
                    <a:pt x="503339" y="306768"/>
                  </a:lnTo>
                  <a:lnTo>
                    <a:pt x="503123" y="310019"/>
                  </a:lnTo>
                  <a:lnTo>
                    <a:pt x="510730" y="310527"/>
                  </a:lnTo>
                  <a:lnTo>
                    <a:pt x="510959" y="306819"/>
                  </a:lnTo>
                  <a:lnTo>
                    <a:pt x="511175" y="302856"/>
                  </a:lnTo>
                  <a:close/>
                </a:path>
                <a:path w="1231900" h="512444">
                  <a:moveTo>
                    <a:pt x="511632" y="218744"/>
                  </a:moveTo>
                  <a:lnTo>
                    <a:pt x="511594" y="217576"/>
                  </a:lnTo>
                  <a:lnTo>
                    <a:pt x="511251" y="211074"/>
                  </a:lnTo>
                  <a:lnTo>
                    <a:pt x="503643" y="211467"/>
                  </a:lnTo>
                  <a:lnTo>
                    <a:pt x="503948" y="217576"/>
                  </a:lnTo>
                  <a:lnTo>
                    <a:pt x="504012" y="219011"/>
                  </a:lnTo>
                  <a:lnTo>
                    <a:pt x="511632" y="218744"/>
                  </a:lnTo>
                  <a:close/>
                </a:path>
                <a:path w="1231900" h="512444">
                  <a:moveTo>
                    <a:pt x="511848" y="287578"/>
                  </a:moveTo>
                  <a:lnTo>
                    <a:pt x="504228" y="287299"/>
                  </a:lnTo>
                  <a:lnTo>
                    <a:pt x="503974" y="294398"/>
                  </a:lnTo>
                  <a:lnTo>
                    <a:pt x="503948" y="294855"/>
                  </a:lnTo>
                  <a:lnTo>
                    <a:pt x="511556" y="295249"/>
                  </a:lnTo>
                  <a:lnTo>
                    <a:pt x="511581" y="294449"/>
                  </a:lnTo>
                  <a:lnTo>
                    <a:pt x="511848" y="287578"/>
                  </a:lnTo>
                  <a:close/>
                </a:path>
                <a:path w="1231900" h="512444">
                  <a:moveTo>
                    <a:pt x="512127" y="234022"/>
                  </a:moveTo>
                  <a:lnTo>
                    <a:pt x="512051" y="230200"/>
                  </a:lnTo>
                  <a:lnTo>
                    <a:pt x="511911" y="226352"/>
                  </a:lnTo>
                  <a:lnTo>
                    <a:pt x="504291" y="226631"/>
                  </a:lnTo>
                  <a:lnTo>
                    <a:pt x="504418" y="230200"/>
                  </a:lnTo>
                  <a:lnTo>
                    <a:pt x="504418" y="230428"/>
                  </a:lnTo>
                  <a:lnTo>
                    <a:pt x="504507" y="234188"/>
                  </a:lnTo>
                  <a:lnTo>
                    <a:pt x="512127" y="234022"/>
                  </a:lnTo>
                  <a:close/>
                </a:path>
                <a:path w="1231900" h="512444">
                  <a:moveTo>
                    <a:pt x="512254" y="272288"/>
                  </a:moveTo>
                  <a:lnTo>
                    <a:pt x="504647" y="272122"/>
                  </a:lnTo>
                  <a:lnTo>
                    <a:pt x="504482" y="279742"/>
                  </a:lnTo>
                  <a:lnTo>
                    <a:pt x="512089" y="279908"/>
                  </a:lnTo>
                  <a:lnTo>
                    <a:pt x="512254" y="272288"/>
                  </a:lnTo>
                  <a:close/>
                </a:path>
                <a:path w="1231900" h="512444">
                  <a:moveTo>
                    <a:pt x="512368" y="249326"/>
                  </a:moveTo>
                  <a:lnTo>
                    <a:pt x="512292" y="241642"/>
                  </a:lnTo>
                  <a:lnTo>
                    <a:pt x="504672" y="241808"/>
                  </a:lnTo>
                  <a:lnTo>
                    <a:pt x="504698" y="243192"/>
                  </a:lnTo>
                  <a:lnTo>
                    <a:pt x="504748" y="249377"/>
                  </a:lnTo>
                  <a:lnTo>
                    <a:pt x="512368" y="249326"/>
                  </a:lnTo>
                  <a:close/>
                </a:path>
                <a:path w="1231900" h="512444">
                  <a:moveTo>
                    <a:pt x="512419" y="256997"/>
                  </a:moveTo>
                  <a:lnTo>
                    <a:pt x="504799" y="256946"/>
                  </a:lnTo>
                  <a:lnTo>
                    <a:pt x="504736" y="264566"/>
                  </a:lnTo>
                  <a:lnTo>
                    <a:pt x="512356" y="264617"/>
                  </a:lnTo>
                  <a:lnTo>
                    <a:pt x="512419" y="256997"/>
                  </a:lnTo>
                  <a:close/>
                </a:path>
                <a:path w="1231900" h="512444">
                  <a:moveTo>
                    <a:pt x="726808" y="246303"/>
                  </a:moveTo>
                  <a:lnTo>
                    <a:pt x="719188" y="246253"/>
                  </a:lnTo>
                  <a:lnTo>
                    <a:pt x="719137" y="253873"/>
                  </a:lnTo>
                  <a:lnTo>
                    <a:pt x="726744" y="253923"/>
                  </a:lnTo>
                  <a:lnTo>
                    <a:pt x="726808" y="246303"/>
                  </a:lnTo>
                  <a:close/>
                </a:path>
                <a:path w="1231900" h="512444">
                  <a:moveTo>
                    <a:pt x="726884" y="271919"/>
                  </a:moveTo>
                  <a:lnTo>
                    <a:pt x="726821" y="269125"/>
                  </a:lnTo>
                  <a:lnTo>
                    <a:pt x="726770" y="261493"/>
                  </a:lnTo>
                  <a:lnTo>
                    <a:pt x="719150" y="261543"/>
                  </a:lnTo>
                  <a:lnTo>
                    <a:pt x="719213" y="269163"/>
                  </a:lnTo>
                  <a:lnTo>
                    <a:pt x="722591" y="269151"/>
                  </a:lnTo>
                  <a:lnTo>
                    <a:pt x="719213" y="269214"/>
                  </a:lnTo>
                  <a:lnTo>
                    <a:pt x="719277" y="272084"/>
                  </a:lnTo>
                  <a:lnTo>
                    <a:pt x="726884" y="271919"/>
                  </a:lnTo>
                  <a:close/>
                </a:path>
                <a:path w="1231900" h="512444">
                  <a:moveTo>
                    <a:pt x="727087" y="231127"/>
                  </a:moveTo>
                  <a:lnTo>
                    <a:pt x="719467" y="230962"/>
                  </a:lnTo>
                  <a:lnTo>
                    <a:pt x="719302" y="238582"/>
                  </a:lnTo>
                  <a:lnTo>
                    <a:pt x="726922" y="238747"/>
                  </a:lnTo>
                  <a:lnTo>
                    <a:pt x="727087" y="231127"/>
                  </a:lnTo>
                  <a:close/>
                </a:path>
                <a:path w="1231900" h="512444">
                  <a:moveTo>
                    <a:pt x="727290" y="287096"/>
                  </a:moveTo>
                  <a:lnTo>
                    <a:pt x="727100" y="282092"/>
                  </a:lnTo>
                  <a:lnTo>
                    <a:pt x="727062" y="279539"/>
                  </a:lnTo>
                  <a:lnTo>
                    <a:pt x="719442" y="279704"/>
                  </a:lnTo>
                  <a:lnTo>
                    <a:pt x="719493" y="282092"/>
                  </a:lnTo>
                  <a:lnTo>
                    <a:pt x="719683" y="287375"/>
                  </a:lnTo>
                  <a:lnTo>
                    <a:pt x="727290" y="287096"/>
                  </a:lnTo>
                  <a:close/>
                </a:path>
                <a:path w="1231900" h="512444">
                  <a:moveTo>
                    <a:pt x="727659" y="216001"/>
                  </a:moveTo>
                  <a:lnTo>
                    <a:pt x="720051" y="215620"/>
                  </a:lnTo>
                  <a:lnTo>
                    <a:pt x="719937" y="217906"/>
                  </a:lnTo>
                  <a:lnTo>
                    <a:pt x="719747" y="223291"/>
                  </a:lnTo>
                  <a:lnTo>
                    <a:pt x="727354" y="223558"/>
                  </a:lnTo>
                  <a:lnTo>
                    <a:pt x="727557" y="217906"/>
                  </a:lnTo>
                  <a:lnTo>
                    <a:pt x="727659" y="216001"/>
                  </a:lnTo>
                  <a:close/>
                </a:path>
                <a:path w="1231900" h="512444">
                  <a:moveTo>
                    <a:pt x="727964" y="302260"/>
                  </a:moveTo>
                  <a:lnTo>
                    <a:pt x="727570" y="294652"/>
                  </a:lnTo>
                  <a:lnTo>
                    <a:pt x="719963" y="295046"/>
                  </a:lnTo>
                  <a:lnTo>
                    <a:pt x="720356" y="302653"/>
                  </a:lnTo>
                  <a:lnTo>
                    <a:pt x="727964" y="302260"/>
                  </a:lnTo>
                  <a:close/>
                </a:path>
                <a:path w="1231900" h="512444">
                  <a:moveTo>
                    <a:pt x="728497" y="200850"/>
                  </a:moveTo>
                  <a:lnTo>
                    <a:pt x="720902" y="200342"/>
                  </a:lnTo>
                  <a:lnTo>
                    <a:pt x="720585" y="205079"/>
                  </a:lnTo>
                  <a:lnTo>
                    <a:pt x="720432" y="208013"/>
                  </a:lnTo>
                  <a:lnTo>
                    <a:pt x="728052" y="208394"/>
                  </a:lnTo>
                  <a:lnTo>
                    <a:pt x="728192" y="205473"/>
                  </a:lnTo>
                  <a:lnTo>
                    <a:pt x="728497" y="200850"/>
                  </a:lnTo>
                  <a:close/>
                </a:path>
                <a:path w="1231900" h="512444">
                  <a:moveTo>
                    <a:pt x="728891" y="317411"/>
                  </a:moveTo>
                  <a:lnTo>
                    <a:pt x="728395" y="309816"/>
                  </a:lnTo>
                  <a:lnTo>
                    <a:pt x="720788" y="310311"/>
                  </a:lnTo>
                  <a:lnTo>
                    <a:pt x="721296" y="317919"/>
                  </a:lnTo>
                  <a:lnTo>
                    <a:pt x="728891" y="317411"/>
                  </a:lnTo>
                  <a:close/>
                </a:path>
                <a:path w="1231900" h="512444">
                  <a:moveTo>
                    <a:pt x="729615" y="185712"/>
                  </a:moveTo>
                  <a:lnTo>
                    <a:pt x="722020" y="185089"/>
                  </a:lnTo>
                  <a:lnTo>
                    <a:pt x="721410" y="192684"/>
                  </a:lnTo>
                  <a:lnTo>
                    <a:pt x="729005" y="193306"/>
                  </a:lnTo>
                  <a:lnTo>
                    <a:pt x="729615" y="185712"/>
                  </a:lnTo>
                  <a:close/>
                </a:path>
                <a:path w="1231900" h="512444">
                  <a:moveTo>
                    <a:pt x="730123" y="332486"/>
                  </a:moveTo>
                  <a:lnTo>
                    <a:pt x="729970" y="330835"/>
                  </a:lnTo>
                  <a:lnTo>
                    <a:pt x="729488" y="324954"/>
                  </a:lnTo>
                  <a:lnTo>
                    <a:pt x="721893" y="325577"/>
                  </a:lnTo>
                  <a:lnTo>
                    <a:pt x="722312" y="330835"/>
                  </a:lnTo>
                  <a:lnTo>
                    <a:pt x="722541" y="333222"/>
                  </a:lnTo>
                  <a:lnTo>
                    <a:pt x="730123" y="332486"/>
                  </a:lnTo>
                  <a:close/>
                </a:path>
                <a:path w="1231900" h="512444">
                  <a:moveTo>
                    <a:pt x="731012" y="170586"/>
                  </a:moveTo>
                  <a:lnTo>
                    <a:pt x="723430" y="169849"/>
                  </a:lnTo>
                  <a:lnTo>
                    <a:pt x="722693" y="177444"/>
                  </a:lnTo>
                  <a:lnTo>
                    <a:pt x="730288" y="178168"/>
                  </a:lnTo>
                  <a:lnTo>
                    <a:pt x="731012" y="170586"/>
                  </a:lnTo>
                  <a:close/>
                </a:path>
                <a:path w="1231900" h="512444">
                  <a:moveTo>
                    <a:pt x="731672" y="347586"/>
                  </a:moveTo>
                  <a:lnTo>
                    <a:pt x="731088" y="342506"/>
                  </a:lnTo>
                  <a:lnTo>
                    <a:pt x="730859" y="340080"/>
                  </a:lnTo>
                  <a:lnTo>
                    <a:pt x="723277" y="340804"/>
                  </a:lnTo>
                  <a:lnTo>
                    <a:pt x="723519" y="343357"/>
                  </a:lnTo>
                  <a:lnTo>
                    <a:pt x="724090" y="348449"/>
                  </a:lnTo>
                  <a:lnTo>
                    <a:pt x="731672" y="347586"/>
                  </a:lnTo>
                  <a:close/>
                </a:path>
                <a:path w="1231900" h="512444">
                  <a:moveTo>
                    <a:pt x="732739" y="155575"/>
                  </a:moveTo>
                  <a:lnTo>
                    <a:pt x="725182" y="154597"/>
                  </a:lnTo>
                  <a:lnTo>
                    <a:pt x="724827" y="157403"/>
                  </a:lnTo>
                  <a:lnTo>
                    <a:pt x="724281" y="162217"/>
                  </a:lnTo>
                  <a:lnTo>
                    <a:pt x="731850" y="163080"/>
                  </a:lnTo>
                  <a:lnTo>
                    <a:pt x="732370" y="158381"/>
                  </a:lnTo>
                  <a:lnTo>
                    <a:pt x="732739" y="155575"/>
                  </a:lnTo>
                  <a:close/>
                </a:path>
                <a:path w="1231900" h="512444">
                  <a:moveTo>
                    <a:pt x="733513" y="362661"/>
                  </a:moveTo>
                  <a:lnTo>
                    <a:pt x="732536" y="355104"/>
                  </a:lnTo>
                  <a:lnTo>
                    <a:pt x="724979" y="356082"/>
                  </a:lnTo>
                  <a:lnTo>
                    <a:pt x="725957" y="363639"/>
                  </a:lnTo>
                  <a:lnTo>
                    <a:pt x="733513" y="362661"/>
                  </a:lnTo>
                  <a:close/>
                </a:path>
                <a:path w="1231900" h="512444">
                  <a:moveTo>
                    <a:pt x="734809" y="140538"/>
                  </a:moveTo>
                  <a:lnTo>
                    <a:pt x="727265" y="139433"/>
                  </a:lnTo>
                  <a:lnTo>
                    <a:pt x="726160" y="147040"/>
                  </a:lnTo>
                  <a:lnTo>
                    <a:pt x="733717" y="148018"/>
                  </a:lnTo>
                  <a:lnTo>
                    <a:pt x="733818" y="147269"/>
                  </a:lnTo>
                  <a:lnTo>
                    <a:pt x="734809" y="140538"/>
                  </a:lnTo>
                  <a:close/>
                </a:path>
                <a:path w="1231900" h="512444">
                  <a:moveTo>
                    <a:pt x="735698" y="377609"/>
                  </a:moveTo>
                  <a:lnTo>
                    <a:pt x="735406" y="375843"/>
                  </a:lnTo>
                  <a:lnTo>
                    <a:pt x="734568" y="370141"/>
                  </a:lnTo>
                  <a:lnTo>
                    <a:pt x="727024" y="371246"/>
                  </a:lnTo>
                  <a:lnTo>
                    <a:pt x="727697" y="375843"/>
                  </a:lnTo>
                  <a:lnTo>
                    <a:pt x="728167" y="378841"/>
                  </a:lnTo>
                  <a:lnTo>
                    <a:pt x="735698" y="377609"/>
                  </a:lnTo>
                  <a:close/>
                </a:path>
                <a:path w="1231900" h="512444">
                  <a:moveTo>
                    <a:pt x="737184" y="125628"/>
                  </a:moveTo>
                  <a:lnTo>
                    <a:pt x="729691" y="124244"/>
                  </a:lnTo>
                  <a:lnTo>
                    <a:pt x="728433" y="131838"/>
                  </a:lnTo>
                  <a:lnTo>
                    <a:pt x="735952" y="133070"/>
                  </a:lnTo>
                  <a:lnTo>
                    <a:pt x="737133" y="125945"/>
                  </a:lnTo>
                  <a:lnTo>
                    <a:pt x="737184" y="125628"/>
                  </a:lnTo>
                  <a:close/>
                </a:path>
                <a:path w="1231900" h="512444">
                  <a:moveTo>
                    <a:pt x="738263" y="392557"/>
                  </a:moveTo>
                  <a:lnTo>
                    <a:pt x="737133" y="386346"/>
                  </a:lnTo>
                  <a:lnTo>
                    <a:pt x="736930" y="385127"/>
                  </a:lnTo>
                  <a:lnTo>
                    <a:pt x="729488" y="386346"/>
                  </a:lnTo>
                  <a:lnTo>
                    <a:pt x="729627" y="387654"/>
                  </a:lnTo>
                  <a:lnTo>
                    <a:pt x="730770" y="393928"/>
                  </a:lnTo>
                  <a:lnTo>
                    <a:pt x="738263" y="392557"/>
                  </a:lnTo>
                  <a:close/>
                </a:path>
                <a:path w="1231900" h="512444">
                  <a:moveTo>
                    <a:pt x="740029" y="110731"/>
                  </a:moveTo>
                  <a:lnTo>
                    <a:pt x="732561" y="109207"/>
                  </a:lnTo>
                  <a:lnTo>
                    <a:pt x="731532" y="114261"/>
                  </a:lnTo>
                  <a:lnTo>
                    <a:pt x="731075" y="116751"/>
                  </a:lnTo>
                  <a:lnTo>
                    <a:pt x="738568" y="118135"/>
                  </a:lnTo>
                  <a:lnTo>
                    <a:pt x="738987" y="115785"/>
                  </a:lnTo>
                  <a:lnTo>
                    <a:pt x="740029" y="110731"/>
                  </a:lnTo>
                  <a:close/>
                </a:path>
                <a:path w="1231900" h="512444">
                  <a:moveTo>
                    <a:pt x="741222" y="407352"/>
                  </a:moveTo>
                  <a:lnTo>
                    <a:pt x="741006" y="406412"/>
                  </a:lnTo>
                  <a:lnTo>
                    <a:pt x="739698" y="399961"/>
                  </a:lnTo>
                  <a:lnTo>
                    <a:pt x="732231" y="401485"/>
                  </a:lnTo>
                  <a:lnTo>
                    <a:pt x="733780" y="409028"/>
                  </a:lnTo>
                  <a:lnTo>
                    <a:pt x="741222" y="407352"/>
                  </a:lnTo>
                  <a:close/>
                </a:path>
                <a:path w="1231900" h="512444">
                  <a:moveTo>
                    <a:pt x="743242" y="95999"/>
                  </a:moveTo>
                  <a:lnTo>
                    <a:pt x="735850" y="94157"/>
                  </a:lnTo>
                  <a:lnTo>
                    <a:pt x="734148" y="101676"/>
                  </a:lnTo>
                  <a:lnTo>
                    <a:pt x="741578" y="103339"/>
                  </a:lnTo>
                  <a:lnTo>
                    <a:pt x="743115" y="96507"/>
                  </a:lnTo>
                  <a:lnTo>
                    <a:pt x="743242" y="95999"/>
                  </a:lnTo>
                  <a:close/>
                </a:path>
                <a:path w="1231900" h="512444">
                  <a:moveTo>
                    <a:pt x="744677" y="422109"/>
                  </a:moveTo>
                  <a:lnTo>
                    <a:pt x="743115" y="415785"/>
                  </a:lnTo>
                  <a:lnTo>
                    <a:pt x="742886" y="414782"/>
                  </a:lnTo>
                  <a:lnTo>
                    <a:pt x="735457" y="416458"/>
                  </a:lnTo>
                  <a:lnTo>
                    <a:pt x="735698" y="417537"/>
                  </a:lnTo>
                  <a:lnTo>
                    <a:pt x="737285" y="423938"/>
                  </a:lnTo>
                  <a:lnTo>
                    <a:pt x="744677" y="422109"/>
                  </a:lnTo>
                  <a:close/>
                </a:path>
                <a:path w="1231900" h="512444">
                  <a:moveTo>
                    <a:pt x="747026" y="81330"/>
                  </a:moveTo>
                  <a:lnTo>
                    <a:pt x="739686" y="79324"/>
                  </a:lnTo>
                  <a:lnTo>
                    <a:pt x="738009" y="85432"/>
                  </a:lnTo>
                  <a:lnTo>
                    <a:pt x="737679" y="86766"/>
                  </a:lnTo>
                  <a:lnTo>
                    <a:pt x="745083" y="88595"/>
                  </a:lnTo>
                  <a:lnTo>
                    <a:pt x="745363" y="87439"/>
                  </a:lnTo>
                  <a:lnTo>
                    <a:pt x="747026" y="81330"/>
                  </a:lnTo>
                  <a:close/>
                </a:path>
                <a:path w="1231900" h="512444">
                  <a:moveTo>
                    <a:pt x="748652" y="436626"/>
                  </a:moveTo>
                  <a:lnTo>
                    <a:pt x="747725" y="433539"/>
                  </a:lnTo>
                  <a:lnTo>
                    <a:pt x="746594" y="429387"/>
                  </a:lnTo>
                  <a:lnTo>
                    <a:pt x="739254" y="431393"/>
                  </a:lnTo>
                  <a:lnTo>
                    <a:pt x="740410" y="435635"/>
                  </a:lnTo>
                  <a:lnTo>
                    <a:pt x="741362" y="438810"/>
                  </a:lnTo>
                  <a:lnTo>
                    <a:pt x="748652" y="436626"/>
                  </a:lnTo>
                  <a:close/>
                </a:path>
                <a:path w="1231900" h="512444">
                  <a:moveTo>
                    <a:pt x="751382" y="66929"/>
                  </a:moveTo>
                  <a:lnTo>
                    <a:pt x="744156" y="64541"/>
                  </a:lnTo>
                  <a:lnTo>
                    <a:pt x="742975" y="68110"/>
                  </a:lnTo>
                  <a:lnTo>
                    <a:pt x="741832" y="71907"/>
                  </a:lnTo>
                  <a:lnTo>
                    <a:pt x="749134" y="74104"/>
                  </a:lnTo>
                  <a:lnTo>
                    <a:pt x="750201" y="70497"/>
                  </a:lnTo>
                  <a:lnTo>
                    <a:pt x="751382" y="66929"/>
                  </a:lnTo>
                  <a:close/>
                </a:path>
                <a:path w="1231900" h="512444">
                  <a:moveTo>
                    <a:pt x="753262" y="450913"/>
                  </a:moveTo>
                  <a:lnTo>
                    <a:pt x="752792" y="449618"/>
                  </a:lnTo>
                  <a:lnTo>
                    <a:pt x="750874" y="443801"/>
                  </a:lnTo>
                  <a:lnTo>
                    <a:pt x="743635" y="446201"/>
                  </a:lnTo>
                  <a:lnTo>
                    <a:pt x="745591" y="452120"/>
                  </a:lnTo>
                  <a:lnTo>
                    <a:pt x="746099" y="453529"/>
                  </a:lnTo>
                  <a:lnTo>
                    <a:pt x="753262" y="450913"/>
                  </a:lnTo>
                  <a:close/>
                </a:path>
                <a:path w="1231900" h="512444">
                  <a:moveTo>
                    <a:pt x="756475" y="52832"/>
                  </a:moveTo>
                  <a:lnTo>
                    <a:pt x="749401" y="49987"/>
                  </a:lnTo>
                  <a:lnTo>
                    <a:pt x="748398" y="52463"/>
                  </a:lnTo>
                  <a:lnTo>
                    <a:pt x="746671" y="57226"/>
                  </a:lnTo>
                  <a:lnTo>
                    <a:pt x="753821" y="59842"/>
                  </a:lnTo>
                  <a:lnTo>
                    <a:pt x="755472" y="55308"/>
                  </a:lnTo>
                  <a:lnTo>
                    <a:pt x="755523" y="55181"/>
                  </a:lnTo>
                  <a:lnTo>
                    <a:pt x="756475" y="52832"/>
                  </a:lnTo>
                  <a:close/>
                </a:path>
                <a:path w="1231900" h="512444">
                  <a:moveTo>
                    <a:pt x="758685" y="464870"/>
                  </a:moveTo>
                  <a:lnTo>
                    <a:pt x="758304" y="464032"/>
                  </a:lnTo>
                  <a:lnTo>
                    <a:pt x="755853" y="457949"/>
                  </a:lnTo>
                  <a:lnTo>
                    <a:pt x="748792" y="460794"/>
                  </a:lnTo>
                  <a:lnTo>
                    <a:pt x="751230" y="466877"/>
                  </a:lnTo>
                  <a:lnTo>
                    <a:pt x="751725" y="467982"/>
                  </a:lnTo>
                  <a:lnTo>
                    <a:pt x="758685" y="464870"/>
                  </a:lnTo>
                  <a:close/>
                </a:path>
                <a:path w="1231900" h="512444">
                  <a:moveTo>
                    <a:pt x="762508" y="39166"/>
                  </a:moveTo>
                  <a:lnTo>
                    <a:pt x="755688" y="35775"/>
                  </a:lnTo>
                  <a:lnTo>
                    <a:pt x="754291" y="38582"/>
                  </a:lnTo>
                  <a:lnTo>
                    <a:pt x="752398" y="42824"/>
                  </a:lnTo>
                  <a:lnTo>
                    <a:pt x="759358" y="45923"/>
                  </a:lnTo>
                  <a:lnTo>
                    <a:pt x="761111" y="41973"/>
                  </a:lnTo>
                  <a:lnTo>
                    <a:pt x="761174" y="41833"/>
                  </a:lnTo>
                  <a:lnTo>
                    <a:pt x="762508" y="39166"/>
                  </a:lnTo>
                  <a:close/>
                </a:path>
                <a:path w="1231900" h="512444">
                  <a:moveTo>
                    <a:pt x="765187" y="478269"/>
                  </a:moveTo>
                  <a:lnTo>
                    <a:pt x="764133" y="476402"/>
                  </a:lnTo>
                  <a:lnTo>
                    <a:pt x="764044" y="476237"/>
                  </a:lnTo>
                  <a:lnTo>
                    <a:pt x="761784" y="471652"/>
                  </a:lnTo>
                  <a:lnTo>
                    <a:pt x="754951" y="475056"/>
                  </a:lnTo>
                  <a:lnTo>
                    <a:pt x="757313" y="479793"/>
                  </a:lnTo>
                  <a:lnTo>
                    <a:pt x="758532" y="481990"/>
                  </a:lnTo>
                  <a:lnTo>
                    <a:pt x="765187" y="478269"/>
                  </a:lnTo>
                  <a:close/>
                </a:path>
                <a:path w="1231900" h="512444">
                  <a:moveTo>
                    <a:pt x="769835" y="26276"/>
                  </a:moveTo>
                  <a:lnTo>
                    <a:pt x="763397" y="22199"/>
                  </a:lnTo>
                  <a:lnTo>
                    <a:pt x="760615" y="26593"/>
                  </a:lnTo>
                  <a:lnTo>
                    <a:pt x="759333" y="28879"/>
                  </a:lnTo>
                  <a:lnTo>
                    <a:pt x="765987" y="32600"/>
                  </a:lnTo>
                  <a:lnTo>
                    <a:pt x="767054" y="30670"/>
                  </a:lnTo>
                  <a:lnTo>
                    <a:pt x="767168" y="30480"/>
                  </a:lnTo>
                  <a:lnTo>
                    <a:pt x="769835" y="26276"/>
                  </a:lnTo>
                  <a:close/>
                </a:path>
                <a:path w="1231900" h="512444">
                  <a:moveTo>
                    <a:pt x="773176" y="490689"/>
                  </a:moveTo>
                  <a:lnTo>
                    <a:pt x="770267" y="486689"/>
                  </a:lnTo>
                  <a:lnTo>
                    <a:pt x="768959" y="484644"/>
                  </a:lnTo>
                  <a:lnTo>
                    <a:pt x="762520" y="488721"/>
                  </a:lnTo>
                  <a:lnTo>
                    <a:pt x="763765" y="490689"/>
                  </a:lnTo>
                  <a:lnTo>
                    <a:pt x="767016" y="495173"/>
                  </a:lnTo>
                  <a:lnTo>
                    <a:pt x="773176" y="490689"/>
                  </a:lnTo>
                  <a:close/>
                </a:path>
                <a:path w="1231900" h="512444">
                  <a:moveTo>
                    <a:pt x="778967" y="15201"/>
                  </a:moveTo>
                  <a:lnTo>
                    <a:pt x="773607" y="9791"/>
                  </a:lnTo>
                  <a:lnTo>
                    <a:pt x="770763" y="12623"/>
                  </a:lnTo>
                  <a:lnTo>
                    <a:pt x="768223" y="15633"/>
                  </a:lnTo>
                  <a:lnTo>
                    <a:pt x="774039" y="20561"/>
                  </a:lnTo>
                  <a:lnTo>
                    <a:pt x="776376" y="17792"/>
                  </a:lnTo>
                  <a:lnTo>
                    <a:pt x="776617" y="17538"/>
                  </a:lnTo>
                  <a:lnTo>
                    <a:pt x="778967" y="15201"/>
                  </a:lnTo>
                  <a:close/>
                </a:path>
                <a:path w="1231900" h="512444">
                  <a:moveTo>
                    <a:pt x="782891" y="500405"/>
                  </a:moveTo>
                  <a:lnTo>
                    <a:pt x="782650" y="500202"/>
                  </a:lnTo>
                  <a:lnTo>
                    <a:pt x="779830" y="497916"/>
                  </a:lnTo>
                  <a:lnTo>
                    <a:pt x="779653" y="497801"/>
                  </a:lnTo>
                  <a:lnTo>
                    <a:pt x="779513" y="497649"/>
                  </a:lnTo>
                  <a:lnTo>
                    <a:pt x="777811" y="495947"/>
                  </a:lnTo>
                  <a:lnTo>
                    <a:pt x="772439" y="501357"/>
                  </a:lnTo>
                  <a:lnTo>
                    <a:pt x="774420" y="503313"/>
                  </a:lnTo>
                  <a:lnTo>
                    <a:pt x="774712" y="503580"/>
                  </a:lnTo>
                  <a:lnTo>
                    <a:pt x="778205" y="506399"/>
                  </a:lnTo>
                  <a:lnTo>
                    <a:pt x="778865" y="506844"/>
                  </a:lnTo>
                  <a:lnTo>
                    <a:pt x="782840" y="500468"/>
                  </a:lnTo>
                  <a:lnTo>
                    <a:pt x="782789" y="500341"/>
                  </a:lnTo>
                  <a:close/>
                </a:path>
                <a:path w="1231900" h="512444">
                  <a:moveTo>
                    <a:pt x="790282" y="8242"/>
                  </a:moveTo>
                  <a:lnTo>
                    <a:pt x="788022" y="965"/>
                  </a:lnTo>
                  <a:lnTo>
                    <a:pt x="786638" y="1397"/>
                  </a:lnTo>
                  <a:lnTo>
                    <a:pt x="786218" y="1562"/>
                  </a:lnTo>
                  <a:lnTo>
                    <a:pt x="782612" y="3162"/>
                  </a:lnTo>
                  <a:lnTo>
                    <a:pt x="782142" y="3416"/>
                  </a:lnTo>
                  <a:lnTo>
                    <a:pt x="780262" y="4584"/>
                  </a:lnTo>
                  <a:lnTo>
                    <a:pt x="784288" y="11049"/>
                  </a:lnTo>
                  <a:lnTo>
                    <a:pt x="785774" y="10121"/>
                  </a:lnTo>
                  <a:lnTo>
                    <a:pt x="785977" y="10007"/>
                  </a:lnTo>
                  <a:lnTo>
                    <a:pt x="786231" y="9880"/>
                  </a:lnTo>
                  <a:lnTo>
                    <a:pt x="788962" y="8674"/>
                  </a:lnTo>
                  <a:lnTo>
                    <a:pt x="789139" y="8597"/>
                  </a:lnTo>
                  <a:lnTo>
                    <a:pt x="789381" y="8521"/>
                  </a:lnTo>
                  <a:lnTo>
                    <a:pt x="790282" y="8242"/>
                  </a:lnTo>
                  <a:close/>
                </a:path>
                <a:path w="1231900" h="512444">
                  <a:moveTo>
                    <a:pt x="795223" y="504748"/>
                  </a:moveTo>
                  <a:lnTo>
                    <a:pt x="793457" y="504672"/>
                  </a:lnTo>
                  <a:lnTo>
                    <a:pt x="793584" y="504672"/>
                  </a:lnTo>
                  <a:lnTo>
                    <a:pt x="791946" y="504456"/>
                  </a:lnTo>
                  <a:lnTo>
                    <a:pt x="790816" y="504190"/>
                  </a:lnTo>
                  <a:lnTo>
                    <a:pt x="790549" y="504151"/>
                  </a:lnTo>
                  <a:lnTo>
                    <a:pt x="790422" y="504101"/>
                  </a:lnTo>
                  <a:lnTo>
                    <a:pt x="789381" y="503770"/>
                  </a:lnTo>
                  <a:lnTo>
                    <a:pt x="789139" y="503707"/>
                  </a:lnTo>
                  <a:lnTo>
                    <a:pt x="789317" y="503770"/>
                  </a:lnTo>
                  <a:lnTo>
                    <a:pt x="789127" y="503707"/>
                  </a:lnTo>
                  <a:lnTo>
                    <a:pt x="786053" y="510667"/>
                  </a:lnTo>
                  <a:lnTo>
                    <a:pt x="786638" y="510895"/>
                  </a:lnTo>
                  <a:lnTo>
                    <a:pt x="788466" y="511467"/>
                  </a:lnTo>
                  <a:lnTo>
                    <a:pt x="790943" y="512013"/>
                  </a:lnTo>
                  <a:lnTo>
                    <a:pt x="792784" y="512254"/>
                  </a:lnTo>
                  <a:lnTo>
                    <a:pt x="794880" y="512368"/>
                  </a:lnTo>
                  <a:lnTo>
                    <a:pt x="795223" y="504748"/>
                  </a:lnTo>
                  <a:close/>
                </a:path>
                <a:path w="1231900" h="512444">
                  <a:moveTo>
                    <a:pt x="801230" y="503682"/>
                  </a:moveTo>
                  <a:lnTo>
                    <a:pt x="801001" y="503770"/>
                  </a:lnTo>
                  <a:lnTo>
                    <a:pt x="801230" y="503682"/>
                  </a:lnTo>
                  <a:close/>
                </a:path>
                <a:path w="1231900" h="512444">
                  <a:moveTo>
                    <a:pt x="803160" y="7620"/>
                  </a:moveTo>
                  <a:lnTo>
                    <a:pt x="796848" y="7620"/>
                  </a:lnTo>
                  <a:lnTo>
                    <a:pt x="796645" y="7620"/>
                  </a:lnTo>
                  <a:lnTo>
                    <a:pt x="798156" y="7810"/>
                  </a:lnTo>
                  <a:lnTo>
                    <a:pt x="799680" y="8153"/>
                  </a:lnTo>
                  <a:lnTo>
                    <a:pt x="800900" y="8521"/>
                  </a:lnTo>
                  <a:lnTo>
                    <a:pt x="801192" y="8610"/>
                  </a:lnTo>
                  <a:lnTo>
                    <a:pt x="802474" y="9182"/>
                  </a:lnTo>
                  <a:lnTo>
                    <a:pt x="802690" y="8674"/>
                  </a:lnTo>
                  <a:lnTo>
                    <a:pt x="802906" y="8191"/>
                  </a:lnTo>
                  <a:lnTo>
                    <a:pt x="803071" y="7835"/>
                  </a:lnTo>
                  <a:lnTo>
                    <a:pt x="803160" y="7620"/>
                  </a:lnTo>
                  <a:close/>
                </a:path>
                <a:path w="1231900" h="512444">
                  <a:moveTo>
                    <a:pt x="805573" y="2209"/>
                  </a:moveTo>
                  <a:lnTo>
                    <a:pt x="796861" y="0"/>
                  </a:lnTo>
                  <a:lnTo>
                    <a:pt x="796518" y="7594"/>
                  </a:lnTo>
                  <a:lnTo>
                    <a:pt x="803160" y="7620"/>
                  </a:lnTo>
                  <a:lnTo>
                    <a:pt x="805573" y="2209"/>
                  </a:lnTo>
                  <a:close/>
                </a:path>
                <a:path w="1231900" h="512444">
                  <a:moveTo>
                    <a:pt x="811263" y="506958"/>
                  </a:moveTo>
                  <a:lnTo>
                    <a:pt x="808431" y="502424"/>
                  </a:lnTo>
                  <a:lnTo>
                    <a:pt x="807237" y="500494"/>
                  </a:lnTo>
                  <a:lnTo>
                    <a:pt x="804545" y="502170"/>
                  </a:lnTo>
                  <a:lnTo>
                    <a:pt x="804379" y="502272"/>
                  </a:lnTo>
                  <a:lnTo>
                    <a:pt x="801344" y="503618"/>
                  </a:lnTo>
                  <a:lnTo>
                    <a:pt x="803656" y="510908"/>
                  </a:lnTo>
                  <a:lnTo>
                    <a:pt x="804087" y="510743"/>
                  </a:lnTo>
                  <a:lnTo>
                    <a:pt x="807707" y="509130"/>
                  </a:lnTo>
                  <a:lnTo>
                    <a:pt x="808177" y="508889"/>
                  </a:lnTo>
                  <a:lnTo>
                    <a:pt x="811263" y="506958"/>
                  </a:lnTo>
                  <a:close/>
                </a:path>
                <a:path w="1231900" h="512444">
                  <a:moveTo>
                    <a:pt x="818883" y="11950"/>
                  </a:moveTo>
                  <a:lnTo>
                    <a:pt x="815886" y="8978"/>
                  </a:lnTo>
                  <a:lnTo>
                    <a:pt x="815594" y="8712"/>
                  </a:lnTo>
                  <a:lnTo>
                    <a:pt x="812952" y="6578"/>
                  </a:lnTo>
                  <a:lnTo>
                    <a:pt x="808177" y="12522"/>
                  </a:lnTo>
                  <a:lnTo>
                    <a:pt x="810501" y="14389"/>
                  </a:lnTo>
                  <a:lnTo>
                    <a:pt x="810628" y="14503"/>
                  </a:lnTo>
                  <a:lnTo>
                    <a:pt x="810818" y="14643"/>
                  </a:lnTo>
                  <a:lnTo>
                    <a:pt x="810628" y="14503"/>
                  </a:lnTo>
                  <a:lnTo>
                    <a:pt x="813523" y="17360"/>
                  </a:lnTo>
                  <a:lnTo>
                    <a:pt x="816203" y="14643"/>
                  </a:lnTo>
                  <a:lnTo>
                    <a:pt x="818883" y="11950"/>
                  </a:lnTo>
                  <a:close/>
                </a:path>
                <a:path w="1231900" h="512444">
                  <a:moveTo>
                    <a:pt x="823175" y="495338"/>
                  </a:moveTo>
                  <a:lnTo>
                    <a:pt x="822363" y="494753"/>
                  </a:lnTo>
                  <a:lnTo>
                    <a:pt x="817206" y="491007"/>
                  </a:lnTo>
                  <a:lnTo>
                    <a:pt x="817016" y="490867"/>
                  </a:lnTo>
                  <a:lnTo>
                    <a:pt x="813930" y="494512"/>
                  </a:lnTo>
                  <a:lnTo>
                    <a:pt x="813803" y="494665"/>
                  </a:lnTo>
                  <a:lnTo>
                    <a:pt x="812355" y="496087"/>
                  </a:lnTo>
                  <a:lnTo>
                    <a:pt x="817727" y="501497"/>
                  </a:lnTo>
                  <a:lnTo>
                    <a:pt x="819315" y="499922"/>
                  </a:lnTo>
                  <a:lnTo>
                    <a:pt x="822896" y="495706"/>
                  </a:lnTo>
                  <a:lnTo>
                    <a:pt x="823175" y="495338"/>
                  </a:lnTo>
                  <a:close/>
                </a:path>
                <a:path w="1231900" h="512444">
                  <a:moveTo>
                    <a:pt x="828548" y="24790"/>
                  </a:moveTo>
                  <a:lnTo>
                    <a:pt x="826490" y="21539"/>
                  </a:lnTo>
                  <a:lnTo>
                    <a:pt x="824141" y="18288"/>
                  </a:lnTo>
                  <a:lnTo>
                    <a:pt x="817981" y="22758"/>
                  </a:lnTo>
                  <a:lnTo>
                    <a:pt x="820089" y="25692"/>
                  </a:lnTo>
                  <a:lnTo>
                    <a:pt x="822109" y="28867"/>
                  </a:lnTo>
                  <a:lnTo>
                    <a:pt x="826935" y="25806"/>
                  </a:lnTo>
                  <a:lnTo>
                    <a:pt x="828548" y="24790"/>
                  </a:lnTo>
                  <a:close/>
                </a:path>
                <a:path w="1231900" h="512444">
                  <a:moveTo>
                    <a:pt x="831672" y="482168"/>
                  </a:moveTo>
                  <a:lnTo>
                    <a:pt x="831037" y="481812"/>
                  </a:lnTo>
                  <a:lnTo>
                    <a:pt x="825030" y="478447"/>
                  </a:lnTo>
                  <a:lnTo>
                    <a:pt x="823239" y="481634"/>
                  </a:lnTo>
                  <a:lnTo>
                    <a:pt x="821232" y="484822"/>
                  </a:lnTo>
                  <a:lnTo>
                    <a:pt x="827671" y="488886"/>
                  </a:lnTo>
                  <a:lnTo>
                    <a:pt x="829691" y="485711"/>
                  </a:lnTo>
                  <a:lnTo>
                    <a:pt x="831672" y="482168"/>
                  </a:lnTo>
                  <a:close/>
                </a:path>
                <a:path w="1231900" h="512444">
                  <a:moveTo>
                    <a:pt x="835990" y="38519"/>
                  </a:moveTo>
                  <a:lnTo>
                    <a:pt x="834758" y="36055"/>
                  </a:lnTo>
                  <a:lnTo>
                    <a:pt x="832993" y="32499"/>
                  </a:lnTo>
                  <a:lnTo>
                    <a:pt x="832472" y="31559"/>
                  </a:lnTo>
                  <a:lnTo>
                    <a:pt x="825817" y="35280"/>
                  </a:lnTo>
                  <a:lnTo>
                    <a:pt x="826173" y="35902"/>
                  </a:lnTo>
                  <a:lnTo>
                    <a:pt x="829170" y="41922"/>
                  </a:lnTo>
                  <a:lnTo>
                    <a:pt x="835990" y="38519"/>
                  </a:lnTo>
                  <a:close/>
                </a:path>
                <a:path w="1231900" h="512444">
                  <a:moveTo>
                    <a:pt x="838504" y="468172"/>
                  </a:moveTo>
                  <a:lnTo>
                    <a:pt x="831545" y="465061"/>
                  </a:lnTo>
                  <a:lnTo>
                    <a:pt x="829195" y="470319"/>
                  </a:lnTo>
                  <a:lnTo>
                    <a:pt x="828446" y="471843"/>
                  </a:lnTo>
                  <a:lnTo>
                    <a:pt x="835266" y="475246"/>
                  </a:lnTo>
                  <a:lnTo>
                    <a:pt x="836015" y="473710"/>
                  </a:lnTo>
                  <a:lnTo>
                    <a:pt x="837463" y="470471"/>
                  </a:lnTo>
                  <a:lnTo>
                    <a:pt x="838504" y="468172"/>
                  </a:lnTo>
                  <a:close/>
                </a:path>
                <a:path w="1231900" h="512444">
                  <a:moveTo>
                    <a:pt x="842086" y="52959"/>
                  </a:moveTo>
                  <a:lnTo>
                    <a:pt x="841959" y="52578"/>
                  </a:lnTo>
                  <a:lnTo>
                    <a:pt x="839216" y="45758"/>
                  </a:lnTo>
                  <a:lnTo>
                    <a:pt x="832142" y="48602"/>
                  </a:lnTo>
                  <a:lnTo>
                    <a:pt x="834936" y="55562"/>
                  </a:lnTo>
                  <a:lnTo>
                    <a:pt x="842086" y="52959"/>
                  </a:lnTo>
                  <a:close/>
                </a:path>
                <a:path w="1231900" h="512444">
                  <a:moveTo>
                    <a:pt x="844130" y="453720"/>
                  </a:moveTo>
                  <a:lnTo>
                    <a:pt x="836980" y="451116"/>
                  </a:lnTo>
                  <a:lnTo>
                    <a:pt x="834834" y="456996"/>
                  </a:lnTo>
                  <a:lnTo>
                    <a:pt x="834377" y="458139"/>
                  </a:lnTo>
                  <a:lnTo>
                    <a:pt x="841451" y="460984"/>
                  </a:lnTo>
                  <a:lnTo>
                    <a:pt x="841908" y="459841"/>
                  </a:lnTo>
                  <a:lnTo>
                    <a:pt x="842899" y="457111"/>
                  </a:lnTo>
                  <a:lnTo>
                    <a:pt x="844130" y="453720"/>
                  </a:lnTo>
                  <a:close/>
                </a:path>
                <a:path w="1231900" h="512444">
                  <a:moveTo>
                    <a:pt x="847128" y="67462"/>
                  </a:moveTo>
                  <a:lnTo>
                    <a:pt x="844740" y="60223"/>
                  </a:lnTo>
                  <a:lnTo>
                    <a:pt x="837501" y="62611"/>
                  </a:lnTo>
                  <a:lnTo>
                    <a:pt x="839889" y="69850"/>
                  </a:lnTo>
                  <a:lnTo>
                    <a:pt x="847128" y="67462"/>
                  </a:lnTo>
                  <a:close/>
                </a:path>
                <a:path w="1231900" h="512444">
                  <a:moveTo>
                    <a:pt x="848893" y="439013"/>
                  </a:moveTo>
                  <a:lnTo>
                    <a:pt x="841590" y="436829"/>
                  </a:lnTo>
                  <a:lnTo>
                    <a:pt x="840105" y="441794"/>
                  </a:lnTo>
                  <a:lnTo>
                    <a:pt x="839381" y="444004"/>
                  </a:lnTo>
                  <a:lnTo>
                    <a:pt x="846607" y="446392"/>
                  </a:lnTo>
                  <a:lnTo>
                    <a:pt x="847344" y="444182"/>
                  </a:lnTo>
                  <a:lnTo>
                    <a:pt x="848017" y="441896"/>
                  </a:lnTo>
                  <a:lnTo>
                    <a:pt x="848893" y="439013"/>
                  </a:lnTo>
                  <a:close/>
                </a:path>
                <a:path w="1231900" h="512444">
                  <a:moveTo>
                    <a:pt x="851446" y="82283"/>
                  </a:moveTo>
                  <a:lnTo>
                    <a:pt x="850011" y="77038"/>
                  </a:lnTo>
                  <a:lnTo>
                    <a:pt x="849363" y="74853"/>
                  </a:lnTo>
                  <a:lnTo>
                    <a:pt x="842060" y="77038"/>
                  </a:lnTo>
                  <a:lnTo>
                    <a:pt x="842556" y="78663"/>
                  </a:lnTo>
                  <a:lnTo>
                    <a:pt x="844092" y="84289"/>
                  </a:lnTo>
                  <a:lnTo>
                    <a:pt x="851446" y="82283"/>
                  </a:lnTo>
                  <a:close/>
                </a:path>
                <a:path w="1231900" h="512444">
                  <a:moveTo>
                    <a:pt x="852970" y="424141"/>
                  </a:moveTo>
                  <a:lnTo>
                    <a:pt x="845578" y="422313"/>
                  </a:lnTo>
                  <a:lnTo>
                    <a:pt x="844943" y="424865"/>
                  </a:lnTo>
                  <a:lnTo>
                    <a:pt x="843661" y="429590"/>
                  </a:lnTo>
                  <a:lnTo>
                    <a:pt x="851014" y="431596"/>
                  </a:lnTo>
                  <a:lnTo>
                    <a:pt x="852297" y="426872"/>
                  </a:lnTo>
                  <a:lnTo>
                    <a:pt x="852766" y="424942"/>
                  </a:lnTo>
                  <a:lnTo>
                    <a:pt x="852970" y="424141"/>
                  </a:lnTo>
                  <a:close/>
                </a:path>
                <a:path w="1231900" h="512444">
                  <a:moveTo>
                    <a:pt x="855167" y="97231"/>
                  </a:moveTo>
                  <a:lnTo>
                    <a:pt x="854608" y="94754"/>
                  </a:lnTo>
                  <a:lnTo>
                    <a:pt x="853363" y="89750"/>
                  </a:lnTo>
                  <a:lnTo>
                    <a:pt x="845972" y="91579"/>
                  </a:lnTo>
                  <a:lnTo>
                    <a:pt x="847178" y="96431"/>
                  </a:lnTo>
                  <a:lnTo>
                    <a:pt x="847737" y="98907"/>
                  </a:lnTo>
                  <a:lnTo>
                    <a:pt x="855167" y="97231"/>
                  </a:lnTo>
                  <a:close/>
                </a:path>
                <a:path w="1231900" h="512444">
                  <a:moveTo>
                    <a:pt x="856475" y="409232"/>
                  </a:moveTo>
                  <a:lnTo>
                    <a:pt x="849045" y="407555"/>
                  </a:lnTo>
                  <a:lnTo>
                    <a:pt x="847369" y="414985"/>
                  </a:lnTo>
                  <a:lnTo>
                    <a:pt x="854811" y="416661"/>
                  </a:lnTo>
                  <a:lnTo>
                    <a:pt x="856475" y="409232"/>
                  </a:lnTo>
                  <a:close/>
                </a:path>
                <a:path w="1231900" h="512444">
                  <a:moveTo>
                    <a:pt x="858367" y="112217"/>
                  </a:moveTo>
                  <a:lnTo>
                    <a:pt x="856843" y="104749"/>
                  </a:lnTo>
                  <a:lnTo>
                    <a:pt x="849376" y="106260"/>
                  </a:lnTo>
                  <a:lnTo>
                    <a:pt x="850900" y="113728"/>
                  </a:lnTo>
                  <a:lnTo>
                    <a:pt x="858367" y="112217"/>
                  </a:lnTo>
                  <a:close/>
                </a:path>
                <a:path w="1231900" h="512444">
                  <a:moveTo>
                    <a:pt x="859497" y="394131"/>
                  </a:moveTo>
                  <a:lnTo>
                    <a:pt x="852004" y="392760"/>
                  </a:lnTo>
                  <a:lnTo>
                    <a:pt x="851306" y="396519"/>
                  </a:lnTo>
                  <a:lnTo>
                    <a:pt x="850569" y="400164"/>
                  </a:lnTo>
                  <a:lnTo>
                    <a:pt x="858037" y="401688"/>
                  </a:lnTo>
                  <a:lnTo>
                    <a:pt x="858786" y="398030"/>
                  </a:lnTo>
                  <a:lnTo>
                    <a:pt x="859040" y="396582"/>
                  </a:lnTo>
                  <a:lnTo>
                    <a:pt x="859497" y="394131"/>
                  </a:lnTo>
                  <a:close/>
                </a:path>
                <a:path w="1231900" h="512444">
                  <a:moveTo>
                    <a:pt x="861136" y="127342"/>
                  </a:moveTo>
                  <a:lnTo>
                    <a:pt x="860894" y="125945"/>
                  </a:lnTo>
                  <a:lnTo>
                    <a:pt x="860691" y="124650"/>
                  </a:lnTo>
                  <a:lnTo>
                    <a:pt x="859802" y="119773"/>
                  </a:lnTo>
                  <a:lnTo>
                    <a:pt x="852297" y="121145"/>
                  </a:lnTo>
                  <a:lnTo>
                    <a:pt x="853173" y="125882"/>
                  </a:lnTo>
                  <a:lnTo>
                    <a:pt x="853617" y="128587"/>
                  </a:lnTo>
                  <a:lnTo>
                    <a:pt x="861136" y="127342"/>
                  </a:lnTo>
                  <a:close/>
                </a:path>
                <a:path w="1231900" h="512444">
                  <a:moveTo>
                    <a:pt x="862101" y="379044"/>
                  </a:moveTo>
                  <a:lnTo>
                    <a:pt x="854583" y="377812"/>
                  </a:lnTo>
                  <a:lnTo>
                    <a:pt x="853351" y="385330"/>
                  </a:lnTo>
                  <a:lnTo>
                    <a:pt x="860869" y="386562"/>
                  </a:lnTo>
                  <a:lnTo>
                    <a:pt x="862101" y="379044"/>
                  </a:lnTo>
                  <a:close/>
                </a:path>
                <a:path w="1231900" h="512444">
                  <a:moveTo>
                    <a:pt x="863498" y="142468"/>
                  </a:moveTo>
                  <a:lnTo>
                    <a:pt x="862609" y="136448"/>
                  </a:lnTo>
                  <a:lnTo>
                    <a:pt x="862368" y="134861"/>
                  </a:lnTo>
                  <a:lnTo>
                    <a:pt x="854849" y="136105"/>
                  </a:lnTo>
                  <a:lnTo>
                    <a:pt x="854900" y="136385"/>
                  </a:lnTo>
                  <a:lnTo>
                    <a:pt x="855954" y="143573"/>
                  </a:lnTo>
                  <a:lnTo>
                    <a:pt x="863498" y="142468"/>
                  </a:lnTo>
                  <a:close/>
                </a:path>
                <a:path w="1231900" h="512444">
                  <a:moveTo>
                    <a:pt x="864336" y="363842"/>
                  </a:moveTo>
                  <a:lnTo>
                    <a:pt x="856780" y="362864"/>
                  </a:lnTo>
                  <a:lnTo>
                    <a:pt x="856488" y="365023"/>
                  </a:lnTo>
                  <a:lnTo>
                    <a:pt x="855713" y="370344"/>
                  </a:lnTo>
                  <a:lnTo>
                    <a:pt x="863257" y="371449"/>
                  </a:lnTo>
                  <a:lnTo>
                    <a:pt x="864031" y="366128"/>
                  </a:lnTo>
                  <a:lnTo>
                    <a:pt x="864336" y="363842"/>
                  </a:lnTo>
                  <a:close/>
                </a:path>
                <a:path w="1231900" h="512444">
                  <a:moveTo>
                    <a:pt x="865517" y="157695"/>
                  </a:moveTo>
                  <a:lnTo>
                    <a:pt x="864539" y="150075"/>
                  </a:lnTo>
                  <a:lnTo>
                    <a:pt x="856983" y="151053"/>
                  </a:lnTo>
                  <a:lnTo>
                    <a:pt x="857923" y="158330"/>
                  </a:lnTo>
                  <a:lnTo>
                    <a:pt x="857948" y="158559"/>
                  </a:lnTo>
                  <a:lnTo>
                    <a:pt x="859497" y="158381"/>
                  </a:lnTo>
                  <a:lnTo>
                    <a:pt x="865517" y="157695"/>
                  </a:lnTo>
                  <a:close/>
                </a:path>
                <a:path w="1231900" h="512444">
                  <a:moveTo>
                    <a:pt x="866190" y="348653"/>
                  </a:moveTo>
                  <a:lnTo>
                    <a:pt x="858621" y="347802"/>
                  </a:lnTo>
                  <a:lnTo>
                    <a:pt x="857923" y="353910"/>
                  </a:lnTo>
                  <a:lnTo>
                    <a:pt x="857758" y="355307"/>
                  </a:lnTo>
                  <a:lnTo>
                    <a:pt x="865314" y="356285"/>
                  </a:lnTo>
                  <a:lnTo>
                    <a:pt x="866190" y="348653"/>
                  </a:lnTo>
                  <a:close/>
                </a:path>
                <a:path w="1231900" h="512444">
                  <a:moveTo>
                    <a:pt x="867181" y="172910"/>
                  </a:moveTo>
                  <a:lnTo>
                    <a:pt x="866876" y="169786"/>
                  </a:lnTo>
                  <a:lnTo>
                    <a:pt x="866381" y="165277"/>
                  </a:lnTo>
                  <a:lnTo>
                    <a:pt x="858799" y="166128"/>
                  </a:lnTo>
                  <a:lnTo>
                    <a:pt x="859205" y="169722"/>
                  </a:lnTo>
                  <a:lnTo>
                    <a:pt x="859586" y="173647"/>
                  </a:lnTo>
                  <a:lnTo>
                    <a:pt x="867181" y="172910"/>
                  </a:lnTo>
                  <a:close/>
                </a:path>
                <a:path w="1231900" h="512444">
                  <a:moveTo>
                    <a:pt x="867752" y="333438"/>
                  </a:moveTo>
                  <a:lnTo>
                    <a:pt x="860171" y="332701"/>
                  </a:lnTo>
                  <a:lnTo>
                    <a:pt x="859434" y="340283"/>
                  </a:lnTo>
                  <a:lnTo>
                    <a:pt x="867016" y="341020"/>
                  </a:lnTo>
                  <a:lnTo>
                    <a:pt x="867752" y="333438"/>
                  </a:lnTo>
                  <a:close/>
                </a:path>
                <a:path w="1231900" h="512444">
                  <a:moveTo>
                    <a:pt x="868540" y="188150"/>
                  </a:moveTo>
                  <a:lnTo>
                    <a:pt x="867905" y="180492"/>
                  </a:lnTo>
                  <a:lnTo>
                    <a:pt x="860323" y="181229"/>
                  </a:lnTo>
                  <a:lnTo>
                    <a:pt x="860336" y="181394"/>
                  </a:lnTo>
                  <a:lnTo>
                    <a:pt x="860945" y="188760"/>
                  </a:lnTo>
                  <a:lnTo>
                    <a:pt x="868540" y="188150"/>
                  </a:lnTo>
                  <a:close/>
                </a:path>
                <a:path w="1231900" h="512444">
                  <a:moveTo>
                    <a:pt x="869010" y="318122"/>
                  </a:moveTo>
                  <a:lnTo>
                    <a:pt x="861402" y="317627"/>
                  </a:lnTo>
                  <a:lnTo>
                    <a:pt x="861314" y="318922"/>
                  </a:lnTo>
                  <a:lnTo>
                    <a:pt x="860806" y="325158"/>
                  </a:lnTo>
                  <a:lnTo>
                    <a:pt x="868400" y="325780"/>
                  </a:lnTo>
                  <a:lnTo>
                    <a:pt x="868934" y="318973"/>
                  </a:lnTo>
                  <a:lnTo>
                    <a:pt x="869010" y="318122"/>
                  </a:lnTo>
                  <a:close/>
                </a:path>
                <a:path w="1231900" h="512444">
                  <a:moveTo>
                    <a:pt x="869619" y="203403"/>
                  </a:moveTo>
                  <a:lnTo>
                    <a:pt x="869111" y="195808"/>
                  </a:lnTo>
                  <a:lnTo>
                    <a:pt x="861504" y="196303"/>
                  </a:lnTo>
                  <a:lnTo>
                    <a:pt x="862012" y="203911"/>
                  </a:lnTo>
                  <a:lnTo>
                    <a:pt x="869619" y="203403"/>
                  </a:lnTo>
                  <a:close/>
                </a:path>
                <a:path w="1231900" h="512444">
                  <a:moveTo>
                    <a:pt x="869950" y="302856"/>
                  </a:moveTo>
                  <a:lnTo>
                    <a:pt x="862342" y="302475"/>
                  </a:lnTo>
                  <a:lnTo>
                    <a:pt x="862114" y="306768"/>
                  </a:lnTo>
                  <a:lnTo>
                    <a:pt x="861898" y="310019"/>
                  </a:lnTo>
                  <a:lnTo>
                    <a:pt x="869505" y="310527"/>
                  </a:lnTo>
                  <a:lnTo>
                    <a:pt x="869734" y="306819"/>
                  </a:lnTo>
                  <a:lnTo>
                    <a:pt x="869950" y="302856"/>
                  </a:lnTo>
                  <a:close/>
                </a:path>
                <a:path w="1231900" h="512444">
                  <a:moveTo>
                    <a:pt x="870407" y="218744"/>
                  </a:moveTo>
                  <a:lnTo>
                    <a:pt x="870369" y="217576"/>
                  </a:lnTo>
                  <a:lnTo>
                    <a:pt x="870026" y="211074"/>
                  </a:lnTo>
                  <a:lnTo>
                    <a:pt x="862418" y="211467"/>
                  </a:lnTo>
                  <a:lnTo>
                    <a:pt x="862723" y="217576"/>
                  </a:lnTo>
                  <a:lnTo>
                    <a:pt x="862787" y="219011"/>
                  </a:lnTo>
                  <a:lnTo>
                    <a:pt x="870407" y="218744"/>
                  </a:lnTo>
                  <a:close/>
                </a:path>
                <a:path w="1231900" h="512444">
                  <a:moveTo>
                    <a:pt x="870623" y="287578"/>
                  </a:moveTo>
                  <a:lnTo>
                    <a:pt x="863003" y="287299"/>
                  </a:lnTo>
                  <a:lnTo>
                    <a:pt x="862749" y="294398"/>
                  </a:lnTo>
                  <a:lnTo>
                    <a:pt x="862723" y="294855"/>
                  </a:lnTo>
                  <a:lnTo>
                    <a:pt x="870331" y="295249"/>
                  </a:lnTo>
                  <a:lnTo>
                    <a:pt x="870356" y="294449"/>
                  </a:lnTo>
                  <a:lnTo>
                    <a:pt x="870623" y="287578"/>
                  </a:lnTo>
                  <a:close/>
                </a:path>
                <a:path w="1231900" h="512444">
                  <a:moveTo>
                    <a:pt x="870902" y="234022"/>
                  </a:moveTo>
                  <a:lnTo>
                    <a:pt x="870826" y="230200"/>
                  </a:lnTo>
                  <a:lnTo>
                    <a:pt x="870686" y="226352"/>
                  </a:lnTo>
                  <a:lnTo>
                    <a:pt x="863066" y="226631"/>
                  </a:lnTo>
                  <a:lnTo>
                    <a:pt x="863193" y="230200"/>
                  </a:lnTo>
                  <a:lnTo>
                    <a:pt x="863193" y="230428"/>
                  </a:lnTo>
                  <a:lnTo>
                    <a:pt x="863282" y="234188"/>
                  </a:lnTo>
                  <a:lnTo>
                    <a:pt x="870902" y="234022"/>
                  </a:lnTo>
                  <a:close/>
                </a:path>
                <a:path w="1231900" h="512444">
                  <a:moveTo>
                    <a:pt x="871029" y="272288"/>
                  </a:moveTo>
                  <a:lnTo>
                    <a:pt x="863422" y="272122"/>
                  </a:lnTo>
                  <a:lnTo>
                    <a:pt x="863257" y="279742"/>
                  </a:lnTo>
                  <a:lnTo>
                    <a:pt x="870864" y="279908"/>
                  </a:lnTo>
                  <a:lnTo>
                    <a:pt x="871029" y="272288"/>
                  </a:lnTo>
                  <a:close/>
                </a:path>
                <a:path w="1231900" h="512444">
                  <a:moveTo>
                    <a:pt x="871143" y="249326"/>
                  </a:moveTo>
                  <a:lnTo>
                    <a:pt x="871067" y="241642"/>
                  </a:lnTo>
                  <a:lnTo>
                    <a:pt x="863447" y="241808"/>
                  </a:lnTo>
                  <a:lnTo>
                    <a:pt x="863473" y="243192"/>
                  </a:lnTo>
                  <a:lnTo>
                    <a:pt x="863523" y="249377"/>
                  </a:lnTo>
                  <a:lnTo>
                    <a:pt x="871143" y="249326"/>
                  </a:lnTo>
                  <a:close/>
                </a:path>
                <a:path w="1231900" h="512444">
                  <a:moveTo>
                    <a:pt x="871194" y="256997"/>
                  </a:moveTo>
                  <a:lnTo>
                    <a:pt x="863574" y="256946"/>
                  </a:lnTo>
                  <a:lnTo>
                    <a:pt x="863511" y="264566"/>
                  </a:lnTo>
                  <a:lnTo>
                    <a:pt x="871131" y="264617"/>
                  </a:lnTo>
                  <a:lnTo>
                    <a:pt x="871194" y="256997"/>
                  </a:lnTo>
                  <a:close/>
                </a:path>
                <a:path w="1231900" h="512444">
                  <a:moveTo>
                    <a:pt x="1087170" y="246303"/>
                  </a:moveTo>
                  <a:lnTo>
                    <a:pt x="1079550" y="246253"/>
                  </a:lnTo>
                  <a:lnTo>
                    <a:pt x="1079500" y="253873"/>
                  </a:lnTo>
                  <a:lnTo>
                    <a:pt x="1087107" y="253923"/>
                  </a:lnTo>
                  <a:lnTo>
                    <a:pt x="1087170" y="246303"/>
                  </a:lnTo>
                  <a:close/>
                </a:path>
                <a:path w="1231900" h="512444">
                  <a:moveTo>
                    <a:pt x="1087247" y="271919"/>
                  </a:moveTo>
                  <a:lnTo>
                    <a:pt x="1087183" y="269125"/>
                  </a:lnTo>
                  <a:lnTo>
                    <a:pt x="1087132" y="261493"/>
                  </a:lnTo>
                  <a:lnTo>
                    <a:pt x="1079512" y="261543"/>
                  </a:lnTo>
                  <a:lnTo>
                    <a:pt x="1079576" y="269163"/>
                  </a:lnTo>
                  <a:lnTo>
                    <a:pt x="1082954" y="269151"/>
                  </a:lnTo>
                  <a:lnTo>
                    <a:pt x="1079576" y="269214"/>
                  </a:lnTo>
                  <a:lnTo>
                    <a:pt x="1079639" y="272084"/>
                  </a:lnTo>
                  <a:lnTo>
                    <a:pt x="1087247" y="271919"/>
                  </a:lnTo>
                  <a:close/>
                </a:path>
                <a:path w="1231900" h="512444">
                  <a:moveTo>
                    <a:pt x="1087450" y="231127"/>
                  </a:moveTo>
                  <a:lnTo>
                    <a:pt x="1079830" y="230962"/>
                  </a:lnTo>
                  <a:lnTo>
                    <a:pt x="1079665" y="238582"/>
                  </a:lnTo>
                  <a:lnTo>
                    <a:pt x="1087285" y="238747"/>
                  </a:lnTo>
                  <a:lnTo>
                    <a:pt x="1087450" y="231127"/>
                  </a:lnTo>
                  <a:close/>
                </a:path>
                <a:path w="1231900" h="512444">
                  <a:moveTo>
                    <a:pt x="1087653" y="287096"/>
                  </a:moveTo>
                  <a:lnTo>
                    <a:pt x="1087462" y="282092"/>
                  </a:lnTo>
                  <a:lnTo>
                    <a:pt x="1087424" y="279539"/>
                  </a:lnTo>
                  <a:lnTo>
                    <a:pt x="1079804" y="279704"/>
                  </a:lnTo>
                  <a:lnTo>
                    <a:pt x="1079855" y="282092"/>
                  </a:lnTo>
                  <a:lnTo>
                    <a:pt x="1080046" y="287375"/>
                  </a:lnTo>
                  <a:lnTo>
                    <a:pt x="1087653" y="287096"/>
                  </a:lnTo>
                  <a:close/>
                </a:path>
                <a:path w="1231900" h="512444">
                  <a:moveTo>
                    <a:pt x="1088021" y="216001"/>
                  </a:moveTo>
                  <a:lnTo>
                    <a:pt x="1080414" y="215620"/>
                  </a:lnTo>
                  <a:lnTo>
                    <a:pt x="1080300" y="217906"/>
                  </a:lnTo>
                  <a:lnTo>
                    <a:pt x="1080109" y="223291"/>
                  </a:lnTo>
                  <a:lnTo>
                    <a:pt x="1087716" y="223558"/>
                  </a:lnTo>
                  <a:lnTo>
                    <a:pt x="1087920" y="217906"/>
                  </a:lnTo>
                  <a:lnTo>
                    <a:pt x="1088021" y="216001"/>
                  </a:lnTo>
                  <a:close/>
                </a:path>
                <a:path w="1231900" h="512444">
                  <a:moveTo>
                    <a:pt x="1088326" y="302260"/>
                  </a:moveTo>
                  <a:lnTo>
                    <a:pt x="1087932" y="294652"/>
                  </a:lnTo>
                  <a:lnTo>
                    <a:pt x="1080325" y="295046"/>
                  </a:lnTo>
                  <a:lnTo>
                    <a:pt x="1080719" y="302653"/>
                  </a:lnTo>
                  <a:lnTo>
                    <a:pt x="1088326" y="302260"/>
                  </a:lnTo>
                  <a:close/>
                </a:path>
                <a:path w="1231900" h="512444">
                  <a:moveTo>
                    <a:pt x="1088859" y="200850"/>
                  </a:moveTo>
                  <a:lnTo>
                    <a:pt x="1081265" y="200342"/>
                  </a:lnTo>
                  <a:lnTo>
                    <a:pt x="1080947" y="205079"/>
                  </a:lnTo>
                  <a:lnTo>
                    <a:pt x="1080795" y="208013"/>
                  </a:lnTo>
                  <a:lnTo>
                    <a:pt x="1088415" y="208394"/>
                  </a:lnTo>
                  <a:lnTo>
                    <a:pt x="1088555" y="205473"/>
                  </a:lnTo>
                  <a:lnTo>
                    <a:pt x="1088859" y="200850"/>
                  </a:lnTo>
                  <a:close/>
                </a:path>
                <a:path w="1231900" h="512444">
                  <a:moveTo>
                    <a:pt x="1089253" y="317411"/>
                  </a:moveTo>
                  <a:lnTo>
                    <a:pt x="1088758" y="309816"/>
                  </a:lnTo>
                  <a:lnTo>
                    <a:pt x="1081151" y="310311"/>
                  </a:lnTo>
                  <a:lnTo>
                    <a:pt x="1081659" y="317919"/>
                  </a:lnTo>
                  <a:lnTo>
                    <a:pt x="1089253" y="317411"/>
                  </a:lnTo>
                  <a:close/>
                </a:path>
                <a:path w="1231900" h="512444">
                  <a:moveTo>
                    <a:pt x="1089977" y="185712"/>
                  </a:moveTo>
                  <a:lnTo>
                    <a:pt x="1082382" y="185089"/>
                  </a:lnTo>
                  <a:lnTo>
                    <a:pt x="1081773" y="192684"/>
                  </a:lnTo>
                  <a:lnTo>
                    <a:pt x="1089367" y="193306"/>
                  </a:lnTo>
                  <a:lnTo>
                    <a:pt x="1089977" y="185712"/>
                  </a:lnTo>
                  <a:close/>
                </a:path>
                <a:path w="1231900" h="512444">
                  <a:moveTo>
                    <a:pt x="1090485" y="332486"/>
                  </a:moveTo>
                  <a:lnTo>
                    <a:pt x="1090333" y="330835"/>
                  </a:lnTo>
                  <a:lnTo>
                    <a:pt x="1089850" y="324954"/>
                  </a:lnTo>
                  <a:lnTo>
                    <a:pt x="1082255" y="325577"/>
                  </a:lnTo>
                  <a:lnTo>
                    <a:pt x="1082675" y="330835"/>
                  </a:lnTo>
                  <a:lnTo>
                    <a:pt x="1082903" y="333222"/>
                  </a:lnTo>
                  <a:lnTo>
                    <a:pt x="1090485" y="332486"/>
                  </a:lnTo>
                  <a:close/>
                </a:path>
                <a:path w="1231900" h="512444">
                  <a:moveTo>
                    <a:pt x="1091374" y="170586"/>
                  </a:moveTo>
                  <a:lnTo>
                    <a:pt x="1083792" y="169849"/>
                  </a:lnTo>
                  <a:lnTo>
                    <a:pt x="1083056" y="177444"/>
                  </a:lnTo>
                  <a:lnTo>
                    <a:pt x="1090650" y="178168"/>
                  </a:lnTo>
                  <a:lnTo>
                    <a:pt x="1091374" y="170586"/>
                  </a:lnTo>
                  <a:close/>
                </a:path>
                <a:path w="1231900" h="512444">
                  <a:moveTo>
                    <a:pt x="1092034" y="347586"/>
                  </a:moveTo>
                  <a:lnTo>
                    <a:pt x="1091450" y="342506"/>
                  </a:lnTo>
                  <a:lnTo>
                    <a:pt x="1091222" y="340080"/>
                  </a:lnTo>
                  <a:lnTo>
                    <a:pt x="1083640" y="340804"/>
                  </a:lnTo>
                  <a:lnTo>
                    <a:pt x="1083881" y="343357"/>
                  </a:lnTo>
                  <a:lnTo>
                    <a:pt x="1084453" y="348449"/>
                  </a:lnTo>
                  <a:lnTo>
                    <a:pt x="1092034" y="347586"/>
                  </a:lnTo>
                  <a:close/>
                </a:path>
                <a:path w="1231900" h="512444">
                  <a:moveTo>
                    <a:pt x="1093101" y="155575"/>
                  </a:moveTo>
                  <a:lnTo>
                    <a:pt x="1085545" y="154597"/>
                  </a:lnTo>
                  <a:lnTo>
                    <a:pt x="1085189" y="157403"/>
                  </a:lnTo>
                  <a:lnTo>
                    <a:pt x="1084643" y="162217"/>
                  </a:lnTo>
                  <a:lnTo>
                    <a:pt x="1092212" y="163080"/>
                  </a:lnTo>
                  <a:lnTo>
                    <a:pt x="1092733" y="158381"/>
                  </a:lnTo>
                  <a:lnTo>
                    <a:pt x="1093101" y="155575"/>
                  </a:lnTo>
                  <a:close/>
                </a:path>
                <a:path w="1231900" h="512444">
                  <a:moveTo>
                    <a:pt x="1093876" y="362661"/>
                  </a:moveTo>
                  <a:lnTo>
                    <a:pt x="1092898" y="355104"/>
                  </a:lnTo>
                  <a:lnTo>
                    <a:pt x="1085342" y="356082"/>
                  </a:lnTo>
                  <a:lnTo>
                    <a:pt x="1086319" y="363639"/>
                  </a:lnTo>
                  <a:lnTo>
                    <a:pt x="1093876" y="362661"/>
                  </a:lnTo>
                  <a:close/>
                </a:path>
                <a:path w="1231900" h="512444">
                  <a:moveTo>
                    <a:pt x="1095171" y="140538"/>
                  </a:moveTo>
                  <a:lnTo>
                    <a:pt x="1087628" y="139433"/>
                  </a:lnTo>
                  <a:lnTo>
                    <a:pt x="1086523" y="147040"/>
                  </a:lnTo>
                  <a:lnTo>
                    <a:pt x="1094079" y="148018"/>
                  </a:lnTo>
                  <a:lnTo>
                    <a:pt x="1094181" y="147269"/>
                  </a:lnTo>
                  <a:lnTo>
                    <a:pt x="1095171" y="140538"/>
                  </a:lnTo>
                  <a:close/>
                </a:path>
                <a:path w="1231900" h="512444">
                  <a:moveTo>
                    <a:pt x="1096060" y="377609"/>
                  </a:moveTo>
                  <a:lnTo>
                    <a:pt x="1095768" y="375843"/>
                  </a:lnTo>
                  <a:lnTo>
                    <a:pt x="1094930" y="370141"/>
                  </a:lnTo>
                  <a:lnTo>
                    <a:pt x="1087386" y="371246"/>
                  </a:lnTo>
                  <a:lnTo>
                    <a:pt x="1088059" y="375843"/>
                  </a:lnTo>
                  <a:lnTo>
                    <a:pt x="1088529" y="378841"/>
                  </a:lnTo>
                  <a:lnTo>
                    <a:pt x="1096060" y="377609"/>
                  </a:lnTo>
                  <a:close/>
                </a:path>
                <a:path w="1231900" h="512444">
                  <a:moveTo>
                    <a:pt x="1097546" y="125628"/>
                  </a:moveTo>
                  <a:lnTo>
                    <a:pt x="1090053" y="124244"/>
                  </a:lnTo>
                  <a:lnTo>
                    <a:pt x="1088796" y="131838"/>
                  </a:lnTo>
                  <a:lnTo>
                    <a:pt x="1096314" y="133070"/>
                  </a:lnTo>
                  <a:lnTo>
                    <a:pt x="1097495" y="125945"/>
                  </a:lnTo>
                  <a:lnTo>
                    <a:pt x="1097546" y="125628"/>
                  </a:lnTo>
                  <a:close/>
                </a:path>
                <a:path w="1231900" h="512444">
                  <a:moveTo>
                    <a:pt x="1098626" y="392557"/>
                  </a:moveTo>
                  <a:lnTo>
                    <a:pt x="1097495" y="386346"/>
                  </a:lnTo>
                  <a:lnTo>
                    <a:pt x="1097292" y="385127"/>
                  </a:lnTo>
                  <a:lnTo>
                    <a:pt x="1089850" y="386346"/>
                  </a:lnTo>
                  <a:lnTo>
                    <a:pt x="1089990" y="387654"/>
                  </a:lnTo>
                  <a:lnTo>
                    <a:pt x="1091133" y="393928"/>
                  </a:lnTo>
                  <a:lnTo>
                    <a:pt x="1098626" y="392557"/>
                  </a:lnTo>
                  <a:close/>
                </a:path>
                <a:path w="1231900" h="512444">
                  <a:moveTo>
                    <a:pt x="1100391" y="110731"/>
                  </a:moveTo>
                  <a:lnTo>
                    <a:pt x="1092923" y="109207"/>
                  </a:lnTo>
                  <a:lnTo>
                    <a:pt x="1091895" y="114261"/>
                  </a:lnTo>
                  <a:lnTo>
                    <a:pt x="1091438" y="116751"/>
                  </a:lnTo>
                  <a:lnTo>
                    <a:pt x="1098931" y="118135"/>
                  </a:lnTo>
                  <a:lnTo>
                    <a:pt x="1099350" y="115785"/>
                  </a:lnTo>
                  <a:lnTo>
                    <a:pt x="1100391" y="110731"/>
                  </a:lnTo>
                  <a:close/>
                </a:path>
                <a:path w="1231900" h="512444">
                  <a:moveTo>
                    <a:pt x="1101585" y="407352"/>
                  </a:moveTo>
                  <a:lnTo>
                    <a:pt x="1101369" y="406412"/>
                  </a:lnTo>
                  <a:lnTo>
                    <a:pt x="1100061" y="399961"/>
                  </a:lnTo>
                  <a:lnTo>
                    <a:pt x="1092593" y="401485"/>
                  </a:lnTo>
                  <a:lnTo>
                    <a:pt x="1094143" y="409028"/>
                  </a:lnTo>
                  <a:lnTo>
                    <a:pt x="1101585" y="407352"/>
                  </a:lnTo>
                  <a:close/>
                </a:path>
                <a:path w="1231900" h="512444">
                  <a:moveTo>
                    <a:pt x="1103604" y="95999"/>
                  </a:moveTo>
                  <a:lnTo>
                    <a:pt x="1096213" y="94157"/>
                  </a:lnTo>
                  <a:lnTo>
                    <a:pt x="1094511" y="101676"/>
                  </a:lnTo>
                  <a:lnTo>
                    <a:pt x="1101940" y="103339"/>
                  </a:lnTo>
                  <a:lnTo>
                    <a:pt x="1103477" y="96507"/>
                  </a:lnTo>
                  <a:lnTo>
                    <a:pt x="1103604" y="95999"/>
                  </a:lnTo>
                  <a:close/>
                </a:path>
                <a:path w="1231900" h="512444">
                  <a:moveTo>
                    <a:pt x="1105039" y="422109"/>
                  </a:moveTo>
                  <a:lnTo>
                    <a:pt x="1103477" y="415785"/>
                  </a:lnTo>
                  <a:lnTo>
                    <a:pt x="1103249" y="414782"/>
                  </a:lnTo>
                  <a:lnTo>
                    <a:pt x="1095819" y="416458"/>
                  </a:lnTo>
                  <a:lnTo>
                    <a:pt x="1096060" y="417537"/>
                  </a:lnTo>
                  <a:lnTo>
                    <a:pt x="1097648" y="423938"/>
                  </a:lnTo>
                  <a:lnTo>
                    <a:pt x="1105039" y="422109"/>
                  </a:lnTo>
                  <a:close/>
                </a:path>
                <a:path w="1231900" h="512444">
                  <a:moveTo>
                    <a:pt x="1107389" y="81330"/>
                  </a:moveTo>
                  <a:lnTo>
                    <a:pt x="1100048" y="79324"/>
                  </a:lnTo>
                  <a:lnTo>
                    <a:pt x="1098372" y="85432"/>
                  </a:lnTo>
                  <a:lnTo>
                    <a:pt x="1098042" y="86766"/>
                  </a:lnTo>
                  <a:lnTo>
                    <a:pt x="1105446" y="88595"/>
                  </a:lnTo>
                  <a:lnTo>
                    <a:pt x="1105725" y="87439"/>
                  </a:lnTo>
                  <a:lnTo>
                    <a:pt x="1107389" y="81330"/>
                  </a:lnTo>
                  <a:close/>
                </a:path>
                <a:path w="1231900" h="512444">
                  <a:moveTo>
                    <a:pt x="1109014" y="436626"/>
                  </a:moveTo>
                  <a:lnTo>
                    <a:pt x="1108087" y="433539"/>
                  </a:lnTo>
                  <a:lnTo>
                    <a:pt x="1106957" y="429387"/>
                  </a:lnTo>
                  <a:lnTo>
                    <a:pt x="1099616" y="431393"/>
                  </a:lnTo>
                  <a:lnTo>
                    <a:pt x="1100772" y="435635"/>
                  </a:lnTo>
                  <a:lnTo>
                    <a:pt x="1101725" y="438810"/>
                  </a:lnTo>
                  <a:lnTo>
                    <a:pt x="1109014" y="436626"/>
                  </a:lnTo>
                  <a:close/>
                </a:path>
                <a:path w="1231900" h="512444">
                  <a:moveTo>
                    <a:pt x="1111745" y="66929"/>
                  </a:moveTo>
                  <a:lnTo>
                    <a:pt x="1104519" y="64541"/>
                  </a:lnTo>
                  <a:lnTo>
                    <a:pt x="1103337" y="68110"/>
                  </a:lnTo>
                  <a:lnTo>
                    <a:pt x="1102194" y="71907"/>
                  </a:lnTo>
                  <a:lnTo>
                    <a:pt x="1109497" y="74104"/>
                  </a:lnTo>
                  <a:lnTo>
                    <a:pt x="1110564" y="70497"/>
                  </a:lnTo>
                  <a:lnTo>
                    <a:pt x="1111745" y="66929"/>
                  </a:lnTo>
                  <a:close/>
                </a:path>
                <a:path w="1231900" h="512444">
                  <a:moveTo>
                    <a:pt x="1113624" y="450913"/>
                  </a:moveTo>
                  <a:lnTo>
                    <a:pt x="1113155" y="449618"/>
                  </a:lnTo>
                  <a:lnTo>
                    <a:pt x="1111237" y="443801"/>
                  </a:lnTo>
                  <a:lnTo>
                    <a:pt x="1103998" y="446201"/>
                  </a:lnTo>
                  <a:lnTo>
                    <a:pt x="1105954" y="452120"/>
                  </a:lnTo>
                  <a:lnTo>
                    <a:pt x="1106462" y="453529"/>
                  </a:lnTo>
                  <a:lnTo>
                    <a:pt x="1113624" y="450913"/>
                  </a:lnTo>
                  <a:close/>
                </a:path>
                <a:path w="1231900" h="512444">
                  <a:moveTo>
                    <a:pt x="1116838" y="52832"/>
                  </a:moveTo>
                  <a:lnTo>
                    <a:pt x="1109764" y="49987"/>
                  </a:lnTo>
                  <a:lnTo>
                    <a:pt x="1108760" y="52463"/>
                  </a:lnTo>
                  <a:lnTo>
                    <a:pt x="1107033" y="57226"/>
                  </a:lnTo>
                  <a:lnTo>
                    <a:pt x="1114183" y="59842"/>
                  </a:lnTo>
                  <a:lnTo>
                    <a:pt x="1115834" y="55308"/>
                  </a:lnTo>
                  <a:lnTo>
                    <a:pt x="1115885" y="55181"/>
                  </a:lnTo>
                  <a:lnTo>
                    <a:pt x="1116838" y="52832"/>
                  </a:lnTo>
                  <a:close/>
                </a:path>
                <a:path w="1231900" h="512444">
                  <a:moveTo>
                    <a:pt x="1119047" y="464870"/>
                  </a:moveTo>
                  <a:lnTo>
                    <a:pt x="1118666" y="464032"/>
                  </a:lnTo>
                  <a:lnTo>
                    <a:pt x="1116215" y="457949"/>
                  </a:lnTo>
                  <a:lnTo>
                    <a:pt x="1109154" y="460794"/>
                  </a:lnTo>
                  <a:lnTo>
                    <a:pt x="1111592" y="466877"/>
                  </a:lnTo>
                  <a:lnTo>
                    <a:pt x="1112088" y="467982"/>
                  </a:lnTo>
                  <a:lnTo>
                    <a:pt x="1119047" y="464870"/>
                  </a:lnTo>
                  <a:close/>
                </a:path>
                <a:path w="1231900" h="512444">
                  <a:moveTo>
                    <a:pt x="1122870" y="39166"/>
                  </a:moveTo>
                  <a:lnTo>
                    <a:pt x="1116050" y="35775"/>
                  </a:lnTo>
                  <a:lnTo>
                    <a:pt x="1114653" y="38582"/>
                  </a:lnTo>
                  <a:lnTo>
                    <a:pt x="1112761" y="42824"/>
                  </a:lnTo>
                  <a:lnTo>
                    <a:pt x="1119720" y="45923"/>
                  </a:lnTo>
                  <a:lnTo>
                    <a:pt x="1121473" y="41973"/>
                  </a:lnTo>
                  <a:lnTo>
                    <a:pt x="1121537" y="41833"/>
                  </a:lnTo>
                  <a:lnTo>
                    <a:pt x="1122870" y="39166"/>
                  </a:lnTo>
                  <a:close/>
                </a:path>
                <a:path w="1231900" h="512444">
                  <a:moveTo>
                    <a:pt x="1125550" y="478269"/>
                  </a:moveTo>
                  <a:lnTo>
                    <a:pt x="1124496" y="476402"/>
                  </a:lnTo>
                  <a:lnTo>
                    <a:pt x="1124407" y="476237"/>
                  </a:lnTo>
                  <a:lnTo>
                    <a:pt x="1122146" y="471652"/>
                  </a:lnTo>
                  <a:lnTo>
                    <a:pt x="1115314" y="475056"/>
                  </a:lnTo>
                  <a:lnTo>
                    <a:pt x="1117676" y="479793"/>
                  </a:lnTo>
                  <a:lnTo>
                    <a:pt x="1118895" y="481990"/>
                  </a:lnTo>
                  <a:lnTo>
                    <a:pt x="1125550" y="478269"/>
                  </a:lnTo>
                  <a:close/>
                </a:path>
                <a:path w="1231900" h="512444">
                  <a:moveTo>
                    <a:pt x="1130198" y="26276"/>
                  </a:moveTo>
                  <a:lnTo>
                    <a:pt x="1123759" y="22199"/>
                  </a:lnTo>
                  <a:lnTo>
                    <a:pt x="1120978" y="26593"/>
                  </a:lnTo>
                  <a:lnTo>
                    <a:pt x="1119695" y="28879"/>
                  </a:lnTo>
                  <a:lnTo>
                    <a:pt x="1126350" y="32600"/>
                  </a:lnTo>
                  <a:lnTo>
                    <a:pt x="1127417" y="30670"/>
                  </a:lnTo>
                  <a:lnTo>
                    <a:pt x="1127531" y="30480"/>
                  </a:lnTo>
                  <a:lnTo>
                    <a:pt x="1130198" y="26276"/>
                  </a:lnTo>
                  <a:close/>
                </a:path>
                <a:path w="1231900" h="512444">
                  <a:moveTo>
                    <a:pt x="1133538" y="490689"/>
                  </a:moveTo>
                  <a:lnTo>
                    <a:pt x="1130630" y="486689"/>
                  </a:lnTo>
                  <a:lnTo>
                    <a:pt x="1129322" y="484644"/>
                  </a:lnTo>
                  <a:lnTo>
                    <a:pt x="1122883" y="488721"/>
                  </a:lnTo>
                  <a:lnTo>
                    <a:pt x="1124127" y="490689"/>
                  </a:lnTo>
                  <a:lnTo>
                    <a:pt x="1127379" y="495173"/>
                  </a:lnTo>
                  <a:lnTo>
                    <a:pt x="1133538" y="490689"/>
                  </a:lnTo>
                  <a:close/>
                </a:path>
                <a:path w="1231900" h="512444">
                  <a:moveTo>
                    <a:pt x="1139329" y="15201"/>
                  </a:moveTo>
                  <a:lnTo>
                    <a:pt x="1133970" y="9791"/>
                  </a:lnTo>
                  <a:lnTo>
                    <a:pt x="1131125" y="12623"/>
                  </a:lnTo>
                  <a:lnTo>
                    <a:pt x="1128585" y="15633"/>
                  </a:lnTo>
                  <a:lnTo>
                    <a:pt x="1134402" y="20561"/>
                  </a:lnTo>
                  <a:lnTo>
                    <a:pt x="1136738" y="17792"/>
                  </a:lnTo>
                  <a:lnTo>
                    <a:pt x="1136980" y="17538"/>
                  </a:lnTo>
                  <a:lnTo>
                    <a:pt x="1139329" y="15201"/>
                  </a:lnTo>
                  <a:close/>
                </a:path>
                <a:path w="1231900" h="512444">
                  <a:moveTo>
                    <a:pt x="1143254" y="500405"/>
                  </a:moveTo>
                  <a:lnTo>
                    <a:pt x="1143012" y="500202"/>
                  </a:lnTo>
                  <a:lnTo>
                    <a:pt x="1140193" y="497916"/>
                  </a:lnTo>
                  <a:lnTo>
                    <a:pt x="1140015" y="497801"/>
                  </a:lnTo>
                  <a:lnTo>
                    <a:pt x="1139875" y="497649"/>
                  </a:lnTo>
                  <a:lnTo>
                    <a:pt x="1138174" y="495947"/>
                  </a:lnTo>
                  <a:lnTo>
                    <a:pt x="1132801" y="501357"/>
                  </a:lnTo>
                  <a:lnTo>
                    <a:pt x="1134783" y="503313"/>
                  </a:lnTo>
                  <a:lnTo>
                    <a:pt x="1135075" y="503580"/>
                  </a:lnTo>
                  <a:lnTo>
                    <a:pt x="1138567" y="506399"/>
                  </a:lnTo>
                  <a:lnTo>
                    <a:pt x="1139228" y="506844"/>
                  </a:lnTo>
                  <a:lnTo>
                    <a:pt x="1143203" y="500468"/>
                  </a:lnTo>
                  <a:lnTo>
                    <a:pt x="1143152" y="500341"/>
                  </a:lnTo>
                  <a:close/>
                </a:path>
                <a:path w="1231900" h="512444">
                  <a:moveTo>
                    <a:pt x="1150645" y="8242"/>
                  </a:moveTo>
                  <a:lnTo>
                    <a:pt x="1148384" y="965"/>
                  </a:lnTo>
                  <a:lnTo>
                    <a:pt x="1147000" y="1397"/>
                  </a:lnTo>
                  <a:lnTo>
                    <a:pt x="1146581" y="1562"/>
                  </a:lnTo>
                  <a:lnTo>
                    <a:pt x="1142974" y="3162"/>
                  </a:lnTo>
                  <a:lnTo>
                    <a:pt x="1142504" y="3416"/>
                  </a:lnTo>
                  <a:lnTo>
                    <a:pt x="1140625" y="4584"/>
                  </a:lnTo>
                  <a:lnTo>
                    <a:pt x="1144651" y="11049"/>
                  </a:lnTo>
                  <a:lnTo>
                    <a:pt x="1146136" y="10121"/>
                  </a:lnTo>
                  <a:lnTo>
                    <a:pt x="1146340" y="10007"/>
                  </a:lnTo>
                  <a:lnTo>
                    <a:pt x="1146594" y="9880"/>
                  </a:lnTo>
                  <a:lnTo>
                    <a:pt x="1149324" y="8674"/>
                  </a:lnTo>
                  <a:lnTo>
                    <a:pt x="1149502" y="8597"/>
                  </a:lnTo>
                  <a:lnTo>
                    <a:pt x="1149743" y="8521"/>
                  </a:lnTo>
                  <a:lnTo>
                    <a:pt x="1150645" y="8242"/>
                  </a:lnTo>
                  <a:close/>
                </a:path>
                <a:path w="1231900" h="512444">
                  <a:moveTo>
                    <a:pt x="1155585" y="504748"/>
                  </a:moveTo>
                  <a:lnTo>
                    <a:pt x="1153820" y="504672"/>
                  </a:lnTo>
                  <a:lnTo>
                    <a:pt x="1153947" y="504672"/>
                  </a:lnTo>
                  <a:lnTo>
                    <a:pt x="1152309" y="504456"/>
                  </a:lnTo>
                  <a:lnTo>
                    <a:pt x="1151178" y="504190"/>
                  </a:lnTo>
                  <a:lnTo>
                    <a:pt x="1150912" y="504151"/>
                  </a:lnTo>
                  <a:lnTo>
                    <a:pt x="1150785" y="504101"/>
                  </a:lnTo>
                  <a:lnTo>
                    <a:pt x="1149743" y="503770"/>
                  </a:lnTo>
                  <a:lnTo>
                    <a:pt x="1149502" y="503707"/>
                  </a:lnTo>
                  <a:lnTo>
                    <a:pt x="1149680" y="503770"/>
                  </a:lnTo>
                  <a:lnTo>
                    <a:pt x="1149489" y="503707"/>
                  </a:lnTo>
                  <a:lnTo>
                    <a:pt x="1146416" y="510667"/>
                  </a:lnTo>
                  <a:lnTo>
                    <a:pt x="1147000" y="510895"/>
                  </a:lnTo>
                  <a:lnTo>
                    <a:pt x="1148829" y="511467"/>
                  </a:lnTo>
                  <a:lnTo>
                    <a:pt x="1151305" y="512013"/>
                  </a:lnTo>
                  <a:lnTo>
                    <a:pt x="1153147" y="512254"/>
                  </a:lnTo>
                  <a:lnTo>
                    <a:pt x="1155242" y="512368"/>
                  </a:lnTo>
                  <a:lnTo>
                    <a:pt x="1155585" y="504748"/>
                  </a:lnTo>
                  <a:close/>
                </a:path>
                <a:path w="1231900" h="512444">
                  <a:moveTo>
                    <a:pt x="1161592" y="503682"/>
                  </a:moveTo>
                  <a:lnTo>
                    <a:pt x="1161364" y="503770"/>
                  </a:lnTo>
                  <a:lnTo>
                    <a:pt x="1161592" y="503682"/>
                  </a:lnTo>
                  <a:close/>
                </a:path>
                <a:path w="1231900" h="512444">
                  <a:moveTo>
                    <a:pt x="1163523" y="7620"/>
                  </a:moveTo>
                  <a:lnTo>
                    <a:pt x="1157211" y="7620"/>
                  </a:lnTo>
                  <a:lnTo>
                    <a:pt x="1157008" y="7620"/>
                  </a:lnTo>
                  <a:lnTo>
                    <a:pt x="1158519" y="7810"/>
                  </a:lnTo>
                  <a:lnTo>
                    <a:pt x="1160043" y="8153"/>
                  </a:lnTo>
                  <a:lnTo>
                    <a:pt x="1161262" y="8521"/>
                  </a:lnTo>
                  <a:lnTo>
                    <a:pt x="1161554" y="8610"/>
                  </a:lnTo>
                  <a:lnTo>
                    <a:pt x="1162837" y="9182"/>
                  </a:lnTo>
                  <a:lnTo>
                    <a:pt x="1163053" y="8674"/>
                  </a:lnTo>
                  <a:lnTo>
                    <a:pt x="1163269" y="8191"/>
                  </a:lnTo>
                  <a:lnTo>
                    <a:pt x="1163434" y="7835"/>
                  </a:lnTo>
                  <a:lnTo>
                    <a:pt x="1163523" y="7620"/>
                  </a:lnTo>
                  <a:close/>
                </a:path>
                <a:path w="1231900" h="512444">
                  <a:moveTo>
                    <a:pt x="1165936" y="2209"/>
                  </a:moveTo>
                  <a:lnTo>
                    <a:pt x="1157224" y="0"/>
                  </a:lnTo>
                  <a:lnTo>
                    <a:pt x="1156881" y="7594"/>
                  </a:lnTo>
                  <a:lnTo>
                    <a:pt x="1163523" y="7620"/>
                  </a:lnTo>
                  <a:lnTo>
                    <a:pt x="1165936" y="2209"/>
                  </a:lnTo>
                  <a:close/>
                </a:path>
                <a:path w="1231900" h="512444">
                  <a:moveTo>
                    <a:pt x="1171625" y="506958"/>
                  </a:moveTo>
                  <a:lnTo>
                    <a:pt x="1168793" y="502424"/>
                  </a:lnTo>
                  <a:lnTo>
                    <a:pt x="1167599" y="500494"/>
                  </a:lnTo>
                  <a:lnTo>
                    <a:pt x="1164907" y="502170"/>
                  </a:lnTo>
                  <a:lnTo>
                    <a:pt x="1164742" y="502272"/>
                  </a:lnTo>
                  <a:lnTo>
                    <a:pt x="1161707" y="503618"/>
                  </a:lnTo>
                  <a:lnTo>
                    <a:pt x="1164018" y="510908"/>
                  </a:lnTo>
                  <a:lnTo>
                    <a:pt x="1164450" y="510743"/>
                  </a:lnTo>
                  <a:lnTo>
                    <a:pt x="1168069" y="509130"/>
                  </a:lnTo>
                  <a:lnTo>
                    <a:pt x="1168539" y="508889"/>
                  </a:lnTo>
                  <a:lnTo>
                    <a:pt x="1171625" y="506958"/>
                  </a:lnTo>
                  <a:close/>
                </a:path>
                <a:path w="1231900" h="512444">
                  <a:moveTo>
                    <a:pt x="1179245" y="11950"/>
                  </a:moveTo>
                  <a:lnTo>
                    <a:pt x="1176248" y="8978"/>
                  </a:lnTo>
                  <a:lnTo>
                    <a:pt x="1175956" y="8712"/>
                  </a:lnTo>
                  <a:lnTo>
                    <a:pt x="1173314" y="6578"/>
                  </a:lnTo>
                  <a:lnTo>
                    <a:pt x="1168539" y="12522"/>
                  </a:lnTo>
                  <a:lnTo>
                    <a:pt x="1170863" y="14389"/>
                  </a:lnTo>
                  <a:lnTo>
                    <a:pt x="1170990" y="14503"/>
                  </a:lnTo>
                  <a:lnTo>
                    <a:pt x="1171181" y="14643"/>
                  </a:lnTo>
                  <a:lnTo>
                    <a:pt x="1170990" y="14503"/>
                  </a:lnTo>
                  <a:lnTo>
                    <a:pt x="1173886" y="17360"/>
                  </a:lnTo>
                  <a:lnTo>
                    <a:pt x="1176566" y="14643"/>
                  </a:lnTo>
                  <a:lnTo>
                    <a:pt x="1179245" y="11950"/>
                  </a:lnTo>
                  <a:close/>
                </a:path>
                <a:path w="1231900" h="512444">
                  <a:moveTo>
                    <a:pt x="1183538" y="495338"/>
                  </a:moveTo>
                  <a:lnTo>
                    <a:pt x="1182725" y="494753"/>
                  </a:lnTo>
                  <a:lnTo>
                    <a:pt x="1177569" y="491007"/>
                  </a:lnTo>
                  <a:lnTo>
                    <a:pt x="1177378" y="490867"/>
                  </a:lnTo>
                  <a:lnTo>
                    <a:pt x="1174292" y="494512"/>
                  </a:lnTo>
                  <a:lnTo>
                    <a:pt x="1174165" y="494665"/>
                  </a:lnTo>
                  <a:lnTo>
                    <a:pt x="1172718" y="496087"/>
                  </a:lnTo>
                  <a:lnTo>
                    <a:pt x="1178090" y="501497"/>
                  </a:lnTo>
                  <a:lnTo>
                    <a:pt x="1179677" y="499922"/>
                  </a:lnTo>
                  <a:lnTo>
                    <a:pt x="1183259" y="495706"/>
                  </a:lnTo>
                  <a:lnTo>
                    <a:pt x="1183538" y="495338"/>
                  </a:lnTo>
                  <a:close/>
                </a:path>
                <a:path w="1231900" h="512444">
                  <a:moveTo>
                    <a:pt x="1188910" y="24790"/>
                  </a:moveTo>
                  <a:lnTo>
                    <a:pt x="1186853" y="21539"/>
                  </a:lnTo>
                  <a:lnTo>
                    <a:pt x="1184503" y="18288"/>
                  </a:lnTo>
                  <a:lnTo>
                    <a:pt x="1178344" y="22758"/>
                  </a:lnTo>
                  <a:lnTo>
                    <a:pt x="1180452" y="25692"/>
                  </a:lnTo>
                  <a:lnTo>
                    <a:pt x="1182471" y="28867"/>
                  </a:lnTo>
                  <a:lnTo>
                    <a:pt x="1187297" y="25806"/>
                  </a:lnTo>
                  <a:lnTo>
                    <a:pt x="1188910" y="24790"/>
                  </a:lnTo>
                  <a:close/>
                </a:path>
                <a:path w="1231900" h="512444">
                  <a:moveTo>
                    <a:pt x="1192034" y="482168"/>
                  </a:moveTo>
                  <a:lnTo>
                    <a:pt x="1191399" y="481812"/>
                  </a:lnTo>
                  <a:lnTo>
                    <a:pt x="1185392" y="478447"/>
                  </a:lnTo>
                  <a:lnTo>
                    <a:pt x="1183601" y="481634"/>
                  </a:lnTo>
                  <a:lnTo>
                    <a:pt x="1181595" y="484822"/>
                  </a:lnTo>
                  <a:lnTo>
                    <a:pt x="1188034" y="488886"/>
                  </a:lnTo>
                  <a:lnTo>
                    <a:pt x="1190053" y="485711"/>
                  </a:lnTo>
                  <a:lnTo>
                    <a:pt x="1192034" y="482168"/>
                  </a:lnTo>
                  <a:close/>
                </a:path>
                <a:path w="1231900" h="512444">
                  <a:moveTo>
                    <a:pt x="1196352" y="38519"/>
                  </a:moveTo>
                  <a:lnTo>
                    <a:pt x="1195120" y="36055"/>
                  </a:lnTo>
                  <a:lnTo>
                    <a:pt x="1193355" y="32499"/>
                  </a:lnTo>
                  <a:lnTo>
                    <a:pt x="1192834" y="31559"/>
                  </a:lnTo>
                  <a:lnTo>
                    <a:pt x="1186180" y="35280"/>
                  </a:lnTo>
                  <a:lnTo>
                    <a:pt x="1186535" y="35902"/>
                  </a:lnTo>
                  <a:lnTo>
                    <a:pt x="1189532" y="41922"/>
                  </a:lnTo>
                  <a:lnTo>
                    <a:pt x="1196352" y="38519"/>
                  </a:lnTo>
                  <a:close/>
                </a:path>
                <a:path w="1231900" h="512444">
                  <a:moveTo>
                    <a:pt x="1198867" y="468172"/>
                  </a:moveTo>
                  <a:lnTo>
                    <a:pt x="1191907" y="465061"/>
                  </a:lnTo>
                  <a:lnTo>
                    <a:pt x="1189558" y="470319"/>
                  </a:lnTo>
                  <a:lnTo>
                    <a:pt x="1188808" y="471843"/>
                  </a:lnTo>
                  <a:lnTo>
                    <a:pt x="1195628" y="475246"/>
                  </a:lnTo>
                  <a:lnTo>
                    <a:pt x="1196378" y="473710"/>
                  </a:lnTo>
                  <a:lnTo>
                    <a:pt x="1197825" y="470471"/>
                  </a:lnTo>
                  <a:lnTo>
                    <a:pt x="1198867" y="468172"/>
                  </a:lnTo>
                  <a:close/>
                </a:path>
                <a:path w="1231900" h="512444">
                  <a:moveTo>
                    <a:pt x="1202448" y="52959"/>
                  </a:moveTo>
                  <a:lnTo>
                    <a:pt x="1202321" y="52578"/>
                  </a:lnTo>
                  <a:lnTo>
                    <a:pt x="1199578" y="45758"/>
                  </a:lnTo>
                  <a:lnTo>
                    <a:pt x="1192504" y="48602"/>
                  </a:lnTo>
                  <a:lnTo>
                    <a:pt x="1195298" y="55562"/>
                  </a:lnTo>
                  <a:lnTo>
                    <a:pt x="1202448" y="52959"/>
                  </a:lnTo>
                  <a:close/>
                </a:path>
                <a:path w="1231900" h="512444">
                  <a:moveTo>
                    <a:pt x="1204493" y="453720"/>
                  </a:moveTo>
                  <a:lnTo>
                    <a:pt x="1197343" y="451116"/>
                  </a:lnTo>
                  <a:lnTo>
                    <a:pt x="1195197" y="456996"/>
                  </a:lnTo>
                  <a:lnTo>
                    <a:pt x="1194739" y="458139"/>
                  </a:lnTo>
                  <a:lnTo>
                    <a:pt x="1201813" y="460984"/>
                  </a:lnTo>
                  <a:lnTo>
                    <a:pt x="1202270" y="459841"/>
                  </a:lnTo>
                  <a:lnTo>
                    <a:pt x="1203261" y="457111"/>
                  </a:lnTo>
                  <a:lnTo>
                    <a:pt x="1204493" y="453720"/>
                  </a:lnTo>
                  <a:close/>
                </a:path>
                <a:path w="1231900" h="512444">
                  <a:moveTo>
                    <a:pt x="1207490" y="67462"/>
                  </a:moveTo>
                  <a:lnTo>
                    <a:pt x="1205103" y="60223"/>
                  </a:lnTo>
                  <a:lnTo>
                    <a:pt x="1197864" y="62611"/>
                  </a:lnTo>
                  <a:lnTo>
                    <a:pt x="1200251" y="69850"/>
                  </a:lnTo>
                  <a:lnTo>
                    <a:pt x="1207490" y="67462"/>
                  </a:lnTo>
                  <a:close/>
                </a:path>
                <a:path w="1231900" h="512444">
                  <a:moveTo>
                    <a:pt x="1209255" y="439013"/>
                  </a:moveTo>
                  <a:lnTo>
                    <a:pt x="1201953" y="436829"/>
                  </a:lnTo>
                  <a:lnTo>
                    <a:pt x="1200467" y="441794"/>
                  </a:lnTo>
                  <a:lnTo>
                    <a:pt x="1199743" y="444004"/>
                  </a:lnTo>
                  <a:lnTo>
                    <a:pt x="1206969" y="446392"/>
                  </a:lnTo>
                  <a:lnTo>
                    <a:pt x="1207706" y="444182"/>
                  </a:lnTo>
                  <a:lnTo>
                    <a:pt x="1208379" y="441896"/>
                  </a:lnTo>
                  <a:lnTo>
                    <a:pt x="1209255" y="439013"/>
                  </a:lnTo>
                  <a:close/>
                </a:path>
                <a:path w="1231900" h="512444">
                  <a:moveTo>
                    <a:pt x="1211808" y="82283"/>
                  </a:moveTo>
                  <a:lnTo>
                    <a:pt x="1210373" y="77038"/>
                  </a:lnTo>
                  <a:lnTo>
                    <a:pt x="1209725" y="74853"/>
                  </a:lnTo>
                  <a:lnTo>
                    <a:pt x="1202423" y="77038"/>
                  </a:lnTo>
                  <a:lnTo>
                    <a:pt x="1202918" y="78663"/>
                  </a:lnTo>
                  <a:lnTo>
                    <a:pt x="1204455" y="84289"/>
                  </a:lnTo>
                  <a:lnTo>
                    <a:pt x="1211808" y="82283"/>
                  </a:lnTo>
                  <a:close/>
                </a:path>
                <a:path w="1231900" h="512444">
                  <a:moveTo>
                    <a:pt x="1213332" y="424141"/>
                  </a:moveTo>
                  <a:lnTo>
                    <a:pt x="1205941" y="422313"/>
                  </a:lnTo>
                  <a:lnTo>
                    <a:pt x="1205306" y="424865"/>
                  </a:lnTo>
                  <a:lnTo>
                    <a:pt x="1204023" y="429590"/>
                  </a:lnTo>
                  <a:lnTo>
                    <a:pt x="1211376" y="431596"/>
                  </a:lnTo>
                  <a:lnTo>
                    <a:pt x="1212659" y="426872"/>
                  </a:lnTo>
                  <a:lnTo>
                    <a:pt x="1213129" y="424942"/>
                  </a:lnTo>
                  <a:lnTo>
                    <a:pt x="1213332" y="424141"/>
                  </a:lnTo>
                  <a:close/>
                </a:path>
                <a:path w="1231900" h="512444">
                  <a:moveTo>
                    <a:pt x="1215529" y="97231"/>
                  </a:moveTo>
                  <a:lnTo>
                    <a:pt x="1214970" y="94754"/>
                  </a:lnTo>
                  <a:lnTo>
                    <a:pt x="1213726" y="89750"/>
                  </a:lnTo>
                  <a:lnTo>
                    <a:pt x="1206334" y="91579"/>
                  </a:lnTo>
                  <a:lnTo>
                    <a:pt x="1207541" y="96431"/>
                  </a:lnTo>
                  <a:lnTo>
                    <a:pt x="1208100" y="98907"/>
                  </a:lnTo>
                  <a:lnTo>
                    <a:pt x="1215529" y="97231"/>
                  </a:lnTo>
                  <a:close/>
                </a:path>
                <a:path w="1231900" h="512444">
                  <a:moveTo>
                    <a:pt x="1216837" y="409232"/>
                  </a:moveTo>
                  <a:lnTo>
                    <a:pt x="1209408" y="407555"/>
                  </a:lnTo>
                  <a:lnTo>
                    <a:pt x="1207731" y="414985"/>
                  </a:lnTo>
                  <a:lnTo>
                    <a:pt x="1215174" y="416661"/>
                  </a:lnTo>
                  <a:lnTo>
                    <a:pt x="1216837" y="409232"/>
                  </a:lnTo>
                  <a:close/>
                </a:path>
                <a:path w="1231900" h="512444">
                  <a:moveTo>
                    <a:pt x="1218730" y="112217"/>
                  </a:moveTo>
                  <a:lnTo>
                    <a:pt x="1217206" y="104749"/>
                  </a:lnTo>
                  <a:lnTo>
                    <a:pt x="1209738" y="106260"/>
                  </a:lnTo>
                  <a:lnTo>
                    <a:pt x="1211262" y="113728"/>
                  </a:lnTo>
                  <a:lnTo>
                    <a:pt x="1218730" y="112217"/>
                  </a:lnTo>
                  <a:close/>
                </a:path>
                <a:path w="1231900" h="512444">
                  <a:moveTo>
                    <a:pt x="1219860" y="394131"/>
                  </a:moveTo>
                  <a:lnTo>
                    <a:pt x="1212367" y="392760"/>
                  </a:lnTo>
                  <a:lnTo>
                    <a:pt x="1211668" y="396519"/>
                  </a:lnTo>
                  <a:lnTo>
                    <a:pt x="1210932" y="400164"/>
                  </a:lnTo>
                  <a:lnTo>
                    <a:pt x="1218399" y="401688"/>
                  </a:lnTo>
                  <a:lnTo>
                    <a:pt x="1219149" y="398030"/>
                  </a:lnTo>
                  <a:lnTo>
                    <a:pt x="1219403" y="396582"/>
                  </a:lnTo>
                  <a:lnTo>
                    <a:pt x="1219860" y="394131"/>
                  </a:lnTo>
                  <a:close/>
                </a:path>
                <a:path w="1231900" h="512444">
                  <a:moveTo>
                    <a:pt x="1221498" y="127342"/>
                  </a:moveTo>
                  <a:lnTo>
                    <a:pt x="1221257" y="125945"/>
                  </a:lnTo>
                  <a:lnTo>
                    <a:pt x="1221054" y="124650"/>
                  </a:lnTo>
                  <a:lnTo>
                    <a:pt x="1220165" y="119773"/>
                  </a:lnTo>
                  <a:lnTo>
                    <a:pt x="1212659" y="121145"/>
                  </a:lnTo>
                  <a:lnTo>
                    <a:pt x="1213535" y="125882"/>
                  </a:lnTo>
                  <a:lnTo>
                    <a:pt x="1213980" y="128587"/>
                  </a:lnTo>
                  <a:lnTo>
                    <a:pt x="1221498" y="127342"/>
                  </a:lnTo>
                  <a:close/>
                </a:path>
                <a:path w="1231900" h="512444">
                  <a:moveTo>
                    <a:pt x="1222463" y="379044"/>
                  </a:moveTo>
                  <a:lnTo>
                    <a:pt x="1214945" y="377812"/>
                  </a:lnTo>
                  <a:lnTo>
                    <a:pt x="1213713" y="385330"/>
                  </a:lnTo>
                  <a:lnTo>
                    <a:pt x="1221232" y="386562"/>
                  </a:lnTo>
                  <a:lnTo>
                    <a:pt x="1222463" y="379044"/>
                  </a:lnTo>
                  <a:close/>
                </a:path>
                <a:path w="1231900" h="512444">
                  <a:moveTo>
                    <a:pt x="1223860" y="142468"/>
                  </a:moveTo>
                  <a:lnTo>
                    <a:pt x="1222971" y="136448"/>
                  </a:lnTo>
                  <a:lnTo>
                    <a:pt x="1222730" y="134861"/>
                  </a:lnTo>
                  <a:lnTo>
                    <a:pt x="1215212" y="136105"/>
                  </a:lnTo>
                  <a:lnTo>
                    <a:pt x="1215263" y="136385"/>
                  </a:lnTo>
                  <a:lnTo>
                    <a:pt x="1216317" y="143573"/>
                  </a:lnTo>
                  <a:lnTo>
                    <a:pt x="1223860" y="142468"/>
                  </a:lnTo>
                  <a:close/>
                </a:path>
                <a:path w="1231900" h="512444">
                  <a:moveTo>
                    <a:pt x="1224699" y="363842"/>
                  </a:moveTo>
                  <a:lnTo>
                    <a:pt x="1217142" y="362864"/>
                  </a:lnTo>
                  <a:lnTo>
                    <a:pt x="1216850" y="365023"/>
                  </a:lnTo>
                  <a:lnTo>
                    <a:pt x="1216075" y="370344"/>
                  </a:lnTo>
                  <a:lnTo>
                    <a:pt x="1223619" y="371449"/>
                  </a:lnTo>
                  <a:lnTo>
                    <a:pt x="1224394" y="366128"/>
                  </a:lnTo>
                  <a:lnTo>
                    <a:pt x="1224699" y="363842"/>
                  </a:lnTo>
                  <a:close/>
                </a:path>
                <a:path w="1231900" h="512444">
                  <a:moveTo>
                    <a:pt x="1225880" y="157695"/>
                  </a:moveTo>
                  <a:lnTo>
                    <a:pt x="1224902" y="150075"/>
                  </a:lnTo>
                  <a:lnTo>
                    <a:pt x="1217345" y="151053"/>
                  </a:lnTo>
                  <a:lnTo>
                    <a:pt x="1218285" y="158330"/>
                  </a:lnTo>
                  <a:lnTo>
                    <a:pt x="1218311" y="158559"/>
                  </a:lnTo>
                  <a:lnTo>
                    <a:pt x="1219860" y="158381"/>
                  </a:lnTo>
                  <a:lnTo>
                    <a:pt x="1225880" y="157695"/>
                  </a:lnTo>
                  <a:close/>
                </a:path>
                <a:path w="1231900" h="512444">
                  <a:moveTo>
                    <a:pt x="1226553" y="348653"/>
                  </a:moveTo>
                  <a:lnTo>
                    <a:pt x="1218984" y="347802"/>
                  </a:lnTo>
                  <a:lnTo>
                    <a:pt x="1218285" y="353910"/>
                  </a:lnTo>
                  <a:lnTo>
                    <a:pt x="1218120" y="355307"/>
                  </a:lnTo>
                  <a:lnTo>
                    <a:pt x="1225677" y="356285"/>
                  </a:lnTo>
                  <a:lnTo>
                    <a:pt x="1226553" y="348653"/>
                  </a:lnTo>
                  <a:close/>
                </a:path>
                <a:path w="1231900" h="512444">
                  <a:moveTo>
                    <a:pt x="1227543" y="172910"/>
                  </a:moveTo>
                  <a:lnTo>
                    <a:pt x="1227239" y="169786"/>
                  </a:lnTo>
                  <a:lnTo>
                    <a:pt x="1226743" y="165277"/>
                  </a:lnTo>
                  <a:lnTo>
                    <a:pt x="1219161" y="166128"/>
                  </a:lnTo>
                  <a:lnTo>
                    <a:pt x="1219568" y="169722"/>
                  </a:lnTo>
                  <a:lnTo>
                    <a:pt x="1219949" y="173647"/>
                  </a:lnTo>
                  <a:lnTo>
                    <a:pt x="1227543" y="172910"/>
                  </a:lnTo>
                  <a:close/>
                </a:path>
                <a:path w="1231900" h="512444">
                  <a:moveTo>
                    <a:pt x="1228115" y="333438"/>
                  </a:moveTo>
                  <a:lnTo>
                    <a:pt x="1220533" y="332701"/>
                  </a:lnTo>
                  <a:lnTo>
                    <a:pt x="1219796" y="340283"/>
                  </a:lnTo>
                  <a:lnTo>
                    <a:pt x="1227378" y="341020"/>
                  </a:lnTo>
                  <a:lnTo>
                    <a:pt x="1228115" y="333438"/>
                  </a:lnTo>
                  <a:close/>
                </a:path>
                <a:path w="1231900" h="512444">
                  <a:moveTo>
                    <a:pt x="1228902" y="188150"/>
                  </a:moveTo>
                  <a:lnTo>
                    <a:pt x="1228267" y="180492"/>
                  </a:lnTo>
                  <a:lnTo>
                    <a:pt x="1220685" y="181229"/>
                  </a:lnTo>
                  <a:lnTo>
                    <a:pt x="1220698" y="181394"/>
                  </a:lnTo>
                  <a:lnTo>
                    <a:pt x="1221308" y="188760"/>
                  </a:lnTo>
                  <a:lnTo>
                    <a:pt x="1228902" y="188150"/>
                  </a:lnTo>
                  <a:close/>
                </a:path>
                <a:path w="1231900" h="512444">
                  <a:moveTo>
                    <a:pt x="1229372" y="318122"/>
                  </a:moveTo>
                  <a:lnTo>
                    <a:pt x="1221765" y="317627"/>
                  </a:lnTo>
                  <a:lnTo>
                    <a:pt x="1221676" y="318922"/>
                  </a:lnTo>
                  <a:lnTo>
                    <a:pt x="1221168" y="325158"/>
                  </a:lnTo>
                  <a:lnTo>
                    <a:pt x="1228763" y="325780"/>
                  </a:lnTo>
                  <a:lnTo>
                    <a:pt x="1229296" y="318973"/>
                  </a:lnTo>
                  <a:lnTo>
                    <a:pt x="1229372" y="318122"/>
                  </a:lnTo>
                  <a:close/>
                </a:path>
                <a:path w="1231900" h="512444">
                  <a:moveTo>
                    <a:pt x="1229982" y="203403"/>
                  </a:moveTo>
                  <a:lnTo>
                    <a:pt x="1229474" y="195808"/>
                  </a:lnTo>
                  <a:lnTo>
                    <a:pt x="1221867" y="196303"/>
                  </a:lnTo>
                  <a:lnTo>
                    <a:pt x="1222375" y="203911"/>
                  </a:lnTo>
                  <a:lnTo>
                    <a:pt x="1229982" y="203403"/>
                  </a:lnTo>
                  <a:close/>
                </a:path>
                <a:path w="1231900" h="512444">
                  <a:moveTo>
                    <a:pt x="1230312" y="302856"/>
                  </a:moveTo>
                  <a:lnTo>
                    <a:pt x="1222705" y="302475"/>
                  </a:lnTo>
                  <a:lnTo>
                    <a:pt x="1222476" y="306768"/>
                  </a:lnTo>
                  <a:lnTo>
                    <a:pt x="1222260" y="310019"/>
                  </a:lnTo>
                  <a:lnTo>
                    <a:pt x="1229868" y="310527"/>
                  </a:lnTo>
                  <a:lnTo>
                    <a:pt x="1230096" y="306819"/>
                  </a:lnTo>
                  <a:lnTo>
                    <a:pt x="1230312" y="302856"/>
                  </a:lnTo>
                  <a:close/>
                </a:path>
                <a:path w="1231900" h="512444">
                  <a:moveTo>
                    <a:pt x="1230769" y="218744"/>
                  </a:moveTo>
                  <a:lnTo>
                    <a:pt x="1230731" y="217576"/>
                  </a:lnTo>
                  <a:lnTo>
                    <a:pt x="1230388" y="211074"/>
                  </a:lnTo>
                  <a:lnTo>
                    <a:pt x="1222781" y="211467"/>
                  </a:lnTo>
                  <a:lnTo>
                    <a:pt x="1223086" y="217576"/>
                  </a:lnTo>
                  <a:lnTo>
                    <a:pt x="1223149" y="219011"/>
                  </a:lnTo>
                  <a:lnTo>
                    <a:pt x="1230769" y="218744"/>
                  </a:lnTo>
                  <a:close/>
                </a:path>
                <a:path w="1231900" h="512444">
                  <a:moveTo>
                    <a:pt x="1230985" y="287578"/>
                  </a:moveTo>
                  <a:lnTo>
                    <a:pt x="1223365" y="287299"/>
                  </a:lnTo>
                  <a:lnTo>
                    <a:pt x="1223111" y="294398"/>
                  </a:lnTo>
                  <a:lnTo>
                    <a:pt x="1223086" y="294855"/>
                  </a:lnTo>
                  <a:lnTo>
                    <a:pt x="1230693" y="295249"/>
                  </a:lnTo>
                  <a:lnTo>
                    <a:pt x="1230718" y="294449"/>
                  </a:lnTo>
                  <a:lnTo>
                    <a:pt x="1230985" y="287578"/>
                  </a:lnTo>
                  <a:close/>
                </a:path>
                <a:path w="1231900" h="512444">
                  <a:moveTo>
                    <a:pt x="1231265" y="234022"/>
                  </a:moveTo>
                  <a:lnTo>
                    <a:pt x="1231188" y="230200"/>
                  </a:lnTo>
                  <a:lnTo>
                    <a:pt x="1231049" y="226352"/>
                  </a:lnTo>
                  <a:lnTo>
                    <a:pt x="1223429" y="226631"/>
                  </a:lnTo>
                  <a:lnTo>
                    <a:pt x="1223556" y="230200"/>
                  </a:lnTo>
                  <a:lnTo>
                    <a:pt x="1223556" y="230428"/>
                  </a:lnTo>
                  <a:lnTo>
                    <a:pt x="1223645" y="234188"/>
                  </a:lnTo>
                  <a:lnTo>
                    <a:pt x="1231265" y="234022"/>
                  </a:lnTo>
                  <a:close/>
                </a:path>
                <a:path w="1231900" h="512444">
                  <a:moveTo>
                    <a:pt x="1231392" y="272288"/>
                  </a:moveTo>
                  <a:lnTo>
                    <a:pt x="1223784" y="272122"/>
                  </a:lnTo>
                  <a:lnTo>
                    <a:pt x="1223619" y="279742"/>
                  </a:lnTo>
                  <a:lnTo>
                    <a:pt x="1231226" y="279908"/>
                  </a:lnTo>
                  <a:lnTo>
                    <a:pt x="1231392" y="272288"/>
                  </a:lnTo>
                  <a:close/>
                </a:path>
                <a:path w="1231900" h="512444">
                  <a:moveTo>
                    <a:pt x="1231506" y="249326"/>
                  </a:moveTo>
                  <a:lnTo>
                    <a:pt x="1231430" y="241642"/>
                  </a:lnTo>
                  <a:lnTo>
                    <a:pt x="1223810" y="241808"/>
                  </a:lnTo>
                  <a:lnTo>
                    <a:pt x="1223835" y="243192"/>
                  </a:lnTo>
                  <a:lnTo>
                    <a:pt x="1223886" y="249377"/>
                  </a:lnTo>
                  <a:lnTo>
                    <a:pt x="1231506" y="249326"/>
                  </a:lnTo>
                  <a:close/>
                </a:path>
                <a:path w="1231900" h="512444">
                  <a:moveTo>
                    <a:pt x="1231557" y="256997"/>
                  </a:moveTo>
                  <a:lnTo>
                    <a:pt x="1223937" y="256946"/>
                  </a:lnTo>
                  <a:lnTo>
                    <a:pt x="1223873" y="264566"/>
                  </a:lnTo>
                  <a:lnTo>
                    <a:pt x="1231493" y="264617"/>
                  </a:lnTo>
                  <a:lnTo>
                    <a:pt x="1231557" y="256997"/>
                  </a:lnTo>
                  <a:close/>
                </a:path>
              </a:pathLst>
            </a:custGeom>
            <a:solidFill>
              <a:srgbClr val="FFCC00"/>
            </a:solidFill>
          </p:spPr>
          <p:txBody>
            <a:bodyPr wrap="square" lIns="0" tIns="0" rIns="0" bIns="0" rtlCol="0"/>
            <a:lstStyle/>
            <a:p>
              <a:endParaRPr/>
            </a:p>
          </p:txBody>
        </p:sp>
      </p:grpSp>
      <p:sp>
        <p:nvSpPr>
          <p:cNvPr id="7" name="object 7"/>
          <p:cNvSpPr txBox="1"/>
          <p:nvPr/>
        </p:nvSpPr>
        <p:spPr>
          <a:xfrm>
            <a:off x="2481554" y="68148"/>
            <a:ext cx="2717800" cy="514350"/>
          </a:xfrm>
          <a:prstGeom prst="rect">
            <a:avLst/>
          </a:prstGeom>
        </p:spPr>
        <p:txBody>
          <a:bodyPr vert="horz" wrap="square" lIns="0" tIns="13335" rIns="0" bIns="0" rtlCol="0">
            <a:spAutoFit/>
          </a:bodyPr>
          <a:lstStyle/>
          <a:p>
            <a:pPr marL="12700">
              <a:lnSpc>
                <a:spcPct val="100000"/>
              </a:lnSpc>
              <a:spcBef>
                <a:spcPts val="105"/>
              </a:spcBef>
              <a:tabLst>
                <a:tab pos="2704465" algn="l"/>
              </a:tabLst>
            </a:pPr>
            <a:r>
              <a:rPr sz="3200" u="dash" dirty="0">
                <a:solidFill>
                  <a:srgbClr val="FF3300"/>
                </a:solidFill>
                <a:uFill>
                  <a:solidFill>
                    <a:srgbClr val="B1B1B1"/>
                  </a:solidFill>
                </a:uFill>
                <a:latin typeface="Times New Roman" panose="02020603050405020304"/>
                <a:cs typeface="Times New Roman" panose="02020603050405020304"/>
              </a:rPr>
              <a:t>	</a:t>
            </a:r>
            <a:endParaRPr sz="3200">
              <a:latin typeface="Times New Roman" panose="02020603050405020304"/>
              <a:cs typeface="Times New Roman" panose="02020603050405020304"/>
            </a:endParaRPr>
          </a:p>
        </p:txBody>
      </p:sp>
      <p:grpSp>
        <p:nvGrpSpPr>
          <p:cNvPr id="8" name="object 8"/>
          <p:cNvGrpSpPr/>
          <p:nvPr/>
        </p:nvGrpSpPr>
        <p:grpSpPr>
          <a:xfrm>
            <a:off x="1839302" y="1128979"/>
            <a:ext cx="4324350" cy="4278630"/>
            <a:chOff x="1839302" y="1128979"/>
            <a:chExt cx="4324350" cy="4278630"/>
          </a:xfrm>
        </p:grpSpPr>
        <p:sp>
          <p:nvSpPr>
            <p:cNvPr id="9" name="object 9"/>
            <p:cNvSpPr/>
            <p:nvPr/>
          </p:nvSpPr>
          <p:spPr>
            <a:xfrm>
              <a:off x="1839302" y="2459964"/>
              <a:ext cx="3609340" cy="2667000"/>
            </a:xfrm>
            <a:custGeom>
              <a:avLst/>
              <a:gdLst/>
              <a:ahLst/>
              <a:cxnLst/>
              <a:rect l="l" t="t" r="r" b="b"/>
              <a:pathLst>
                <a:path w="3609340" h="2667000">
                  <a:moveTo>
                    <a:pt x="820724" y="12700"/>
                  </a:moveTo>
                  <a:lnTo>
                    <a:pt x="773366" y="12700"/>
                  </a:lnTo>
                  <a:lnTo>
                    <a:pt x="782472" y="0"/>
                  </a:lnTo>
                  <a:lnTo>
                    <a:pt x="829894" y="0"/>
                  </a:lnTo>
                  <a:lnTo>
                    <a:pt x="820724" y="12700"/>
                  </a:lnTo>
                  <a:close/>
                </a:path>
                <a:path w="3609340" h="2667000">
                  <a:moveTo>
                    <a:pt x="954163" y="12700"/>
                  </a:moveTo>
                  <a:lnTo>
                    <a:pt x="913130" y="12700"/>
                  </a:lnTo>
                  <a:lnTo>
                    <a:pt x="903528" y="0"/>
                  </a:lnTo>
                  <a:lnTo>
                    <a:pt x="944232" y="0"/>
                  </a:lnTo>
                  <a:lnTo>
                    <a:pt x="954163" y="12700"/>
                  </a:lnTo>
                  <a:close/>
                </a:path>
                <a:path w="3609340" h="2667000">
                  <a:moveTo>
                    <a:pt x="767448" y="25400"/>
                  </a:moveTo>
                  <a:lnTo>
                    <a:pt x="746340" y="25400"/>
                  </a:lnTo>
                  <a:lnTo>
                    <a:pt x="755307" y="12700"/>
                  </a:lnTo>
                  <a:lnTo>
                    <a:pt x="776363" y="12700"/>
                  </a:lnTo>
                  <a:lnTo>
                    <a:pt x="767448" y="25400"/>
                  </a:lnTo>
                  <a:close/>
                </a:path>
                <a:path w="3609340" h="2667000">
                  <a:moveTo>
                    <a:pt x="994333" y="25400"/>
                  </a:moveTo>
                  <a:lnTo>
                    <a:pt x="961097" y="25400"/>
                  </a:lnTo>
                  <a:lnTo>
                    <a:pt x="951255" y="12700"/>
                  </a:lnTo>
                  <a:lnTo>
                    <a:pt x="984211" y="12700"/>
                  </a:lnTo>
                  <a:lnTo>
                    <a:pt x="994333" y="25400"/>
                  </a:lnTo>
                  <a:close/>
                </a:path>
                <a:path w="3609340" h="2667000">
                  <a:moveTo>
                    <a:pt x="732688" y="38100"/>
                  </a:moveTo>
                  <a:lnTo>
                    <a:pt x="719721" y="38100"/>
                  </a:lnTo>
                  <a:lnTo>
                    <a:pt x="728548" y="25400"/>
                  </a:lnTo>
                  <a:lnTo>
                    <a:pt x="741451" y="25400"/>
                  </a:lnTo>
                  <a:lnTo>
                    <a:pt x="732688" y="38100"/>
                  </a:lnTo>
                  <a:close/>
                </a:path>
                <a:path w="3609340" h="2667000">
                  <a:moveTo>
                    <a:pt x="741324" y="38100"/>
                  </a:moveTo>
                  <a:lnTo>
                    <a:pt x="741451" y="25400"/>
                  </a:lnTo>
                  <a:lnTo>
                    <a:pt x="750125" y="25400"/>
                  </a:lnTo>
                  <a:lnTo>
                    <a:pt x="741324" y="38100"/>
                  </a:lnTo>
                  <a:close/>
                </a:path>
                <a:path w="3609340" h="2667000">
                  <a:moveTo>
                    <a:pt x="1025118" y="38100"/>
                  </a:moveTo>
                  <a:lnTo>
                    <a:pt x="1000455" y="38100"/>
                  </a:lnTo>
                  <a:lnTo>
                    <a:pt x="990409" y="25400"/>
                  </a:lnTo>
                  <a:lnTo>
                    <a:pt x="1014742" y="25400"/>
                  </a:lnTo>
                  <a:lnTo>
                    <a:pt x="1025118" y="38100"/>
                  </a:lnTo>
                  <a:close/>
                </a:path>
                <a:path w="3609340" h="2667000">
                  <a:moveTo>
                    <a:pt x="715530" y="50800"/>
                  </a:moveTo>
                  <a:lnTo>
                    <a:pt x="693508" y="50800"/>
                  </a:lnTo>
                  <a:lnTo>
                    <a:pt x="702208" y="38100"/>
                  </a:lnTo>
                  <a:lnTo>
                    <a:pt x="724204" y="38100"/>
                  </a:lnTo>
                  <a:lnTo>
                    <a:pt x="715530" y="50800"/>
                  </a:lnTo>
                  <a:close/>
                </a:path>
                <a:path w="3609340" h="2667000">
                  <a:moveTo>
                    <a:pt x="1056728" y="63500"/>
                  </a:moveTo>
                  <a:lnTo>
                    <a:pt x="1040726" y="63500"/>
                  </a:lnTo>
                  <a:lnTo>
                    <a:pt x="1030351" y="50800"/>
                  </a:lnTo>
                  <a:lnTo>
                    <a:pt x="1020444" y="50800"/>
                  </a:lnTo>
                  <a:lnTo>
                    <a:pt x="1010272" y="38100"/>
                  </a:lnTo>
                  <a:lnTo>
                    <a:pt x="1035570" y="38100"/>
                  </a:lnTo>
                  <a:lnTo>
                    <a:pt x="1046099" y="50800"/>
                  </a:lnTo>
                  <a:lnTo>
                    <a:pt x="1056728" y="63500"/>
                  </a:lnTo>
                  <a:close/>
                </a:path>
                <a:path w="3609340" h="2667000">
                  <a:moveTo>
                    <a:pt x="690054" y="63500"/>
                  </a:moveTo>
                  <a:lnTo>
                    <a:pt x="676249" y="63500"/>
                  </a:lnTo>
                  <a:lnTo>
                    <a:pt x="684860" y="50800"/>
                  </a:lnTo>
                  <a:lnTo>
                    <a:pt x="698601" y="50800"/>
                  </a:lnTo>
                  <a:lnTo>
                    <a:pt x="690054" y="63500"/>
                  </a:lnTo>
                  <a:close/>
                </a:path>
                <a:path w="3609340" h="2667000">
                  <a:moveTo>
                    <a:pt x="673226" y="76200"/>
                  </a:moveTo>
                  <a:lnTo>
                    <a:pt x="659155" y="76200"/>
                  </a:lnTo>
                  <a:lnTo>
                    <a:pt x="667689" y="63500"/>
                  </a:lnTo>
                  <a:lnTo>
                    <a:pt x="681710" y="63500"/>
                  </a:lnTo>
                  <a:lnTo>
                    <a:pt x="673226" y="76200"/>
                  </a:lnTo>
                  <a:close/>
                </a:path>
                <a:path w="3609340" h="2667000">
                  <a:moveTo>
                    <a:pt x="1089088" y="88900"/>
                  </a:moveTo>
                  <a:lnTo>
                    <a:pt x="1082700" y="88900"/>
                  </a:lnTo>
                  <a:lnTo>
                    <a:pt x="1071930" y="76200"/>
                  </a:lnTo>
                  <a:lnTo>
                    <a:pt x="1061491" y="76200"/>
                  </a:lnTo>
                  <a:lnTo>
                    <a:pt x="1050912" y="63500"/>
                  </a:lnTo>
                  <a:lnTo>
                    <a:pt x="1067422" y="63500"/>
                  </a:lnTo>
                  <a:lnTo>
                    <a:pt x="1089088" y="88900"/>
                  </a:lnTo>
                  <a:close/>
                </a:path>
                <a:path w="3609340" h="2667000">
                  <a:moveTo>
                    <a:pt x="656539" y="88900"/>
                  </a:moveTo>
                  <a:lnTo>
                    <a:pt x="642226" y="88900"/>
                  </a:lnTo>
                  <a:lnTo>
                    <a:pt x="650671" y="76200"/>
                  </a:lnTo>
                  <a:lnTo>
                    <a:pt x="664946" y="76200"/>
                  </a:lnTo>
                  <a:lnTo>
                    <a:pt x="656539" y="88900"/>
                  </a:lnTo>
                  <a:close/>
                </a:path>
                <a:path w="3609340" h="2667000">
                  <a:moveTo>
                    <a:pt x="639991" y="101600"/>
                  </a:moveTo>
                  <a:lnTo>
                    <a:pt x="625462" y="101600"/>
                  </a:lnTo>
                  <a:lnTo>
                    <a:pt x="633831" y="88900"/>
                  </a:lnTo>
                  <a:lnTo>
                    <a:pt x="648322" y="88900"/>
                  </a:lnTo>
                  <a:lnTo>
                    <a:pt x="639991" y="101600"/>
                  </a:lnTo>
                  <a:close/>
                </a:path>
                <a:path w="3609340" h="2667000">
                  <a:moveTo>
                    <a:pt x="2505075" y="2552700"/>
                  </a:moveTo>
                  <a:lnTo>
                    <a:pt x="2487129" y="2552700"/>
                  </a:lnTo>
                  <a:lnTo>
                    <a:pt x="2464638" y="2527300"/>
                  </a:lnTo>
                  <a:lnTo>
                    <a:pt x="2441829" y="2501900"/>
                  </a:lnTo>
                  <a:lnTo>
                    <a:pt x="2430310" y="2476500"/>
                  </a:lnTo>
                  <a:lnTo>
                    <a:pt x="2418702" y="2463800"/>
                  </a:lnTo>
                  <a:lnTo>
                    <a:pt x="2395270" y="2438400"/>
                  </a:lnTo>
                  <a:lnTo>
                    <a:pt x="2383447" y="2413000"/>
                  </a:lnTo>
                  <a:lnTo>
                    <a:pt x="2359583" y="2387600"/>
                  </a:lnTo>
                  <a:lnTo>
                    <a:pt x="2347544" y="2362200"/>
                  </a:lnTo>
                  <a:lnTo>
                    <a:pt x="2335441" y="2349500"/>
                  </a:lnTo>
                  <a:lnTo>
                    <a:pt x="2323261" y="2324100"/>
                  </a:lnTo>
                  <a:lnTo>
                    <a:pt x="2311031" y="2311400"/>
                  </a:lnTo>
                  <a:lnTo>
                    <a:pt x="2298725" y="2286000"/>
                  </a:lnTo>
                  <a:lnTo>
                    <a:pt x="2273935" y="2247900"/>
                  </a:lnTo>
                  <a:lnTo>
                    <a:pt x="2248928" y="2209800"/>
                  </a:lnTo>
                  <a:lnTo>
                    <a:pt x="2223693" y="2159000"/>
                  </a:lnTo>
                  <a:lnTo>
                    <a:pt x="2198242" y="2120900"/>
                  </a:lnTo>
                  <a:lnTo>
                    <a:pt x="2172601" y="2070100"/>
                  </a:lnTo>
                  <a:lnTo>
                    <a:pt x="2146782" y="2032000"/>
                  </a:lnTo>
                  <a:lnTo>
                    <a:pt x="2120785" y="1981200"/>
                  </a:lnTo>
                  <a:lnTo>
                    <a:pt x="2094636" y="1930400"/>
                  </a:lnTo>
                  <a:lnTo>
                    <a:pt x="2068347" y="1879600"/>
                  </a:lnTo>
                  <a:lnTo>
                    <a:pt x="2015375" y="1778000"/>
                  </a:lnTo>
                  <a:lnTo>
                    <a:pt x="1988731" y="1714500"/>
                  </a:lnTo>
                  <a:lnTo>
                    <a:pt x="1908302" y="1562100"/>
                  </a:lnTo>
                  <a:lnTo>
                    <a:pt x="1746377" y="1219200"/>
                  </a:lnTo>
                  <a:lnTo>
                    <a:pt x="1692478" y="1117600"/>
                  </a:lnTo>
                  <a:lnTo>
                    <a:pt x="1638795" y="1003300"/>
                  </a:lnTo>
                  <a:lnTo>
                    <a:pt x="1585442" y="901700"/>
                  </a:lnTo>
                  <a:lnTo>
                    <a:pt x="1558912" y="838200"/>
                  </a:lnTo>
                  <a:lnTo>
                    <a:pt x="1532509" y="787400"/>
                  </a:lnTo>
                  <a:lnTo>
                    <a:pt x="1506232" y="736600"/>
                  </a:lnTo>
                  <a:lnTo>
                    <a:pt x="1480108" y="685800"/>
                  </a:lnTo>
                  <a:lnTo>
                    <a:pt x="1454150" y="647700"/>
                  </a:lnTo>
                  <a:lnTo>
                    <a:pt x="1428356" y="596900"/>
                  </a:lnTo>
                  <a:lnTo>
                    <a:pt x="1402753" y="546100"/>
                  </a:lnTo>
                  <a:lnTo>
                    <a:pt x="1377353" y="508000"/>
                  </a:lnTo>
                  <a:lnTo>
                    <a:pt x="1352169" y="457200"/>
                  </a:lnTo>
                  <a:lnTo>
                    <a:pt x="1327213" y="419100"/>
                  </a:lnTo>
                  <a:lnTo>
                    <a:pt x="1302486" y="381000"/>
                  </a:lnTo>
                  <a:lnTo>
                    <a:pt x="1290243" y="355600"/>
                  </a:lnTo>
                  <a:lnTo>
                    <a:pt x="1278039" y="342900"/>
                  </a:lnTo>
                  <a:lnTo>
                    <a:pt x="1265910" y="317500"/>
                  </a:lnTo>
                  <a:lnTo>
                    <a:pt x="1253858" y="304800"/>
                  </a:lnTo>
                  <a:lnTo>
                    <a:pt x="1241869" y="279400"/>
                  </a:lnTo>
                  <a:lnTo>
                    <a:pt x="1229944" y="266700"/>
                  </a:lnTo>
                  <a:lnTo>
                    <a:pt x="1218107" y="254000"/>
                  </a:lnTo>
                  <a:lnTo>
                    <a:pt x="1206347" y="228600"/>
                  </a:lnTo>
                  <a:lnTo>
                    <a:pt x="1194663" y="215900"/>
                  </a:lnTo>
                  <a:lnTo>
                    <a:pt x="1183055" y="203200"/>
                  </a:lnTo>
                  <a:lnTo>
                    <a:pt x="1171536" y="190500"/>
                  </a:lnTo>
                  <a:lnTo>
                    <a:pt x="1160094" y="177800"/>
                  </a:lnTo>
                  <a:lnTo>
                    <a:pt x="1148753" y="165100"/>
                  </a:lnTo>
                  <a:lnTo>
                    <a:pt x="1137488" y="152400"/>
                  </a:lnTo>
                  <a:lnTo>
                    <a:pt x="1126324" y="139700"/>
                  </a:lnTo>
                  <a:lnTo>
                    <a:pt x="1115250" y="127000"/>
                  </a:lnTo>
                  <a:lnTo>
                    <a:pt x="1104264" y="114300"/>
                  </a:lnTo>
                  <a:lnTo>
                    <a:pt x="1093381" y="101600"/>
                  </a:lnTo>
                  <a:lnTo>
                    <a:pt x="1082611" y="88900"/>
                  </a:lnTo>
                  <a:lnTo>
                    <a:pt x="1100048" y="88900"/>
                  </a:lnTo>
                  <a:lnTo>
                    <a:pt x="1122210" y="114300"/>
                  </a:lnTo>
                  <a:lnTo>
                    <a:pt x="1144701" y="139700"/>
                  </a:lnTo>
                  <a:lnTo>
                    <a:pt x="1167511" y="165100"/>
                  </a:lnTo>
                  <a:lnTo>
                    <a:pt x="1179029" y="177800"/>
                  </a:lnTo>
                  <a:lnTo>
                    <a:pt x="1190637" y="203200"/>
                  </a:lnTo>
                  <a:lnTo>
                    <a:pt x="1225892" y="241300"/>
                  </a:lnTo>
                  <a:lnTo>
                    <a:pt x="1237792" y="266700"/>
                  </a:lnTo>
                  <a:lnTo>
                    <a:pt x="1261795" y="292100"/>
                  </a:lnTo>
                  <a:lnTo>
                    <a:pt x="1273898" y="317500"/>
                  </a:lnTo>
                  <a:lnTo>
                    <a:pt x="1286078" y="330200"/>
                  </a:lnTo>
                  <a:lnTo>
                    <a:pt x="1298308" y="355600"/>
                  </a:lnTo>
                  <a:lnTo>
                    <a:pt x="1310614" y="368300"/>
                  </a:lnTo>
                  <a:lnTo>
                    <a:pt x="1335392" y="419100"/>
                  </a:lnTo>
                  <a:lnTo>
                    <a:pt x="1360411" y="457200"/>
                  </a:lnTo>
                  <a:lnTo>
                    <a:pt x="1385646" y="495300"/>
                  </a:lnTo>
                  <a:lnTo>
                    <a:pt x="1411097" y="546100"/>
                  </a:lnTo>
                  <a:lnTo>
                    <a:pt x="1436738" y="596900"/>
                  </a:lnTo>
                  <a:lnTo>
                    <a:pt x="1462557" y="635000"/>
                  </a:lnTo>
                  <a:lnTo>
                    <a:pt x="1488541" y="685800"/>
                  </a:lnTo>
                  <a:lnTo>
                    <a:pt x="1540992" y="787400"/>
                  </a:lnTo>
                  <a:lnTo>
                    <a:pt x="1593951" y="889000"/>
                  </a:lnTo>
                  <a:lnTo>
                    <a:pt x="1620608" y="939800"/>
                  </a:lnTo>
                  <a:lnTo>
                    <a:pt x="1647342" y="1003300"/>
                  </a:lnTo>
                  <a:lnTo>
                    <a:pt x="1701038" y="1104900"/>
                  </a:lnTo>
                  <a:lnTo>
                    <a:pt x="1754949" y="1219200"/>
                  </a:lnTo>
                  <a:lnTo>
                    <a:pt x="1862963" y="1435100"/>
                  </a:lnTo>
                  <a:lnTo>
                    <a:pt x="1916861" y="1549400"/>
                  </a:lnTo>
                  <a:lnTo>
                    <a:pt x="1970544" y="1663700"/>
                  </a:lnTo>
                  <a:lnTo>
                    <a:pt x="1997265" y="1714500"/>
                  </a:lnTo>
                  <a:lnTo>
                    <a:pt x="2023897" y="1765300"/>
                  </a:lnTo>
                  <a:lnTo>
                    <a:pt x="2050427" y="1816100"/>
                  </a:lnTo>
                  <a:lnTo>
                    <a:pt x="2076831" y="1866900"/>
                  </a:lnTo>
                  <a:lnTo>
                    <a:pt x="2103094" y="1917700"/>
                  </a:lnTo>
                  <a:lnTo>
                    <a:pt x="2129231" y="1968500"/>
                  </a:lnTo>
                  <a:lnTo>
                    <a:pt x="2155190" y="2019300"/>
                  </a:lnTo>
                  <a:lnTo>
                    <a:pt x="2180983" y="2070100"/>
                  </a:lnTo>
                  <a:lnTo>
                    <a:pt x="2206586" y="2120900"/>
                  </a:lnTo>
                  <a:lnTo>
                    <a:pt x="2231986" y="2159000"/>
                  </a:lnTo>
                  <a:lnTo>
                    <a:pt x="2257171" y="2209800"/>
                  </a:lnTo>
                  <a:lnTo>
                    <a:pt x="2282126" y="2247900"/>
                  </a:lnTo>
                  <a:lnTo>
                    <a:pt x="2306840" y="2286000"/>
                  </a:lnTo>
                  <a:lnTo>
                    <a:pt x="2319096" y="2311400"/>
                  </a:lnTo>
                  <a:lnTo>
                    <a:pt x="2331300" y="2324100"/>
                  </a:lnTo>
                  <a:lnTo>
                    <a:pt x="2343429" y="2349500"/>
                  </a:lnTo>
                  <a:lnTo>
                    <a:pt x="2355481" y="2362200"/>
                  </a:lnTo>
                  <a:lnTo>
                    <a:pt x="2367470" y="2374900"/>
                  </a:lnTo>
                  <a:lnTo>
                    <a:pt x="2379383" y="2400300"/>
                  </a:lnTo>
                  <a:lnTo>
                    <a:pt x="2391232" y="2413000"/>
                  </a:lnTo>
                  <a:lnTo>
                    <a:pt x="2402992" y="2425700"/>
                  </a:lnTo>
                  <a:lnTo>
                    <a:pt x="2414676" y="2451100"/>
                  </a:lnTo>
                  <a:lnTo>
                    <a:pt x="2426284" y="2463800"/>
                  </a:lnTo>
                  <a:lnTo>
                    <a:pt x="2437803" y="2476500"/>
                  </a:lnTo>
                  <a:lnTo>
                    <a:pt x="2449233" y="2489200"/>
                  </a:lnTo>
                  <a:lnTo>
                    <a:pt x="2460586" y="2501900"/>
                  </a:lnTo>
                  <a:lnTo>
                    <a:pt x="2471851" y="2514600"/>
                  </a:lnTo>
                  <a:lnTo>
                    <a:pt x="2483015" y="2527300"/>
                  </a:lnTo>
                  <a:lnTo>
                    <a:pt x="2494089" y="2540000"/>
                  </a:lnTo>
                  <a:lnTo>
                    <a:pt x="2505075" y="2552700"/>
                  </a:lnTo>
                  <a:close/>
                </a:path>
                <a:path w="3609340" h="2667000">
                  <a:moveTo>
                    <a:pt x="615391" y="127000"/>
                  </a:moveTo>
                  <a:lnTo>
                    <a:pt x="600595" y="127000"/>
                  </a:lnTo>
                  <a:lnTo>
                    <a:pt x="617131" y="101600"/>
                  </a:lnTo>
                  <a:lnTo>
                    <a:pt x="631825" y="101600"/>
                  </a:lnTo>
                  <a:lnTo>
                    <a:pt x="623557" y="114300"/>
                  </a:lnTo>
                  <a:lnTo>
                    <a:pt x="615391" y="127000"/>
                  </a:lnTo>
                  <a:close/>
                </a:path>
                <a:path w="3609340" h="2667000">
                  <a:moveTo>
                    <a:pt x="591083" y="152400"/>
                  </a:moveTo>
                  <a:lnTo>
                    <a:pt x="576072" y="152400"/>
                  </a:lnTo>
                  <a:lnTo>
                    <a:pt x="592378" y="127000"/>
                  </a:lnTo>
                  <a:lnTo>
                    <a:pt x="607313" y="127000"/>
                  </a:lnTo>
                  <a:lnTo>
                    <a:pt x="599160" y="139700"/>
                  </a:lnTo>
                  <a:lnTo>
                    <a:pt x="591083" y="152400"/>
                  </a:lnTo>
                  <a:close/>
                </a:path>
                <a:path w="3609340" h="2667000">
                  <a:moveTo>
                    <a:pt x="8889" y="1333500"/>
                  </a:moveTo>
                  <a:lnTo>
                    <a:pt x="0" y="1333500"/>
                  </a:lnTo>
                  <a:lnTo>
                    <a:pt x="53924" y="1193800"/>
                  </a:lnTo>
                  <a:lnTo>
                    <a:pt x="80975" y="1117600"/>
                  </a:lnTo>
                  <a:lnTo>
                    <a:pt x="108115" y="1054100"/>
                  </a:lnTo>
                  <a:lnTo>
                    <a:pt x="135369" y="977900"/>
                  </a:lnTo>
                  <a:lnTo>
                    <a:pt x="162763" y="914400"/>
                  </a:lnTo>
                  <a:lnTo>
                    <a:pt x="190322" y="838200"/>
                  </a:lnTo>
                  <a:lnTo>
                    <a:pt x="204177" y="812800"/>
                  </a:lnTo>
                  <a:lnTo>
                    <a:pt x="218084" y="774700"/>
                  </a:lnTo>
                  <a:lnTo>
                    <a:pt x="232041" y="749300"/>
                  </a:lnTo>
                  <a:lnTo>
                    <a:pt x="246049" y="711200"/>
                  </a:lnTo>
                  <a:lnTo>
                    <a:pt x="260134" y="685800"/>
                  </a:lnTo>
                  <a:lnTo>
                    <a:pt x="274281" y="647700"/>
                  </a:lnTo>
                  <a:lnTo>
                    <a:pt x="288493" y="622300"/>
                  </a:lnTo>
                  <a:lnTo>
                    <a:pt x="302768" y="584200"/>
                  </a:lnTo>
                  <a:lnTo>
                    <a:pt x="331571" y="533400"/>
                  </a:lnTo>
                  <a:lnTo>
                    <a:pt x="346087" y="495300"/>
                  </a:lnTo>
                  <a:lnTo>
                    <a:pt x="360692" y="469900"/>
                  </a:lnTo>
                  <a:lnTo>
                    <a:pt x="390169" y="419100"/>
                  </a:lnTo>
                  <a:lnTo>
                    <a:pt x="420027" y="368300"/>
                  </a:lnTo>
                  <a:lnTo>
                    <a:pt x="450303" y="317500"/>
                  </a:lnTo>
                  <a:lnTo>
                    <a:pt x="481012" y="266700"/>
                  </a:lnTo>
                  <a:lnTo>
                    <a:pt x="512191" y="228600"/>
                  </a:lnTo>
                  <a:lnTo>
                    <a:pt x="527964" y="203200"/>
                  </a:lnTo>
                  <a:lnTo>
                    <a:pt x="543877" y="190500"/>
                  </a:lnTo>
                  <a:lnTo>
                    <a:pt x="559892" y="165100"/>
                  </a:lnTo>
                  <a:lnTo>
                    <a:pt x="567956" y="152400"/>
                  </a:lnTo>
                  <a:lnTo>
                    <a:pt x="583095" y="152400"/>
                  </a:lnTo>
                  <a:lnTo>
                    <a:pt x="575030" y="165100"/>
                  </a:lnTo>
                  <a:lnTo>
                    <a:pt x="567055" y="177800"/>
                  </a:lnTo>
                  <a:lnTo>
                    <a:pt x="551154" y="190500"/>
                  </a:lnTo>
                  <a:lnTo>
                    <a:pt x="535406" y="215900"/>
                  </a:lnTo>
                  <a:lnTo>
                    <a:pt x="519772" y="228600"/>
                  </a:lnTo>
                  <a:lnTo>
                    <a:pt x="504240" y="254000"/>
                  </a:lnTo>
                  <a:lnTo>
                    <a:pt x="488823" y="279400"/>
                  </a:lnTo>
                  <a:lnTo>
                    <a:pt x="473506" y="292100"/>
                  </a:lnTo>
                  <a:lnTo>
                    <a:pt x="458304" y="317500"/>
                  </a:lnTo>
                  <a:lnTo>
                    <a:pt x="443204" y="342900"/>
                  </a:lnTo>
                  <a:lnTo>
                    <a:pt x="428193" y="368300"/>
                  </a:lnTo>
                  <a:lnTo>
                    <a:pt x="413283" y="393700"/>
                  </a:lnTo>
                  <a:lnTo>
                    <a:pt x="398462" y="419100"/>
                  </a:lnTo>
                  <a:lnTo>
                    <a:pt x="383743" y="444500"/>
                  </a:lnTo>
                  <a:lnTo>
                    <a:pt x="369100" y="482600"/>
                  </a:lnTo>
                  <a:lnTo>
                    <a:pt x="354545" y="508000"/>
                  </a:lnTo>
                  <a:lnTo>
                    <a:pt x="340067" y="533400"/>
                  </a:lnTo>
                  <a:lnTo>
                    <a:pt x="325678" y="558800"/>
                  </a:lnTo>
                  <a:lnTo>
                    <a:pt x="311353" y="596900"/>
                  </a:lnTo>
                  <a:lnTo>
                    <a:pt x="297103" y="622300"/>
                  </a:lnTo>
                  <a:lnTo>
                    <a:pt x="282917" y="660400"/>
                  </a:lnTo>
                  <a:lnTo>
                    <a:pt x="268808" y="685800"/>
                  </a:lnTo>
                  <a:lnTo>
                    <a:pt x="254762" y="711200"/>
                  </a:lnTo>
                  <a:lnTo>
                    <a:pt x="240766" y="749300"/>
                  </a:lnTo>
                  <a:lnTo>
                    <a:pt x="226822" y="787400"/>
                  </a:lnTo>
                  <a:lnTo>
                    <a:pt x="212940" y="812800"/>
                  </a:lnTo>
                  <a:lnTo>
                    <a:pt x="199110" y="850900"/>
                  </a:lnTo>
                  <a:lnTo>
                    <a:pt x="171576" y="914400"/>
                  </a:lnTo>
                  <a:lnTo>
                    <a:pt x="144208" y="977900"/>
                  </a:lnTo>
                  <a:lnTo>
                    <a:pt x="116979" y="1054100"/>
                  </a:lnTo>
                  <a:lnTo>
                    <a:pt x="89852" y="1117600"/>
                  </a:lnTo>
                  <a:lnTo>
                    <a:pt x="62814" y="1193800"/>
                  </a:lnTo>
                  <a:lnTo>
                    <a:pt x="8889" y="1333500"/>
                  </a:lnTo>
                  <a:close/>
                </a:path>
                <a:path w="3609340" h="2667000">
                  <a:moveTo>
                    <a:pt x="3049003" y="2501900"/>
                  </a:moveTo>
                  <a:lnTo>
                    <a:pt x="3033826" y="2501900"/>
                  </a:lnTo>
                  <a:lnTo>
                    <a:pt x="3041840" y="2489200"/>
                  </a:lnTo>
                  <a:lnTo>
                    <a:pt x="3057702" y="2476500"/>
                  </a:lnTo>
                  <a:lnTo>
                    <a:pt x="3073438" y="2451100"/>
                  </a:lnTo>
                  <a:lnTo>
                    <a:pt x="3089059" y="2425700"/>
                  </a:lnTo>
                  <a:lnTo>
                    <a:pt x="3104565" y="2413000"/>
                  </a:lnTo>
                  <a:lnTo>
                    <a:pt x="3119958" y="2387600"/>
                  </a:lnTo>
                  <a:lnTo>
                    <a:pt x="3135249" y="2362200"/>
                  </a:lnTo>
                  <a:lnTo>
                    <a:pt x="3150438" y="2336800"/>
                  </a:lnTo>
                  <a:lnTo>
                    <a:pt x="3165525" y="2311400"/>
                  </a:lnTo>
                  <a:lnTo>
                    <a:pt x="3180511" y="2286000"/>
                  </a:lnTo>
                  <a:lnTo>
                    <a:pt x="3195408" y="2260600"/>
                  </a:lnTo>
                  <a:lnTo>
                    <a:pt x="3210204" y="2235200"/>
                  </a:lnTo>
                  <a:lnTo>
                    <a:pt x="3224923" y="2209800"/>
                  </a:lnTo>
                  <a:lnTo>
                    <a:pt x="3239554" y="2184400"/>
                  </a:lnTo>
                  <a:lnTo>
                    <a:pt x="3254095" y="2159000"/>
                  </a:lnTo>
                  <a:lnTo>
                    <a:pt x="3268573" y="2133600"/>
                  </a:lnTo>
                  <a:lnTo>
                    <a:pt x="3282962" y="2095500"/>
                  </a:lnTo>
                  <a:lnTo>
                    <a:pt x="3297275" y="2070100"/>
                  </a:lnTo>
                  <a:lnTo>
                    <a:pt x="3311525" y="2044700"/>
                  </a:lnTo>
                  <a:lnTo>
                    <a:pt x="3325710" y="2006600"/>
                  </a:lnTo>
                  <a:lnTo>
                    <a:pt x="3339833" y="1981200"/>
                  </a:lnTo>
                  <a:lnTo>
                    <a:pt x="3353892" y="1943100"/>
                  </a:lnTo>
                  <a:lnTo>
                    <a:pt x="3367887" y="1917700"/>
                  </a:lnTo>
                  <a:lnTo>
                    <a:pt x="3381844" y="1879600"/>
                  </a:lnTo>
                  <a:lnTo>
                    <a:pt x="3395738" y="1854200"/>
                  </a:lnTo>
                  <a:lnTo>
                    <a:pt x="3409594" y="1816100"/>
                  </a:lnTo>
                  <a:lnTo>
                    <a:pt x="3437178" y="1752600"/>
                  </a:lnTo>
                  <a:lnTo>
                    <a:pt x="3464598" y="1676400"/>
                  </a:lnTo>
                  <a:lnTo>
                    <a:pt x="3491903" y="1612900"/>
                  </a:lnTo>
                  <a:lnTo>
                    <a:pt x="3519119" y="1536700"/>
                  </a:lnTo>
                  <a:lnTo>
                    <a:pt x="3546259" y="1473200"/>
                  </a:lnTo>
                  <a:lnTo>
                    <a:pt x="3600450" y="1333500"/>
                  </a:lnTo>
                  <a:lnTo>
                    <a:pt x="3609340" y="1333500"/>
                  </a:lnTo>
                  <a:lnTo>
                    <a:pt x="3555149" y="1473200"/>
                  </a:lnTo>
                  <a:lnTo>
                    <a:pt x="3527996" y="1549400"/>
                  </a:lnTo>
                  <a:lnTo>
                    <a:pt x="3500767" y="1612900"/>
                  </a:lnTo>
                  <a:lnTo>
                    <a:pt x="3473437" y="1689100"/>
                  </a:lnTo>
                  <a:lnTo>
                    <a:pt x="3445979" y="1752600"/>
                  </a:lnTo>
                  <a:lnTo>
                    <a:pt x="3418382" y="1816100"/>
                  </a:lnTo>
                  <a:lnTo>
                    <a:pt x="3404514" y="1854200"/>
                  </a:lnTo>
                  <a:lnTo>
                    <a:pt x="3390595" y="1879600"/>
                  </a:lnTo>
                  <a:lnTo>
                    <a:pt x="3376625" y="1917700"/>
                  </a:lnTo>
                  <a:lnTo>
                    <a:pt x="3362591" y="1955800"/>
                  </a:lnTo>
                  <a:lnTo>
                    <a:pt x="3334359" y="2006600"/>
                  </a:lnTo>
                  <a:lnTo>
                    <a:pt x="3320148" y="2044700"/>
                  </a:lnTo>
                  <a:lnTo>
                    <a:pt x="3305860" y="2070100"/>
                  </a:lnTo>
                  <a:lnTo>
                    <a:pt x="3291509" y="2108200"/>
                  </a:lnTo>
                  <a:lnTo>
                    <a:pt x="3262566" y="2159000"/>
                  </a:lnTo>
                  <a:lnTo>
                    <a:pt x="3247974" y="2184400"/>
                  </a:lnTo>
                  <a:lnTo>
                    <a:pt x="3233318" y="2222500"/>
                  </a:lnTo>
                  <a:lnTo>
                    <a:pt x="3203651" y="2273300"/>
                  </a:lnTo>
                  <a:lnTo>
                    <a:pt x="3173615" y="2324100"/>
                  </a:lnTo>
                  <a:lnTo>
                    <a:pt x="3143173" y="2374900"/>
                  </a:lnTo>
                  <a:lnTo>
                    <a:pt x="3127781" y="2387600"/>
                  </a:lnTo>
                  <a:lnTo>
                    <a:pt x="3112262" y="2413000"/>
                  </a:lnTo>
                  <a:lnTo>
                    <a:pt x="3096641" y="2438400"/>
                  </a:lnTo>
                  <a:lnTo>
                    <a:pt x="3080880" y="2463800"/>
                  </a:lnTo>
                  <a:lnTo>
                    <a:pt x="3065005" y="2476500"/>
                  </a:lnTo>
                  <a:lnTo>
                    <a:pt x="3049003" y="2501900"/>
                  </a:lnTo>
                  <a:close/>
                </a:path>
                <a:path w="3609340" h="2667000">
                  <a:moveTo>
                    <a:pt x="3024733" y="2527300"/>
                  </a:moveTo>
                  <a:lnTo>
                    <a:pt x="3009722" y="2527300"/>
                  </a:lnTo>
                  <a:lnTo>
                    <a:pt x="3017837" y="2514600"/>
                  </a:lnTo>
                  <a:lnTo>
                    <a:pt x="3025825" y="2514600"/>
                  </a:lnTo>
                  <a:lnTo>
                    <a:pt x="3033864" y="2501900"/>
                  </a:lnTo>
                  <a:lnTo>
                    <a:pt x="3040951" y="2501900"/>
                  </a:lnTo>
                  <a:lnTo>
                    <a:pt x="3024733" y="2527300"/>
                  </a:lnTo>
                  <a:close/>
                </a:path>
                <a:path w="3609340" h="2667000">
                  <a:moveTo>
                    <a:pt x="3000121" y="2552700"/>
                  </a:moveTo>
                  <a:lnTo>
                    <a:pt x="2985350" y="2552700"/>
                  </a:lnTo>
                  <a:lnTo>
                    <a:pt x="2993567" y="2540000"/>
                  </a:lnTo>
                  <a:lnTo>
                    <a:pt x="3001632" y="2540000"/>
                  </a:lnTo>
                  <a:lnTo>
                    <a:pt x="3009785" y="2527300"/>
                  </a:lnTo>
                  <a:lnTo>
                    <a:pt x="3016567" y="2527300"/>
                  </a:lnTo>
                  <a:lnTo>
                    <a:pt x="3000121" y="2552700"/>
                  </a:lnTo>
                  <a:close/>
                </a:path>
                <a:path w="3609340" h="2667000">
                  <a:moveTo>
                    <a:pt x="2558427" y="2603500"/>
                  </a:moveTo>
                  <a:lnTo>
                    <a:pt x="2541904" y="2603500"/>
                  </a:lnTo>
                  <a:lnTo>
                    <a:pt x="2520251" y="2578100"/>
                  </a:lnTo>
                  <a:lnTo>
                    <a:pt x="2498255" y="2552700"/>
                  </a:lnTo>
                  <a:lnTo>
                    <a:pt x="2504998" y="2552700"/>
                  </a:lnTo>
                  <a:lnTo>
                    <a:pt x="2515958" y="2565400"/>
                  </a:lnTo>
                  <a:lnTo>
                    <a:pt x="2526728" y="2578100"/>
                  </a:lnTo>
                  <a:lnTo>
                    <a:pt x="2537294" y="2578100"/>
                  </a:lnTo>
                  <a:lnTo>
                    <a:pt x="2547975" y="2590800"/>
                  </a:lnTo>
                  <a:lnTo>
                    <a:pt x="2558427" y="2603500"/>
                  </a:lnTo>
                  <a:close/>
                </a:path>
                <a:path w="3609340" h="2667000">
                  <a:moveTo>
                    <a:pt x="2975190" y="2578100"/>
                  </a:moveTo>
                  <a:lnTo>
                    <a:pt x="2952407" y="2578100"/>
                  </a:lnTo>
                  <a:lnTo>
                    <a:pt x="2960763" y="2565400"/>
                  </a:lnTo>
                  <a:lnTo>
                    <a:pt x="2968942" y="2565400"/>
                  </a:lnTo>
                  <a:lnTo>
                    <a:pt x="2977222" y="2552700"/>
                  </a:lnTo>
                  <a:lnTo>
                    <a:pt x="2991853" y="2552700"/>
                  </a:lnTo>
                  <a:lnTo>
                    <a:pt x="2975190" y="2578100"/>
                  </a:lnTo>
                  <a:close/>
                </a:path>
                <a:path w="3609340" h="2667000">
                  <a:moveTo>
                    <a:pt x="2958363" y="2590800"/>
                  </a:moveTo>
                  <a:lnTo>
                    <a:pt x="2944088" y="2590800"/>
                  </a:lnTo>
                  <a:lnTo>
                    <a:pt x="2952483" y="2578100"/>
                  </a:lnTo>
                  <a:lnTo>
                    <a:pt x="2966796" y="2578100"/>
                  </a:lnTo>
                  <a:lnTo>
                    <a:pt x="2958363" y="2590800"/>
                  </a:lnTo>
                  <a:close/>
                </a:path>
                <a:path w="3609340" h="2667000">
                  <a:moveTo>
                    <a:pt x="2941383" y="2603500"/>
                  </a:moveTo>
                  <a:lnTo>
                    <a:pt x="2927350" y="2603500"/>
                  </a:lnTo>
                  <a:lnTo>
                    <a:pt x="2935820" y="2590800"/>
                  </a:lnTo>
                  <a:lnTo>
                    <a:pt x="2949892" y="2590800"/>
                  </a:lnTo>
                  <a:lnTo>
                    <a:pt x="2941383" y="2603500"/>
                  </a:lnTo>
                  <a:close/>
                </a:path>
                <a:path w="3609340" h="2667000">
                  <a:moveTo>
                    <a:pt x="2578989" y="2616200"/>
                  </a:moveTo>
                  <a:lnTo>
                    <a:pt x="2563228" y="2616200"/>
                  </a:lnTo>
                  <a:lnTo>
                    <a:pt x="2552611" y="2603500"/>
                  </a:lnTo>
                  <a:lnTo>
                    <a:pt x="2568613" y="2603500"/>
                  </a:lnTo>
                  <a:lnTo>
                    <a:pt x="2578989" y="2616200"/>
                  </a:lnTo>
                  <a:close/>
                </a:path>
                <a:path w="3609340" h="2667000">
                  <a:moveTo>
                    <a:pt x="2924225" y="2616200"/>
                  </a:moveTo>
                  <a:lnTo>
                    <a:pt x="2901988" y="2616200"/>
                  </a:lnTo>
                  <a:lnTo>
                    <a:pt x="2910573" y="2603500"/>
                  </a:lnTo>
                  <a:lnTo>
                    <a:pt x="2932823" y="2603500"/>
                  </a:lnTo>
                  <a:lnTo>
                    <a:pt x="2924225" y="2616200"/>
                  </a:lnTo>
                  <a:close/>
                </a:path>
                <a:path w="3609340" h="2667000">
                  <a:moveTo>
                    <a:pt x="2599067" y="2628900"/>
                  </a:moveTo>
                  <a:lnTo>
                    <a:pt x="2584221" y="2628900"/>
                  </a:lnTo>
                  <a:lnTo>
                    <a:pt x="2573769" y="2616200"/>
                  </a:lnTo>
                  <a:lnTo>
                    <a:pt x="2588895" y="2616200"/>
                  </a:lnTo>
                  <a:lnTo>
                    <a:pt x="2599067" y="2628900"/>
                  </a:lnTo>
                  <a:close/>
                </a:path>
                <a:path w="3609340" h="2667000">
                  <a:moveTo>
                    <a:pt x="2898178" y="2628900"/>
                  </a:moveTo>
                  <a:lnTo>
                    <a:pt x="2884919" y="2628900"/>
                  </a:lnTo>
                  <a:lnTo>
                    <a:pt x="2893580" y="2616200"/>
                  </a:lnTo>
                  <a:lnTo>
                    <a:pt x="2906903" y="2616200"/>
                  </a:lnTo>
                  <a:lnTo>
                    <a:pt x="2898178" y="2628900"/>
                  </a:lnTo>
                  <a:close/>
                </a:path>
                <a:path w="3609340" h="2667000">
                  <a:moveTo>
                    <a:pt x="2628798" y="2641600"/>
                  </a:moveTo>
                  <a:lnTo>
                    <a:pt x="2604846" y="2641600"/>
                  </a:lnTo>
                  <a:lnTo>
                    <a:pt x="2594597" y="2628900"/>
                  </a:lnTo>
                  <a:lnTo>
                    <a:pt x="2618803" y="2628900"/>
                  </a:lnTo>
                  <a:lnTo>
                    <a:pt x="2628798" y="2641600"/>
                  </a:lnTo>
                  <a:close/>
                </a:path>
                <a:path w="3609340" h="2667000">
                  <a:moveTo>
                    <a:pt x="2880588" y="2641600"/>
                  </a:moveTo>
                  <a:lnTo>
                    <a:pt x="2859036" y="2641600"/>
                  </a:lnTo>
                  <a:lnTo>
                    <a:pt x="2867812" y="2628900"/>
                  </a:lnTo>
                  <a:lnTo>
                    <a:pt x="2889402" y="2628900"/>
                  </a:lnTo>
                  <a:lnTo>
                    <a:pt x="2880588" y="2641600"/>
                  </a:lnTo>
                  <a:close/>
                </a:path>
                <a:path w="3609340" h="2667000">
                  <a:moveTo>
                    <a:pt x="2667711" y="2654300"/>
                  </a:moveTo>
                  <a:lnTo>
                    <a:pt x="2635186" y="2654300"/>
                  </a:lnTo>
                  <a:lnTo>
                    <a:pt x="2625115" y="2641600"/>
                  </a:lnTo>
                  <a:lnTo>
                    <a:pt x="2657932" y="2641600"/>
                  </a:lnTo>
                  <a:lnTo>
                    <a:pt x="2667711" y="2654300"/>
                  </a:lnTo>
                  <a:close/>
                </a:path>
                <a:path w="3609340" h="2667000">
                  <a:moveTo>
                    <a:pt x="2853880" y="2654300"/>
                  </a:moveTo>
                  <a:lnTo>
                    <a:pt x="2824010" y="2654300"/>
                  </a:lnTo>
                  <a:lnTo>
                    <a:pt x="2832963" y="2641600"/>
                  </a:lnTo>
                  <a:lnTo>
                    <a:pt x="2862821" y="2641600"/>
                  </a:lnTo>
                  <a:lnTo>
                    <a:pt x="2853880" y="2654300"/>
                  </a:lnTo>
                  <a:close/>
                </a:path>
                <a:path w="3609340" h="2667000">
                  <a:moveTo>
                    <a:pt x="2733776" y="2667000"/>
                  </a:moveTo>
                  <a:lnTo>
                    <a:pt x="2674962" y="2667000"/>
                  </a:lnTo>
                  <a:lnTo>
                    <a:pt x="2665095" y="2654300"/>
                  </a:lnTo>
                  <a:lnTo>
                    <a:pt x="2724327" y="2654300"/>
                  </a:lnTo>
                  <a:lnTo>
                    <a:pt x="2733776" y="2667000"/>
                  </a:lnTo>
                  <a:close/>
                </a:path>
                <a:path w="3609340" h="2667000">
                  <a:moveTo>
                    <a:pt x="2808414" y="2667000"/>
                  </a:moveTo>
                  <a:lnTo>
                    <a:pt x="2752039" y="2667000"/>
                  </a:lnTo>
                  <a:lnTo>
                    <a:pt x="2761348" y="2654300"/>
                  </a:lnTo>
                  <a:lnTo>
                    <a:pt x="2817609" y="2654300"/>
                  </a:lnTo>
                  <a:lnTo>
                    <a:pt x="2808414" y="2667000"/>
                  </a:lnTo>
                  <a:close/>
                </a:path>
              </a:pathLst>
            </a:custGeom>
            <a:solidFill>
              <a:srgbClr val="000000"/>
            </a:solidFill>
          </p:spPr>
          <p:txBody>
            <a:bodyPr wrap="square" lIns="0" tIns="0" rIns="0" bIns="0" rtlCol="0"/>
            <a:lstStyle/>
            <a:p>
              <a:endParaRPr/>
            </a:p>
          </p:txBody>
        </p:sp>
        <p:sp>
          <p:nvSpPr>
            <p:cNvPr id="10" name="object 10"/>
            <p:cNvSpPr/>
            <p:nvPr/>
          </p:nvSpPr>
          <p:spPr>
            <a:xfrm>
              <a:off x="2164422" y="2095766"/>
              <a:ext cx="3316604" cy="3311525"/>
            </a:xfrm>
            <a:custGeom>
              <a:avLst/>
              <a:gdLst/>
              <a:ahLst/>
              <a:cxnLst/>
              <a:rect l="l" t="t" r="r" b="b"/>
              <a:pathLst>
                <a:path w="3316604" h="3311525">
                  <a:moveTo>
                    <a:pt x="76200" y="76200"/>
                  </a:moveTo>
                  <a:lnTo>
                    <a:pt x="66675" y="57150"/>
                  </a:lnTo>
                  <a:lnTo>
                    <a:pt x="38100" y="0"/>
                  </a:lnTo>
                  <a:lnTo>
                    <a:pt x="0" y="76200"/>
                  </a:lnTo>
                  <a:lnTo>
                    <a:pt x="33337" y="76200"/>
                  </a:lnTo>
                  <a:lnTo>
                    <a:pt x="33337" y="3311525"/>
                  </a:lnTo>
                  <a:lnTo>
                    <a:pt x="42862" y="3311525"/>
                  </a:lnTo>
                  <a:lnTo>
                    <a:pt x="42862" y="76200"/>
                  </a:lnTo>
                  <a:lnTo>
                    <a:pt x="76200" y="76200"/>
                  </a:lnTo>
                  <a:close/>
                </a:path>
                <a:path w="3316604" h="3311525">
                  <a:moveTo>
                    <a:pt x="436562" y="76200"/>
                  </a:moveTo>
                  <a:lnTo>
                    <a:pt x="427037" y="57150"/>
                  </a:lnTo>
                  <a:lnTo>
                    <a:pt x="398462" y="0"/>
                  </a:lnTo>
                  <a:lnTo>
                    <a:pt x="360362" y="76200"/>
                  </a:lnTo>
                  <a:lnTo>
                    <a:pt x="393700" y="76200"/>
                  </a:lnTo>
                  <a:lnTo>
                    <a:pt x="393700" y="3311525"/>
                  </a:lnTo>
                  <a:lnTo>
                    <a:pt x="403225" y="3311525"/>
                  </a:lnTo>
                  <a:lnTo>
                    <a:pt x="403225" y="76200"/>
                  </a:lnTo>
                  <a:lnTo>
                    <a:pt x="436562" y="76200"/>
                  </a:lnTo>
                  <a:close/>
                </a:path>
                <a:path w="3316604" h="3311525">
                  <a:moveTo>
                    <a:pt x="796925" y="76200"/>
                  </a:moveTo>
                  <a:lnTo>
                    <a:pt x="787400" y="57150"/>
                  </a:lnTo>
                  <a:lnTo>
                    <a:pt x="758825" y="0"/>
                  </a:lnTo>
                  <a:lnTo>
                    <a:pt x="720725" y="76200"/>
                  </a:lnTo>
                  <a:lnTo>
                    <a:pt x="754062" y="76200"/>
                  </a:lnTo>
                  <a:lnTo>
                    <a:pt x="754062" y="3311525"/>
                  </a:lnTo>
                  <a:lnTo>
                    <a:pt x="763587" y="3311525"/>
                  </a:lnTo>
                  <a:lnTo>
                    <a:pt x="763587" y="76200"/>
                  </a:lnTo>
                  <a:lnTo>
                    <a:pt x="796925" y="76200"/>
                  </a:lnTo>
                  <a:close/>
                </a:path>
                <a:path w="3316604" h="3311525">
                  <a:moveTo>
                    <a:pt x="1155700" y="76200"/>
                  </a:moveTo>
                  <a:lnTo>
                    <a:pt x="1146175" y="57150"/>
                  </a:lnTo>
                  <a:lnTo>
                    <a:pt x="1117600" y="0"/>
                  </a:lnTo>
                  <a:lnTo>
                    <a:pt x="1079500" y="76200"/>
                  </a:lnTo>
                  <a:lnTo>
                    <a:pt x="1112837" y="76200"/>
                  </a:lnTo>
                  <a:lnTo>
                    <a:pt x="1112837" y="3311525"/>
                  </a:lnTo>
                  <a:lnTo>
                    <a:pt x="1122362" y="3311525"/>
                  </a:lnTo>
                  <a:lnTo>
                    <a:pt x="1122362" y="76200"/>
                  </a:lnTo>
                  <a:lnTo>
                    <a:pt x="1155700" y="76200"/>
                  </a:lnTo>
                  <a:close/>
                </a:path>
                <a:path w="3316604" h="3311525">
                  <a:moveTo>
                    <a:pt x="1516062" y="76200"/>
                  </a:moveTo>
                  <a:lnTo>
                    <a:pt x="1506537" y="57150"/>
                  </a:lnTo>
                  <a:lnTo>
                    <a:pt x="1477962" y="0"/>
                  </a:lnTo>
                  <a:lnTo>
                    <a:pt x="1439862" y="76200"/>
                  </a:lnTo>
                  <a:lnTo>
                    <a:pt x="1473200" y="76200"/>
                  </a:lnTo>
                  <a:lnTo>
                    <a:pt x="1473200" y="3311525"/>
                  </a:lnTo>
                  <a:lnTo>
                    <a:pt x="1482725" y="3311525"/>
                  </a:lnTo>
                  <a:lnTo>
                    <a:pt x="1482725" y="76200"/>
                  </a:lnTo>
                  <a:lnTo>
                    <a:pt x="1516062" y="76200"/>
                  </a:lnTo>
                  <a:close/>
                </a:path>
                <a:path w="3316604" h="3311525">
                  <a:moveTo>
                    <a:pt x="1876425" y="76200"/>
                  </a:moveTo>
                  <a:lnTo>
                    <a:pt x="1866900" y="57150"/>
                  </a:lnTo>
                  <a:lnTo>
                    <a:pt x="1838325" y="0"/>
                  </a:lnTo>
                  <a:lnTo>
                    <a:pt x="1800225" y="76200"/>
                  </a:lnTo>
                  <a:lnTo>
                    <a:pt x="1833562" y="76200"/>
                  </a:lnTo>
                  <a:lnTo>
                    <a:pt x="1833562" y="3311525"/>
                  </a:lnTo>
                  <a:lnTo>
                    <a:pt x="1843087" y="3311525"/>
                  </a:lnTo>
                  <a:lnTo>
                    <a:pt x="1843087" y="76200"/>
                  </a:lnTo>
                  <a:lnTo>
                    <a:pt x="1876425" y="76200"/>
                  </a:lnTo>
                  <a:close/>
                </a:path>
                <a:path w="3316604" h="3311525">
                  <a:moveTo>
                    <a:pt x="2236787" y="76200"/>
                  </a:moveTo>
                  <a:lnTo>
                    <a:pt x="2227262" y="57150"/>
                  </a:lnTo>
                  <a:lnTo>
                    <a:pt x="2198687" y="0"/>
                  </a:lnTo>
                  <a:lnTo>
                    <a:pt x="2160587" y="76200"/>
                  </a:lnTo>
                  <a:lnTo>
                    <a:pt x="2193925" y="76200"/>
                  </a:lnTo>
                  <a:lnTo>
                    <a:pt x="2193925" y="3311525"/>
                  </a:lnTo>
                  <a:lnTo>
                    <a:pt x="2203450" y="3311525"/>
                  </a:lnTo>
                  <a:lnTo>
                    <a:pt x="2203450" y="76200"/>
                  </a:lnTo>
                  <a:lnTo>
                    <a:pt x="2236787" y="76200"/>
                  </a:lnTo>
                  <a:close/>
                </a:path>
                <a:path w="3316604" h="3311525">
                  <a:moveTo>
                    <a:pt x="2595562" y="76200"/>
                  </a:moveTo>
                  <a:lnTo>
                    <a:pt x="2586037" y="57150"/>
                  </a:lnTo>
                  <a:lnTo>
                    <a:pt x="2557462" y="0"/>
                  </a:lnTo>
                  <a:lnTo>
                    <a:pt x="2519362" y="76200"/>
                  </a:lnTo>
                  <a:lnTo>
                    <a:pt x="2552700" y="76200"/>
                  </a:lnTo>
                  <a:lnTo>
                    <a:pt x="2552700" y="3311525"/>
                  </a:lnTo>
                  <a:lnTo>
                    <a:pt x="2562225" y="3311525"/>
                  </a:lnTo>
                  <a:lnTo>
                    <a:pt x="2562225" y="76200"/>
                  </a:lnTo>
                  <a:lnTo>
                    <a:pt x="2595562" y="76200"/>
                  </a:lnTo>
                  <a:close/>
                </a:path>
                <a:path w="3316604" h="3311525">
                  <a:moveTo>
                    <a:pt x="2955925" y="76200"/>
                  </a:moveTo>
                  <a:lnTo>
                    <a:pt x="2946400" y="57150"/>
                  </a:lnTo>
                  <a:lnTo>
                    <a:pt x="2917825" y="0"/>
                  </a:lnTo>
                  <a:lnTo>
                    <a:pt x="2879725" y="76200"/>
                  </a:lnTo>
                  <a:lnTo>
                    <a:pt x="2913062" y="76200"/>
                  </a:lnTo>
                  <a:lnTo>
                    <a:pt x="2913062" y="3311525"/>
                  </a:lnTo>
                  <a:lnTo>
                    <a:pt x="2922587" y="3311525"/>
                  </a:lnTo>
                  <a:lnTo>
                    <a:pt x="2922587" y="76200"/>
                  </a:lnTo>
                  <a:lnTo>
                    <a:pt x="2955925" y="76200"/>
                  </a:lnTo>
                  <a:close/>
                </a:path>
                <a:path w="3316604" h="3311525">
                  <a:moveTo>
                    <a:pt x="3316287" y="76200"/>
                  </a:moveTo>
                  <a:lnTo>
                    <a:pt x="3306762" y="57150"/>
                  </a:lnTo>
                  <a:lnTo>
                    <a:pt x="3278187" y="0"/>
                  </a:lnTo>
                  <a:lnTo>
                    <a:pt x="3240087" y="76200"/>
                  </a:lnTo>
                  <a:lnTo>
                    <a:pt x="3273425" y="76200"/>
                  </a:lnTo>
                  <a:lnTo>
                    <a:pt x="3273425" y="3311525"/>
                  </a:lnTo>
                  <a:lnTo>
                    <a:pt x="3282950" y="3311525"/>
                  </a:lnTo>
                  <a:lnTo>
                    <a:pt x="3282950" y="76200"/>
                  </a:lnTo>
                  <a:lnTo>
                    <a:pt x="3316287" y="76200"/>
                  </a:lnTo>
                  <a:close/>
                </a:path>
              </a:pathLst>
            </a:custGeom>
            <a:solidFill>
              <a:srgbClr val="0066FF"/>
            </a:solidFill>
          </p:spPr>
          <p:txBody>
            <a:bodyPr wrap="square" lIns="0" tIns="0" rIns="0" bIns="0" rtlCol="0"/>
            <a:lstStyle/>
            <a:p>
              <a:endParaRPr/>
            </a:p>
          </p:txBody>
        </p:sp>
        <p:sp>
          <p:nvSpPr>
            <p:cNvPr id="11" name="object 11"/>
            <p:cNvSpPr/>
            <p:nvPr/>
          </p:nvSpPr>
          <p:spPr>
            <a:xfrm>
              <a:off x="1843747" y="2416441"/>
              <a:ext cx="4319905" cy="2776855"/>
            </a:xfrm>
            <a:custGeom>
              <a:avLst/>
              <a:gdLst/>
              <a:ahLst/>
              <a:cxnLst/>
              <a:rect l="l" t="t" r="r" b="b"/>
              <a:pathLst>
                <a:path w="4319905" h="2776854">
                  <a:moveTo>
                    <a:pt x="4319587" y="2738437"/>
                  </a:moveTo>
                  <a:lnTo>
                    <a:pt x="4311967" y="2734627"/>
                  </a:lnTo>
                  <a:lnTo>
                    <a:pt x="4243387" y="2700337"/>
                  </a:lnTo>
                  <a:lnTo>
                    <a:pt x="4243387" y="2734627"/>
                  </a:lnTo>
                  <a:lnTo>
                    <a:pt x="0" y="2734627"/>
                  </a:lnTo>
                  <a:lnTo>
                    <a:pt x="0" y="2742247"/>
                  </a:lnTo>
                  <a:lnTo>
                    <a:pt x="4243387" y="2742247"/>
                  </a:lnTo>
                  <a:lnTo>
                    <a:pt x="4243387" y="2776537"/>
                  </a:lnTo>
                  <a:lnTo>
                    <a:pt x="4311967" y="2742247"/>
                  </a:lnTo>
                  <a:lnTo>
                    <a:pt x="4319587" y="2738437"/>
                  </a:lnTo>
                  <a:close/>
                </a:path>
                <a:path w="4319905" h="2776854">
                  <a:moveTo>
                    <a:pt x="4319587" y="2489200"/>
                  </a:moveTo>
                  <a:lnTo>
                    <a:pt x="4311967" y="2485390"/>
                  </a:lnTo>
                  <a:lnTo>
                    <a:pt x="4243387" y="2451100"/>
                  </a:lnTo>
                  <a:lnTo>
                    <a:pt x="4243387" y="2485390"/>
                  </a:lnTo>
                  <a:lnTo>
                    <a:pt x="0" y="2485390"/>
                  </a:lnTo>
                  <a:lnTo>
                    <a:pt x="0" y="2493010"/>
                  </a:lnTo>
                  <a:lnTo>
                    <a:pt x="4243387" y="2493010"/>
                  </a:lnTo>
                  <a:lnTo>
                    <a:pt x="4243387" y="2527300"/>
                  </a:lnTo>
                  <a:lnTo>
                    <a:pt x="4311967" y="2493010"/>
                  </a:lnTo>
                  <a:lnTo>
                    <a:pt x="4319587" y="2489200"/>
                  </a:lnTo>
                  <a:close/>
                </a:path>
                <a:path w="4319905" h="2776854">
                  <a:moveTo>
                    <a:pt x="4319587" y="2227262"/>
                  </a:moveTo>
                  <a:lnTo>
                    <a:pt x="4311967" y="2223452"/>
                  </a:lnTo>
                  <a:lnTo>
                    <a:pt x="4243387" y="2189162"/>
                  </a:lnTo>
                  <a:lnTo>
                    <a:pt x="4243387" y="2223452"/>
                  </a:lnTo>
                  <a:lnTo>
                    <a:pt x="0" y="2223452"/>
                  </a:lnTo>
                  <a:lnTo>
                    <a:pt x="0" y="2231072"/>
                  </a:lnTo>
                  <a:lnTo>
                    <a:pt x="4243387" y="2231072"/>
                  </a:lnTo>
                  <a:lnTo>
                    <a:pt x="4243387" y="2265362"/>
                  </a:lnTo>
                  <a:lnTo>
                    <a:pt x="4311967" y="2231072"/>
                  </a:lnTo>
                  <a:lnTo>
                    <a:pt x="4319587" y="2227262"/>
                  </a:lnTo>
                  <a:close/>
                </a:path>
                <a:path w="4319905" h="2776854">
                  <a:moveTo>
                    <a:pt x="4319587" y="1952625"/>
                  </a:moveTo>
                  <a:lnTo>
                    <a:pt x="4311967" y="1948815"/>
                  </a:lnTo>
                  <a:lnTo>
                    <a:pt x="4243387" y="1914525"/>
                  </a:lnTo>
                  <a:lnTo>
                    <a:pt x="4243387" y="1948815"/>
                  </a:lnTo>
                  <a:lnTo>
                    <a:pt x="0" y="1948815"/>
                  </a:lnTo>
                  <a:lnTo>
                    <a:pt x="0" y="1956435"/>
                  </a:lnTo>
                  <a:lnTo>
                    <a:pt x="4243387" y="1956435"/>
                  </a:lnTo>
                  <a:lnTo>
                    <a:pt x="4243387" y="1990725"/>
                  </a:lnTo>
                  <a:lnTo>
                    <a:pt x="4311967" y="1956435"/>
                  </a:lnTo>
                  <a:lnTo>
                    <a:pt x="4319587" y="1952625"/>
                  </a:lnTo>
                  <a:close/>
                </a:path>
                <a:path w="4319905" h="2776854">
                  <a:moveTo>
                    <a:pt x="4319587" y="1679575"/>
                  </a:moveTo>
                  <a:lnTo>
                    <a:pt x="4311967" y="1675765"/>
                  </a:lnTo>
                  <a:lnTo>
                    <a:pt x="4243387" y="1641475"/>
                  </a:lnTo>
                  <a:lnTo>
                    <a:pt x="4243387" y="1675765"/>
                  </a:lnTo>
                  <a:lnTo>
                    <a:pt x="0" y="1675765"/>
                  </a:lnTo>
                  <a:lnTo>
                    <a:pt x="0" y="1683385"/>
                  </a:lnTo>
                  <a:lnTo>
                    <a:pt x="4243387" y="1683385"/>
                  </a:lnTo>
                  <a:lnTo>
                    <a:pt x="4243387" y="1717675"/>
                  </a:lnTo>
                  <a:lnTo>
                    <a:pt x="4311967" y="1683385"/>
                  </a:lnTo>
                  <a:lnTo>
                    <a:pt x="4319587" y="1679575"/>
                  </a:lnTo>
                  <a:close/>
                </a:path>
                <a:path w="4319905" h="2776854">
                  <a:moveTo>
                    <a:pt x="4319587" y="1406525"/>
                  </a:moveTo>
                  <a:lnTo>
                    <a:pt x="4311967" y="1402715"/>
                  </a:lnTo>
                  <a:lnTo>
                    <a:pt x="4243387" y="1368425"/>
                  </a:lnTo>
                  <a:lnTo>
                    <a:pt x="4243387" y="1402715"/>
                  </a:lnTo>
                  <a:lnTo>
                    <a:pt x="0" y="1402715"/>
                  </a:lnTo>
                  <a:lnTo>
                    <a:pt x="0" y="1410335"/>
                  </a:lnTo>
                  <a:lnTo>
                    <a:pt x="4243387" y="1410335"/>
                  </a:lnTo>
                  <a:lnTo>
                    <a:pt x="4243387" y="1444625"/>
                  </a:lnTo>
                  <a:lnTo>
                    <a:pt x="4311967" y="1410335"/>
                  </a:lnTo>
                  <a:lnTo>
                    <a:pt x="4319587" y="1406525"/>
                  </a:lnTo>
                  <a:close/>
                </a:path>
                <a:path w="4319905" h="2776854">
                  <a:moveTo>
                    <a:pt x="4319587" y="1133475"/>
                  </a:moveTo>
                  <a:lnTo>
                    <a:pt x="4311967" y="1129665"/>
                  </a:lnTo>
                  <a:lnTo>
                    <a:pt x="4243387" y="1095375"/>
                  </a:lnTo>
                  <a:lnTo>
                    <a:pt x="4243387" y="1129665"/>
                  </a:lnTo>
                  <a:lnTo>
                    <a:pt x="0" y="1129665"/>
                  </a:lnTo>
                  <a:lnTo>
                    <a:pt x="0" y="1137285"/>
                  </a:lnTo>
                  <a:lnTo>
                    <a:pt x="4243387" y="1137285"/>
                  </a:lnTo>
                  <a:lnTo>
                    <a:pt x="4243387" y="1171575"/>
                  </a:lnTo>
                  <a:lnTo>
                    <a:pt x="4311967" y="1137285"/>
                  </a:lnTo>
                  <a:lnTo>
                    <a:pt x="4319587" y="1133475"/>
                  </a:lnTo>
                  <a:close/>
                </a:path>
                <a:path w="4319905" h="2776854">
                  <a:moveTo>
                    <a:pt x="4319587" y="858837"/>
                  </a:moveTo>
                  <a:lnTo>
                    <a:pt x="4311967" y="855027"/>
                  </a:lnTo>
                  <a:lnTo>
                    <a:pt x="4243387" y="820737"/>
                  </a:lnTo>
                  <a:lnTo>
                    <a:pt x="4243387" y="855027"/>
                  </a:lnTo>
                  <a:lnTo>
                    <a:pt x="0" y="855027"/>
                  </a:lnTo>
                  <a:lnTo>
                    <a:pt x="0" y="862647"/>
                  </a:lnTo>
                  <a:lnTo>
                    <a:pt x="4243387" y="862647"/>
                  </a:lnTo>
                  <a:lnTo>
                    <a:pt x="4243387" y="896937"/>
                  </a:lnTo>
                  <a:lnTo>
                    <a:pt x="4311967" y="862647"/>
                  </a:lnTo>
                  <a:lnTo>
                    <a:pt x="4319587" y="858837"/>
                  </a:lnTo>
                  <a:close/>
                </a:path>
                <a:path w="4319905" h="2776854">
                  <a:moveTo>
                    <a:pt x="4319587" y="585787"/>
                  </a:moveTo>
                  <a:lnTo>
                    <a:pt x="4311967" y="581977"/>
                  </a:lnTo>
                  <a:lnTo>
                    <a:pt x="4243387" y="547687"/>
                  </a:lnTo>
                  <a:lnTo>
                    <a:pt x="4243387" y="581977"/>
                  </a:lnTo>
                  <a:lnTo>
                    <a:pt x="0" y="581977"/>
                  </a:lnTo>
                  <a:lnTo>
                    <a:pt x="0" y="589597"/>
                  </a:lnTo>
                  <a:lnTo>
                    <a:pt x="4243387" y="589597"/>
                  </a:lnTo>
                  <a:lnTo>
                    <a:pt x="4243387" y="623887"/>
                  </a:lnTo>
                  <a:lnTo>
                    <a:pt x="4311967" y="589597"/>
                  </a:lnTo>
                  <a:lnTo>
                    <a:pt x="4319587" y="585787"/>
                  </a:lnTo>
                  <a:close/>
                </a:path>
                <a:path w="4319905" h="2776854">
                  <a:moveTo>
                    <a:pt x="4319587" y="312737"/>
                  </a:moveTo>
                  <a:lnTo>
                    <a:pt x="4311967" y="308927"/>
                  </a:lnTo>
                  <a:lnTo>
                    <a:pt x="4243387" y="274637"/>
                  </a:lnTo>
                  <a:lnTo>
                    <a:pt x="4243387" y="308927"/>
                  </a:lnTo>
                  <a:lnTo>
                    <a:pt x="0" y="308927"/>
                  </a:lnTo>
                  <a:lnTo>
                    <a:pt x="0" y="316547"/>
                  </a:lnTo>
                  <a:lnTo>
                    <a:pt x="4243387" y="316547"/>
                  </a:lnTo>
                  <a:lnTo>
                    <a:pt x="4243387" y="350837"/>
                  </a:lnTo>
                  <a:lnTo>
                    <a:pt x="4311967" y="316547"/>
                  </a:lnTo>
                  <a:lnTo>
                    <a:pt x="4319587" y="312737"/>
                  </a:lnTo>
                  <a:close/>
                </a:path>
                <a:path w="4319905" h="2776854">
                  <a:moveTo>
                    <a:pt x="4319587" y="38100"/>
                  </a:moveTo>
                  <a:lnTo>
                    <a:pt x="4311967" y="34290"/>
                  </a:lnTo>
                  <a:lnTo>
                    <a:pt x="4243387" y="0"/>
                  </a:lnTo>
                  <a:lnTo>
                    <a:pt x="4243387" y="34290"/>
                  </a:lnTo>
                  <a:lnTo>
                    <a:pt x="0" y="34290"/>
                  </a:lnTo>
                  <a:lnTo>
                    <a:pt x="0" y="41910"/>
                  </a:lnTo>
                  <a:lnTo>
                    <a:pt x="4243387" y="41910"/>
                  </a:lnTo>
                  <a:lnTo>
                    <a:pt x="4243387" y="76200"/>
                  </a:lnTo>
                  <a:lnTo>
                    <a:pt x="4311967" y="41910"/>
                  </a:lnTo>
                  <a:lnTo>
                    <a:pt x="4319587" y="38100"/>
                  </a:lnTo>
                  <a:close/>
                </a:path>
              </a:pathLst>
            </a:custGeom>
            <a:solidFill>
              <a:srgbClr val="008000"/>
            </a:solidFill>
          </p:spPr>
          <p:txBody>
            <a:bodyPr wrap="square" lIns="0" tIns="0" rIns="0" bIns="0" rtlCol="0"/>
            <a:lstStyle/>
            <a:p>
              <a:endParaRPr/>
            </a:p>
          </p:txBody>
        </p:sp>
        <p:pic>
          <p:nvPicPr>
            <p:cNvPr id="12" name="object 12"/>
            <p:cNvPicPr/>
            <p:nvPr/>
          </p:nvPicPr>
          <p:blipFill>
            <a:blip r:embed="rId3" cstate="print"/>
            <a:stretch>
              <a:fillRect/>
            </a:stretch>
          </p:blipFill>
          <p:spPr>
            <a:xfrm>
              <a:off x="3308603" y="1133856"/>
              <a:ext cx="2140356" cy="1844039"/>
            </a:xfrm>
            <a:prstGeom prst="rect">
              <a:avLst/>
            </a:prstGeom>
          </p:spPr>
        </p:pic>
        <p:sp>
          <p:nvSpPr>
            <p:cNvPr id="13" name="object 13"/>
            <p:cNvSpPr/>
            <p:nvPr/>
          </p:nvSpPr>
          <p:spPr>
            <a:xfrm>
              <a:off x="3286391" y="1128979"/>
              <a:ext cx="2167890" cy="1879600"/>
            </a:xfrm>
            <a:custGeom>
              <a:avLst/>
              <a:gdLst/>
              <a:ahLst/>
              <a:cxnLst/>
              <a:rect l="l" t="t" r="r" b="b"/>
              <a:pathLst>
                <a:path w="2167890" h="1879600">
                  <a:moveTo>
                    <a:pt x="561339" y="12699"/>
                  </a:moveTo>
                  <a:lnTo>
                    <a:pt x="535774" y="12699"/>
                  </a:lnTo>
                  <a:lnTo>
                    <a:pt x="539318" y="0"/>
                  </a:lnTo>
                  <a:lnTo>
                    <a:pt x="565264" y="0"/>
                  </a:lnTo>
                  <a:lnTo>
                    <a:pt x="561339" y="12699"/>
                  </a:lnTo>
                  <a:close/>
                </a:path>
                <a:path w="2167890" h="1879600">
                  <a:moveTo>
                    <a:pt x="2128837" y="12699"/>
                  </a:moveTo>
                  <a:lnTo>
                    <a:pt x="2103272" y="12699"/>
                  </a:lnTo>
                  <a:lnTo>
                    <a:pt x="2099348" y="0"/>
                  </a:lnTo>
                  <a:lnTo>
                    <a:pt x="2125294" y="0"/>
                  </a:lnTo>
                  <a:lnTo>
                    <a:pt x="2128837" y="12699"/>
                  </a:lnTo>
                  <a:close/>
                </a:path>
                <a:path w="2167890" h="1879600">
                  <a:moveTo>
                    <a:pt x="535025" y="25399"/>
                  </a:moveTo>
                  <a:lnTo>
                    <a:pt x="522846" y="25399"/>
                  </a:lnTo>
                  <a:lnTo>
                    <a:pt x="525881" y="12699"/>
                  </a:lnTo>
                  <a:lnTo>
                    <a:pt x="538149" y="12699"/>
                  </a:lnTo>
                  <a:lnTo>
                    <a:pt x="535025" y="25399"/>
                  </a:lnTo>
                  <a:close/>
                </a:path>
                <a:path w="2167890" h="1879600">
                  <a:moveTo>
                    <a:pt x="2141753" y="25399"/>
                  </a:moveTo>
                  <a:lnTo>
                    <a:pt x="2129586" y="25399"/>
                  </a:lnTo>
                  <a:lnTo>
                    <a:pt x="2126462" y="12699"/>
                  </a:lnTo>
                  <a:lnTo>
                    <a:pt x="2138730" y="12699"/>
                  </a:lnTo>
                  <a:lnTo>
                    <a:pt x="2141753" y="25399"/>
                  </a:lnTo>
                  <a:close/>
                </a:path>
                <a:path w="2167890" h="1879600">
                  <a:moveTo>
                    <a:pt x="522185" y="38099"/>
                  </a:moveTo>
                  <a:lnTo>
                    <a:pt x="512190" y="38099"/>
                  </a:lnTo>
                  <a:lnTo>
                    <a:pt x="514629" y="25399"/>
                  </a:lnTo>
                  <a:lnTo>
                    <a:pt x="524637" y="25399"/>
                  </a:lnTo>
                  <a:lnTo>
                    <a:pt x="522185" y="38099"/>
                  </a:lnTo>
                  <a:close/>
                </a:path>
                <a:path w="2167890" h="1879600">
                  <a:moveTo>
                    <a:pt x="2152421" y="38099"/>
                  </a:moveTo>
                  <a:lnTo>
                    <a:pt x="2142426" y="38099"/>
                  </a:lnTo>
                  <a:lnTo>
                    <a:pt x="2139975" y="25399"/>
                  </a:lnTo>
                  <a:lnTo>
                    <a:pt x="2149982" y="25399"/>
                  </a:lnTo>
                  <a:lnTo>
                    <a:pt x="2152421" y="38099"/>
                  </a:lnTo>
                  <a:close/>
                </a:path>
                <a:path w="2167890" h="1879600">
                  <a:moveTo>
                    <a:pt x="514426" y="50799"/>
                  </a:moveTo>
                  <a:lnTo>
                    <a:pt x="504139" y="50799"/>
                  </a:lnTo>
                  <a:lnTo>
                    <a:pt x="505891" y="38099"/>
                  </a:lnTo>
                  <a:lnTo>
                    <a:pt x="516242" y="38099"/>
                  </a:lnTo>
                  <a:lnTo>
                    <a:pt x="514426" y="50799"/>
                  </a:lnTo>
                  <a:close/>
                </a:path>
                <a:path w="2167890" h="1879600">
                  <a:moveTo>
                    <a:pt x="2160473" y="50799"/>
                  </a:moveTo>
                  <a:lnTo>
                    <a:pt x="2150186" y="50799"/>
                  </a:lnTo>
                  <a:lnTo>
                    <a:pt x="2148370" y="38099"/>
                  </a:lnTo>
                  <a:lnTo>
                    <a:pt x="2158720" y="38099"/>
                  </a:lnTo>
                  <a:lnTo>
                    <a:pt x="2160473" y="50799"/>
                  </a:lnTo>
                  <a:close/>
                </a:path>
                <a:path w="2167890" h="1879600">
                  <a:moveTo>
                    <a:pt x="510260" y="63499"/>
                  </a:moveTo>
                  <a:lnTo>
                    <a:pt x="500024" y="63499"/>
                  </a:lnTo>
                  <a:lnTo>
                    <a:pt x="501205" y="50799"/>
                  </a:lnTo>
                  <a:lnTo>
                    <a:pt x="511568" y="50799"/>
                  </a:lnTo>
                  <a:lnTo>
                    <a:pt x="510260" y="63499"/>
                  </a:lnTo>
                  <a:close/>
                </a:path>
                <a:path w="2167890" h="1879600">
                  <a:moveTo>
                    <a:pt x="2164588" y="63499"/>
                  </a:moveTo>
                  <a:lnTo>
                    <a:pt x="2154351" y="63499"/>
                  </a:lnTo>
                  <a:lnTo>
                    <a:pt x="2153043" y="50799"/>
                  </a:lnTo>
                  <a:lnTo>
                    <a:pt x="2163406" y="50799"/>
                  </a:lnTo>
                  <a:lnTo>
                    <a:pt x="2164588" y="63499"/>
                  </a:lnTo>
                  <a:close/>
                </a:path>
                <a:path w="2167890" h="1879600">
                  <a:moveTo>
                    <a:pt x="507199" y="76199"/>
                  </a:moveTo>
                  <a:lnTo>
                    <a:pt x="497725" y="76199"/>
                  </a:lnTo>
                  <a:lnTo>
                    <a:pt x="498284" y="63499"/>
                  </a:lnTo>
                  <a:lnTo>
                    <a:pt x="507720" y="63499"/>
                  </a:lnTo>
                  <a:lnTo>
                    <a:pt x="507199" y="76199"/>
                  </a:lnTo>
                  <a:close/>
                </a:path>
                <a:path w="2167890" h="1879600">
                  <a:moveTo>
                    <a:pt x="2166886" y="76199"/>
                  </a:moveTo>
                  <a:lnTo>
                    <a:pt x="2157412" y="76199"/>
                  </a:lnTo>
                  <a:lnTo>
                    <a:pt x="2156891" y="63499"/>
                  </a:lnTo>
                  <a:lnTo>
                    <a:pt x="2166327" y="63499"/>
                  </a:lnTo>
                  <a:lnTo>
                    <a:pt x="2166886" y="76199"/>
                  </a:lnTo>
                  <a:close/>
                </a:path>
                <a:path w="2167890" h="1879600">
                  <a:moveTo>
                    <a:pt x="506907" y="419099"/>
                  </a:moveTo>
                  <a:lnTo>
                    <a:pt x="497395" y="419099"/>
                  </a:lnTo>
                  <a:lnTo>
                    <a:pt x="497281" y="76199"/>
                  </a:lnTo>
                  <a:lnTo>
                    <a:pt x="506806" y="76199"/>
                  </a:lnTo>
                  <a:lnTo>
                    <a:pt x="506907" y="419099"/>
                  </a:lnTo>
                  <a:close/>
                </a:path>
                <a:path w="2167890" h="1879600">
                  <a:moveTo>
                    <a:pt x="2167216" y="419099"/>
                  </a:moveTo>
                  <a:lnTo>
                    <a:pt x="2157704" y="419099"/>
                  </a:lnTo>
                  <a:lnTo>
                    <a:pt x="2157806" y="76199"/>
                  </a:lnTo>
                  <a:lnTo>
                    <a:pt x="2167331" y="76199"/>
                  </a:lnTo>
                  <a:lnTo>
                    <a:pt x="2167216" y="419099"/>
                  </a:lnTo>
                  <a:close/>
                </a:path>
                <a:path w="2167890" h="1879600">
                  <a:moveTo>
                    <a:pt x="508406" y="431799"/>
                  </a:moveTo>
                  <a:lnTo>
                    <a:pt x="499046" y="431799"/>
                  </a:lnTo>
                  <a:lnTo>
                    <a:pt x="498284" y="419099"/>
                  </a:lnTo>
                  <a:lnTo>
                    <a:pt x="507682" y="419099"/>
                  </a:lnTo>
                  <a:lnTo>
                    <a:pt x="508406" y="431799"/>
                  </a:lnTo>
                  <a:close/>
                </a:path>
                <a:path w="2167890" h="1879600">
                  <a:moveTo>
                    <a:pt x="2165553" y="431799"/>
                  </a:moveTo>
                  <a:lnTo>
                    <a:pt x="2156205" y="431799"/>
                  </a:lnTo>
                  <a:lnTo>
                    <a:pt x="2156929" y="419099"/>
                  </a:lnTo>
                  <a:lnTo>
                    <a:pt x="2166327" y="419099"/>
                  </a:lnTo>
                  <a:lnTo>
                    <a:pt x="2165553" y="431799"/>
                  </a:lnTo>
                  <a:close/>
                </a:path>
                <a:path w="2167890" h="1879600">
                  <a:moveTo>
                    <a:pt x="512965" y="444499"/>
                  </a:moveTo>
                  <a:lnTo>
                    <a:pt x="502577" y="444499"/>
                  </a:lnTo>
                  <a:lnTo>
                    <a:pt x="501205" y="431799"/>
                  </a:lnTo>
                  <a:lnTo>
                    <a:pt x="511479" y="431799"/>
                  </a:lnTo>
                  <a:lnTo>
                    <a:pt x="512965" y="444499"/>
                  </a:lnTo>
                  <a:close/>
                </a:path>
                <a:path w="2167890" h="1879600">
                  <a:moveTo>
                    <a:pt x="2162035" y="444499"/>
                  </a:moveTo>
                  <a:lnTo>
                    <a:pt x="2151646" y="444499"/>
                  </a:lnTo>
                  <a:lnTo>
                    <a:pt x="2153132" y="431799"/>
                  </a:lnTo>
                  <a:lnTo>
                    <a:pt x="2163406" y="431799"/>
                  </a:lnTo>
                  <a:lnTo>
                    <a:pt x="2162035" y="444499"/>
                  </a:lnTo>
                  <a:close/>
                </a:path>
                <a:path w="2167890" h="1879600">
                  <a:moveTo>
                    <a:pt x="518121" y="457199"/>
                  </a:moveTo>
                  <a:lnTo>
                    <a:pt x="507822" y="457199"/>
                  </a:lnTo>
                  <a:lnTo>
                    <a:pt x="505891" y="444499"/>
                  </a:lnTo>
                  <a:lnTo>
                    <a:pt x="516140" y="444499"/>
                  </a:lnTo>
                  <a:lnTo>
                    <a:pt x="518121" y="457199"/>
                  </a:lnTo>
                  <a:close/>
                </a:path>
                <a:path w="2167890" h="1879600">
                  <a:moveTo>
                    <a:pt x="2156790" y="457199"/>
                  </a:moveTo>
                  <a:lnTo>
                    <a:pt x="2146490" y="457199"/>
                  </a:lnTo>
                  <a:lnTo>
                    <a:pt x="2148471" y="444499"/>
                  </a:lnTo>
                  <a:lnTo>
                    <a:pt x="2158720" y="444499"/>
                  </a:lnTo>
                  <a:lnTo>
                    <a:pt x="2156790" y="457199"/>
                  </a:lnTo>
                  <a:close/>
                </a:path>
                <a:path w="2167890" h="1879600">
                  <a:moveTo>
                    <a:pt x="527088" y="469899"/>
                  </a:moveTo>
                  <a:lnTo>
                    <a:pt x="517220" y="469899"/>
                  </a:lnTo>
                  <a:lnTo>
                    <a:pt x="514629" y="457199"/>
                  </a:lnTo>
                  <a:lnTo>
                    <a:pt x="524497" y="457199"/>
                  </a:lnTo>
                  <a:lnTo>
                    <a:pt x="527088" y="469899"/>
                  </a:lnTo>
                  <a:close/>
                </a:path>
                <a:path w="2167890" h="1879600">
                  <a:moveTo>
                    <a:pt x="529666" y="469899"/>
                  </a:moveTo>
                  <a:lnTo>
                    <a:pt x="527088" y="469899"/>
                  </a:lnTo>
                  <a:lnTo>
                    <a:pt x="526935" y="457199"/>
                  </a:lnTo>
                  <a:lnTo>
                    <a:pt x="529666" y="469899"/>
                  </a:lnTo>
                  <a:close/>
                </a:path>
                <a:path w="2167890" h="1879600">
                  <a:moveTo>
                    <a:pt x="2137524" y="469899"/>
                  </a:moveTo>
                  <a:lnTo>
                    <a:pt x="2134946" y="469899"/>
                  </a:lnTo>
                  <a:lnTo>
                    <a:pt x="2137676" y="457199"/>
                  </a:lnTo>
                  <a:lnTo>
                    <a:pt x="2137524" y="469899"/>
                  </a:lnTo>
                  <a:close/>
                </a:path>
                <a:path w="2167890" h="1879600">
                  <a:moveTo>
                    <a:pt x="2147392" y="469899"/>
                  </a:moveTo>
                  <a:lnTo>
                    <a:pt x="2137524" y="469899"/>
                  </a:lnTo>
                  <a:lnTo>
                    <a:pt x="2140115" y="457199"/>
                  </a:lnTo>
                  <a:lnTo>
                    <a:pt x="2149982" y="457199"/>
                  </a:lnTo>
                  <a:lnTo>
                    <a:pt x="2147392" y="469899"/>
                  </a:lnTo>
                  <a:close/>
                </a:path>
                <a:path w="2167890" h="1879600">
                  <a:moveTo>
                    <a:pt x="544360" y="482599"/>
                  </a:moveTo>
                  <a:lnTo>
                    <a:pt x="529043" y="482599"/>
                  </a:lnTo>
                  <a:lnTo>
                    <a:pt x="525881" y="469899"/>
                  </a:lnTo>
                  <a:lnTo>
                    <a:pt x="541007" y="469899"/>
                  </a:lnTo>
                  <a:lnTo>
                    <a:pt x="544360" y="482599"/>
                  </a:lnTo>
                  <a:close/>
                </a:path>
                <a:path w="2167890" h="1879600">
                  <a:moveTo>
                    <a:pt x="2135555" y="482599"/>
                  </a:moveTo>
                  <a:lnTo>
                    <a:pt x="2120252" y="482599"/>
                  </a:lnTo>
                  <a:lnTo>
                    <a:pt x="2123605" y="469899"/>
                  </a:lnTo>
                  <a:lnTo>
                    <a:pt x="2138730" y="469899"/>
                  </a:lnTo>
                  <a:lnTo>
                    <a:pt x="2135555" y="482599"/>
                  </a:lnTo>
                  <a:close/>
                </a:path>
                <a:path w="2167890" h="1879600">
                  <a:moveTo>
                    <a:pt x="584707" y="495299"/>
                  </a:moveTo>
                  <a:lnTo>
                    <a:pt x="546735" y="495299"/>
                  </a:lnTo>
                  <a:lnTo>
                    <a:pt x="542963" y="482599"/>
                  </a:lnTo>
                  <a:lnTo>
                    <a:pt x="580466" y="482599"/>
                  </a:lnTo>
                  <a:lnTo>
                    <a:pt x="584707" y="495299"/>
                  </a:lnTo>
                  <a:close/>
                </a:path>
                <a:path w="2167890" h="1879600">
                  <a:moveTo>
                    <a:pt x="2117877" y="495299"/>
                  </a:moveTo>
                  <a:lnTo>
                    <a:pt x="2079904" y="495299"/>
                  </a:lnTo>
                  <a:lnTo>
                    <a:pt x="2084146" y="482599"/>
                  </a:lnTo>
                  <a:lnTo>
                    <a:pt x="2121636" y="482599"/>
                  </a:lnTo>
                  <a:lnTo>
                    <a:pt x="2117877" y="495299"/>
                  </a:lnTo>
                  <a:close/>
                </a:path>
                <a:path w="2167890" h="1879600">
                  <a:moveTo>
                    <a:pt x="1447" y="1879600"/>
                  </a:moveTo>
                  <a:lnTo>
                    <a:pt x="0" y="1866900"/>
                  </a:lnTo>
                  <a:lnTo>
                    <a:pt x="774649" y="495299"/>
                  </a:lnTo>
                  <a:lnTo>
                    <a:pt x="786930" y="495299"/>
                  </a:lnTo>
                  <a:lnTo>
                    <a:pt x="41105" y="1816181"/>
                  </a:lnTo>
                  <a:lnTo>
                    <a:pt x="19050" y="1841500"/>
                  </a:lnTo>
                  <a:lnTo>
                    <a:pt x="34367" y="1841500"/>
                  </a:lnTo>
                  <a:lnTo>
                    <a:pt x="1447" y="1879600"/>
                  </a:lnTo>
                  <a:close/>
                </a:path>
                <a:path w="2167890" h="1879600">
                  <a:moveTo>
                    <a:pt x="34367" y="1841500"/>
                  </a:moveTo>
                  <a:lnTo>
                    <a:pt x="26809" y="1841500"/>
                  </a:lnTo>
                  <a:lnTo>
                    <a:pt x="41105" y="1816181"/>
                  </a:lnTo>
                  <a:lnTo>
                    <a:pt x="1191755" y="495299"/>
                  </a:lnTo>
                  <a:lnTo>
                    <a:pt x="1197521" y="495299"/>
                  </a:lnTo>
                  <a:lnTo>
                    <a:pt x="34367" y="1841500"/>
                  </a:lnTo>
                  <a:close/>
                </a:path>
                <a:path w="2167890" h="1879600">
                  <a:moveTo>
                    <a:pt x="26809" y="1841500"/>
                  </a:moveTo>
                  <a:lnTo>
                    <a:pt x="19050" y="1841500"/>
                  </a:lnTo>
                  <a:lnTo>
                    <a:pt x="41105" y="1816181"/>
                  </a:lnTo>
                  <a:lnTo>
                    <a:pt x="26809" y="1841500"/>
                  </a:lnTo>
                  <a:close/>
                </a:path>
              </a:pathLst>
            </a:custGeom>
            <a:solidFill>
              <a:srgbClr val="000000"/>
            </a:solidFill>
          </p:spPr>
          <p:txBody>
            <a:bodyPr wrap="square" lIns="0" tIns="0" rIns="0" bIns="0" rtlCol="0"/>
            <a:lstStyle/>
            <a:p>
              <a:endParaRPr/>
            </a:p>
          </p:txBody>
        </p:sp>
      </p:grpSp>
      <p:sp>
        <p:nvSpPr>
          <p:cNvPr id="14" name="object 14"/>
          <p:cNvSpPr txBox="1"/>
          <p:nvPr/>
        </p:nvSpPr>
        <p:spPr>
          <a:xfrm>
            <a:off x="1262722" y="2254834"/>
            <a:ext cx="540385" cy="3043555"/>
          </a:xfrm>
          <a:prstGeom prst="rect">
            <a:avLst/>
          </a:prstGeom>
        </p:spPr>
        <p:txBody>
          <a:bodyPr vert="horz" wrap="square" lIns="0" tIns="88900" rIns="0" bIns="0" rtlCol="0">
            <a:spAutoFit/>
          </a:bodyPr>
          <a:lstStyle/>
          <a:p>
            <a:pPr algn="ctr">
              <a:lnSpc>
                <a:spcPct val="100000"/>
              </a:lnSpc>
              <a:spcBef>
                <a:spcPts val="700"/>
              </a:spcBef>
            </a:pPr>
            <a:r>
              <a:rPr sz="1800" spc="-20" dirty="0">
                <a:latin typeface="Arial" panose="020B0604020202020204"/>
                <a:cs typeface="Arial" panose="020B0604020202020204"/>
              </a:rPr>
              <a:t>+97</a:t>
            </a:r>
            <a:endParaRPr sz="1800">
              <a:latin typeface="Arial" panose="020B0604020202020204"/>
              <a:cs typeface="Arial" panose="020B0604020202020204"/>
            </a:endParaRPr>
          </a:p>
          <a:p>
            <a:pPr algn="ctr">
              <a:lnSpc>
                <a:spcPct val="100000"/>
              </a:lnSpc>
              <a:spcBef>
                <a:spcPts val="600"/>
              </a:spcBef>
            </a:pPr>
            <a:r>
              <a:rPr sz="1800" spc="-50" dirty="0">
                <a:latin typeface="Arial" panose="020B0604020202020204"/>
                <a:cs typeface="Arial" panose="020B0604020202020204"/>
              </a:rPr>
              <a:t>…</a:t>
            </a:r>
            <a:endParaRPr sz="1800">
              <a:latin typeface="Arial" panose="020B0604020202020204"/>
              <a:cs typeface="Arial" panose="020B0604020202020204"/>
            </a:endParaRPr>
          </a:p>
          <a:p>
            <a:pPr algn="ctr">
              <a:lnSpc>
                <a:spcPct val="100000"/>
              </a:lnSpc>
              <a:spcBef>
                <a:spcPts val="1200"/>
              </a:spcBef>
            </a:pPr>
            <a:r>
              <a:rPr sz="1800" spc="-25" dirty="0">
                <a:latin typeface="Arial" panose="020B0604020202020204"/>
                <a:cs typeface="Arial" panose="020B0604020202020204"/>
              </a:rPr>
              <a:t>+64</a:t>
            </a:r>
            <a:endParaRPr sz="1800">
              <a:latin typeface="Arial" panose="020B0604020202020204"/>
              <a:cs typeface="Arial" panose="020B0604020202020204"/>
            </a:endParaRPr>
          </a:p>
          <a:p>
            <a:pPr algn="ctr">
              <a:lnSpc>
                <a:spcPct val="100000"/>
              </a:lnSpc>
            </a:pPr>
            <a:r>
              <a:rPr sz="1800" spc="-25" dirty="0">
                <a:latin typeface="Arial" panose="020B0604020202020204"/>
                <a:cs typeface="Arial" panose="020B0604020202020204"/>
              </a:rPr>
              <a:t>+32</a:t>
            </a:r>
            <a:endParaRPr sz="1800">
              <a:latin typeface="Arial" panose="020B0604020202020204"/>
              <a:cs typeface="Arial" panose="020B0604020202020204"/>
            </a:endParaRPr>
          </a:p>
          <a:p>
            <a:pPr algn="ctr">
              <a:lnSpc>
                <a:spcPct val="100000"/>
              </a:lnSpc>
            </a:pPr>
            <a:r>
              <a:rPr sz="1800" spc="-50" dirty="0">
                <a:latin typeface="Arial" panose="020B0604020202020204"/>
                <a:cs typeface="Arial" panose="020B0604020202020204"/>
              </a:rPr>
              <a:t>0</a:t>
            </a:r>
            <a:endParaRPr sz="1800">
              <a:latin typeface="Arial" panose="020B0604020202020204"/>
              <a:cs typeface="Arial" panose="020B0604020202020204"/>
            </a:endParaRPr>
          </a:p>
          <a:p>
            <a:pPr algn="ctr">
              <a:lnSpc>
                <a:spcPct val="100000"/>
              </a:lnSpc>
            </a:pPr>
            <a:r>
              <a:rPr sz="1800" spc="-10" dirty="0">
                <a:latin typeface="Arial" panose="020B0604020202020204"/>
                <a:cs typeface="Arial" panose="020B0604020202020204"/>
              </a:rPr>
              <a:t>-</a:t>
            </a:r>
            <a:r>
              <a:rPr sz="1800" spc="-25" dirty="0">
                <a:latin typeface="Arial" panose="020B0604020202020204"/>
                <a:cs typeface="Arial" panose="020B0604020202020204"/>
              </a:rPr>
              <a:t>32</a:t>
            </a:r>
            <a:endParaRPr sz="1800">
              <a:latin typeface="Arial" panose="020B0604020202020204"/>
              <a:cs typeface="Arial" panose="020B0604020202020204"/>
            </a:endParaRPr>
          </a:p>
          <a:p>
            <a:pPr algn="ctr">
              <a:lnSpc>
                <a:spcPct val="100000"/>
              </a:lnSpc>
            </a:pPr>
            <a:r>
              <a:rPr sz="1800" spc="-10" dirty="0">
                <a:latin typeface="Arial" panose="020B0604020202020204"/>
                <a:cs typeface="Arial" panose="020B0604020202020204"/>
              </a:rPr>
              <a:t>-</a:t>
            </a:r>
            <a:r>
              <a:rPr sz="1800" spc="-25" dirty="0">
                <a:latin typeface="Arial" panose="020B0604020202020204"/>
                <a:cs typeface="Arial" panose="020B0604020202020204"/>
              </a:rPr>
              <a:t>64</a:t>
            </a:r>
            <a:endParaRPr sz="1800">
              <a:latin typeface="Arial" panose="020B0604020202020204"/>
              <a:cs typeface="Arial" panose="020B0604020202020204"/>
            </a:endParaRPr>
          </a:p>
          <a:p>
            <a:pPr algn="ctr">
              <a:lnSpc>
                <a:spcPct val="100000"/>
              </a:lnSpc>
              <a:spcBef>
                <a:spcPts val="600"/>
              </a:spcBef>
            </a:pPr>
            <a:r>
              <a:rPr sz="1800" spc="-50" dirty="0">
                <a:latin typeface="Arial" panose="020B0604020202020204"/>
                <a:cs typeface="Arial" panose="020B0604020202020204"/>
              </a:rPr>
              <a:t>…</a:t>
            </a:r>
            <a:endParaRPr sz="1800">
              <a:latin typeface="Arial" panose="020B0604020202020204"/>
              <a:cs typeface="Arial" panose="020B0604020202020204"/>
            </a:endParaRPr>
          </a:p>
          <a:p>
            <a:pPr algn="ctr">
              <a:lnSpc>
                <a:spcPct val="100000"/>
              </a:lnSpc>
              <a:spcBef>
                <a:spcPts val="1200"/>
              </a:spcBef>
            </a:pPr>
            <a:r>
              <a:rPr sz="1800" spc="-10" dirty="0">
                <a:latin typeface="Arial" panose="020B0604020202020204"/>
                <a:cs typeface="Arial" panose="020B0604020202020204"/>
              </a:rPr>
              <a:t>-</a:t>
            </a:r>
            <a:r>
              <a:rPr sz="1800" spc="-25" dirty="0">
                <a:latin typeface="Arial" panose="020B0604020202020204"/>
                <a:cs typeface="Arial" panose="020B0604020202020204"/>
              </a:rPr>
              <a:t>98</a:t>
            </a:r>
            <a:endParaRPr sz="1800">
              <a:latin typeface="Arial" panose="020B0604020202020204"/>
              <a:cs typeface="Arial" panose="020B0604020202020204"/>
            </a:endParaRPr>
          </a:p>
        </p:txBody>
      </p:sp>
      <p:sp>
        <p:nvSpPr>
          <p:cNvPr id="15" name="object 15"/>
          <p:cNvSpPr txBox="1"/>
          <p:nvPr/>
        </p:nvSpPr>
        <p:spPr>
          <a:xfrm>
            <a:off x="3891356" y="1175702"/>
            <a:ext cx="138176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99FF33"/>
                </a:solidFill>
                <a:latin typeface="Arial" panose="020B0604020202020204"/>
                <a:cs typeface="Arial" panose="020B0604020202020204"/>
              </a:rPr>
              <a:t>01001010</a:t>
            </a:r>
            <a:endParaRPr sz="2400">
              <a:latin typeface="Arial" panose="020B0604020202020204"/>
              <a:cs typeface="Arial" panose="020B0604020202020204"/>
            </a:endParaRPr>
          </a:p>
        </p:txBody>
      </p:sp>
      <p:sp>
        <p:nvSpPr>
          <p:cNvPr id="16" name="object 16"/>
          <p:cNvSpPr/>
          <p:nvPr/>
        </p:nvSpPr>
        <p:spPr>
          <a:xfrm>
            <a:off x="1805647" y="1482991"/>
            <a:ext cx="4177029" cy="4319905"/>
          </a:xfrm>
          <a:custGeom>
            <a:avLst/>
            <a:gdLst/>
            <a:ahLst/>
            <a:cxnLst/>
            <a:rect l="l" t="t" r="r" b="b"/>
            <a:pathLst>
              <a:path w="4177029" h="4319905">
                <a:moveTo>
                  <a:pt x="4176712" y="2339975"/>
                </a:moveTo>
                <a:lnTo>
                  <a:pt x="4167187" y="2335212"/>
                </a:lnTo>
                <a:lnTo>
                  <a:pt x="4100512" y="2301875"/>
                </a:lnTo>
                <a:lnTo>
                  <a:pt x="4100512" y="2335212"/>
                </a:lnTo>
                <a:lnTo>
                  <a:pt x="42862" y="2335212"/>
                </a:lnTo>
                <a:lnTo>
                  <a:pt x="42862" y="76200"/>
                </a:lnTo>
                <a:lnTo>
                  <a:pt x="76200" y="76200"/>
                </a:lnTo>
                <a:lnTo>
                  <a:pt x="66675" y="57150"/>
                </a:lnTo>
                <a:lnTo>
                  <a:pt x="38100" y="0"/>
                </a:lnTo>
                <a:lnTo>
                  <a:pt x="0" y="76200"/>
                </a:lnTo>
                <a:lnTo>
                  <a:pt x="33337" y="76200"/>
                </a:lnTo>
                <a:lnTo>
                  <a:pt x="33337" y="2339975"/>
                </a:lnTo>
                <a:lnTo>
                  <a:pt x="33337" y="4319587"/>
                </a:lnTo>
                <a:lnTo>
                  <a:pt x="42862" y="4319587"/>
                </a:lnTo>
                <a:lnTo>
                  <a:pt x="42862" y="2344737"/>
                </a:lnTo>
                <a:lnTo>
                  <a:pt x="4100512" y="2344737"/>
                </a:lnTo>
                <a:lnTo>
                  <a:pt x="4100512" y="2378075"/>
                </a:lnTo>
                <a:lnTo>
                  <a:pt x="4167187" y="2344737"/>
                </a:lnTo>
                <a:lnTo>
                  <a:pt x="4176712" y="2339975"/>
                </a:lnTo>
                <a:close/>
              </a:path>
            </a:pathLst>
          </a:custGeom>
          <a:solidFill>
            <a:srgbClr val="FF3300"/>
          </a:solidFill>
        </p:spPr>
        <p:txBody>
          <a:bodyPr wrap="square" lIns="0" tIns="0" rIns="0" bIns="0" rtlCol="0"/>
          <a:lstStyle/>
          <a:p>
            <a:endParaRPr/>
          </a:p>
        </p:txBody>
      </p:sp>
      <p:pic>
        <p:nvPicPr>
          <p:cNvPr id="17" name="object 17"/>
          <p:cNvPicPr/>
          <p:nvPr/>
        </p:nvPicPr>
        <p:blipFill>
          <a:blip r:embed="rId4" cstate="print"/>
          <a:stretch>
            <a:fillRect/>
          </a:stretch>
        </p:blipFill>
        <p:spPr>
          <a:xfrm>
            <a:off x="6957059" y="2214372"/>
            <a:ext cx="1530096" cy="3081528"/>
          </a:xfrm>
          <a:prstGeom prst="rect">
            <a:avLst/>
          </a:prstGeom>
        </p:spPr>
      </p:pic>
      <p:sp>
        <p:nvSpPr>
          <p:cNvPr id="18" name="object 18"/>
          <p:cNvSpPr txBox="1"/>
          <p:nvPr/>
        </p:nvSpPr>
        <p:spPr>
          <a:xfrm>
            <a:off x="7035825" y="2211959"/>
            <a:ext cx="889000" cy="848360"/>
          </a:xfrm>
          <a:prstGeom prst="rect">
            <a:avLst/>
          </a:prstGeom>
        </p:spPr>
        <p:txBody>
          <a:bodyPr vert="horz" wrap="square" lIns="0" tIns="12700" rIns="0" bIns="0" rtlCol="0">
            <a:spAutoFit/>
          </a:bodyPr>
          <a:lstStyle/>
          <a:p>
            <a:pPr marL="12700" marR="5080">
              <a:lnSpc>
                <a:spcPct val="100000"/>
              </a:lnSpc>
              <a:spcBef>
                <a:spcPts val="100"/>
              </a:spcBef>
            </a:pPr>
            <a:r>
              <a:rPr sz="1800" i="1" spc="-10" dirty="0">
                <a:solidFill>
                  <a:srgbClr val="FF0066"/>
                </a:solidFill>
                <a:latin typeface="Chancery Uralic"/>
                <a:cs typeface="Chancery Uralic"/>
              </a:rPr>
              <a:t>Sampling Resolution </a:t>
            </a:r>
            <a:r>
              <a:rPr sz="1800" i="1" dirty="0">
                <a:solidFill>
                  <a:srgbClr val="FF0066"/>
                </a:solidFill>
                <a:latin typeface="Chancery Uralic"/>
                <a:cs typeface="Chancery Uralic"/>
              </a:rPr>
              <a:t>8</a:t>
            </a:r>
            <a:r>
              <a:rPr sz="1800" i="1" spc="-5" dirty="0">
                <a:solidFill>
                  <a:srgbClr val="FF0066"/>
                </a:solidFill>
                <a:latin typeface="Chancery Uralic"/>
                <a:cs typeface="Chancery Uralic"/>
              </a:rPr>
              <a:t> </a:t>
            </a:r>
            <a:r>
              <a:rPr sz="1800" i="1" spc="-25" dirty="0">
                <a:solidFill>
                  <a:srgbClr val="FF0066"/>
                </a:solidFill>
                <a:latin typeface="Chancery Uralic"/>
                <a:cs typeface="Chancery Uralic"/>
              </a:rPr>
              <a:t>bit</a:t>
            </a:r>
            <a:endParaRPr sz="1800">
              <a:latin typeface="Chancery Uralic"/>
              <a:cs typeface="Chancery Uralic"/>
            </a:endParaRPr>
          </a:p>
        </p:txBody>
      </p:sp>
      <p:sp>
        <p:nvSpPr>
          <p:cNvPr id="19" name="object 19"/>
          <p:cNvSpPr txBox="1"/>
          <p:nvPr/>
        </p:nvSpPr>
        <p:spPr>
          <a:xfrm>
            <a:off x="7035825" y="3309239"/>
            <a:ext cx="852805" cy="848360"/>
          </a:xfrm>
          <a:prstGeom prst="rect">
            <a:avLst/>
          </a:prstGeom>
        </p:spPr>
        <p:txBody>
          <a:bodyPr vert="horz" wrap="square" lIns="0" tIns="12700" rIns="0" bIns="0" rtlCol="0">
            <a:spAutoFit/>
          </a:bodyPr>
          <a:lstStyle/>
          <a:p>
            <a:pPr marL="12700" marR="5080">
              <a:lnSpc>
                <a:spcPct val="100000"/>
              </a:lnSpc>
              <a:spcBef>
                <a:spcPts val="100"/>
              </a:spcBef>
            </a:pPr>
            <a:r>
              <a:rPr sz="1800" i="1" spc="-10" dirty="0">
                <a:solidFill>
                  <a:srgbClr val="FF0066"/>
                </a:solidFill>
                <a:latin typeface="Chancery Uralic"/>
                <a:cs typeface="Chancery Uralic"/>
              </a:rPr>
              <a:t>Sampling Frequency </a:t>
            </a:r>
            <a:r>
              <a:rPr sz="1800" i="1" dirty="0">
                <a:solidFill>
                  <a:srgbClr val="FF0066"/>
                </a:solidFill>
                <a:latin typeface="Chancery Uralic"/>
                <a:cs typeface="Chancery Uralic"/>
              </a:rPr>
              <a:t>11</a:t>
            </a:r>
            <a:r>
              <a:rPr sz="1800" i="1" spc="-10" dirty="0">
                <a:solidFill>
                  <a:srgbClr val="FF0066"/>
                </a:solidFill>
                <a:latin typeface="Chancery Uralic"/>
                <a:cs typeface="Chancery Uralic"/>
              </a:rPr>
              <a:t> </a:t>
            </a:r>
            <a:r>
              <a:rPr sz="1800" i="1" spc="-25" dirty="0">
                <a:solidFill>
                  <a:srgbClr val="FF0066"/>
                </a:solidFill>
                <a:latin typeface="Chancery Uralic"/>
                <a:cs typeface="Chancery Uralic"/>
              </a:rPr>
              <a:t>KHz</a:t>
            </a:r>
            <a:endParaRPr sz="1800">
              <a:latin typeface="Chancery Uralic"/>
              <a:cs typeface="Chancery Uralic"/>
            </a:endParaRPr>
          </a:p>
        </p:txBody>
      </p:sp>
      <p:pic>
        <p:nvPicPr>
          <p:cNvPr id="20" name="object 20"/>
          <p:cNvPicPr/>
          <p:nvPr/>
        </p:nvPicPr>
        <p:blipFill>
          <a:blip r:embed="rId5" cstate="print"/>
          <a:stretch>
            <a:fillRect/>
          </a:stretch>
        </p:blipFill>
        <p:spPr>
          <a:xfrm>
            <a:off x="8036052" y="5364479"/>
            <a:ext cx="903731" cy="903732"/>
          </a:xfrm>
          <a:prstGeom prst="rect">
            <a:avLst/>
          </a:prstGeom>
        </p:spPr>
      </p:pic>
      <p:pic>
        <p:nvPicPr>
          <p:cNvPr id="21" name="object 21"/>
          <p:cNvPicPr/>
          <p:nvPr/>
        </p:nvPicPr>
        <p:blipFill>
          <a:blip r:embed="rId6" cstate="print"/>
          <a:stretch>
            <a:fillRect/>
          </a:stretch>
        </p:blipFill>
        <p:spPr>
          <a:xfrm>
            <a:off x="6957059" y="5318759"/>
            <a:ext cx="928116" cy="928116"/>
          </a:xfrm>
          <a:prstGeom prst="rect">
            <a:avLst/>
          </a:prstGeom>
        </p:spPr>
      </p:pic>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101</a:t>
            </a:fld>
            <a:endParaRPr spc="-25"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8536" y="100584"/>
            <a:ext cx="854964" cy="580644"/>
          </a:xfrm>
          <a:prstGeom prst="rect">
            <a:avLst/>
          </a:prstGeom>
        </p:spPr>
      </p:pic>
      <p:sp>
        <p:nvSpPr>
          <p:cNvPr id="3" name="object 3"/>
          <p:cNvSpPr txBox="1">
            <a:spLocks noGrp="1"/>
          </p:cNvSpPr>
          <p:nvPr>
            <p:ph type="title"/>
          </p:nvPr>
        </p:nvSpPr>
        <p:spPr>
          <a:xfrm>
            <a:off x="555282" y="68148"/>
            <a:ext cx="701040" cy="514350"/>
          </a:xfrm>
          <a:prstGeom prst="rect">
            <a:avLst/>
          </a:prstGeom>
        </p:spPr>
        <p:txBody>
          <a:bodyPr vert="horz" wrap="square" lIns="0" tIns="13335" rIns="0" bIns="0" rtlCol="0">
            <a:spAutoFit/>
          </a:bodyPr>
          <a:lstStyle/>
          <a:p>
            <a:pPr marL="12700">
              <a:lnSpc>
                <a:spcPct val="100000"/>
              </a:lnSpc>
              <a:spcBef>
                <a:spcPts val="105"/>
              </a:spcBef>
            </a:pPr>
            <a:r>
              <a:rPr sz="3200" i="1" spc="-25" dirty="0">
                <a:solidFill>
                  <a:srgbClr val="FF3300"/>
                </a:solidFill>
                <a:latin typeface="Chancery Uralic"/>
                <a:cs typeface="Chancery Uralic"/>
              </a:rPr>
              <a:t>A/D</a:t>
            </a:r>
            <a:endParaRPr sz="3200">
              <a:latin typeface="Chancery Uralic"/>
              <a:cs typeface="Chancery Uralic"/>
            </a:endParaRPr>
          </a:p>
        </p:txBody>
      </p:sp>
      <p:grpSp>
        <p:nvGrpSpPr>
          <p:cNvPr id="4" name="object 4"/>
          <p:cNvGrpSpPr/>
          <p:nvPr/>
        </p:nvGrpSpPr>
        <p:grpSpPr>
          <a:xfrm>
            <a:off x="1917992" y="391756"/>
            <a:ext cx="2592705" cy="512445"/>
            <a:chOff x="1917992" y="391756"/>
            <a:chExt cx="2592705" cy="512445"/>
          </a:xfrm>
        </p:grpSpPr>
        <p:sp>
          <p:nvSpPr>
            <p:cNvPr id="5" name="object 5"/>
            <p:cNvSpPr/>
            <p:nvPr/>
          </p:nvSpPr>
          <p:spPr>
            <a:xfrm>
              <a:off x="1917992" y="752043"/>
              <a:ext cx="2592705" cy="7620"/>
            </a:xfrm>
            <a:custGeom>
              <a:avLst/>
              <a:gdLst/>
              <a:ahLst/>
              <a:cxnLst/>
              <a:rect l="l" t="t" r="r" b="b"/>
              <a:pathLst>
                <a:path w="2592704" h="7620">
                  <a:moveTo>
                    <a:pt x="2592387" y="7619"/>
                  </a:moveTo>
                  <a:lnTo>
                    <a:pt x="0" y="7619"/>
                  </a:lnTo>
                  <a:lnTo>
                    <a:pt x="0" y="0"/>
                  </a:lnTo>
                  <a:lnTo>
                    <a:pt x="2592387" y="0"/>
                  </a:lnTo>
                  <a:lnTo>
                    <a:pt x="2592387" y="7619"/>
                  </a:lnTo>
                  <a:close/>
                </a:path>
              </a:pathLst>
            </a:custGeom>
            <a:solidFill>
              <a:srgbClr val="B1B1B1"/>
            </a:solidFill>
          </p:spPr>
          <p:txBody>
            <a:bodyPr wrap="square" lIns="0" tIns="0" rIns="0" bIns="0" rtlCol="0"/>
            <a:lstStyle/>
            <a:p>
              <a:endParaRPr/>
            </a:p>
          </p:txBody>
        </p:sp>
        <p:sp>
          <p:nvSpPr>
            <p:cNvPr id="6" name="object 6"/>
            <p:cNvSpPr/>
            <p:nvPr/>
          </p:nvSpPr>
          <p:spPr>
            <a:xfrm>
              <a:off x="2922270" y="391756"/>
              <a:ext cx="1231900" cy="512445"/>
            </a:xfrm>
            <a:custGeom>
              <a:avLst/>
              <a:gdLst/>
              <a:ahLst/>
              <a:cxnLst/>
              <a:rect l="l" t="t" r="r" b="b"/>
              <a:pathLst>
                <a:path w="1231900" h="512444">
                  <a:moveTo>
                    <a:pt x="7670" y="246303"/>
                  </a:moveTo>
                  <a:lnTo>
                    <a:pt x="50" y="246253"/>
                  </a:lnTo>
                  <a:lnTo>
                    <a:pt x="0" y="253873"/>
                  </a:lnTo>
                  <a:lnTo>
                    <a:pt x="7607" y="253923"/>
                  </a:lnTo>
                  <a:lnTo>
                    <a:pt x="7670" y="246303"/>
                  </a:lnTo>
                  <a:close/>
                </a:path>
                <a:path w="1231900" h="512444">
                  <a:moveTo>
                    <a:pt x="7747" y="271919"/>
                  </a:moveTo>
                  <a:lnTo>
                    <a:pt x="7683" y="269125"/>
                  </a:lnTo>
                  <a:lnTo>
                    <a:pt x="7632" y="261493"/>
                  </a:lnTo>
                  <a:lnTo>
                    <a:pt x="12" y="261543"/>
                  </a:lnTo>
                  <a:lnTo>
                    <a:pt x="76" y="269163"/>
                  </a:lnTo>
                  <a:lnTo>
                    <a:pt x="3454" y="269151"/>
                  </a:lnTo>
                  <a:lnTo>
                    <a:pt x="76" y="269214"/>
                  </a:lnTo>
                  <a:lnTo>
                    <a:pt x="139" y="272084"/>
                  </a:lnTo>
                  <a:lnTo>
                    <a:pt x="7747" y="271919"/>
                  </a:lnTo>
                  <a:close/>
                </a:path>
                <a:path w="1231900" h="512444">
                  <a:moveTo>
                    <a:pt x="7950" y="231127"/>
                  </a:moveTo>
                  <a:lnTo>
                    <a:pt x="330" y="230962"/>
                  </a:lnTo>
                  <a:lnTo>
                    <a:pt x="165" y="238569"/>
                  </a:lnTo>
                  <a:lnTo>
                    <a:pt x="7785" y="238747"/>
                  </a:lnTo>
                  <a:lnTo>
                    <a:pt x="7950" y="231127"/>
                  </a:lnTo>
                  <a:close/>
                </a:path>
                <a:path w="1231900" h="512444">
                  <a:moveTo>
                    <a:pt x="8153" y="287096"/>
                  </a:moveTo>
                  <a:lnTo>
                    <a:pt x="7962" y="282092"/>
                  </a:lnTo>
                  <a:lnTo>
                    <a:pt x="7924" y="279527"/>
                  </a:lnTo>
                  <a:lnTo>
                    <a:pt x="304" y="279692"/>
                  </a:lnTo>
                  <a:lnTo>
                    <a:pt x="355" y="282092"/>
                  </a:lnTo>
                  <a:lnTo>
                    <a:pt x="546" y="287375"/>
                  </a:lnTo>
                  <a:lnTo>
                    <a:pt x="8153" y="287096"/>
                  </a:lnTo>
                  <a:close/>
                </a:path>
                <a:path w="1231900" h="512444">
                  <a:moveTo>
                    <a:pt x="8521" y="216001"/>
                  </a:moveTo>
                  <a:lnTo>
                    <a:pt x="914" y="215620"/>
                  </a:lnTo>
                  <a:lnTo>
                    <a:pt x="800" y="217906"/>
                  </a:lnTo>
                  <a:lnTo>
                    <a:pt x="609" y="223291"/>
                  </a:lnTo>
                  <a:lnTo>
                    <a:pt x="8216" y="223558"/>
                  </a:lnTo>
                  <a:lnTo>
                    <a:pt x="8420" y="217906"/>
                  </a:lnTo>
                  <a:lnTo>
                    <a:pt x="8521" y="216001"/>
                  </a:lnTo>
                  <a:close/>
                </a:path>
                <a:path w="1231900" h="512444">
                  <a:moveTo>
                    <a:pt x="8826" y="302260"/>
                  </a:moveTo>
                  <a:lnTo>
                    <a:pt x="8432" y="294652"/>
                  </a:lnTo>
                  <a:lnTo>
                    <a:pt x="825" y="295046"/>
                  </a:lnTo>
                  <a:lnTo>
                    <a:pt x="1219" y="302653"/>
                  </a:lnTo>
                  <a:lnTo>
                    <a:pt x="8826" y="302260"/>
                  </a:lnTo>
                  <a:close/>
                </a:path>
                <a:path w="1231900" h="512444">
                  <a:moveTo>
                    <a:pt x="9359" y="200850"/>
                  </a:moveTo>
                  <a:lnTo>
                    <a:pt x="1765" y="200342"/>
                  </a:lnTo>
                  <a:lnTo>
                    <a:pt x="1447" y="205079"/>
                  </a:lnTo>
                  <a:lnTo>
                    <a:pt x="1295" y="208000"/>
                  </a:lnTo>
                  <a:lnTo>
                    <a:pt x="8915" y="208394"/>
                  </a:lnTo>
                  <a:lnTo>
                    <a:pt x="9055" y="205473"/>
                  </a:lnTo>
                  <a:lnTo>
                    <a:pt x="9359" y="200850"/>
                  </a:lnTo>
                  <a:close/>
                </a:path>
                <a:path w="1231900" h="512444">
                  <a:moveTo>
                    <a:pt x="9753" y="317411"/>
                  </a:moveTo>
                  <a:lnTo>
                    <a:pt x="9258" y="309816"/>
                  </a:lnTo>
                  <a:lnTo>
                    <a:pt x="1651" y="310311"/>
                  </a:lnTo>
                  <a:lnTo>
                    <a:pt x="2159" y="317919"/>
                  </a:lnTo>
                  <a:lnTo>
                    <a:pt x="9753" y="317411"/>
                  </a:lnTo>
                  <a:close/>
                </a:path>
                <a:path w="1231900" h="512444">
                  <a:moveTo>
                    <a:pt x="10477" y="185699"/>
                  </a:moveTo>
                  <a:lnTo>
                    <a:pt x="2882" y="185089"/>
                  </a:lnTo>
                  <a:lnTo>
                    <a:pt x="2273" y="192684"/>
                  </a:lnTo>
                  <a:lnTo>
                    <a:pt x="9867" y="193306"/>
                  </a:lnTo>
                  <a:lnTo>
                    <a:pt x="10477" y="185699"/>
                  </a:lnTo>
                  <a:close/>
                </a:path>
                <a:path w="1231900" h="512444">
                  <a:moveTo>
                    <a:pt x="10985" y="332486"/>
                  </a:moveTo>
                  <a:lnTo>
                    <a:pt x="10833" y="330835"/>
                  </a:lnTo>
                  <a:lnTo>
                    <a:pt x="10350" y="324954"/>
                  </a:lnTo>
                  <a:lnTo>
                    <a:pt x="2755" y="325577"/>
                  </a:lnTo>
                  <a:lnTo>
                    <a:pt x="3175" y="330835"/>
                  </a:lnTo>
                  <a:lnTo>
                    <a:pt x="3403" y="333222"/>
                  </a:lnTo>
                  <a:lnTo>
                    <a:pt x="10985" y="332486"/>
                  </a:lnTo>
                  <a:close/>
                </a:path>
                <a:path w="1231900" h="512444">
                  <a:moveTo>
                    <a:pt x="11874" y="170586"/>
                  </a:moveTo>
                  <a:lnTo>
                    <a:pt x="4292" y="169849"/>
                  </a:lnTo>
                  <a:lnTo>
                    <a:pt x="3556" y="177444"/>
                  </a:lnTo>
                  <a:lnTo>
                    <a:pt x="11150" y="178168"/>
                  </a:lnTo>
                  <a:lnTo>
                    <a:pt x="11874" y="170586"/>
                  </a:lnTo>
                  <a:close/>
                </a:path>
                <a:path w="1231900" h="512444">
                  <a:moveTo>
                    <a:pt x="12534" y="347586"/>
                  </a:moveTo>
                  <a:lnTo>
                    <a:pt x="11950" y="342506"/>
                  </a:lnTo>
                  <a:lnTo>
                    <a:pt x="11722" y="340067"/>
                  </a:lnTo>
                  <a:lnTo>
                    <a:pt x="4140" y="340804"/>
                  </a:lnTo>
                  <a:lnTo>
                    <a:pt x="4381" y="343357"/>
                  </a:lnTo>
                  <a:lnTo>
                    <a:pt x="4953" y="348449"/>
                  </a:lnTo>
                  <a:lnTo>
                    <a:pt x="12534" y="347586"/>
                  </a:lnTo>
                  <a:close/>
                </a:path>
                <a:path w="1231900" h="512444">
                  <a:moveTo>
                    <a:pt x="13601" y="155575"/>
                  </a:moveTo>
                  <a:lnTo>
                    <a:pt x="6045" y="154597"/>
                  </a:lnTo>
                  <a:lnTo>
                    <a:pt x="5689" y="157403"/>
                  </a:lnTo>
                  <a:lnTo>
                    <a:pt x="5143" y="162217"/>
                  </a:lnTo>
                  <a:lnTo>
                    <a:pt x="12712" y="163080"/>
                  </a:lnTo>
                  <a:lnTo>
                    <a:pt x="13233" y="158381"/>
                  </a:lnTo>
                  <a:lnTo>
                    <a:pt x="13601" y="155575"/>
                  </a:lnTo>
                  <a:close/>
                </a:path>
                <a:path w="1231900" h="512444">
                  <a:moveTo>
                    <a:pt x="14376" y="362648"/>
                  </a:moveTo>
                  <a:lnTo>
                    <a:pt x="13398" y="355092"/>
                  </a:lnTo>
                  <a:lnTo>
                    <a:pt x="5842" y="356069"/>
                  </a:lnTo>
                  <a:lnTo>
                    <a:pt x="6819" y="363626"/>
                  </a:lnTo>
                  <a:lnTo>
                    <a:pt x="14376" y="362648"/>
                  </a:lnTo>
                  <a:close/>
                </a:path>
                <a:path w="1231900" h="512444">
                  <a:moveTo>
                    <a:pt x="15671" y="140538"/>
                  </a:moveTo>
                  <a:lnTo>
                    <a:pt x="8128" y="139433"/>
                  </a:lnTo>
                  <a:lnTo>
                    <a:pt x="7023" y="147040"/>
                  </a:lnTo>
                  <a:lnTo>
                    <a:pt x="14579" y="148018"/>
                  </a:lnTo>
                  <a:lnTo>
                    <a:pt x="14681" y="147269"/>
                  </a:lnTo>
                  <a:lnTo>
                    <a:pt x="15671" y="140538"/>
                  </a:lnTo>
                  <a:close/>
                </a:path>
                <a:path w="1231900" h="512444">
                  <a:moveTo>
                    <a:pt x="16560" y="377609"/>
                  </a:moveTo>
                  <a:lnTo>
                    <a:pt x="16268" y="375843"/>
                  </a:lnTo>
                  <a:lnTo>
                    <a:pt x="15430" y="370141"/>
                  </a:lnTo>
                  <a:lnTo>
                    <a:pt x="7886" y="371246"/>
                  </a:lnTo>
                  <a:lnTo>
                    <a:pt x="8559" y="375843"/>
                  </a:lnTo>
                  <a:lnTo>
                    <a:pt x="9029" y="378841"/>
                  </a:lnTo>
                  <a:lnTo>
                    <a:pt x="16560" y="377609"/>
                  </a:lnTo>
                  <a:close/>
                </a:path>
                <a:path w="1231900" h="512444">
                  <a:moveTo>
                    <a:pt x="18046" y="125628"/>
                  </a:moveTo>
                  <a:lnTo>
                    <a:pt x="10553" y="124244"/>
                  </a:lnTo>
                  <a:lnTo>
                    <a:pt x="9296" y="131838"/>
                  </a:lnTo>
                  <a:lnTo>
                    <a:pt x="16814" y="133070"/>
                  </a:lnTo>
                  <a:lnTo>
                    <a:pt x="17995" y="125945"/>
                  </a:lnTo>
                  <a:lnTo>
                    <a:pt x="18046" y="125628"/>
                  </a:lnTo>
                  <a:close/>
                </a:path>
                <a:path w="1231900" h="512444">
                  <a:moveTo>
                    <a:pt x="19126" y="392557"/>
                  </a:moveTo>
                  <a:lnTo>
                    <a:pt x="17995" y="386346"/>
                  </a:lnTo>
                  <a:lnTo>
                    <a:pt x="17792" y="385127"/>
                  </a:lnTo>
                  <a:lnTo>
                    <a:pt x="10350" y="386346"/>
                  </a:lnTo>
                  <a:lnTo>
                    <a:pt x="10490" y="387654"/>
                  </a:lnTo>
                  <a:lnTo>
                    <a:pt x="11633" y="393928"/>
                  </a:lnTo>
                  <a:lnTo>
                    <a:pt x="19126" y="392557"/>
                  </a:lnTo>
                  <a:close/>
                </a:path>
                <a:path w="1231900" h="512444">
                  <a:moveTo>
                    <a:pt x="20891" y="110718"/>
                  </a:moveTo>
                  <a:lnTo>
                    <a:pt x="13423" y="109207"/>
                  </a:lnTo>
                  <a:lnTo>
                    <a:pt x="12395" y="114261"/>
                  </a:lnTo>
                  <a:lnTo>
                    <a:pt x="11938" y="116751"/>
                  </a:lnTo>
                  <a:lnTo>
                    <a:pt x="19431" y="118122"/>
                  </a:lnTo>
                  <a:lnTo>
                    <a:pt x="19850" y="115785"/>
                  </a:lnTo>
                  <a:lnTo>
                    <a:pt x="20891" y="110718"/>
                  </a:lnTo>
                  <a:close/>
                </a:path>
                <a:path w="1231900" h="512444">
                  <a:moveTo>
                    <a:pt x="22085" y="407352"/>
                  </a:moveTo>
                  <a:lnTo>
                    <a:pt x="21869" y="406412"/>
                  </a:lnTo>
                  <a:lnTo>
                    <a:pt x="20561" y="399961"/>
                  </a:lnTo>
                  <a:lnTo>
                    <a:pt x="13093" y="401485"/>
                  </a:lnTo>
                  <a:lnTo>
                    <a:pt x="14643" y="409016"/>
                  </a:lnTo>
                  <a:lnTo>
                    <a:pt x="22085" y="407352"/>
                  </a:lnTo>
                  <a:close/>
                </a:path>
                <a:path w="1231900" h="512444">
                  <a:moveTo>
                    <a:pt x="24104" y="95999"/>
                  </a:moveTo>
                  <a:lnTo>
                    <a:pt x="16713" y="94157"/>
                  </a:lnTo>
                  <a:lnTo>
                    <a:pt x="15011" y="101676"/>
                  </a:lnTo>
                  <a:lnTo>
                    <a:pt x="22440" y="103339"/>
                  </a:lnTo>
                  <a:lnTo>
                    <a:pt x="23977" y="96507"/>
                  </a:lnTo>
                  <a:lnTo>
                    <a:pt x="24104" y="95999"/>
                  </a:lnTo>
                  <a:close/>
                </a:path>
                <a:path w="1231900" h="512444">
                  <a:moveTo>
                    <a:pt x="25539" y="422109"/>
                  </a:moveTo>
                  <a:lnTo>
                    <a:pt x="23977" y="415785"/>
                  </a:lnTo>
                  <a:lnTo>
                    <a:pt x="23749" y="414782"/>
                  </a:lnTo>
                  <a:lnTo>
                    <a:pt x="16319" y="416458"/>
                  </a:lnTo>
                  <a:lnTo>
                    <a:pt x="16560" y="417537"/>
                  </a:lnTo>
                  <a:lnTo>
                    <a:pt x="18148" y="423938"/>
                  </a:lnTo>
                  <a:lnTo>
                    <a:pt x="25539" y="422109"/>
                  </a:lnTo>
                  <a:close/>
                </a:path>
                <a:path w="1231900" h="512444">
                  <a:moveTo>
                    <a:pt x="27889" y="81330"/>
                  </a:moveTo>
                  <a:lnTo>
                    <a:pt x="20548" y="79324"/>
                  </a:lnTo>
                  <a:lnTo>
                    <a:pt x="18872" y="85432"/>
                  </a:lnTo>
                  <a:lnTo>
                    <a:pt x="18542" y="86766"/>
                  </a:lnTo>
                  <a:lnTo>
                    <a:pt x="25946" y="88595"/>
                  </a:lnTo>
                  <a:lnTo>
                    <a:pt x="26225" y="87439"/>
                  </a:lnTo>
                  <a:lnTo>
                    <a:pt x="27889" y="81330"/>
                  </a:lnTo>
                  <a:close/>
                </a:path>
                <a:path w="1231900" h="512444">
                  <a:moveTo>
                    <a:pt x="29514" y="436626"/>
                  </a:moveTo>
                  <a:lnTo>
                    <a:pt x="28587" y="433539"/>
                  </a:lnTo>
                  <a:lnTo>
                    <a:pt x="27457" y="429387"/>
                  </a:lnTo>
                  <a:lnTo>
                    <a:pt x="20116" y="431393"/>
                  </a:lnTo>
                  <a:lnTo>
                    <a:pt x="21272" y="435635"/>
                  </a:lnTo>
                  <a:lnTo>
                    <a:pt x="22225" y="438810"/>
                  </a:lnTo>
                  <a:lnTo>
                    <a:pt x="29514" y="436626"/>
                  </a:lnTo>
                  <a:close/>
                </a:path>
                <a:path w="1231900" h="512444">
                  <a:moveTo>
                    <a:pt x="32245" y="66929"/>
                  </a:moveTo>
                  <a:lnTo>
                    <a:pt x="25019" y="64541"/>
                  </a:lnTo>
                  <a:lnTo>
                    <a:pt x="23837" y="68110"/>
                  </a:lnTo>
                  <a:lnTo>
                    <a:pt x="22694" y="71907"/>
                  </a:lnTo>
                  <a:lnTo>
                    <a:pt x="29997" y="74104"/>
                  </a:lnTo>
                  <a:lnTo>
                    <a:pt x="31064" y="70497"/>
                  </a:lnTo>
                  <a:lnTo>
                    <a:pt x="32245" y="66929"/>
                  </a:lnTo>
                  <a:close/>
                </a:path>
                <a:path w="1231900" h="512444">
                  <a:moveTo>
                    <a:pt x="34124" y="450913"/>
                  </a:moveTo>
                  <a:lnTo>
                    <a:pt x="33655" y="449618"/>
                  </a:lnTo>
                  <a:lnTo>
                    <a:pt x="31737" y="443801"/>
                  </a:lnTo>
                  <a:lnTo>
                    <a:pt x="24498" y="446189"/>
                  </a:lnTo>
                  <a:lnTo>
                    <a:pt x="26454" y="452120"/>
                  </a:lnTo>
                  <a:lnTo>
                    <a:pt x="26962" y="453529"/>
                  </a:lnTo>
                  <a:lnTo>
                    <a:pt x="34124" y="450913"/>
                  </a:lnTo>
                  <a:close/>
                </a:path>
                <a:path w="1231900" h="512444">
                  <a:moveTo>
                    <a:pt x="37338" y="52832"/>
                  </a:moveTo>
                  <a:lnTo>
                    <a:pt x="30264" y="49987"/>
                  </a:lnTo>
                  <a:lnTo>
                    <a:pt x="29260" y="52463"/>
                  </a:lnTo>
                  <a:lnTo>
                    <a:pt x="27533" y="57226"/>
                  </a:lnTo>
                  <a:lnTo>
                    <a:pt x="34683" y="59842"/>
                  </a:lnTo>
                  <a:lnTo>
                    <a:pt x="36334" y="55308"/>
                  </a:lnTo>
                  <a:lnTo>
                    <a:pt x="36385" y="55181"/>
                  </a:lnTo>
                  <a:lnTo>
                    <a:pt x="37338" y="52832"/>
                  </a:lnTo>
                  <a:close/>
                </a:path>
                <a:path w="1231900" h="512444">
                  <a:moveTo>
                    <a:pt x="39547" y="464870"/>
                  </a:moveTo>
                  <a:lnTo>
                    <a:pt x="39166" y="464032"/>
                  </a:lnTo>
                  <a:lnTo>
                    <a:pt x="36715" y="457949"/>
                  </a:lnTo>
                  <a:lnTo>
                    <a:pt x="29654" y="460794"/>
                  </a:lnTo>
                  <a:lnTo>
                    <a:pt x="32092" y="466877"/>
                  </a:lnTo>
                  <a:lnTo>
                    <a:pt x="32588" y="467969"/>
                  </a:lnTo>
                  <a:lnTo>
                    <a:pt x="39547" y="464870"/>
                  </a:lnTo>
                  <a:close/>
                </a:path>
                <a:path w="1231900" h="512444">
                  <a:moveTo>
                    <a:pt x="43370" y="39166"/>
                  </a:moveTo>
                  <a:lnTo>
                    <a:pt x="36550" y="35775"/>
                  </a:lnTo>
                  <a:lnTo>
                    <a:pt x="35153" y="38582"/>
                  </a:lnTo>
                  <a:lnTo>
                    <a:pt x="33261" y="42824"/>
                  </a:lnTo>
                  <a:lnTo>
                    <a:pt x="40220" y="45923"/>
                  </a:lnTo>
                  <a:lnTo>
                    <a:pt x="41973" y="41973"/>
                  </a:lnTo>
                  <a:lnTo>
                    <a:pt x="42037" y="41833"/>
                  </a:lnTo>
                  <a:lnTo>
                    <a:pt x="43370" y="39166"/>
                  </a:lnTo>
                  <a:close/>
                </a:path>
                <a:path w="1231900" h="512444">
                  <a:moveTo>
                    <a:pt x="46050" y="478269"/>
                  </a:moveTo>
                  <a:lnTo>
                    <a:pt x="44996" y="476402"/>
                  </a:lnTo>
                  <a:lnTo>
                    <a:pt x="44907" y="476237"/>
                  </a:lnTo>
                  <a:lnTo>
                    <a:pt x="42646" y="471652"/>
                  </a:lnTo>
                  <a:lnTo>
                    <a:pt x="35814" y="475056"/>
                  </a:lnTo>
                  <a:lnTo>
                    <a:pt x="38176" y="479793"/>
                  </a:lnTo>
                  <a:lnTo>
                    <a:pt x="39395" y="481977"/>
                  </a:lnTo>
                  <a:lnTo>
                    <a:pt x="46050" y="478269"/>
                  </a:lnTo>
                  <a:close/>
                </a:path>
                <a:path w="1231900" h="512444">
                  <a:moveTo>
                    <a:pt x="50698" y="26276"/>
                  </a:moveTo>
                  <a:lnTo>
                    <a:pt x="44259" y="22199"/>
                  </a:lnTo>
                  <a:lnTo>
                    <a:pt x="41478" y="26593"/>
                  </a:lnTo>
                  <a:lnTo>
                    <a:pt x="40195" y="28879"/>
                  </a:lnTo>
                  <a:lnTo>
                    <a:pt x="46850" y="32600"/>
                  </a:lnTo>
                  <a:lnTo>
                    <a:pt x="47929" y="30657"/>
                  </a:lnTo>
                  <a:lnTo>
                    <a:pt x="48031" y="30480"/>
                  </a:lnTo>
                  <a:lnTo>
                    <a:pt x="50698" y="26276"/>
                  </a:lnTo>
                  <a:close/>
                </a:path>
                <a:path w="1231900" h="512444">
                  <a:moveTo>
                    <a:pt x="54038" y="490689"/>
                  </a:moveTo>
                  <a:lnTo>
                    <a:pt x="51130" y="486689"/>
                  </a:lnTo>
                  <a:lnTo>
                    <a:pt x="49822" y="484644"/>
                  </a:lnTo>
                  <a:lnTo>
                    <a:pt x="43383" y="488708"/>
                  </a:lnTo>
                  <a:lnTo>
                    <a:pt x="44627" y="490689"/>
                  </a:lnTo>
                  <a:lnTo>
                    <a:pt x="47866" y="495173"/>
                  </a:lnTo>
                  <a:lnTo>
                    <a:pt x="54038" y="490689"/>
                  </a:lnTo>
                  <a:close/>
                </a:path>
                <a:path w="1231900" h="512444">
                  <a:moveTo>
                    <a:pt x="59829" y="15201"/>
                  </a:moveTo>
                  <a:lnTo>
                    <a:pt x="54470" y="9791"/>
                  </a:lnTo>
                  <a:lnTo>
                    <a:pt x="51625" y="12623"/>
                  </a:lnTo>
                  <a:lnTo>
                    <a:pt x="49085" y="15633"/>
                  </a:lnTo>
                  <a:lnTo>
                    <a:pt x="54902" y="20561"/>
                  </a:lnTo>
                  <a:lnTo>
                    <a:pt x="57238" y="17792"/>
                  </a:lnTo>
                  <a:lnTo>
                    <a:pt x="57480" y="17538"/>
                  </a:lnTo>
                  <a:lnTo>
                    <a:pt x="59829" y="15201"/>
                  </a:lnTo>
                  <a:close/>
                </a:path>
                <a:path w="1231900" h="512444">
                  <a:moveTo>
                    <a:pt x="60553" y="497814"/>
                  </a:moveTo>
                  <a:lnTo>
                    <a:pt x="60388" y="497649"/>
                  </a:lnTo>
                  <a:lnTo>
                    <a:pt x="60553" y="497814"/>
                  </a:lnTo>
                  <a:close/>
                </a:path>
                <a:path w="1231900" h="512444">
                  <a:moveTo>
                    <a:pt x="63754" y="500405"/>
                  </a:moveTo>
                  <a:lnTo>
                    <a:pt x="63512" y="500202"/>
                  </a:lnTo>
                  <a:lnTo>
                    <a:pt x="60667" y="497903"/>
                  </a:lnTo>
                  <a:lnTo>
                    <a:pt x="60363" y="497649"/>
                  </a:lnTo>
                  <a:lnTo>
                    <a:pt x="58661" y="495935"/>
                  </a:lnTo>
                  <a:lnTo>
                    <a:pt x="53301" y="501345"/>
                  </a:lnTo>
                  <a:lnTo>
                    <a:pt x="55283" y="503313"/>
                  </a:lnTo>
                  <a:lnTo>
                    <a:pt x="55575" y="503580"/>
                  </a:lnTo>
                  <a:lnTo>
                    <a:pt x="59067" y="506399"/>
                  </a:lnTo>
                  <a:lnTo>
                    <a:pt x="59728" y="506844"/>
                  </a:lnTo>
                  <a:lnTo>
                    <a:pt x="63703" y="500468"/>
                  </a:lnTo>
                  <a:lnTo>
                    <a:pt x="63652" y="500341"/>
                  </a:lnTo>
                  <a:close/>
                </a:path>
                <a:path w="1231900" h="512444">
                  <a:moveTo>
                    <a:pt x="71145" y="8242"/>
                  </a:moveTo>
                  <a:lnTo>
                    <a:pt x="68884" y="965"/>
                  </a:lnTo>
                  <a:lnTo>
                    <a:pt x="67500" y="1397"/>
                  </a:lnTo>
                  <a:lnTo>
                    <a:pt x="67081" y="1562"/>
                  </a:lnTo>
                  <a:lnTo>
                    <a:pt x="63474" y="3162"/>
                  </a:lnTo>
                  <a:lnTo>
                    <a:pt x="63004" y="3416"/>
                  </a:lnTo>
                  <a:lnTo>
                    <a:pt x="61125" y="4584"/>
                  </a:lnTo>
                  <a:lnTo>
                    <a:pt x="65151" y="11049"/>
                  </a:lnTo>
                  <a:lnTo>
                    <a:pt x="66636" y="10121"/>
                  </a:lnTo>
                  <a:lnTo>
                    <a:pt x="66840" y="10007"/>
                  </a:lnTo>
                  <a:lnTo>
                    <a:pt x="67094" y="9880"/>
                  </a:lnTo>
                  <a:lnTo>
                    <a:pt x="69824" y="8674"/>
                  </a:lnTo>
                  <a:lnTo>
                    <a:pt x="70002" y="8597"/>
                  </a:lnTo>
                  <a:lnTo>
                    <a:pt x="70243" y="8521"/>
                  </a:lnTo>
                  <a:lnTo>
                    <a:pt x="71145" y="8242"/>
                  </a:lnTo>
                  <a:close/>
                </a:path>
                <a:path w="1231900" h="512444">
                  <a:moveTo>
                    <a:pt x="76085" y="504748"/>
                  </a:moveTo>
                  <a:lnTo>
                    <a:pt x="74320" y="504672"/>
                  </a:lnTo>
                  <a:lnTo>
                    <a:pt x="74447" y="504672"/>
                  </a:lnTo>
                  <a:lnTo>
                    <a:pt x="72809" y="504456"/>
                  </a:lnTo>
                  <a:lnTo>
                    <a:pt x="71678" y="504190"/>
                  </a:lnTo>
                  <a:lnTo>
                    <a:pt x="71412" y="504151"/>
                  </a:lnTo>
                  <a:lnTo>
                    <a:pt x="71285" y="504101"/>
                  </a:lnTo>
                  <a:lnTo>
                    <a:pt x="70243" y="503770"/>
                  </a:lnTo>
                  <a:lnTo>
                    <a:pt x="70002" y="503707"/>
                  </a:lnTo>
                  <a:lnTo>
                    <a:pt x="70180" y="503770"/>
                  </a:lnTo>
                  <a:lnTo>
                    <a:pt x="69989" y="503707"/>
                  </a:lnTo>
                  <a:lnTo>
                    <a:pt x="66916" y="510667"/>
                  </a:lnTo>
                  <a:lnTo>
                    <a:pt x="67500" y="510895"/>
                  </a:lnTo>
                  <a:lnTo>
                    <a:pt x="69329" y="511467"/>
                  </a:lnTo>
                  <a:lnTo>
                    <a:pt x="71805" y="512013"/>
                  </a:lnTo>
                  <a:lnTo>
                    <a:pt x="73647" y="512254"/>
                  </a:lnTo>
                  <a:lnTo>
                    <a:pt x="75742" y="512356"/>
                  </a:lnTo>
                  <a:lnTo>
                    <a:pt x="76085" y="504748"/>
                  </a:lnTo>
                  <a:close/>
                </a:path>
                <a:path w="1231900" h="512444">
                  <a:moveTo>
                    <a:pt x="84023" y="7620"/>
                  </a:moveTo>
                  <a:lnTo>
                    <a:pt x="77711" y="7620"/>
                  </a:lnTo>
                  <a:lnTo>
                    <a:pt x="77508" y="7620"/>
                  </a:lnTo>
                  <a:lnTo>
                    <a:pt x="79019" y="7810"/>
                  </a:lnTo>
                  <a:lnTo>
                    <a:pt x="80543" y="8153"/>
                  </a:lnTo>
                  <a:lnTo>
                    <a:pt x="81762" y="8521"/>
                  </a:lnTo>
                  <a:lnTo>
                    <a:pt x="82016" y="8610"/>
                  </a:lnTo>
                  <a:lnTo>
                    <a:pt x="83337" y="9182"/>
                  </a:lnTo>
                  <a:lnTo>
                    <a:pt x="83553" y="8674"/>
                  </a:lnTo>
                  <a:lnTo>
                    <a:pt x="83769" y="8191"/>
                  </a:lnTo>
                  <a:lnTo>
                    <a:pt x="83934" y="7835"/>
                  </a:lnTo>
                  <a:lnTo>
                    <a:pt x="84023" y="7620"/>
                  </a:lnTo>
                  <a:close/>
                </a:path>
                <a:path w="1231900" h="512444">
                  <a:moveTo>
                    <a:pt x="86436" y="2209"/>
                  </a:moveTo>
                  <a:lnTo>
                    <a:pt x="77724" y="0"/>
                  </a:lnTo>
                  <a:lnTo>
                    <a:pt x="77381" y="7594"/>
                  </a:lnTo>
                  <a:lnTo>
                    <a:pt x="84023" y="7620"/>
                  </a:lnTo>
                  <a:lnTo>
                    <a:pt x="86436" y="2209"/>
                  </a:lnTo>
                  <a:close/>
                </a:path>
                <a:path w="1231900" h="512444">
                  <a:moveTo>
                    <a:pt x="92125" y="506958"/>
                  </a:moveTo>
                  <a:lnTo>
                    <a:pt x="89293" y="502424"/>
                  </a:lnTo>
                  <a:lnTo>
                    <a:pt x="88099" y="500494"/>
                  </a:lnTo>
                  <a:lnTo>
                    <a:pt x="85407" y="502170"/>
                  </a:lnTo>
                  <a:lnTo>
                    <a:pt x="85255" y="502272"/>
                  </a:lnTo>
                  <a:lnTo>
                    <a:pt x="82194" y="503618"/>
                  </a:lnTo>
                  <a:lnTo>
                    <a:pt x="82067" y="503682"/>
                  </a:lnTo>
                  <a:lnTo>
                    <a:pt x="81851" y="503770"/>
                  </a:lnTo>
                  <a:lnTo>
                    <a:pt x="82092" y="503682"/>
                  </a:lnTo>
                  <a:lnTo>
                    <a:pt x="82257" y="503618"/>
                  </a:lnTo>
                  <a:lnTo>
                    <a:pt x="84531" y="510895"/>
                  </a:lnTo>
                  <a:lnTo>
                    <a:pt x="84950" y="510743"/>
                  </a:lnTo>
                  <a:lnTo>
                    <a:pt x="88569" y="509130"/>
                  </a:lnTo>
                  <a:lnTo>
                    <a:pt x="89039" y="508889"/>
                  </a:lnTo>
                  <a:lnTo>
                    <a:pt x="92125" y="506958"/>
                  </a:lnTo>
                  <a:close/>
                </a:path>
                <a:path w="1231900" h="512444">
                  <a:moveTo>
                    <a:pt x="99758" y="11950"/>
                  </a:moveTo>
                  <a:lnTo>
                    <a:pt x="96748" y="8978"/>
                  </a:lnTo>
                  <a:lnTo>
                    <a:pt x="96456" y="8712"/>
                  </a:lnTo>
                  <a:lnTo>
                    <a:pt x="93814" y="6578"/>
                  </a:lnTo>
                  <a:lnTo>
                    <a:pt x="89039" y="12509"/>
                  </a:lnTo>
                  <a:lnTo>
                    <a:pt x="91363" y="14389"/>
                  </a:lnTo>
                  <a:lnTo>
                    <a:pt x="91681" y="14643"/>
                  </a:lnTo>
                  <a:lnTo>
                    <a:pt x="91478" y="14490"/>
                  </a:lnTo>
                  <a:lnTo>
                    <a:pt x="94386" y="17360"/>
                  </a:lnTo>
                  <a:lnTo>
                    <a:pt x="97078" y="14643"/>
                  </a:lnTo>
                  <a:lnTo>
                    <a:pt x="99758" y="11950"/>
                  </a:lnTo>
                  <a:close/>
                </a:path>
                <a:path w="1231900" h="512444">
                  <a:moveTo>
                    <a:pt x="104038" y="495338"/>
                  </a:moveTo>
                  <a:lnTo>
                    <a:pt x="103225" y="494753"/>
                  </a:lnTo>
                  <a:lnTo>
                    <a:pt x="98069" y="491007"/>
                  </a:lnTo>
                  <a:lnTo>
                    <a:pt x="97878" y="490867"/>
                  </a:lnTo>
                  <a:lnTo>
                    <a:pt x="94792" y="494512"/>
                  </a:lnTo>
                  <a:lnTo>
                    <a:pt x="94665" y="494665"/>
                  </a:lnTo>
                  <a:lnTo>
                    <a:pt x="93218" y="496087"/>
                  </a:lnTo>
                  <a:lnTo>
                    <a:pt x="98590" y="501497"/>
                  </a:lnTo>
                  <a:lnTo>
                    <a:pt x="100177" y="499922"/>
                  </a:lnTo>
                  <a:lnTo>
                    <a:pt x="103759" y="495706"/>
                  </a:lnTo>
                  <a:lnTo>
                    <a:pt x="104038" y="495338"/>
                  </a:lnTo>
                  <a:close/>
                </a:path>
                <a:path w="1231900" h="512444">
                  <a:moveTo>
                    <a:pt x="109410" y="24790"/>
                  </a:moveTo>
                  <a:lnTo>
                    <a:pt x="107353" y="21539"/>
                  </a:lnTo>
                  <a:lnTo>
                    <a:pt x="105003" y="18288"/>
                  </a:lnTo>
                  <a:lnTo>
                    <a:pt x="98844" y="22758"/>
                  </a:lnTo>
                  <a:lnTo>
                    <a:pt x="100952" y="25692"/>
                  </a:lnTo>
                  <a:lnTo>
                    <a:pt x="102971" y="28867"/>
                  </a:lnTo>
                  <a:lnTo>
                    <a:pt x="107797" y="25806"/>
                  </a:lnTo>
                  <a:lnTo>
                    <a:pt x="109410" y="24790"/>
                  </a:lnTo>
                  <a:close/>
                </a:path>
                <a:path w="1231900" h="512444">
                  <a:moveTo>
                    <a:pt x="112534" y="482168"/>
                  </a:moveTo>
                  <a:lnTo>
                    <a:pt x="111887" y="481812"/>
                  </a:lnTo>
                  <a:lnTo>
                    <a:pt x="105879" y="478447"/>
                  </a:lnTo>
                  <a:lnTo>
                    <a:pt x="104101" y="481634"/>
                  </a:lnTo>
                  <a:lnTo>
                    <a:pt x="102095" y="484822"/>
                  </a:lnTo>
                  <a:lnTo>
                    <a:pt x="108534" y="488886"/>
                  </a:lnTo>
                  <a:lnTo>
                    <a:pt x="110553" y="485711"/>
                  </a:lnTo>
                  <a:lnTo>
                    <a:pt x="112534" y="482168"/>
                  </a:lnTo>
                  <a:close/>
                </a:path>
                <a:path w="1231900" h="512444">
                  <a:moveTo>
                    <a:pt x="116852" y="38519"/>
                  </a:moveTo>
                  <a:lnTo>
                    <a:pt x="115620" y="36055"/>
                  </a:lnTo>
                  <a:lnTo>
                    <a:pt x="113855" y="32499"/>
                  </a:lnTo>
                  <a:lnTo>
                    <a:pt x="113334" y="31559"/>
                  </a:lnTo>
                  <a:lnTo>
                    <a:pt x="106680" y="35280"/>
                  </a:lnTo>
                  <a:lnTo>
                    <a:pt x="107035" y="35902"/>
                  </a:lnTo>
                  <a:lnTo>
                    <a:pt x="110032" y="41922"/>
                  </a:lnTo>
                  <a:lnTo>
                    <a:pt x="116852" y="38519"/>
                  </a:lnTo>
                  <a:close/>
                </a:path>
                <a:path w="1231900" h="512444">
                  <a:moveTo>
                    <a:pt x="119367" y="468172"/>
                  </a:moveTo>
                  <a:lnTo>
                    <a:pt x="112407" y="465061"/>
                  </a:lnTo>
                  <a:lnTo>
                    <a:pt x="110045" y="470319"/>
                  </a:lnTo>
                  <a:lnTo>
                    <a:pt x="109994" y="470458"/>
                  </a:lnTo>
                  <a:lnTo>
                    <a:pt x="109308" y="471843"/>
                  </a:lnTo>
                  <a:lnTo>
                    <a:pt x="116128" y="475234"/>
                  </a:lnTo>
                  <a:lnTo>
                    <a:pt x="116878" y="473710"/>
                  </a:lnTo>
                  <a:lnTo>
                    <a:pt x="118338" y="470458"/>
                  </a:lnTo>
                  <a:lnTo>
                    <a:pt x="119367" y="468172"/>
                  </a:lnTo>
                  <a:close/>
                </a:path>
                <a:path w="1231900" h="512444">
                  <a:moveTo>
                    <a:pt x="122948" y="52959"/>
                  </a:moveTo>
                  <a:lnTo>
                    <a:pt x="122821" y="52578"/>
                  </a:lnTo>
                  <a:lnTo>
                    <a:pt x="120078" y="45758"/>
                  </a:lnTo>
                  <a:lnTo>
                    <a:pt x="113004" y="48602"/>
                  </a:lnTo>
                  <a:lnTo>
                    <a:pt x="115798" y="55562"/>
                  </a:lnTo>
                  <a:lnTo>
                    <a:pt x="122948" y="52959"/>
                  </a:lnTo>
                  <a:close/>
                </a:path>
                <a:path w="1231900" h="512444">
                  <a:moveTo>
                    <a:pt x="124993" y="453720"/>
                  </a:moveTo>
                  <a:lnTo>
                    <a:pt x="117843" y="451116"/>
                  </a:lnTo>
                  <a:lnTo>
                    <a:pt x="115697" y="456996"/>
                  </a:lnTo>
                  <a:lnTo>
                    <a:pt x="115239" y="458139"/>
                  </a:lnTo>
                  <a:lnTo>
                    <a:pt x="122313" y="460984"/>
                  </a:lnTo>
                  <a:lnTo>
                    <a:pt x="122770" y="459841"/>
                  </a:lnTo>
                  <a:lnTo>
                    <a:pt x="123761" y="457111"/>
                  </a:lnTo>
                  <a:lnTo>
                    <a:pt x="124993" y="453720"/>
                  </a:lnTo>
                  <a:close/>
                </a:path>
                <a:path w="1231900" h="512444">
                  <a:moveTo>
                    <a:pt x="127990" y="67462"/>
                  </a:moveTo>
                  <a:lnTo>
                    <a:pt x="125603" y="60223"/>
                  </a:lnTo>
                  <a:lnTo>
                    <a:pt x="118364" y="62611"/>
                  </a:lnTo>
                  <a:lnTo>
                    <a:pt x="120751" y="69850"/>
                  </a:lnTo>
                  <a:lnTo>
                    <a:pt x="127990" y="67462"/>
                  </a:lnTo>
                  <a:close/>
                </a:path>
                <a:path w="1231900" h="512444">
                  <a:moveTo>
                    <a:pt x="129755" y="439013"/>
                  </a:moveTo>
                  <a:lnTo>
                    <a:pt x="122453" y="436829"/>
                  </a:lnTo>
                  <a:lnTo>
                    <a:pt x="120967" y="441794"/>
                  </a:lnTo>
                  <a:lnTo>
                    <a:pt x="120230" y="444004"/>
                  </a:lnTo>
                  <a:lnTo>
                    <a:pt x="127469" y="446392"/>
                  </a:lnTo>
                  <a:lnTo>
                    <a:pt x="128206" y="444182"/>
                  </a:lnTo>
                  <a:lnTo>
                    <a:pt x="128879" y="441896"/>
                  </a:lnTo>
                  <a:lnTo>
                    <a:pt x="129755" y="439013"/>
                  </a:lnTo>
                  <a:close/>
                </a:path>
                <a:path w="1231900" h="512444">
                  <a:moveTo>
                    <a:pt x="132308" y="82283"/>
                  </a:moveTo>
                  <a:lnTo>
                    <a:pt x="130873" y="77038"/>
                  </a:lnTo>
                  <a:lnTo>
                    <a:pt x="130225" y="74853"/>
                  </a:lnTo>
                  <a:lnTo>
                    <a:pt x="122923" y="77038"/>
                  </a:lnTo>
                  <a:lnTo>
                    <a:pt x="123418" y="78663"/>
                  </a:lnTo>
                  <a:lnTo>
                    <a:pt x="124955" y="84289"/>
                  </a:lnTo>
                  <a:lnTo>
                    <a:pt x="132308" y="82283"/>
                  </a:lnTo>
                  <a:close/>
                </a:path>
                <a:path w="1231900" h="512444">
                  <a:moveTo>
                    <a:pt x="133832" y="424141"/>
                  </a:moveTo>
                  <a:lnTo>
                    <a:pt x="126441" y="422313"/>
                  </a:lnTo>
                  <a:lnTo>
                    <a:pt x="125806" y="424865"/>
                  </a:lnTo>
                  <a:lnTo>
                    <a:pt x="124523" y="429590"/>
                  </a:lnTo>
                  <a:lnTo>
                    <a:pt x="131876" y="431596"/>
                  </a:lnTo>
                  <a:lnTo>
                    <a:pt x="133159" y="426872"/>
                  </a:lnTo>
                  <a:lnTo>
                    <a:pt x="133629" y="424942"/>
                  </a:lnTo>
                  <a:lnTo>
                    <a:pt x="133832" y="424141"/>
                  </a:lnTo>
                  <a:close/>
                </a:path>
                <a:path w="1231900" h="512444">
                  <a:moveTo>
                    <a:pt x="136029" y="97231"/>
                  </a:moveTo>
                  <a:lnTo>
                    <a:pt x="135470" y="94754"/>
                  </a:lnTo>
                  <a:lnTo>
                    <a:pt x="134226" y="89750"/>
                  </a:lnTo>
                  <a:lnTo>
                    <a:pt x="126834" y="91579"/>
                  </a:lnTo>
                  <a:lnTo>
                    <a:pt x="128041" y="96431"/>
                  </a:lnTo>
                  <a:lnTo>
                    <a:pt x="128600" y="98907"/>
                  </a:lnTo>
                  <a:lnTo>
                    <a:pt x="136029" y="97231"/>
                  </a:lnTo>
                  <a:close/>
                </a:path>
                <a:path w="1231900" h="512444">
                  <a:moveTo>
                    <a:pt x="137337" y="409232"/>
                  </a:moveTo>
                  <a:lnTo>
                    <a:pt x="129908" y="407555"/>
                  </a:lnTo>
                  <a:lnTo>
                    <a:pt x="128231" y="414985"/>
                  </a:lnTo>
                  <a:lnTo>
                    <a:pt x="135674" y="416661"/>
                  </a:lnTo>
                  <a:lnTo>
                    <a:pt x="137337" y="409232"/>
                  </a:lnTo>
                  <a:close/>
                </a:path>
                <a:path w="1231900" h="512444">
                  <a:moveTo>
                    <a:pt x="139230" y="112217"/>
                  </a:moveTo>
                  <a:lnTo>
                    <a:pt x="137706" y="104749"/>
                  </a:lnTo>
                  <a:lnTo>
                    <a:pt x="130238" y="106260"/>
                  </a:lnTo>
                  <a:lnTo>
                    <a:pt x="131762" y="113728"/>
                  </a:lnTo>
                  <a:lnTo>
                    <a:pt x="139230" y="112217"/>
                  </a:lnTo>
                  <a:close/>
                </a:path>
                <a:path w="1231900" h="512444">
                  <a:moveTo>
                    <a:pt x="140360" y="394131"/>
                  </a:moveTo>
                  <a:lnTo>
                    <a:pt x="132867" y="392760"/>
                  </a:lnTo>
                  <a:lnTo>
                    <a:pt x="132168" y="396519"/>
                  </a:lnTo>
                  <a:lnTo>
                    <a:pt x="131432" y="400164"/>
                  </a:lnTo>
                  <a:lnTo>
                    <a:pt x="138899" y="401688"/>
                  </a:lnTo>
                  <a:lnTo>
                    <a:pt x="139649" y="398030"/>
                  </a:lnTo>
                  <a:lnTo>
                    <a:pt x="139903" y="396582"/>
                  </a:lnTo>
                  <a:lnTo>
                    <a:pt x="140360" y="394131"/>
                  </a:lnTo>
                  <a:close/>
                </a:path>
                <a:path w="1231900" h="512444">
                  <a:moveTo>
                    <a:pt x="141998" y="127342"/>
                  </a:moveTo>
                  <a:lnTo>
                    <a:pt x="141757" y="125945"/>
                  </a:lnTo>
                  <a:lnTo>
                    <a:pt x="141554" y="124650"/>
                  </a:lnTo>
                  <a:lnTo>
                    <a:pt x="140665" y="119773"/>
                  </a:lnTo>
                  <a:lnTo>
                    <a:pt x="133159" y="121145"/>
                  </a:lnTo>
                  <a:lnTo>
                    <a:pt x="134035" y="125882"/>
                  </a:lnTo>
                  <a:lnTo>
                    <a:pt x="134480" y="128587"/>
                  </a:lnTo>
                  <a:lnTo>
                    <a:pt x="141998" y="127342"/>
                  </a:lnTo>
                  <a:close/>
                </a:path>
                <a:path w="1231900" h="512444">
                  <a:moveTo>
                    <a:pt x="142963" y="379044"/>
                  </a:moveTo>
                  <a:lnTo>
                    <a:pt x="135445" y="377812"/>
                  </a:lnTo>
                  <a:lnTo>
                    <a:pt x="134213" y="385330"/>
                  </a:lnTo>
                  <a:lnTo>
                    <a:pt x="141732" y="386562"/>
                  </a:lnTo>
                  <a:lnTo>
                    <a:pt x="142963" y="379044"/>
                  </a:lnTo>
                  <a:close/>
                </a:path>
                <a:path w="1231900" h="512444">
                  <a:moveTo>
                    <a:pt x="144360" y="142468"/>
                  </a:moveTo>
                  <a:lnTo>
                    <a:pt x="143471" y="136448"/>
                  </a:lnTo>
                  <a:lnTo>
                    <a:pt x="143230" y="134861"/>
                  </a:lnTo>
                  <a:lnTo>
                    <a:pt x="135712" y="136105"/>
                  </a:lnTo>
                  <a:lnTo>
                    <a:pt x="135763" y="136385"/>
                  </a:lnTo>
                  <a:lnTo>
                    <a:pt x="136817" y="143573"/>
                  </a:lnTo>
                  <a:lnTo>
                    <a:pt x="144360" y="142468"/>
                  </a:lnTo>
                  <a:close/>
                </a:path>
                <a:path w="1231900" h="512444">
                  <a:moveTo>
                    <a:pt x="145199" y="363842"/>
                  </a:moveTo>
                  <a:lnTo>
                    <a:pt x="137642" y="362864"/>
                  </a:lnTo>
                  <a:lnTo>
                    <a:pt x="137350" y="365023"/>
                  </a:lnTo>
                  <a:lnTo>
                    <a:pt x="136575" y="370344"/>
                  </a:lnTo>
                  <a:lnTo>
                    <a:pt x="144119" y="371449"/>
                  </a:lnTo>
                  <a:lnTo>
                    <a:pt x="144894" y="366128"/>
                  </a:lnTo>
                  <a:lnTo>
                    <a:pt x="145199" y="363842"/>
                  </a:lnTo>
                  <a:close/>
                </a:path>
                <a:path w="1231900" h="512444">
                  <a:moveTo>
                    <a:pt x="146380" y="157695"/>
                  </a:moveTo>
                  <a:lnTo>
                    <a:pt x="145402" y="150075"/>
                  </a:lnTo>
                  <a:lnTo>
                    <a:pt x="137845" y="151053"/>
                  </a:lnTo>
                  <a:lnTo>
                    <a:pt x="138785" y="158330"/>
                  </a:lnTo>
                  <a:lnTo>
                    <a:pt x="138811" y="158559"/>
                  </a:lnTo>
                  <a:lnTo>
                    <a:pt x="140360" y="158381"/>
                  </a:lnTo>
                  <a:lnTo>
                    <a:pt x="146380" y="157695"/>
                  </a:lnTo>
                  <a:close/>
                </a:path>
                <a:path w="1231900" h="512444">
                  <a:moveTo>
                    <a:pt x="147053" y="348653"/>
                  </a:moveTo>
                  <a:lnTo>
                    <a:pt x="139484" y="347802"/>
                  </a:lnTo>
                  <a:lnTo>
                    <a:pt x="138785" y="353910"/>
                  </a:lnTo>
                  <a:lnTo>
                    <a:pt x="138620" y="355307"/>
                  </a:lnTo>
                  <a:lnTo>
                    <a:pt x="146177" y="356285"/>
                  </a:lnTo>
                  <a:lnTo>
                    <a:pt x="147053" y="348653"/>
                  </a:lnTo>
                  <a:close/>
                </a:path>
                <a:path w="1231900" h="512444">
                  <a:moveTo>
                    <a:pt x="148043" y="172910"/>
                  </a:moveTo>
                  <a:lnTo>
                    <a:pt x="147739" y="169786"/>
                  </a:lnTo>
                  <a:lnTo>
                    <a:pt x="147243" y="165277"/>
                  </a:lnTo>
                  <a:lnTo>
                    <a:pt x="139661" y="166128"/>
                  </a:lnTo>
                  <a:lnTo>
                    <a:pt x="140068" y="169722"/>
                  </a:lnTo>
                  <a:lnTo>
                    <a:pt x="140449" y="173647"/>
                  </a:lnTo>
                  <a:lnTo>
                    <a:pt x="148043" y="172910"/>
                  </a:lnTo>
                  <a:close/>
                </a:path>
                <a:path w="1231900" h="512444">
                  <a:moveTo>
                    <a:pt x="148615" y="333438"/>
                  </a:moveTo>
                  <a:lnTo>
                    <a:pt x="141033" y="332701"/>
                  </a:lnTo>
                  <a:lnTo>
                    <a:pt x="140296" y="340283"/>
                  </a:lnTo>
                  <a:lnTo>
                    <a:pt x="147878" y="341020"/>
                  </a:lnTo>
                  <a:lnTo>
                    <a:pt x="148615" y="333438"/>
                  </a:lnTo>
                  <a:close/>
                </a:path>
                <a:path w="1231900" h="512444">
                  <a:moveTo>
                    <a:pt x="149402" y="188150"/>
                  </a:moveTo>
                  <a:lnTo>
                    <a:pt x="148767" y="180492"/>
                  </a:lnTo>
                  <a:lnTo>
                    <a:pt x="141185" y="181229"/>
                  </a:lnTo>
                  <a:lnTo>
                    <a:pt x="141198" y="181394"/>
                  </a:lnTo>
                  <a:lnTo>
                    <a:pt x="141808" y="188760"/>
                  </a:lnTo>
                  <a:lnTo>
                    <a:pt x="149402" y="188150"/>
                  </a:lnTo>
                  <a:close/>
                </a:path>
                <a:path w="1231900" h="512444">
                  <a:moveTo>
                    <a:pt x="149872" y="318122"/>
                  </a:moveTo>
                  <a:lnTo>
                    <a:pt x="142265" y="317627"/>
                  </a:lnTo>
                  <a:lnTo>
                    <a:pt x="142176" y="318922"/>
                  </a:lnTo>
                  <a:lnTo>
                    <a:pt x="141668" y="325158"/>
                  </a:lnTo>
                  <a:lnTo>
                    <a:pt x="149263" y="325780"/>
                  </a:lnTo>
                  <a:lnTo>
                    <a:pt x="149796" y="318973"/>
                  </a:lnTo>
                  <a:lnTo>
                    <a:pt x="149872" y="318122"/>
                  </a:lnTo>
                  <a:close/>
                </a:path>
                <a:path w="1231900" h="512444">
                  <a:moveTo>
                    <a:pt x="150482" y="203403"/>
                  </a:moveTo>
                  <a:lnTo>
                    <a:pt x="149974" y="195808"/>
                  </a:lnTo>
                  <a:lnTo>
                    <a:pt x="142367" y="196303"/>
                  </a:lnTo>
                  <a:lnTo>
                    <a:pt x="142875" y="203911"/>
                  </a:lnTo>
                  <a:lnTo>
                    <a:pt x="150482" y="203403"/>
                  </a:lnTo>
                  <a:close/>
                </a:path>
                <a:path w="1231900" h="512444">
                  <a:moveTo>
                    <a:pt x="150812" y="302856"/>
                  </a:moveTo>
                  <a:lnTo>
                    <a:pt x="143205" y="302475"/>
                  </a:lnTo>
                  <a:lnTo>
                    <a:pt x="142976" y="306768"/>
                  </a:lnTo>
                  <a:lnTo>
                    <a:pt x="142760" y="310019"/>
                  </a:lnTo>
                  <a:lnTo>
                    <a:pt x="150368" y="310527"/>
                  </a:lnTo>
                  <a:lnTo>
                    <a:pt x="150596" y="306819"/>
                  </a:lnTo>
                  <a:lnTo>
                    <a:pt x="150812" y="302856"/>
                  </a:lnTo>
                  <a:close/>
                </a:path>
                <a:path w="1231900" h="512444">
                  <a:moveTo>
                    <a:pt x="151269" y="218744"/>
                  </a:moveTo>
                  <a:lnTo>
                    <a:pt x="150888" y="211074"/>
                  </a:lnTo>
                  <a:lnTo>
                    <a:pt x="143281" y="211467"/>
                  </a:lnTo>
                  <a:lnTo>
                    <a:pt x="143598" y="217843"/>
                  </a:lnTo>
                  <a:lnTo>
                    <a:pt x="143649" y="219011"/>
                  </a:lnTo>
                  <a:lnTo>
                    <a:pt x="151269" y="218744"/>
                  </a:lnTo>
                  <a:close/>
                </a:path>
                <a:path w="1231900" h="512444">
                  <a:moveTo>
                    <a:pt x="151485" y="287578"/>
                  </a:moveTo>
                  <a:lnTo>
                    <a:pt x="143865" y="287299"/>
                  </a:lnTo>
                  <a:lnTo>
                    <a:pt x="143611" y="294398"/>
                  </a:lnTo>
                  <a:lnTo>
                    <a:pt x="143586" y="294855"/>
                  </a:lnTo>
                  <a:lnTo>
                    <a:pt x="151193" y="295249"/>
                  </a:lnTo>
                  <a:lnTo>
                    <a:pt x="151218" y="294449"/>
                  </a:lnTo>
                  <a:lnTo>
                    <a:pt x="151485" y="287578"/>
                  </a:lnTo>
                  <a:close/>
                </a:path>
                <a:path w="1231900" h="512444">
                  <a:moveTo>
                    <a:pt x="151765" y="234022"/>
                  </a:moveTo>
                  <a:lnTo>
                    <a:pt x="151688" y="230200"/>
                  </a:lnTo>
                  <a:lnTo>
                    <a:pt x="151549" y="226352"/>
                  </a:lnTo>
                  <a:lnTo>
                    <a:pt x="143929" y="226631"/>
                  </a:lnTo>
                  <a:lnTo>
                    <a:pt x="144056" y="230200"/>
                  </a:lnTo>
                  <a:lnTo>
                    <a:pt x="144056" y="230428"/>
                  </a:lnTo>
                  <a:lnTo>
                    <a:pt x="144145" y="234188"/>
                  </a:lnTo>
                  <a:lnTo>
                    <a:pt x="151765" y="234022"/>
                  </a:lnTo>
                  <a:close/>
                </a:path>
                <a:path w="1231900" h="512444">
                  <a:moveTo>
                    <a:pt x="151892" y="272288"/>
                  </a:moveTo>
                  <a:lnTo>
                    <a:pt x="144284" y="272122"/>
                  </a:lnTo>
                  <a:lnTo>
                    <a:pt x="144119" y="279742"/>
                  </a:lnTo>
                  <a:lnTo>
                    <a:pt x="151726" y="279908"/>
                  </a:lnTo>
                  <a:lnTo>
                    <a:pt x="151892" y="272288"/>
                  </a:lnTo>
                  <a:close/>
                </a:path>
                <a:path w="1231900" h="512444">
                  <a:moveTo>
                    <a:pt x="152006" y="249326"/>
                  </a:moveTo>
                  <a:lnTo>
                    <a:pt x="151930" y="241642"/>
                  </a:lnTo>
                  <a:lnTo>
                    <a:pt x="144310" y="241808"/>
                  </a:lnTo>
                  <a:lnTo>
                    <a:pt x="144335" y="243192"/>
                  </a:lnTo>
                  <a:lnTo>
                    <a:pt x="144386" y="249377"/>
                  </a:lnTo>
                  <a:lnTo>
                    <a:pt x="152006" y="249326"/>
                  </a:lnTo>
                  <a:close/>
                </a:path>
                <a:path w="1231900" h="512444">
                  <a:moveTo>
                    <a:pt x="152057" y="256997"/>
                  </a:moveTo>
                  <a:lnTo>
                    <a:pt x="144437" y="256946"/>
                  </a:lnTo>
                  <a:lnTo>
                    <a:pt x="144373" y="264566"/>
                  </a:lnTo>
                  <a:lnTo>
                    <a:pt x="151993" y="264617"/>
                  </a:lnTo>
                  <a:lnTo>
                    <a:pt x="152057" y="256997"/>
                  </a:lnTo>
                  <a:close/>
                </a:path>
                <a:path w="1231900" h="512444">
                  <a:moveTo>
                    <a:pt x="368033" y="246303"/>
                  </a:moveTo>
                  <a:lnTo>
                    <a:pt x="360400" y="246253"/>
                  </a:lnTo>
                  <a:lnTo>
                    <a:pt x="360362" y="253873"/>
                  </a:lnTo>
                  <a:lnTo>
                    <a:pt x="367969" y="253923"/>
                  </a:lnTo>
                  <a:lnTo>
                    <a:pt x="368033" y="246303"/>
                  </a:lnTo>
                  <a:close/>
                </a:path>
                <a:path w="1231900" h="512444">
                  <a:moveTo>
                    <a:pt x="368096" y="271919"/>
                  </a:moveTo>
                  <a:lnTo>
                    <a:pt x="368046" y="269125"/>
                  </a:lnTo>
                  <a:lnTo>
                    <a:pt x="367995" y="261493"/>
                  </a:lnTo>
                  <a:lnTo>
                    <a:pt x="360375" y="261543"/>
                  </a:lnTo>
                  <a:lnTo>
                    <a:pt x="360438" y="269163"/>
                  </a:lnTo>
                  <a:lnTo>
                    <a:pt x="363816" y="269151"/>
                  </a:lnTo>
                  <a:lnTo>
                    <a:pt x="360438" y="269214"/>
                  </a:lnTo>
                  <a:lnTo>
                    <a:pt x="360502" y="272084"/>
                  </a:lnTo>
                  <a:lnTo>
                    <a:pt x="368096" y="271919"/>
                  </a:lnTo>
                  <a:close/>
                </a:path>
                <a:path w="1231900" h="512444">
                  <a:moveTo>
                    <a:pt x="368312" y="231127"/>
                  </a:moveTo>
                  <a:lnTo>
                    <a:pt x="360680" y="230962"/>
                  </a:lnTo>
                  <a:lnTo>
                    <a:pt x="360527" y="238569"/>
                  </a:lnTo>
                  <a:lnTo>
                    <a:pt x="368147" y="238747"/>
                  </a:lnTo>
                  <a:lnTo>
                    <a:pt x="368312" y="231127"/>
                  </a:lnTo>
                  <a:close/>
                </a:path>
                <a:path w="1231900" h="512444">
                  <a:moveTo>
                    <a:pt x="368515" y="287096"/>
                  </a:moveTo>
                  <a:lnTo>
                    <a:pt x="368325" y="282092"/>
                  </a:lnTo>
                  <a:lnTo>
                    <a:pt x="368287" y="279527"/>
                  </a:lnTo>
                  <a:lnTo>
                    <a:pt x="360667" y="279692"/>
                  </a:lnTo>
                  <a:lnTo>
                    <a:pt x="360718" y="282092"/>
                  </a:lnTo>
                  <a:lnTo>
                    <a:pt x="360895" y="287375"/>
                  </a:lnTo>
                  <a:lnTo>
                    <a:pt x="368515" y="287096"/>
                  </a:lnTo>
                  <a:close/>
                </a:path>
                <a:path w="1231900" h="512444">
                  <a:moveTo>
                    <a:pt x="368884" y="216001"/>
                  </a:moveTo>
                  <a:lnTo>
                    <a:pt x="361276" y="215620"/>
                  </a:lnTo>
                  <a:lnTo>
                    <a:pt x="361162" y="217906"/>
                  </a:lnTo>
                  <a:lnTo>
                    <a:pt x="360972" y="223291"/>
                  </a:lnTo>
                  <a:lnTo>
                    <a:pt x="368579" y="223558"/>
                  </a:lnTo>
                  <a:lnTo>
                    <a:pt x="368782" y="217906"/>
                  </a:lnTo>
                  <a:lnTo>
                    <a:pt x="368884" y="216001"/>
                  </a:lnTo>
                  <a:close/>
                </a:path>
                <a:path w="1231900" h="512444">
                  <a:moveTo>
                    <a:pt x="369189" y="302260"/>
                  </a:moveTo>
                  <a:lnTo>
                    <a:pt x="368795" y="294652"/>
                  </a:lnTo>
                  <a:lnTo>
                    <a:pt x="361188" y="295046"/>
                  </a:lnTo>
                  <a:lnTo>
                    <a:pt x="361581" y="302653"/>
                  </a:lnTo>
                  <a:lnTo>
                    <a:pt x="369189" y="302260"/>
                  </a:lnTo>
                  <a:close/>
                </a:path>
                <a:path w="1231900" h="512444">
                  <a:moveTo>
                    <a:pt x="369722" y="200850"/>
                  </a:moveTo>
                  <a:lnTo>
                    <a:pt x="362115" y="200342"/>
                  </a:lnTo>
                  <a:lnTo>
                    <a:pt x="361810" y="205079"/>
                  </a:lnTo>
                  <a:lnTo>
                    <a:pt x="361657" y="208000"/>
                  </a:lnTo>
                  <a:lnTo>
                    <a:pt x="369277" y="208394"/>
                  </a:lnTo>
                  <a:lnTo>
                    <a:pt x="369417" y="205473"/>
                  </a:lnTo>
                  <a:lnTo>
                    <a:pt x="369722" y="200850"/>
                  </a:lnTo>
                  <a:close/>
                </a:path>
                <a:path w="1231900" h="512444">
                  <a:moveTo>
                    <a:pt x="370116" y="317411"/>
                  </a:moveTo>
                  <a:lnTo>
                    <a:pt x="369620" y="309816"/>
                  </a:lnTo>
                  <a:lnTo>
                    <a:pt x="362013" y="310311"/>
                  </a:lnTo>
                  <a:lnTo>
                    <a:pt x="362508" y="317919"/>
                  </a:lnTo>
                  <a:lnTo>
                    <a:pt x="370116" y="317411"/>
                  </a:lnTo>
                  <a:close/>
                </a:path>
                <a:path w="1231900" h="512444">
                  <a:moveTo>
                    <a:pt x="370840" y="185699"/>
                  </a:moveTo>
                  <a:lnTo>
                    <a:pt x="363245" y="185089"/>
                  </a:lnTo>
                  <a:lnTo>
                    <a:pt x="362635" y="192684"/>
                  </a:lnTo>
                  <a:lnTo>
                    <a:pt x="370230" y="193306"/>
                  </a:lnTo>
                  <a:lnTo>
                    <a:pt x="370840" y="185699"/>
                  </a:lnTo>
                  <a:close/>
                </a:path>
                <a:path w="1231900" h="512444">
                  <a:moveTo>
                    <a:pt x="371335" y="332486"/>
                  </a:moveTo>
                  <a:lnTo>
                    <a:pt x="371195" y="330898"/>
                  </a:lnTo>
                  <a:lnTo>
                    <a:pt x="370713" y="324954"/>
                  </a:lnTo>
                  <a:lnTo>
                    <a:pt x="363118" y="325577"/>
                  </a:lnTo>
                  <a:lnTo>
                    <a:pt x="363537" y="330835"/>
                  </a:lnTo>
                  <a:lnTo>
                    <a:pt x="363766" y="333222"/>
                  </a:lnTo>
                  <a:lnTo>
                    <a:pt x="371335" y="332486"/>
                  </a:lnTo>
                  <a:close/>
                </a:path>
                <a:path w="1231900" h="512444">
                  <a:moveTo>
                    <a:pt x="372237" y="170586"/>
                  </a:moveTo>
                  <a:lnTo>
                    <a:pt x="364655" y="169849"/>
                  </a:lnTo>
                  <a:lnTo>
                    <a:pt x="363918" y="177444"/>
                  </a:lnTo>
                  <a:lnTo>
                    <a:pt x="371513" y="178168"/>
                  </a:lnTo>
                  <a:lnTo>
                    <a:pt x="372237" y="170586"/>
                  </a:lnTo>
                  <a:close/>
                </a:path>
                <a:path w="1231900" h="512444">
                  <a:moveTo>
                    <a:pt x="372897" y="347586"/>
                  </a:moveTo>
                  <a:lnTo>
                    <a:pt x="372313" y="342506"/>
                  </a:lnTo>
                  <a:lnTo>
                    <a:pt x="372084" y="340067"/>
                  </a:lnTo>
                  <a:lnTo>
                    <a:pt x="364502" y="340804"/>
                  </a:lnTo>
                  <a:lnTo>
                    <a:pt x="364744" y="343357"/>
                  </a:lnTo>
                  <a:lnTo>
                    <a:pt x="365315" y="348449"/>
                  </a:lnTo>
                  <a:lnTo>
                    <a:pt x="372897" y="347586"/>
                  </a:lnTo>
                  <a:close/>
                </a:path>
                <a:path w="1231900" h="512444">
                  <a:moveTo>
                    <a:pt x="373964" y="155575"/>
                  </a:moveTo>
                  <a:lnTo>
                    <a:pt x="366407" y="154597"/>
                  </a:lnTo>
                  <a:lnTo>
                    <a:pt x="366052" y="157403"/>
                  </a:lnTo>
                  <a:lnTo>
                    <a:pt x="365506" y="162217"/>
                  </a:lnTo>
                  <a:lnTo>
                    <a:pt x="373075" y="163080"/>
                  </a:lnTo>
                  <a:lnTo>
                    <a:pt x="373595" y="158381"/>
                  </a:lnTo>
                  <a:lnTo>
                    <a:pt x="373964" y="155575"/>
                  </a:lnTo>
                  <a:close/>
                </a:path>
                <a:path w="1231900" h="512444">
                  <a:moveTo>
                    <a:pt x="374738" y="362648"/>
                  </a:moveTo>
                  <a:lnTo>
                    <a:pt x="373748" y="355092"/>
                  </a:lnTo>
                  <a:lnTo>
                    <a:pt x="366204" y="356069"/>
                  </a:lnTo>
                  <a:lnTo>
                    <a:pt x="367182" y="363626"/>
                  </a:lnTo>
                  <a:lnTo>
                    <a:pt x="374738" y="362648"/>
                  </a:lnTo>
                  <a:close/>
                </a:path>
                <a:path w="1231900" h="512444">
                  <a:moveTo>
                    <a:pt x="376034" y="140538"/>
                  </a:moveTo>
                  <a:lnTo>
                    <a:pt x="368490" y="139433"/>
                  </a:lnTo>
                  <a:lnTo>
                    <a:pt x="367385" y="147040"/>
                  </a:lnTo>
                  <a:lnTo>
                    <a:pt x="374942" y="148018"/>
                  </a:lnTo>
                  <a:lnTo>
                    <a:pt x="375043" y="147269"/>
                  </a:lnTo>
                  <a:lnTo>
                    <a:pt x="376034" y="140538"/>
                  </a:lnTo>
                  <a:close/>
                </a:path>
                <a:path w="1231900" h="512444">
                  <a:moveTo>
                    <a:pt x="376923" y="377609"/>
                  </a:moveTo>
                  <a:lnTo>
                    <a:pt x="376618" y="375843"/>
                  </a:lnTo>
                  <a:lnTo>
                    <a:pt x="375793" y="370141"/>
                  </a:lnTo>
                  <a:lnTo>
                    <a:pt x="368249" y="371246"/>
                  </a:lnTo>
                  <a:lnTo>
                    <a:pt x="368922" y="375843"/>
                  </a:lnTo>
                  <a:lnTo>
                    <a:pt x="369379" y="378841"/>
                  </a:lnTo>
                  <a:lnTo>
                    <a:pt x="376923" y="377609"/>
                  </a:lnTo>
                  <a:close/>
                </a:path>
                <a:path w="1231900" h="512444">
                  <a:moveTo>
                    <a:pt x="378409" y="125628"/>
                  </a:moveTo>
                  <a:lnTo>
                    <a:pt x="370903" y="124244"/>
                  </a:lnTo>
                  <a:lnTo>
                    <a:pt x="369658" y="131838"/>
                  </a:lnTo>
                  <a:lnTo>
                    <a:pt x="377164" y="133070"/>
                  </a:lnTo>
                  <a:lnTo>
                    <a:pt x="378358" y="125933"/>
                  </a:lnTo>
                  <a:lnTo>
                    <a:pt x="378409" y="125628"/>
                  </a:lnTo>
                  <a:close/>
                </a:path>
                <a:path w="1231900" h="512444">
                  <a:moveTo>
                    <a:pt x="379488" y="392557"/>
                  </a:moveTo>
                  <a:lnTo>
                    <a:pt x="378358" y="386346"/>
                  </a:lnTo>
                  <a:lnTo>
                    <a:pt x="378142" y="385127"/>
                  </a:lnTo>
                  <a:lnTo>
                    <a:pt x="370713" y="386346"/>
                  </a:lnTo>
                  <a:lnTo>
                    <a:pt x="370852" y="387654"/>
                  </a:lnTo>
                  <a:lnTo>
                    <a:pt x="371995" y="393928"/>
                  </a:lnTo>
                  <a:lnTo>
                    <a:pt x="379488" y="392557"/>
                  </a:lnTo>
                  <a:close/>
                </a:path>
                <a:path w="1231900" h="512444">
                  <a:moveTo>
                    <a:pt x="381254" y="110718"/>
                  </a:moveTo>
                  <a:lnTo>
                    <a:pt x="373773" y="109207"/>
                  </a:lnTo>
                  <a:lnTo>
                    <a:pt x="372757" y="114261"/>
                  </a:lnTo>
                  <a:lnTo>
                    <a:pt x="372300" y="116751"/>
                  </a:lnTo>
                  <a:lnTo>
                    <a:pt x="379793" y="118122"/>
                  </a:lnTo>
                  <a:lnTo>
                    <a:pt x="380212" y="115785"/>
                  </a:lnTo>
                  <a:lnTo>
                    <a:pt x="381254" y="110718"/>
                  </a:lnTo>
                  <a:close/>
                </a:path>
                <a:path w="1231900" h="512444">
                  <a:moveTo>
                    <a:pt x="382447" y="407352"/>
                  </a:moveTo>
                  <a:lnTo>
                    <a:pt x="382231" y="406412"/>
                  </a:lnTo>
                  <a:lnTo>
                    <a:pt x="380923" y="399961"/>
                  </a:lnTo>
                  <a:lnTo>
                    <a:pt x="373443" y="401485"/>
                  </a:lnTo>
                  <a:lnTo>
                    <a:pt x="375005" y="409016"/>
                  </a:lnTo>
                  <a:lnTo>
                    <a:pt x="382447" y="407352"/>
                  </a:lnTo>
                  <a:close/>
                </a:path>
                <a:path w="1231900" h="512444">
                  <a:moveTo>
                    <a:pt x="384467" y="95999"/>
                  </a:moveTo>
                  <a:lnTo>
                    <a:pt x="377075" y="94157"/>
                  </a:lnTo>
                  <a:lnTo>
                    <a:pt x="375361" y="101676"/>
                  </a:lnTo>
                  <a:lnTo>
                    <a:pt x="382803" y="103339"/>
                  </a:lnTo>
                  <a:lnTo>
                    <a:pt x="384340" y="96507"/>
                  </a:lnTo>
                  <a:lnTo>
                    <a:pt x="384467" y="95999"/>
                  </a:lnTo>
                  <a:close/>
                </a:path>
                <a:path w="1231900" h="512444">
                  <a:moveTo>
                    <a:pt x="385902" y="422109"/>
                  </a:moveTo>
                  <a:lnTo>
                    <a:pt x="384340" y="415785"/>
                  </a:lnTo>
                  <a:lnTo>
                    <a:pt x="384111" y="414782"/>
                  </a:lnTo>
                  <a:lnTo>
                    <a:pt x="376682" y="416458"/>
                  </a:lnTo>
                  <a:lnTo>
                    <a:pt x="376923" y="417537"/>
                  </a:lnTo>
                  <a:lnTo>
                    <a:pt x="378510" y="423938"/>
                  </a:lnTo>
                  <a:lnTo>
                    <a:pt x="385902" y="422109"/>
                  </a:lnTo>
                  <a:close/>
                </a:path>
                <a:path w="1231900" h="512444">
                  <a:moveTo>
                    <a:pt x="388251" y="81330"/>
                  </a:moveTo>
                  <a:lnTo>
                    <a:pt x="380911" y="79324"/>
                  </a:lnTo>
                  <a:lnTo>
                    <a:pt x="379234" y="85432"/>
                  </a:lnTo>
                  <a:lnTo>
                    <a:pt x="378904" y="86766"/>
                  </a:lnTo>
                  <a:lnTo>
                    <a:pt x="386295" y="88595"/>
                  </a:lnTo>
                  <a:lnTo>
                    <a:pt x="386588" y="87439"/>
                  </a:lnTo>
                  <a:lnTo>
                    <a:pt x="388251" y="81330"/>
                  </a:lnTo>
                  <a:close/>
                </a:path>
                <a:path w="1231900" h="512444">
                  <a:moveTo>
                    <a:pt x="389864" y="436626"/>
                  </a:moveTo>
                  <a:lnTo>
                    <a:pt x="388950" y="433539"/>
                  </a:lnTo>
                  <a:lnTo>
                    <a:pt x="387819" y="429387"/>
                  </a:lnTo>
                  <a:lnTo>
                    <a:pt x="380479" y="431393"/>
                  </a:lnTo>
                  <a:lnTo>
                    <a:pt x="381622" y="435635"/>
                  </a:lnTo>
                  <a:lnTo>
                    <a:pt x="382587" y="438810"/>
                  </a:lnTo>
                  <a:lnTo>
                    <a:pt x="389864" y="436626"/>
                  </a:lnTo>
                  <a:close/>
                </a:path>
                <a:path w="1231900" h="512444">
                  <a:moveTo>
                    <a:pt x="392607" y="66929"/>
                  </a:moveTo>
                  <a:lnTo>
                    <a:pt x="385381" y="64541"/>
                  </a:lnTo>
                  <a:lnTo>
                    <a:pt x="384187" y="68110"/>
                  </a:lnTo>
                  <a:lnTo>
                    <a:pt x="383057" y="71907"/>
                  </a:lnTo>
                  <a:lnTo>
                    <a:pt x="390359" y="74104"/>
                  </a:lnTo>
                  <a:lnTo>
                    <a:pt x="391426" y="70497"/>
                  </a:lnTo>
                  <a:lnTo>
                    <a:pt x="392607" y="66929"/>
                  </a:lnTo>
                  <a:close/>
                </a:path>
                <a:path w="1231900" h="512444">
                  <a:moveTo>
                    <a:pt x="394474" y="450913"/>
                  </a:moveTo>
                  <a:lnTo>
                    <a:pt x="394017" y="449618"/>
                  </a:lnTo>
                  <a:lnTo>
                    <a:pt x="392099" y="443801"/>
                  </a:lnTo>
                  <a:lnTo>
                    <a:pt x="384860" y="446189"/>
                  </a:lnTo>
                  <a:lnTo>
                    <a:pt x="386816" y="452120"/>
                  </a:lnTo>
                  <a:lnTo>
                    <a:pt x="387324" y="453529"/>
                  </a:lnTo>
                  <a:lnTo>
                    <a:pt x="394474" y="450913"/>
                  </a:lnTo>
                  <a:close/>
                </a:path>
                <a:path w="1231900" h="512444">
                  <a:moveTo>
                    <a:pt x="397700" y="52832"/>
                  </a:moveTo>
                  <a:lnTo>
                    <a:pt x="390626" y="49987"/>
                  </a:lnTo>
                  <a:lnTo>
                    <a:pt x="389623" y="52463"/>
                  </a:lnTo>
                  <a:lnTo>
                    <a:pt x="387883" y="57226"/>
                  </a:lnTo>
                  <a:lnTo>
                    <a:pt x="395046" y="59842"/>
                  </a:lnTo>
                  <a:lnTo>
                    <a:pt x="396697" y="55308"/>
                  </a:lnTo>
                  <a:lnTo>
                    <a:pt x="396748" y="55181"/>
                  </a:lnTo>
                  <a:lnTo>
                    <a:pt x="397700" y="52832"/>
                  </a:lnTo>
                  <a:close/>
                </a:path>
                <a:path w="1231900" h="512444">
                  <a:moveTo>
                    <a:pt x="399910" y="464870"/>
                  </a:moveTo>
                  <a:lnTo>
                    <a:pt x="399529" y="464032"/>
                  </a:lnTo>
                  <a:lnTo>
                    <a:pt x="397078" y="457949"/>
                  </a:lnTo>
                  <a:lnTo>
                    <a:pt x="390017" y="460794"/>
                  </a:lnTo>
                  <a:lnTo>
                    <a:pt x="392455" y="466877"/>
                  </a:lnTo>
                  <a:lnTo>
                    <a:pt x="392950" y="467969"/>
                  </a:lnTo>
                  <a:lnTo>
                    <a:pt x="399910" y="464870"/>
                  </a:lnTo>
                  <a:close/>
                </a:path>
                <a:path w="1231900" h="512444">
                  <a:moveTo>
                    <a:pt x="403733" y="39166"/>
                  </a:moveTo>
                  <a:lnTo>
                    <a:pt x="396913" y="35775"/>
                  </a:lnTo>
                  <a:lnTo>
                    <a:pt x="395516" y="38582"/>
                  </a:lnTo>
                  <a:lnTo>
                    <a:pt x="393623" y="42824"/>
                  </a:lnTo>
                  <a:lnTo>
                    <a:pt x="400583" y="45923"/>
                  </a:lnTo>
                  <a:lnTo>
                    <a:pt x="402336" y="41973"/>
                  </a:lnTo>
                  <a:lnTo>
                    <a:pt x="402399" y="41833"/>
                  </a:lnTo>
                  <a:lnTo>
                    <a:pt x="403733" y="39166"/>
                  </a:lnTo>
                  <a:close/>
                </a:path>
                <a:path w="1231900" h="512444">
                  <a:moveTo>
                    <a:pt x="406412" y="478269"/>
                  </a:moveTo>
                  <a:lnTo>
                    <a:pt x="405358" y="476402"/>
                  </a:lnTo>
                  <a:lnTo>
                    <a:pt x="405269" y="476237"/>
                  </a:lnTo>
                  <a:lnTo>
                    <a:pt x="403009" y="471652"/>
                  </a:lnTo>
                  <a:lnTo>
                    <a:pt x="396176" y="475056"/>
                  </a:lnTo>
                  <a:lnTo>
                    <a:pt x="398538" y="479793"/>
                  </a:lnTo>
                  <a:lnTo>
                    <a:pt x="399757" y="481977"/>
                  </a:lnTo>
                  <a:lnTo>
                    <a:pt x="406412" y="478269"/>
                  </a:lnTo>
                  <a:close/>
                </a:path>
                <a:path w="1231900" h="512444">
                  <a:moveTo>
                    <a:pt x="411060" y="26276"/>
                  </a:moveTo>
                  <a:lnTo>
                    <a:pt x="404609" y="22199"/>
                  </a:lnTo>
                  <a:lnTo>
                    <a:pt x="401840" y="26593"/>
                  </a:lnTo>
                  <a:lnTo>
                    <a:pt x="400558" y="28879"/>
                  </a:lnTo>
                  <a:lnTo>
                    <a:pt x="407212" y="32600"/>
                  </a:lnTo>
                  <a:lnTo>
                    <a:pt x="408292" y="30657"/>
                  </a:lnTo>
                  <a:lnTo>
                    <a:pt x="408393" y="30480"/>
                  </a:lnTo>
                  <a:lnTo>
                    <a:pt x="411060" y="26276"/>
                  </a:lnTo>
                  <a:close/>
                </a:path>
                <a:path w="1231900" h="512444">
                  <a:moveTo>
                    <a:pt x="414401" y="490689"/>
                  </a:moveTo>
                  <a:lnTo>
                    <a:pt x="411492" y="486689"/>
                  </a:lnTo>
                  <a:lnTo>
                    <a:pt x="410184" y="484644"/>
                  </a:lnTo>
                  <a:lnTo>
                    <a:pt x="403745" y="488708"/>
                  </a:lnTo>
                  <a:lnTo>
                    <a:pt x="404990" y="490689"/>
                  </a:lnTo>
                  <a:lnTo>
                    <a:pt x="408228" y="495173"/>
                  </a:lnTo>
                  <a:lnTo>
                    <a:pt x="414401" y="490689"/>
                  </a:lnTo>
                  <a:close/>
                </a:path>
                <a:path w="1231900" h="512444">
                  <a:moveTo>
                    <a:pt x="420192" y="15201"/>
                  </a:moveTo>
                  <a:lnTo>
                    <a:pt x="414832" y="9791"/>
                  </a:lnTo>
                  <a:lnTo>
                    <a:pt x="411988" y="12623"/>
                  </a:lnTo>
                  <a:lnTo>
                    <a:pt x="409448" y="15633"/>
                  </a:lnTo>
                  <a:lnTo>
                    <a:pt x="415264" y="20561"/>
                  </a:lnTo>
                  <a:lnTo>
                    <a:pt x="417601" y="17792"/>
                  </a:lnTo>
                  <a:lnTo>
                    <a:pt x="417842" y="17538"/>
                  </a:lnTo>
                  <a:lnTo>
                    <a:pt x="420192" y="15201"/>
                  </a:lnTo>
                  <a:close/>
                </a:path>
                <a:path w="1231900" h="512444">
                  <a:moveTo>
                    <a:pt x="424116" y="500405"/>
                  </a:moveTo>
                  <a:lnTo>
                    <a:pt x="423875" y="500202"/>
                  </a:lnTo>
                  <a:lnTo>
                    <a:pt x="421030" y="497903"/>
                  </a:lnTo>
                  <a:lnTo>
                    <a:pt x="420725" y="497649"/>
                  </a:lnTo>
                  <a:lnTo>
                    <a:pt x="420916" y="497814"/>
                  </a:lnTo>
                  <a:lnTo>
                    <a:pt x="420751" y="497649"/>
                  </a:lnTo>
                  <a:lnTo>
                    <a:pt x="419036" y="495935"/>
                  </a:lnTo>
                  <a:lnTo>
                    <a:pt x="413664" y="501345"/>
                  </a:lnTo>
                  <a:lnTo>
                    <a:pt x="415645" y="503313"/>
                  </a:lnTo>
                  <a:lnTo>
                    <a:pt x="415937" y="503580"/>
                  </a:lnTo>
                  <a:lnTo>
                    <a:pt x="419430" y="506399"/>
                  </a:lnTo>
                  <a:lnTo>
                    <a:pt x="420090" y="506844"/>
                  </a:lnTo>
                  <a:lnTo>
                    <a:pt x="424065" y="500468"/>
                  </a:lnTo>
                  <a:lnTo>
                    <a:pt x="424014" y="500341"/>
                  </a:lnTo>
                  <a:close/>
                </a:path>
                <a:path w="1231900" h="512444">
                  <a:moveTo>
                    <a:pt x="431507" y="8242"/>
                  </a:moveTo>
                  <a:lnTo>
                    <a:pt x="429247" y="965"/>
                  </a:lnTo>
                  <a:lnTo>
                    <a:pt x="427863" y="1397"/>
                  </a:lnTo>
                  <a:lnTo>
                    <a:pt x="427443" y="1562"/>
                  </a:lnTo>
                  <a:lnTo>
                    <a:pt x="423837" y="3162"/>
                  </a:lnTo>
                  <a:lnTo>
                    <a:pt x="423367" y="3416"/>
                  </a:lnTo>
                  <a:lnTo>
                    <a:pt x="421487" y="4584"/>
                  </a:lnTo>
                  <a:lnTo>
                    <a:pt x="425513" y="11049"/>
                  </a:lnTo>
                  <a:lnTo>
                    <a:pt x="426999" y="10121"/>
                  </a:lnTo>
                  <a:lnTo>
                    <a:pt x="427202" y="10007"/>
                  </a:lnTo>
                  <a:lnTo>
                    <a:pt x="427456" y="9880"/>
                  </a:lnTo>
                  <a:lnTo>
                    <a:pt x="430187" y="8674"/>
                  </a:lnTo>
                  <a:lnTo>
                    <a:pt x="430364" y="8597"/>
                  </a:lnTo>
                  <a:lnTo>
                    <a:pt x="430606" y="8521"/>
                  </a:lnTo>
                  <a:lnTo>
                    <a:pt x="431507" y="8242"/>
                  </a:lnTo>
                  <a:close/>
                </a:path>
                <a:path w="1231900" h="512444">
                  <a:moveTo>
                    <a:pt x="436448" y="504748"/>
                  </a:moveTo>
                  <a:lnTo>
                    <a:pt x="434682" y="504672"/>
                  </a:lnTo>
                  <a:lnTo>
                    <a:pt x="434809" y="504672"/>
                  </a:lnTo>
                  <a:lnTo>
                    <a:pt x="433171" y="504456"/>
                  </a:lnTo>
                  <a:lnTo>
                    <a:pt x="432041" y="504190"/>
                  </a:lnTo>
                  <a:lnTo>
                    <a:pt x="431774" y="504151"/>
                  </a:lnTo>
                  <a:lnTo>
                    <a:pt x="431647" y="504101"/>
                  </a:lnTo>
                  <a:lnTo>
                    <a:pt x="430606" y="503770"/>
                  </a:lnTo>
                  <a:lnTo>
                    <a:pt x="430364" y="503707"/>
                  </a:lnTo>
                  <a:lnTo>
                    <a:pt x="430542" y="503770"/>
                  </a:lnTo>
                  <a:lnTo>
                    <a:pt x="430352" y="503707"/>
                  </a:lnTo>
                  <a:lnTo>
                    <a:pt x="427278" y="510667"/>
                  </a:lnTo>
                  <a:lnTo>
                    <a:pt x="427863" y="510895"/>
                  </a:lnTo>
                  <a:lnTo>
                    <a:pt x="429691" y="511467"/>
                  </a:lnTo>
                  <a:lnTo>
                    <a:pt x="432168" y="512013"/>
                  </a:lnTo>
                  <a:lnTo>
                    <a:pt x="434009" y="512254"/>
                  </a:lnTo>
                  <a:lnTo>
                    <a:pt x="436105" y="512356"/>
                  </a:lnTo>
                  <a:lnTo>
                    <a:pt x="436448" y="504748"/>
                  </a:lnTo>
                  <a:close/>
                </a:path>
                <a:path w="1231900" h="512444">
                  <a:moveTo>
                    <a:pt x="442455" y="503682"/>
                  </a:moveTo>
                  <a:lnTo>
                    <a:pt x="442226" y="503770"/>
                  </a:lnTo>
                  <a:lnTo>
                    <a:pt x="442455" y="503682"/>
                  </a:lnTo>
                  <a:close/>
                </a:path>
                <a:path w="1231900" h="512444">
                  <a:moveTo>
                    <a:pt x="444385" y="7620"/>
                  </a:moveTo>
                  <a:lnTo>
                    <a:pt x="438073" y="7620"/>
                  </a:lnTo>
                  <a:lnTo>
                    <a:pt x="437870" y="7620"/>
                  </a:lnTo>
                  <a:lnTo>
                    <a:pt x="439381" y="7810"/>
                  </a:lnTo>
                  <a:lnTo>
                    <a:pt x="440905" y="8153"/>
                  </a:lnTo>
                  <a:lnTo>
                    <a:pt x="442125" y="8521"/>
                  </a:lnTo>
                  <a:lnTo>
                    <a:pt x="442417" y="8610"/>
                  </a:lnTo>
                  <a:lnTo>
                    <a:pt x="443699" y="9182"/>
                  </a:lnTo>
                  <a:lnTo>
                    <a:pt x="443915" y="8674"/>
                  </a:lnTo>
                  <a:lnTo>
                    <a:pt x="444131" y="8191"/>
                  </a:lnTo>
                  <a:lnTo>
                    <a:pt x="444296" y="7835"/>
                  </a:lnTo>
                  <a:lnTo>
                    <a:pt x="444385" y="7620"/>
                  </a:lnTo>
                  <a:close/>
                </a:path>
                <a:path w="1231900" h="512444">
                  <a:moveTo>
                    <a:pt x="446798" y="2209"/>
                  </a:moveTo>
                  <a:lnTo>
                    <a:pt x="438086" y="0"/>
                  </a:lnTo>
                  <a:lnTo>
                    <a:pt x="437743" y="7594"/>
                  </a:lnTo>
                  <a:lnTo>
                    <a:pt x="444385" y="7620"/>
                  </a:lnTo>
                  <a:lnTo>
                    <a:pt x="446798" y="2209"/>
                  </a:lnTo>
                  <a:close/>
                </a:path>
                <a:path w="1231900" h="512444">
                  <a:moveTo>
                    <a:pt x="452488" y="506958"/>
                  </a:moveTo>
                  <a:lnTo>
                    <a:pt x="449656" y="502424"/>
                  </a:lnTo>
                  <a:lnTo>
                    <a:pt x="448462" y="500494"/>
                  </a:lnTo>
                  <a:lnTo>
                    <a:pt x="445770" y="502170"/>
                  </a:lnTo>
                  <a:lnTo>
                    <a:pt x="445604" y="502272"/>
                  </a:lnTo>
                  <a:lnTo>
                    <a:pt x="442569" y="503618"/>
                  </a:lnTo>
                  <a:lnTo>
                    <a:pt x="444893" y="510895"/>
                  </a:lnTo>
                  <a:lnTo>
                    <a:pt x="445312" y="510743"/>
                  </a:lnTo>
                  <a:lnTo>
                    <a:pt x="448932" y="509130"/>
                  </a:lnTo>
                  <a:lnTo>
                    <a:pt x="449402" y="508889"/>
                  </a:lnTo>
                  <a:lnTo>
                    <a:pt x="452488" y="506958"/>
                  </a:lnTo>
                  <a:close/>
                </a:path>
                <a:path w="1231900" h="512444">
                  <a:moveTo>
                    <a:pt x="460121" y="11950"/>
                  </a:moveTo>
                  <a:lnTo>
                    <a:pt x="457111" y="8978"/>
                  </a:lnTo>
                  <a:lnTo>
                    <a:pt x="456819" y="8712"/>
                  </a:lnTo>
                  <a:lnTo>
                    <a:pt x="454177" y="6578"/>
                  </a:lnTo>
                  <a:lnTo>
                    <a:pt x="449402" y="12509"/>
                  </a:lnTo>
                  <a:lnTo>
                    <a:pt x="451726" y="14389"/>
                  </a:lnTo>
                  <a:lnTo>
                    <a:pt x="452043" y="14643"/>
                  </a:lnTo>
                  <a:lnTo>
                    <a:pt x="451840" y="14490"/>
                  </a:lnTo>
                  <a:lnTo>
                    <a:pt x="454748" y="17360"/>
                  </a:lnTo>
                  <a:lnTo>
                    <a:pt x="457441" y="14643"/>
                  </a:lnTo>
                  <a:lnTo>
                    <a:pt x="460121" y="11950"/>
                  </a:lnTo>
                  <a:close/>
                </a:path>
                <a:path w="1231900" h="512444">
                  <a:moveTo>
                    <a:pt x="464400" y="495338"/>
                  </a:moveTo>
                  <a:lnTo>
                    <a:pt x="463588" y="494753"/>
                  </a:lnTo>
                  <a:lnTo>
                    <a:pt x="458431" y="491007"/>
                  </a:lnTo>
                  <a:lnTo>
                    <a:pt x="458241" y="490867"/>
                  </a:lnTo>
                  <a:lnTo>
                    <a:pt x="455155" y="494512"/>
                  </a:lnTo>
                  <a:lnTo>
                    <a:pt x="455028" y="494665"/>
                  </a:lnTo>
                  <a:lnTo>
                    <a:pt x="453580" y="496087"/>
                  </a:lnTo>
                  <a:lnTo>
                    <a:pt x="458952" y="501497"/>
                  </a:lnTo>
                  <a:lnTo>
                    <a:pt x="460540" y="499922"/>
                  </a:lnTo>
                  <a:lnTo>
                    <a:pt x="464121" y="495706"/>
                  </a:lnTo>
                  <a:lnTo>
                    <a:pt x="464400" y="495338"/>
                  </a:lnTo>
                  <a:close/>
                </a:path>
                <a:path w="1231900" h="512444">
                  <a:moveTo>
                    <a:pt x="469773" y="24790"/>
                  </a:moveTo>
                  <a:lnTo>
                    <a:pt x="467715" y="21539"/>
                  </a:lnTo>
                  <a:lnTo>
                    <a:pt x="465366" y="18288"/>
                  </a:lnTo>
                  <a:lnTo>
                    <a:pt x="459206" y="22758"/>
                  </a:lnTo>
                  <a:lnTo>
                    <a:pt x="461314" y="25692"/>
                  </a:lnTo>
                  <a:lnTo>
                    <a:pt x="463334" y="28867"/>
                  </a:lnTo>
                  <a:lnTo>
                    <a:pt x="468160" y="25806"/>
                  </a:lnTo>
                  <a:lnTo>
                    <a:pt x="469773" y="24790"/>
                  </a:lnTo>
                  <a:close/>
                </a:path>
                <a:path w="1231900" h="512444">
                  <a:moveTo>
                    <a:pt x="472897" y="482168"/>
                  </a:moveTo>
                  <a:lnTo>
                    <a:pt x="472249" y="481812"/>
                  </a:lnTo>
                  <a:lnTo>
                    <a:pt x="466242" y="478447"/>
                  </a:lnTo>
                  <a:lnTo>
                    <a:pt x="464464" y="481634"/>
                  </a:lnTo>
                  <a:lnTo>
                    <a:pt x="462457" y="484822"/>
                  </a:lnTo>
                  <a:lnTo>
                    <a:pt x="468896" y="488886"/>
                  </a:lnTo>
                  <a:lnTo>
                    <a:pt x="470916" y="485711"/>
                  </a:lnTo>
                  <a:lnTo>
                    <a:pt x="472897" y="482168"/>
                  </a:lnTo>
                  <a:close/>
                </a:path>
                <a:path w="1231900" h="512444">
                  <a:moveTo>
                    <a:pt x="477215" y="38519"/>
                  </a:moveTo>
                  <a:lnTo>
                    <a:pt x="475983" y="36055"/>
                  </a:lnTo>
                  <a:lnTo>
                    <a:pt x="474218" y="32499"/>
                  </a:lnTo>
                  <a:lnTo>
                    <a:pt x="473697" y="31559"/>
                  </a:lnTo>
                  <a:lnTo>
                    <a:pt x="467042" y="35280"/>
                  </a:lnTo>
                  <a:lnTo>
                    <a:pt x="467398" y="35902"/>
                  </a:lnTo>
                  <a:lnTo>
                    <a:pt x="470395" y="41922"/>
                  </a:lnTo>
                  <a:lnTo>
                    <a:pt x="477215" y="38519"/>
                  </a:lnTo>
                  <a:close/>
                </a:path>
                <a:path w="1231900" h="512444">
                  <a:moveTo>
                    <a:pt x="479729" y="468172"/>
                  </a:moveTo>
                  <a:lnTo>
                    <a:pt x="472770" y="465061"/>
                  </a:lnTo>
                  <a:lnTo>
                    <a:pt x="470408" y="470319"/>
                  </a:lnTo>
                  <a:lnTo>
                    <a:pt x="470357" y="470458"/>
                  </a:lnTo>
                  <a:lnTo>
                    <a:pt x="469671" y="471843"/>
                  </a:lnTo>
                  <a:lnTo>
                    <a:pt x="476491" y="475234"/>
                  </a:lnTo>
                  <a:lnTo>
                    <a:pt x="477240" y="473710"/>
                  </a:lnTo>
                  <a:lnTo>
                    <a:pt x="478701" y="470458"/>
                  </a:lnTo>
                  <a:lnTo>
                    <a:pt x="479729" y="468172"/>
                  </a:lnTo>
                  <a:close/>
                </a:path>
                <a:path w="1231900" h="512444">
                  <a:moveTo>
                    <a:pt x="483311" y="52959"/>
                  </a:moveTo>
                  <a:lnTo>
                    <a:pt x="483184" y="52578"/>
                  </a:lnTo>
                  <a:lnTo>
                    <a:pt x="480441" y="45758"/>
                  </a:lnTo>
                  <a:lnTo>
                    <a:pt x="473367" y="48602"/>
                  </a:lnTo>
                  <a:lnTo>
                    <a:pt x="476161" y="55562"/>
                  </a:lnTo>
                  <a:lnTo>
                    <a:pt x="483311" y="52959"/>
                  </a:lnTo>
                  <a:close/>
                </a:path>
                <a:path w="1231900" h="512444">
                  <a:moveTo>
                    <a:pt x="485355" y="453720"/>
                  </a:moveTo>
                  <a:lnTo>
                    <a:pt x="478205" y="451116"/>
                  </a:lnTo>
                  <a:lnTo>
                    <a:pt x="476059" y="456996"/>
                  </a:lnTo>
                  <a:lnTo>
                    <a:pt x="475602" y="458139"/>
                  </a:lnTo>
                  <a:lnTo>
                    <a:pt x="482676" y="460984"/>
                  </a:lnTo>
                  <a:lnTo>
                    <a:pt x="483133" y="459841"/>
                  </a:lnTo>
                  <a:lnTo>
                    <a:pt x="484124" y="457111"/>
                  </a:lnTo>
                  <a:lnTo>
                    <a:pt x="485355" y="453720"/>
                  </a:lnTo>
                  <a:close/>
                </a:path>
                <a:path w="1231900" h="512444">
                  <a:moveTo>
                    <a:pt x="488353" y="67462"/>
                  </a:moveTo>
                  <a:lnTo>
                    <a:pt x="485965" y="60223"/>
                  </a:lnTo>
                  <a:lnTo>
                    <a:pt x="478726" y="62611"/>
                  </a:lnTo>
                  <a:lnTo>
                    <a:pt x="481114" y="69850"/>
                  </a:lnTo>
                  <a:lnTo>
                    <a:pt x="488353" y="67462"/>
                  </a:lnTo>
                  <a:close/>
                </a:path>
                <a:path w="1231900" h="512444">
                  <a:moveTo>
                    <a:pt x="490118" y="439013"/>
                  </a:moveTo>
                  <a:lnTo>
                    <a:pt x="482815" y="436829"/>
                  </a:lnTo>
                  <a:lnTo>
                    <a:pt x="481330" y="441794"/>
                  </a:lnTo>
                  <a:lnTo>
                    <a:pt x="480593" y="444004"/>
                  </a:lnTo>
                  <a:lnTo>
                    <a:pt x="487832" y="446392"/>
                  </a:lnTo>
                  <a:lnTo>
                    <a:pt x="488569" y="444182"/>
                  </a:lnTo>
                  <a:lnTo>
                    <a:pt x="489242" y="441896"/>
                  </a:lnTo>
                  <a:lnTo>
                    <a:pt x="490118" y="439013"/>
                  </a:lnTo>
                  <a:close/>
                </a:path>
                <a:path w="1231900" h="512444">
                  <a:moveTo>
                    <a:pt x="492671" y="82283"/>
                  </a:moveTo>
                  <a:lnTo>
                    <a:pt x="491236" y="77038"/>
                  </a:lnTo>
                  <a:lnTo>
                    <a:pt x="490588" y="74853"/>
                  </a:lnTo>
                  <a:lnTo>
                    <a:pt x="483285" y="77038"/>
                  </a:lnTo>
                  <a:lnTo>
                    <a:pt x="483781" y="78663"/>
                  </a:lnTo>
                  <a:lnTo>
                    <a:pt x="485317" y="84289"/>
                  </a:lnTo>
                  <a:lnTo>
                    <a:pt x="492671" y="82283"/>
                  </a:lnTo>
                  <a:close/>
                </a:path>
                <a:path w="1231900" h="512444">
                  <a:moveTo>
                    <a:pt x="494195" y="424141"/>
                  </a:moveTo>
                  <a:lnTo>
                    <a:pt x="486803" y="422313"/>
                  </a:lnTo>
                  <a:lnTo>
                    <a:pt x="486168" y="424865"/>
                  </a:lnTo>
                  <a:lnTo>
                    <a:pt x="484886" y="429590"/>
                  </a:lnTo>
                  <a:lnTo>
                    <a:pt x="492239" y="431596"/>
                  </a:lnTo>
                  <a:lnTo>
                    <a:pt x="493522" y="426872"/>
                  </a:lnTo>
                  <a:lnTo>
                    <a:pt x="493991" y="424942"/>
                  </a:lnTo>
                  <a:lnTo>
                    <a:pt x="494195" y="424141"/>
                  </a:lnTo>
                  <a:close/>
                </a:path>
                <a:path w="1231900" h="512444">
                  <a:moveTo>
                    <a:pt x="496392" y="97231"/>
                  </a:moveTo>
                  <a:lnTo>
                    <a:pt x="495833" y="94754"/>
                  </a:lnTo>
                  <a:lnTo>
                    <a:pt x="494588" y="89750"/>
                  </a:lnTo>
                  <a:lnTo>
                    <a:pt x="487197" y="91579"/>
                  </a:lnTo>
                  <a:lnTo>
                    <a:pt x="488403" y="96431"/>
                  </a:lnTo>
                  <a:lnTo>
                    <a:pt x="488962" y="98907"/>
                  </a:lnTo>
                  <a:lnTo>
                    <a:pt x="496392" y="97231"/>
                  </a:lnTo>
                  <a:close/>
                </a:path>
                <a:path w="1231900" h="512444">
                  <a:moveTo>
                    <a:pt x="497700" y="409232"/>
                  </a:moveTo>
                  <a:lnTo>
                    <a:pt x="490270" y="407555"/>
                  </a:lnTo>
                  <a:lnTo>
                    <a:pt x="488594" y="414985"/>
                  </a:lnTo>
                  <a:lnTo>
                    <a:pt x="496036" y="416661"/>
                  </a:lnTo>
                  <a:lnTo>
                    <a:pt x="497700" y="409232"/>
                  </a:lnTo>
                  <a:close/>
                </a:path>
                <a:path w="1231900" h="512444">
                  <a:moveTo>
                    <a:pt x="499592" y="112217"/>
                  </a:moveTo>
                  <a:lnTo>
                    <a:pt x="498068" y="104749"/>
                  </a:lnTo>
                  <a:lnTo>
                    <a:pt x="490601" y="106260"/>
                  </a:lnTo>
                  <a:lnTo>
                    <a:pt x="492125" y="113728"/>
                  </a:lnTo>
                  <a:lnTo>
                    <a:pt x="499592" y="112217"/>
                  </a:lnTo>
                  <a:close/>
                </a:path>
                <a:path w="1231900" h="512444">
                  <a:moveTo>
                    <a:pt x="500722" y="394131"/>
                  </a:moveTo>
                  <a:lnTo>
                    <a:pt x="493229" y="392760"/>
                  </a:lnTo>
                  <a:lnTo>
                    <a:pt x="492531" y="396519"/>
                  </a:lnTo>
                  <a:lnTo>
                    <a:pt x="491794" y="400164"/>
                  </a:lnTo>
                  <a:lnTo>
                    <a:pt x="499262" y="401688"/>
                  </a:lnTo>
                  <a:lnTo>
                    <a:pt x="500011" y="398030"/>
                  </a:lnTo>
                  <a:lnTo>
                    <a:pt x="500265" y="396582"/>
                  </a:lnTo>
                  <a:lnTo>
                    <a:pt x="500722" y="394131"/>
                  </a:lnTo>
                  <a:close/>
                </a:path>
                <a:path w="1231900" h="512444">
                  <a:moveTo>
                    <a:pt x="502361" y="127342"/>
                  </a:moveTo>
                  <a:lnTo>
                    <a:pt x="502119" y="125945"/>
                  </a:lnTo>
                  <a:lnTo>
                    <a:pt x="501916" y="124650"/>
                  </a:lnTo>
                  <a:lnTo>
                    <a:pt x="501027" y="119773"/>
                  </a:lnTo>
                  <a:lnTo>
                    <a:pt x="493522" y="121145"/>
                  </a:lnTo>
                  <a:lnTo>
                    <a:pt x="494398" y="125882"/>
                  </a:lnTo>
                  <a:lnTo>
                    <a:pt x="494842" y="128587"/>
                  </a:lnTo>
                  <a:lnTo>
                    <a:pt x="502361" y="127342"/>
                  </a:lnTo>
                  <a:close/>
                </a:path>
                <a:path w="1231900" h="512444">
                  <a:moveTo>
                    <a:pt x="503326" y="379044"/>
                  </a:moveTo>
                  <a:lnTo>
                    <a:pt x="495808" y="377812"/>
                  </a:lnTo>
                  <a:lnTo>
                    <a:pt x="494576" y="385330"/>
                  </a:lnTo>
                  <a:lnTo>
                    <a:pt x="502094" y="386562"/>
                  </a:lnTo>
                  <a:lnTo>
                    <a:pt x="503326" y="379044"/>
                  </a:lnTo>
                  <a:close/>
                </a:path>
                <a:path w="1231900" h="512444">
                  <a:moveTo>
                    <a:pt x="504723" y="142468"/>
                  </a:moveTo>
                  <a:lnTo>
                    <a:pt x="503834" y="136448"/>
                  </a:lnTo>
                  <a:lnTo>
                    <a:pt x="503593" y="134861"/>
                  </a:lnTo>
                  <a:lnTo>
                    <a:pt x="496074" y="136105"/>
                  </a:lnTo>
                  <a:lnTo>
                    <a:pt x="496125" y="136385"/>
                  </a:lnTo>
                  <a:lnTo>
                    <a:pt x="497179" y="143573"/>
                  </a:lnTo>
                  <a:lnTo>
                    <a:pt x="504723" y="142468"/>
                  </a:lnTo>
                  <a:close/>
                </a:path>
                <a:path w="1231900" h="512444">
                  <a:moveTo>
                    <a:pt x="505561" y="363842"/>
                  </a:moveTo>
                  <a:lnTo>
                    <a:pt x="498005" y="362864"/>
                  </a:lnTo>
                  <a:lnTo>
                    <a:pt x="497713" y="365023"/>
                  </a:lnTo>
                  <a:lnTo>
                    <a:pt x="496938" y="370344"/>
                  </a:lnTo>
                  <a:lnTo>
                    <a:pt x="504482" y="371449"/>
                  </a:lnTo>
                  <a:lnTo>
                    <a:pt x="505256" y="366128"/>
                  </a:lnTo>
                  <a:lnTo>
                    <a:pt x="505561" y="363842"/>
                  </a:lnTo>
                  <a:close/>
                </a:path>
                <a:path w="1231900" h="512444">
                  <a:moveTo>
                    <a:pt x="506742" y="157695"/>
                  </a:moveTo>
                  <a:lnTo>
                    <a:pt x="505764" y="150075"/>
                  </a:lnTo>
                  <a:lnTo>
                    <a:pt x="498208" y="151053"/>
                  </a:lnTo>
                  <a:lnTo>
                    <a:pt x="499148" y="158330"/>
                  </a:lnTo>
                  <a:lnTo>
                    <a:pt x="499173" y="158559"/>
                  </a:lnTo>
                  <a:lnTo>
                    <a:pt x="500722" y="158381"/>
                  </a:lnTo>
                  <a:lnTo>
                    <a:pt x="506742" y="157695"/>
                  </a:lnTo>
                  <a:close/>
                </a:path>
                <a:path w="1231900" h="512444">
                  <a:moveTo>
                    <a:pt x="507415" y="348653"/>
                  </a:moveTo>
                  <a:lnTo>
                    <a:pt x="499846" y="347802"/>
                  </a:lnTo>
                  <a:lnTo>
                    <a:pt x="499148" y="353910"/>
                  </a:lnTo>
                  <a:lnTo>
                    <a:pt x="498983" y="355307"/>
                  </a:lnTo>
                  <a:lnTo>
                    <a:pt x="506539" y="356285"/>
                  </a:lnTo>
                  <a:lnTo>
                    <a:pt x="507415" y="348653"/>
                  </a:lnTo>
                  <a:close/>
                </a:path>
                <a:path w="1231900" h="512444">
                  <a:moveTo>
                    <a:pt x="508406" y="172910"/>
                  </a:moveTo>
                  <a:lnTo>
                    <a:pt x="508101" y="169786"/>
                  </a:lnTo>
                  <a:lnTo>
                    <a:pt x="507606" y="165277"/>
                  </a:lnTo>
                  <a:lnTo>
                    <a:pt x="500024" y="166128"/>
                  </a:lnTo>
                  <a:lnTo>
                    <a:pt x="500430" y="169722"/>
                  </a:lnTo>
                  <a:lnTo>
                    <a:pt x="500811" y="173647"/>
                  </a:lnTo>
                  <a:lnTo>
                    <a:pt x="508406" y="172910"/>
                  </a:lnTo>
                  <a:close/>
                </a:path>
                <a:path w="1231900" h="512444">
                  <a:moveTo>
                    <a:pt x="508977" y="333438"/>
                  </a:moveTo>
                  <a:lnTo>
                    <a:pt x="501396" y="332701"/>
                  </a:lnTo>
                  <a:lnTo>
                    <a:pt x="500659" y="340283"/>
                  </a:lnTo>
                  <a:lnTo>
                    <a:pt x="508241" y="341020"/>
                  </a:lnTo>
                  <a:lnTo>
                    <a:pt x="508977" y="333438"/>
                  </a:lnTo>
                  <a:close/>
                </a:path>
                <a:path w="1231900" h="512444">
                  <a:moveTo>
                    <a:pt x="509765" y="188150"/>
                  </a:moveTo>
                  <a:lnTo>
                    <a:pt x="509130" y="180492"/>
                  </a:lnTo>
                  <a:lnTo>
                    <a:pt x="501548" y="181229"/>
                  </a:lnTo>
                  <a:lnTo>
                    <a:pt x="501561" y="181394"/>
                  </a:lnTo>
                  <a:lnTo>
                    <a:pt x="502170" y="188760"/>
                  </a:lnTo>
                  <a:lnTo>
                    <a:pt x="509765" y="188150"/>
                  </a:lnTo>
                  <a:close/>
                </a:path>
                <a:path w="1231900" h="512444">
                  <a:moveTo>
                    <a:pt x="510235" y="318122"/>
                  </a:moveTo>
                  <a:lnTo>
                    <a:pt x="502627" y="317627"/>
                  </a:lnTo>
                  <a:lnTo>
                    <a:pt x="502539" y="318922"/>
                  </a:lnTo>
                  <a:lnTo>
                    <a:pt x="502031" y="325158"/>
                  </a:lnTo>
                  <a:lnTo>
                    <a:pt x="509625" y="325780"/>
                  </a:lnTo>
                  <a:lnTo>
                    <a:pt x="510159" y="318973"/>
                  </a:lnTo>
                  <a:lnTo>
                    <a:pt x="510235" y="318122"/>
                  </a:lnTo>
                  <a:close/>
                </a:path>
                <a:path w="1231900" h="512444">
                  <a:moveTo>
                    <a:pt x="510844" y="203403"/>
                  </a:moveTo>
                  <a:lnTo>
                    <a:pt x="510336" y="195808"/>
                  </a:lnTo>
                  <a:lnTo>
                    <a:pt x="502729" y="196303"/>
                  </a:lnTo>
                  <a:lnTo>
                    <a:pt x="503237" y="203911"/>
                  </a:lnTo>
                  <a:lnTo>
                    <a:pt x="510844" y="203403"/>
                  </a:lnTo>
                  <a:close/>
                </a:path>
                <a:path w="1231900" h="512444">
                  <a:moveTo>
                    <a:pt x="511175" y="302856"/>
                  </a:moveTo>
                  <a:lnTo>
                    <a:pt x="503567" y="302475"/>
                  </a:lnTo>
                  <a:lnTo>
                    <a:pt x="503339" y="306768"/>
                  </a:lnTo>
                  <a:lnTo>
                    <a:pt x="503123" y="310019"/>
                  </a:lnTo>
                  <a:lnTo>
                    <a:pt x="510730" y="310527"/>
                  </a:lnTo>
                  <a:lnTo>
                    <a:pt x="510959" y="306819"/>
                  </a:lnTo>
                  <a:lnTo>
                    <a:pt x="511175" y="302856"/>
                  </a:lnTo>
                  <a:close/>
                </a:path>
                <a:path w="1231900" h="512444">
                  <a:moveTo>
                    <a:pt x="511632" y="218744"/>
                  </a:moveTo>
                  <a:lnTo>
                    <a:pt x="511594" y="217563"/>
                  </a:lnTo>
                  <a:lnTo>
                    <a:pt x="511251" y="211074"/>
                  </a:lnTo>
                  <a:lnTo>
                    <a:pt x="503643" y="211467"/>
                  </a:lnTo>
                  <a:lnTo>
                    <a:pt x="503948" y="217563"/>
                  </a:lnTo>
                  <a:lnTo>
                    <a:pt x="504012" y="219011"/>
                  </a:lnTo>
                  <a:lnTo>
                    <a:pt x="511632" y="218744"/>
                  </a:lnTo>
                  <a:close/>
                </a:path>
                <a:path w="1231900" h="512444">
                  <a:moveTo>
                    <a:pt x="511848" y="287578"/>
                  </a:moveTo>
                  <a:lnTo>
                    <a:pt x="504228" y="287299"/>
                  </a:lnTo>
                  <a:lnTo>
                    <a:pt x="503974" y="294398"/>
                  </a:lnTo>
                  <a:lnTo>
                    <a:pt x="503948" y="294855"/>
                  </a:lnTo>
                  <a:lnTo>
                    <a:pt x="511556" y="295249"/>
                  </a:lnTo>
                  <a:lnTo>
                    <a:pt x="511581" y="294449"/>
                  </a:lnTo>
                  <a:lnTo>
                    <a:pt x="511848" y="287578"/>
                  </a:lnTo>
                  <a:close/>
                </a:path>
                <a:path w="1231900" h="512444">
                  <a:moveTo>
                    <a:pt x="512127" y="234022"/>
                  </a:moveTo>
                  <a:lnTo>
                    <a:pt x="512051" y="230200"/>
                  </a:lnTo>
                  <a:lnTo>
                    <a:pt x="511911" y="226352"/>
                  </a:lnTo>
                  <a:lnTo>
                    <a:pt x="504291" y="226631"/>
                  </a:lnTo>
                  <a:lnTo>
                    <a:pt x="504418" y="230200"/>
                  </a:lnTo>
                  <a:lnTo>
                    <a:pt x="504418" y="230428"/>
                  </a:lnTo>
                  <a:lnTo>
                    <a:pt x="504507" y="234188"/>
                  </a:lnTo>
                  <a:lnTo>
                    <a:pt x="512127" y="234022"/>
                  </a:lnTo>
                  <a:close/>
                </a:path>
                <a:path w="1231900" h="512444">
                  <a:moveTo>
                    <a:pt x="512254" y="272288"/>
                  </a:moveTo>
                  <a:lnTo>
                    <a:pt x="504647" y="272122"/>
                  </a:lnTo>
                  <a:lnTo>
                    <a:pt x="504482" y="279742"/>
                  </a:lnTo>
                  <a:lnTo>
                    <a:pt x="512089" y="279908"/>
                  </a:lnTo>
                  <a:lnTo>
                    <a:pt x="512254" y="272288"/>
                  </a:lnTo>
                  <a:close/>
                </a:path>
                <a:path w="1231900" h="512444">
                  <a:moveTo>
                    <a:pt x="512368" y="249326"/>
                  </a:moveTo>
                  <a:lnTo>
                    <a:pt x="512292" y="241642"/>
                  </a:lnTo>
                  <a:lnTo>
                    <a:pt x="504672" y="241808"/>
                  </a:lnTo>
                  <a:lnTo>
                    <a:pt x="504698" y="243192"/>
                  </a:lnTo>
                  <a:lnTo>
                    <a:pt x="504748" y="249377"/>
                  </a:lnTo>
                  <a:lnTo>
                    <a:pt x="512368" y="249326"/>
                  </a:lnTo>
                  <a:close/>
                </a:path>
                <a:path w="1231900" h="512444">
                  <a:moveTo>
                    <a:pt x="512419" y="256997"/>
                  </a:moveTo>
                  <a:lnTo>
                    <a:pt x="504799" y="256946"/>
                  </a:lnTo>
                  <a:lnTo>
                    <a:pt x="504736" y="264566"/>
                  </a:lnTo>
                  <a:lnTo>
                    <a:pt x="512356" y="264617"/>
                  </a:lnTo>
                  <a:lnTo>
                    <a:pt x="512419" y="256997"/>
                  </a:lnTo>
                  <a:close/>
                </a:path>
                <a:path w="1231900" h="512444">
                  <a:moveTo>
                    <a:pt x="726808" y="246303"/>
                  </a:moveTo>
                  <a:lnTo>
                    <a:pt x="719188" y="246253"/>
                  </a:lnTo>
                  <a:lnTo>
                    <a:pt x="719137" y="253873"/>
                  </a:lnTo>
                  <a:lnTo>
                    <a:pt x="726744" y="253923"/>
                  </a:lnTo>
                  <a:lnTo>
                    <a:pt x="726808" y="246303"/>
                  </a:lnTo>
                  <a:close/>
                </a:path>
                <a:path w="1231900" h="512444">
                  <a:moveTo>
                    <a:pt x="726884" y="271919"/>
                  </a:moveTo>
                  <a:lnTo>
                    <a:pt x="726821" y="269125"/>
                  </a:lnTo>
                  <a:lnTo>
                    <a:pt x="726770" y="261493"/>
                  </a:lnTo>
                  <a:lnTo>
                    <a:pt x="719150" y="261543"/>
                  </a:lnTo>
                  <a:lnTo>
                    <a:pt x="719213" y="269163"/>
                  </a:lnTo>
                  <a:lnTo>
                    <a:pt x="722591" y="269151"/>
                  </a:lnTo>
                  <a:lnTo>
                    <a:pt x="719213" y="269214"/>
                  </a:lnTo>
                  <a:lnTo>
                    <a:pt x="719277" y="272084"/>
                  </a:lnTo>
                  <a:lnTo>
                    <a:pt x="726884" y="271919"/>
                  </a:lnTo>
                  <a:close/>
                </a:path>
                <a:path w="1231900" h="512444">
                  <a:moveTo>
                    <a:pt x="727087" y="231127"/>
                  </a:moveTo>
                  <a:lnTo>
                    <a:pt x="719467" y="230962"/>
                  </a:lnTo>
                  <a:lnTo>
                    <a:pt x="719302" y="238569"/>
                  </a:lnTo>
                  <a:lnTo>
                    <a:pt x="726922" y="238747"/>
                  </a:lnTo>
                  <a:lnTo>
                    <a:pt x="727087" y="231127"/>
                  </a:lnTo>
                  <a:close/>
                </a:path>
                <a:path w="1231900" h="512444">
                  <a:moveTo>
                    <a:pt x="727290" y="287096"/>
                  </a:moveTo>
                  <a:lnTo>
                    <a:pt x="727100" y="282092"/>
                  </a:lnTo>
                  <a:lnTo>
                    <a:pt x="727062" y="279527"/>
                  </a:lnTo>
                  <a:lnTo>
                    <a:pt x="719442" y="279692"/>
                  </a:lnTo>
                  <a:lnTo>
                    <a:pt x="719493" y="282092"/>
                  </a:lnTo>
                  <a:lnTo>
                    <a:pt x="719683" y="287375"/>
                  </a:lnTo>
                  <a:lnTo>
                    <a:pt x="727290" y="287096"/>
                  </a:lnTo>
                  <a:close/>
                </a:path>
                <a:path w="1231900" h="512444">
                  <a:moveTo>
                    <a:pt x="727659" y="216001"/>
                  </a:moveTo>
                  <a:lnTo>
                    <a:pt x="720051" y="215620"/>
                  </a:lnTo>
                  <a:lnTo>
                    <a:pt x="719937" y="217906"/>
                  </a:lnTo>
                  <a:lnTo>
                    <a:pt x="719747" y="223291"/>
                  </a:lnTo>
                  <a:lnTo>
                    <a:pt x="727354" y="223558"/>
                  </a:lnTo>
                  <a:lnTo>
                    <a:pt x="727557" y="217906"/>
                  </a:lnTo>
                  <a:lnTo>
                    <a:pt x="727659" y="216001"/>
                  </a:lnTo>
                  <a:close/>
                </a:path>
                <a:path w="1231900" h="512444">
                  <a:moveTo>
                    <a:pt x="727964" y="302260"/>
                  </a:moveTo>
                  <a:lnTo>
                    <a:pt x="727570" y="294652"/>
                  </a:lnTo>
                  <a:lnTo>
                    <a:pt x="719963" y="295046"/>
                  </a:lnTo>
                  <a:lnTo>
                    <a:pt x="720356" y="302653"/>
                  </a:lnTo>
                  <a:lnTo>
                    <a:pt x="727964" y="302260"/>
                  </a:lnTo>
                  <a:close/>
                </a:path>
                <a:path w="1231900" h="512444">
                  <a:moveTo>
                    <a:pt x="728497" y="200850"/>
                  </a:moveTo>
                  <a:lnTo>
                    <a:pt x="720902" y="200342"/>
                  </a:lnTo>
                  <a:lnTo>
                    <a:pt x="720585" y="205079"/>
                  </a:lnTo>
                  <a:lnTo>
                    <a:pt x="720432" y="208000"/>
                  </a:lnTo>
                  <a:lnTo>
                    <a:pt x="728052" y="208394"/>
                  </a:lnTo>
                  <a:lnTo>
                    <a:pt x="728192" y="205473"/>
                  </a:lnTo>
                  <a:lnTo>
                    <a:pt x="728497" y="200850"/>
                  </a:lnTo>
                  <a:close/>
                </a:path>
                <a:path w="1231900" h="512444">
                  <a:moveTo>
                    <a:pt x="728891" y="317411"/>
                  </a:moveTo>
                  <a:lnTo>
                    <a:pt x="728395" y="309816"/>
                  </a:lnTo>
                  <a:lnTo>
                    <a:pt x="720788" y="310311"/>
                  </a:lnTo>
                  <a:lnTo>
                    <a:pt x="721296" y="317919"/>
                  </a:lnTo>
                  <a:lnTo>
                    <a:pt x="728891" y="317411"/>
                  </a:lnTo>
                  <a:close/>
                </a:path>
                <a:path w="1231900" h="512444">
                  <a:moveTo>
                    <a:pt x="729615" y="185699"/>
                  </a:moveTo>
                  <a:lnTo>
                    <a:pt x="722020" y="185089"/>
                  </a:lnTo>
                  <a:lnTo>
                    <a:pt x="721410" y="192684"/>
                  </a:lnTo>
                  <a:lnTo>
                    <a:pt x="729005" y="193306"/>
                  </a:lnTo>
                  <a:lnTo>
                    <a:pt x="729615" y="185699"/>
                  </a:lnTo>
                  <a:close/>
                </a:path>
                <a:path w="1231900" h="512444">
                  <a:moveTo>
                    <a:pt x="730123" y="332486"/>
                  </a:moveTo>
                  <a:lnTo>
                    <a:pt x="729970" y="330835"/>
                  </a:lnTo>
                  <a:lnTo>
                    <a:pt x="729488" y="324954"/>
                  </a:lnTo>
                  <a:lnTo>
                    <a:pt x="721893" y="325577"/>
                  </a:lnTo>
                  <a:lnTo>
                    <a:pt x="722312" y="330835"/>
                  </a:lnTo>
                  <a:lnTo>
                    <a:pt x="722541" y="333222"/>
                  </a:lnTo>
                  <a:lnTo>
                    <a:pt x="730123" y="332486"/>
                  </a:lnTo>
                  <a:close/>
                </a:path>
                <a:path w="1231900" h="512444">
                  <a:moveTo>
                    <a:pt x="731012" y="170586"/>
                  </a:moveTo>
                  <a:lnTo>
                    <a:pt x="723430" y="169849"/>
                  </a:lnTo>
                  <a:lnTo>
                    <a:pt x="722693" y="177444"/>
                  </a:lnTo>
                  <a:lnTo>
                    <a:pt x="730288" y="178168"/>
                  </a:lnTo>
                  <a:lnTo>
                    <a:pt x="731012" y="170586"/>
                  </a:lnTo>
                  <a:close/>
                </a:path>
                <a:path w="1231900" h="512444">
                  <a:moveTo>
                    <a:pt x="731672" y="347586"/>
                  </a:moveTo>
                  <a:lnTo>
                    <a:pt x="731088" y="342506"/>
                  </a:lnTo>
                  <a:lnTo>
                    <a:pt x="730859" y="340067"/>
                  </a:lnTo>
                  <a:lnTo>
                    <a:pt x="723277" y="340804"/>
                  </a:lnTo>
                  <a:lnTo>
                    <a:pt x="723519" y="343357"/>
                  </a:lnTo>
                  <a:lnTo>
                    <a:pt x="724090" y="348449"/>
                  </a:lnTo>
                  <a:lnTo>
                    <a:pt x="731672" y="347586"/>
                  </a:lnTo>
                  <a:close/>
                </a:path>
                <a:path w="1231900" h="512444">
                  <a:moveTo>
                    <a:pt x="732739" y="155575"/>
                  </a:moveTo>
                  <a:lnTo>
                    <a:pt x="725182" y="154597"/>
                  </a:lnTo>
                  <a:lnTo>
                    <a:pt x="724827" y="157403"/>
                  </a:lnTo>
                  <a:lnTo>
                    <a:pt x="724281" y="162217"/>
                  </a:lnTo>
                  <a:lnTo>
                    <a:pt x="731850" y="163080"/>
                  </a:lnTo>
                  <a:lnTo>
                    <a:pt x="732370" y="158381"/>
                  </a:lnTo>
                  <a:lnTo>
                    <a:pt x="732739" y="155575"/>
                  </a:lnTo>
                  <a:close/>
                </a:path>
                <a:path w="1231900" h="512444">
                  <a:moveTo>
                    <a:pt x="733513" y="362648"/>
                  </a:moveTo>
                  <a:lnTo>
                    <a:pt x="732536" y="355092"/>
                  </a:lnTo>
                  <a:lnTo>
                    <a:pt x="724979" y="356069"/>
                  </a:lnTo>
                  <a:lnTo>
                    <a:pt x="725957" y="363626"/>
                  </a:lnTo>
                  <a:lnTo>
                    <a:pt x="733513" y="362648"/>
                  </a:lnTo>
                  <a:close/>
                </a:path>
                <a:path w="1231900" h="512444">
                  <a:moveTo>
                    <a:pt x="734809" y="140538"/>
                  </a:moveTo>
                  <a:lnTo>
                    <a:pt x="727265" y="139433"/>
                  </a:lnTo>
                  <a:lnTo>
                    <a:pt x="726160" y="147040"/>
                  </a:lnTo>
                  <a:lnTo>
                    <a:pt x="733717" y="148018"/>
                  </a:lnTo>
                  <a:lnTo>
                    <a:pt x="733818" y="147269"/>
                  </a:lnTo>
                  <a:lnTo>
                    <a:pt x="734809" y="140538"/>
                  </a:lnTo>
                  <a:close/>
                </a:path>
                <a:path w="1231900" h="512444">
                  <a:moveTo>
                    <a:pt x="735698" y="377609"/>
                  </a:moveTo>
                  <a:lnTo>
                    <a:pt x="735406" y="375843"/>
                  </a:lnTo>
                  <a:lnTo>
                    <a:pt x="734568" y="370141"/>
                  </a:lnTo>
                  <a:lnTo>
                    <a:pt x="727024" y="371246"/>
                  </a:lnTo>
                  <a:lnTo>
                    <a:pt x="727697" y="375843"/>
                  </a:lnTo>
                  <a:lnTo>
                    <a:pt x="728167" y="378841"/>
                  </a:lnTo>
                  <a:lnTo>
                    <a:pt x="735698" y="377609"/>
                  </a:lnTo>
                  <a:close/>
                </a:path>
                <a:path w="1231900" h="512444">
                  <a:moveTo>
                    <a:pt x="737184" y="125628"/>
                  </a:moveTo>
                  <a:lnTo>
                    <a:pt x="729691" y="124244"/>
                  </a:lnTo>
                  <a:lnTo>
                    <a:pt x="728433" y="131838"/>
                  </a:lnTo>
                  <a:lnTo>
                    <a:pt x="735952" y="133070"/>
                  </a:lnTo>
                  <a:lnTo>
                    <a:pt x="737133" y="125945"/>
                  </a:lnTo>
                  <a:lnTo>
                    <a:pt x="737184" y="125628"/>
                  </a:lnTo>
                  <a:close/>
                </a:path>
                <a:path w="1231900" h="512444">
                  <a:moveTo>
                    <a:pt x="738263" y="392557"/>
                  </a:moveTo>
                  <a:lnTo>
                    <a:pt x="737133" y="386346"/>
                  </a:lnTo>
                  <a:lnTo>
                    <a:pt x="736930" y="385127"/>
                  </a:lnTo>
                  <a:lnTo>
                    <a:pt x="729488" y="386346"/>
                  </a:lnTo>
                  <a:lnTo>
                    <a:pt x="729627" y="387654"/>
                  </a:lnTo>
                  <a:lnTo>
                    <a:pt x="730770" y="393928"/>
                  </a:lnTo>
                  <a:lnTo>
                    <a:pt x="738263" y="392557"/>
                  </a:lnTo>
                  <a:close/>
                </a:path>
                <a:path w="1231900" h="512444">
                  <a:moveTo>
                    <a:pt x="740029" y="110718"/>
                  </a:moveTo>
                  <a:lnTo>
                    <a:pt x="732561" y="109207"/>
                  </a:lnTo>
                  <a:lnTo>
                    <a:pt x="731532" y="114261"/>
                  </a:lnTo>
                  <a:lnTo>
                    <a:pt x="731075" y="116751"/>
                  </a:lnTo>
                  <a:lnTo>
                    <a:pt x="738568" y="118122"/>
                  </a:lnTo>
                  <a:lnTo>
                    <a:pt x="738987" y="115785"/>
                  </a:lnTo>
                  <a:lnTo>
                    <a:pt x="740029" y="110718"/>
                  </a:lnTo>
                  <a:close/>
                </a:path>
                <a:path w="1231900" h="512444">
                  <a:moveTo>
                    <a:pt x="741222" y="407352"/>
                  </a:moveTo>
                  <a:lnTo>
                    <a:pt x="741006" y="406412"/>
                  </a:lnTo>
                  <a:lnTo>
                    <a:pt x="739698" y="399961"/>
                  </a:lnTo>
                  <a:lnTo>
                    <a:pt x="732231" y="401485"/>
                  </a:lnTo>
                  <a:lnTo>
                    <a:pt x="733780" y="409016"/>
                  </a:lnTo>
                  <a:lnTo>
                    <a:pt x="741222" y="407352"/>
                  </a:lnTo>
                  <a:close/>
                </a:path>
                <a:path w="1231900" h="512444">
                  <a:moveTo>
                    <a:pt x="743242" y="95999"/>
                  </a:moveTo>
                  <a:lnTo>
                    <a:pt x="735850" y="94157"/>
                  </a:lnTo>
                  <a:lnTo>
                    <a:pt x="734148" y="101676"/>
                  </a:lnTo>
                  <a:lnTo>
                    <a:pt x="741578" y="103339"/>
                  </a:lnTo>
                  <a:lnTo>
                    <a:pt x="743115" y="96507"/>
                  </a:lnTo>
                  <a:lnTo>
                    <a:pt x="743242" y="95999"/>
                  </a:lnTo>
                  <a:close/>
                </a:path>
                <a:path w="1231900" h="512444">
                  <a:moveTo>
                    <a:pt x="744677" y="422109"/>
                  </a:moveTo>
                  <a:lnTo>
                    <a:pt x="743115" y="415785"/>
                  </a:lnTo>
                  <a:lnTo>
                    <a:pt x="742886" y="414782"/>
                  </a:lnTo>
                  <a:lnTo>
                    <a:pt x="735457" y="416458"/>
                  </a:lnTo>
                  <a:lnTo>
                    <a:pt x="735698" y="417537"/>
                  </a:lnTo>
                  <a:lnTo>
                    <a:pt x="737285" y="423938"/>
                  </a:lnTo>
                  <a:lnTo>
                    <a:pt x="744677" y="422109"/>
                  </a:lnTo>
                  <a:close/>
                </a:path>
                <a:path w="1231900" h="512444">
                  <a:moveTo>
                    <a:pt x="747026" y="81330"/>
                  </a:moveTo>
                  <a:lnTo>
                    <a:pt x="739686" y="79324"/>
                  </a:lnTo>
                  <a:lnTo>
                    <a:pt x="738009" y="85432"/>
                  </a:lnTo>
                  <a:lnTo>
                    <a:pt x="737679" y="86766"/>
                  </a:lnTo>
                  <a:lnTo>
                    <a:pt x="745083" y="88595"/>
                  </a:lnTo>
                  <a:lnTo>
                    <a:pt x="745363" y="87439"/>
                  </a:lnTo>
                  <a:lnTo>
                    <a:pt x="747026" y="81330"/>
                  </a:lnTo>
                  <a:close/>
                </a:path>
                <a:path w="1231900" h="512444">
                  <a:moveTo>
                    <a:pt x="748652" y="436626"/>
                  </a:moveTo>
                  <a:lnTo>
                    <a:pt x="747725" y="433539"/>
                  </a:lnTo>
                  <a:lnTo>
                    <a:pt x="746594" y="429387"/>
                  </a:lnTo>
                  <a:lnTo>
                    <a:pt x="739254" y="431393"/>
                  </a:lnTo>
                  <a:lnTo>
                    <a:pt x="740410" y="435635"/>
                  </a:lnTo>
                  <a:lnTo>
                    <a:pt x="741362" y="438810"/>
                  </a:lnTo>
                  <a:lnTo>
                    <a:pt x="748652" y="436626"/>
                  </a:lnTo>
                  <a:close/>
                </a:path>
                <a:path w="1231900" h="512444">
                  <a:moveTo>
                    <a:pt x="751382" y="66929"/>
                  </a:moveTo>
                  <a:lnTo>
                    <a:pt x="744156" y="64541"/>
                  </a:lnTo>
                  <a:lnTo>
                    <a:pt x="742975" y="68110"/>
                  </a:lnTo>
                  <a:lnTo>
                    <a:pt x="741832" y="71907"/>
                  </a:lnTo>
                  <a:lnTo>
                    <a:pt x="749134" y="74104"/>
                  </a:lnTo>
                  <a:lnTo>
                    <a:pt x="750201" y="70497"/>
                  </a:lnTo>
                  <a:lnTo>
                    <a:pt x="751382" y="66929"/>
                  </a:lnTo>
                  <a:close/>
                </a:path>
                <a:path w="1231900" h="512444">
                  <a:moveTo>
                    <a:pt x="753262" y="450913"/>
                  </a:moveTo>
                  <a:lnTo>
                    <a:pt x="752792" y="449618"/>
                  </a:lnTo>
                  <a:lnTo>
                    <a:pt x="750874" y="443801"/>
                  </a:lnTo>
                  <a:lnTo>
                    <a:pt x="743635" y="446189"/>
                  </a:lnTo>
                  <a:lnTo>
                    <a:pt x="745591" y="452120"/>
                  </a:lnTo>
                  <a:lnTo>
                    <a:pt x="746099" y="453529"/>
                  </a:lnTo>
                  <a:lnTo>
                    <a:pt x="753262" y="450913"/>
                  </a:lnTo>
                  <a:close/>
                </a:path>
                <a:path w="1231900" h="512444">
                  <a:moveTo>
                    <a:pt x="756475" y="52832"/>
                  </a:moveTo>
                  <a:lnTo>
                    <a:pt x="749401" y="49987"/>
                  </a:lnTo>
                  <a:lnTo>
                    <a:pt x="748398" y="52463"/>
                  </a:lnTo>
                  <a:lnTo>
                    <a:pt x="746671" y="57226"/>
                  </a:lnTo>
                  <a:lnTo>
                    <a:pt x="753821" y="59842"/>
                  </a:lnTo>
                  <a:lnTo>
                    <a:pt x="755472" y="55308"/>
                  </a:lnTo>
                  <a:lnTo>
                    <a:pt x="755523" y="55181"/>
                  </a:lnTo>
                  <a:lnTo>
                    <a:pt x="756475" y="52832"/>
                  </a:lnTo>
                  <a:close/>
                </a:path>
                <a:path w="1231900" h="512444">
                  <a:moveTo>
                    <a:pt x="758685" y="464870"/>
                  </a:moveTo>
                  <a:lnTo>
                    <a:pt x="758304" y="464032"/>
                  </a:lnTo>
                  <a:lnTo>
                    <a:pt x="755853" y="457949"/>
                  </a:lnTo>
                  <a:lnTo>
                    <a:pt x="748792" y="460794"/>
                  </a:lnTo>
                  <a:lnTo>
                    <a:pt x="751230" y="466877"/>
                  </a:lnTo>
                  <a:lnTo>
                    <a:pt x="751725" y="467969"/>
                  </a:lnTo>
                  <a:lnTo>
                    <a:pt x="758685" y="464870"/>
                  </a:lnTo>
                  <a:close/>
                </a:path>
                <a:path w="1231900" h="512444">
                  <a:moveTo>
                    <a:pt x="762508" y="39166"/>
                  </a:moveTo>
                  <a:lnTo>
                    <a:pt x="755688" y="35775"/>
                  </a:lnTo>
                  <a:lnTo>
                    <a:pt x="754291" y="38582"/>
                  </a:lnTo>
                  <a:lnTo>
                    <a:pt x="752398" y="42824"/>
                  </a:lnTo>
                  <a:lnTo>
                    <a:pt x="759358" y="45923"/>
                  </a:lnTo>
                  <a:lnTo>
                    <a:pt x="761111" y="41973"/>
                  </a:lnTo>
                  <a:lnTo>
                    <a:pt x="761174" y="41833"/>
                  </a:lnTo>
                  <a:lnTo>
                    <a:pt x="762508" y="39166"/>
                  </a:lnTo>
                  <a:close/>
                </a:path>
                <a:path w="1231900" h="512444">
                  <a:moveTo>
                    <a:pt x="765187" y="478269"/>
                  </a:moveTo>
                  <a:lnTo>
                    <a:pt x="764133" y="476402"/>
                  </a:lnTo>
                  <a:lnTo>
                    <a:pt x="764044" y="476237"/>
                  </a:lnTo>
                  <a:lnTo>
                    <a:pt x="761784" y="471652"/>
                  </a:lnTo>
                  <a:lnTo>
                    <a:pt x="754951" y="475056"/>
                  </a:lnTo>
                  <a:lnTo>
                    <a:pt x="757313" y="479793"/>
                  </a:lnTo>
                  <a:lnTo>
                    <a:pt x="758532" y="481977"/>
                  </a:lnTo>
                  <a:lnTo>
                    <a:pt x="765187" y="478269"/>
                  </a:lnTo>
                  <a:close/>
                </a:path>
                <a:path w="1231900" h="512444">
                  <a:moveTo>
                    <a:pt x="769835" y="26276"/>
                  </a:moveTo>
                  <a:lnTo>
                    <a:pt x="763397" y="22199"/>
                  </a:lnTo>
                  <a:lnTo>
                    <a:pt x="760615" y="26593"/>
                  </a:lnTo>
                  <a:lnTo>
                    <a:pt x="759333" y="28879"/>
                  </a:lnTo>
                  <a:lnTo>
                    <a:pt x="765987" y="32600"/>
                  </a:lnTo>
                  <a:lnTo>
                    <a:pt x="767067" y="30657"/>
                  </a:lnTo>
                  <a:lnTo>
                    <a:pt x="767168" y="30480"/>
                  </a:lnTo>
                  <a:lnTo>
                    <a:pt x="769835" y="26276"/>
                  </a:lnTo>
                  <a:close/>
                </a:path>
                <a:path w="1231900" h="512444">
                  <a:moveTo>
                    <a:pt x="773176" y="490689"/>
                  </a:moveTo>
                  <a:lnTo>
                    <a:pt x="770267" y="486689"/>
                  </a:lnTo>
                  <a:lnTo>
                    <a:pt x="768959" y="484644"/>
                  </a:lnTo>
                  <a:lnTo>
                    <a:pt x="762520" y="488708"/>
                  </a:lnTo>
                  <a:lnTo>
                    <a:pt x="763765" y="490689"/>
                  </a:lnTo>
                  <a:lnTo>
                    <a:pt x="767003" y="495173"/>
                  </a:lnTo>
                  <a:lnTo>
                    <a:pt x="773176" y="490689"/>
                  </a:lnTo>
                  <a:close/>
                </a:path>
                <a:path w="1231900" h="512444">
                  <a:moveTo>
                    <a:pt x="778967" y="15201"/>
                  </a:moveTo>
                  <a:lnTo>
                    <a:pt x="773607" y="9791"/>
                  </a:lnTo>
                  <a:lnTo>
                    <a:pt x="770763" y="12623"/>
                  </a:lnTo>
                  <a:lnTo>
                    <a:pt x="768223" y="15633"/>
                  </a:lnTo>
                  <a:lnTo>
                    <a:pt x="774039" y="20561"/>
                  </a:lnTo>
                  <a:lnTo>
                    <a:pt x="776376" y="17792"/>
                  </a:lnTo>
                  <a:lnTo>
                    <a:pt x="776617" y="17538"/>
                  </a:lnTo>
                  <a:lnTo>
                    <a:pt x="778967" y="15201"/>
                  </a:lnTo>
                  <a:close/>
                </a:path>
                <a:path w="1231900" h="512444">
                  <a:moveTo>
                    <a:pt x="782891" y="500405"/>
                  </a:moveTo>
                  <a:lnTo>
                    <a:pt x="782650" y="500202"/>
                  </a:lnTo>
                  <a:lnTo>
                    <a:pt x="779805" y="497903"/>
                  </a:lnTo>
                  <a:lnTo>
                    <a:pt x="779500" y="497649"/>
                  </a:lnTo>
                  <a:lnTo>
                    <a:pt x="779691" y="497814"/>
                  </a:lnTo>
                  <a:lnTo>
                    <a:pt x="779526" y="497649"/>
                  </a:lnTo>
                  <a:lnTo>
                    <a:pt x="777811" y="495935"/>
                  </a:lnTo>
                  <a:lnTo>
                    <a:pt x="772439" y="501345"/>
                  </a:lnTo>
                  <a:lnTo>
                    <a:pt x="774420" y="503313"/>
                  </a:lnTo>
                  <a:lnTo>
                    <a:pt x="774712" y="503580"/>
                  </a:lnTo>
                  <a:lnTo>
                    <a:pt x="778205" y="506399"/>
                  </a:lnTo>
                  <a:lnTo>
                    <a:pt x="778865" y="506844"/>
                  </a:lnTo>
                  <a:lnTo>
                    <a:pt x="782840" y="500468"/>
                  </a:lnTo>
                  <a:lnTo>
                    <a:pt x="782789" y="500341"/>
                  </a:lnTo>
                  <a:close/>
                </a:path>
                <a:path w="1231900" h="512444">
                  <a:moveTo>
                    <a:pt x="790282" y="8242"/>
                  </a:moveTo>
                  <a:lnTo>
                    <a:pt x="788022" y="965"/>
                  </a:lnTo>
                  <a:lnTo>
                    <a:pt x="786638" y="1397"/>
                  </a:lnTo>
                  <a:lnTo>
                    <a:pt x="786218" y="1562"/>
                  </a:lnTo>
                  <a:lnTo>
                    <a:pt x="782612" y="3162"/>
                  </a:lnTo>
                  <a:lnTo>
                    <a:pt x="782142" y="3416"/>
                  </a:lnTo>
                  <a:lnTo>
                    <a:pt x="780262" y="4584"/>
                  </a:lnTo>
                  <a:lnTo>
                    <a:pt x="784288" y="11049"/>
                  </a:lnTo>
                  <a:lnTo>
                    <a:pt x="785774" y="10121"/>
                  </a:lnTo>
                  <a:lnTo>
                    <a:pt x="785977" y="10007"/>
                  </a:lnTo>
                  <a:lnTo>
                    <a:pt x="786231" y="9880"/>
                  </a:lnTo>
                  <a:lnTo>
                    <a:pt x="788962" y="8674"/>
                  </a:lnTo>
                  <a:lnTo>
                    <a:pt x="789139" y="8597"/>
                  </a:lnTo>
                  <a:lnTo>
                    <a:pt x="789381" y="8521"/>
                  </a:lnTo>
                  <a:lnTo>
                    <a:pt x="790282" y="8242"/>
                  </a:lnTo>
                  <a:close/>
                </a:path>
                <a:path w="1231900" h="512444">
                  <a:moveTo>
                    <a:pt x="795223" y="504748"/>
                  </a:moveTo>
                  <a:lnTo>
                    <a:pt x="793457" y="504672"/>
                  </a:lnTo>
                  <a:lnTo>
                    <a:pt x="793584" y="504672"/>
                  </a:lnTo>
                  <a:lnTo>
                    <a:pt x="791946" y="504456"/>
                  </a:lnTo>
                  <a:lnTo>
                    <a:pt x="790816" y="504190"/>
                  </a:lnTo>
                  <a:lnTo>
                    <a:pt x="790549" y="504151"/>
                  </a:lnTo>
                  <a:lnTo>
                    <a:pt x="790422" y="504101"/>
                  </a:lnTo>
                  <a:lnTo>
                    <a:pt x="789381" y="503770"/>
                  </a:lnTo>
                  <a:lnTo>
                    <a:pt x="789139" y="503707"/>
                  </a:lnTo>
                  <a:lnTo>
                    <a:pt x="789317" y="503770"/>
                  </a:lnTo>
                  <a:lnTo>
                    <a:pt x="789127" y="503707"/>
                  </a:lnTo>
                  <a:lnTo>
                    <a:pt x="786053" y="510667"/>
                  </a:lnTo>
                  <a:lnTo>
                    <a:pt x="786638" y="510895"/>
                  </a:lnTo>
                  <a:lnTo>
                    <a:pt x="788466" y="511467"/>
                  </a:lnTo>
                  <a:lnTo>
                    <a:pt x="790943" y="512013"/>
                  </a:lnTo>
                  <a:lnTo>
                    <a:pt x="792784" y="512254"/>
                  </a:lnTo>
                  <a:lnTo>
                    <a:pt x="794880" y="512356"/>
                  </a:lnTo>
                  <a:lnTo>
                    <a:pt x="795223" y="504748"/>
                  </a:lnTo>
                  <a:close/>
                </a:path>
                <a:path w="1231900" h="512444">
                  <a:moveTo>
                    <a:pt x="801230" y="503682"/>
                  </a:moveTo>
                  <a:lnTo>
                    <a:pt x="801001" y="503770"/>
                  </a:lnTo>
                  <a:lnTo>
                    <a:pt x="801230" y="503682"/>
                  </a:lnTo>
                  <a:close/>
                </a:path>
                <a:path w="1231900" h="512444">
                  <a:moveTo>
                    <a:pt x="803160" y="7620"/>
                  </a:moveTo>
                  <a:lnTo>
                    <a:pt x="796848" y="7620"/>
                  </a:lnTo>
                  <a:lnTo>
                    <a:pt x="796645" y="7620"/>
                  </a:lnTo>
                  <a:lnTo>
                    <a:pt x="798156" y="7810"/>
                  </a:lnTo>
                  <a:lnTo>
                    <a:pt x="799680" y="8153"/>
                  </a:lnTo>
                  <a:lnTo>
                    <a:pt x="800900" y="8521"/>
                  </a:lnTo>
                  <a:lnTo>
                    <a:pt x="801192" y="8610"/>
                  </a:lnTo>
                  <a:lnTo>
                    <a:pt x="802474" y="9182"/>
                  </a:lnTo>
                  <a:lnTo>
                    <a:pt x="802690" y="8674"/>
                  </a:lnTo>
                  <a:lnTo>
                    <a:pt x="802906" y="8191"/>
                  </a:lnTo>
                  <a:lnTo>
                    <a:pt x="803071" y="7835"/>
                  </a:lnTo>
                  <a:lnTo>
                    <a:pt x="803160" y="7620"/>
                  </a:lnTo>
                  <a:close/>
                </a:path>
                <a:path w="1231900" h="512444">
                  <a:moveTo>
                    <a:pt x="805573" y="2209"/>
                  </a:moveTo>
                  <a:lnTo>
                    <a:pt x="796861" y="0"/>
                  </a:lnTo>
                  <a:lnTo>
                    <a:pt x="796518" y="7594"/>
                  </a:lnTo>
                  <a:lnTo>
                    <a:pt x="803160" y="7620"/>
                  </a:lnTo>
                  <a:lnTo>
                    <a:pt x="805573" y="2209"/>
                  </a:lnTo>
                  <a:close/>
                </a:path>
                <a:path w="1231900" h="512444">
                  <a:moveTo>
                    <a:pt x="811263" y="506958"/>
                  </a:moveTo>
                  <a:lnTo>
                    <a:pt x="808431" y="502424"/>
                  </a:lnTo>
                  <a:lnTo>
                    <a:pt x="807237" y="500494"/>
                  </a:lnTo>
                  <a:lnTo>
                    <a:pt x="804545" y="502170"/>
                  </a:lnTo>
                  <a:lnTo>
                    <a:pt x="804379" y="502272"/>
                  </a:lnTo>
                  <a:lnTo>
                    <a:pt x="801344" y="503618"/>
                  </a:lnTo>
                  <a:lnTo>
                    <a:pt x="803668" y="510895"/>
                  </a:lnTo>
                  <a:lnTo>
                    <a:pt x="804087" y="510743"/>
                  </a:lnTo>
                  <a:lnTo>
                    <a:pt x="807707" y="509130"/>
                  </a:lnTo>
                  <a:lnTo>
                    <a:pt x="808177" y="508889"/>
                  </a:lnTo>
                  <a:lnTo>
                    <a:pt x="811263" y="506958"/>
                  </a:lnTo>
                  <a:close/>
                </a:path>
                <a:path w="1231900" h="512444">
                  <a:moveTo>
                    <a:pt x="818896" y="11950"/>
                  </a:moveTo>
                  <a:lnTo>
                    <a:pt x="815886" y="8978"/>
                  </a:lnTo>
                  <a:lnTo>
                    <a:pt x="815594" y="8712"/>
                  </a:lnTo>
                  <a:lnTo>
                    <a:pt x="812952" y="6578"/>
                  </a:lnTo>
                  <a:lnTo>
                    <a:pt x="808177" y="12509"/>
                  </a:lnTo>
                  <a:lnTo>
                    <a:pt x="810501" y="14389"/>
                  </a:lnTo>
                  <a:lnTo>
                    <a:pt x="810818" y="14643"/>
                  </a:lnTo>
                  <a:lnTo>
                    <a:pt x="810615" y="14490"/>
                  </a:lnTo>
                  <a:lnTo>
                    <a:pt x="813523" y="17360"/>
                  </a:lnTo>
                  <a:lnTo>
                    <a:pt x="816216" y="14643"/>
                  </a:lnTo>
                  <a:lnTo>
                    <a:pt x="818896" y="11950"/>
                  </a:lnTo>
                  <a:close/>
                </a:path>
                <a:path w="1231900" h="512444">
                  <a:moveTo>
                    <a:pt x="823175" y="495338"/>
                  </a:moveTo>
                  <a:lnTo>
                    <a:pt x="822363" y="494753"/>
                  </a:lnTo>
                  <a:lnTo>
                    <a:pt x="817206" y="491007"/>
                  </a:lnTo>
                  <a:lnTo>
                    <a:pt x="817016" y="490867"/>
                  </a:lnTo>
                  <a:lnTo>
                    <a:pt x="813930" y="494512"/>
                  </a:lnTo>
                  <a:lnTo>
                    <a:pt x="813803" y="494665"/>
                  </a:lnTo>
                  <a:lnTo>
                    <a:pt x="812355" y="496087"/>
                  </a:lnTo>
                  <a:lnTo>
                    <a:pt x="817727" y="501497"/>
                  </a:lnTo>
                  <a:lnTo>
                    <a:pt x="819315" y="499922"/>
                  </a:lnTo>
                  <a:lnTo>
                    <a:pt x="822896" y="495706"/>
                  </a:lnTo>
                  <a:lnTo>
                    <a:pt x="823175" y="495338"/>
                  </a:lnTo>
                  <a:close/>
                </a:path>
                <a:path w="1231900" h="512444">
                  <a:moveTo>
                    <a:pt x="828548" y="24790"/>
                  </a:moveTo>
                  <a:lnTo>
                    <a:pt x="826490" y="21539"/>
                  </a:lnTo>
                  <a:lnTo>
                    <a:pt x="824141" y="18288"/>
                  </a:lnTo>
                  <a:lnTo>
                    <a:pt x="817981" y="22758"/>
                  </a:lnTo>
                  <a:lnTo>
                    <a:pt x="820089" y="25692"/>
                  </a:lnTo>
                  <a:lnTo>
                    <a:pt x="822109" y="28867"/>
                  </a:lnTo>
                  <a:lnTo>
                    <a:pt x="826935" y="25806"/>
                  </a:lnTo>
                  <a:lnTo>
                    <a:pt x="828548" y="24790"/>
                  </a:lnTo>
                  <a:close/>
                </a:path>
                <a:path w="1231900" h="512444">
                  <a:moveTo>
                    <a:pt x="831672" y="482168"/>
                  </a:moveTo>
                  <a:lnTo>
                    <a:pt x="831024" y="481812"/>
                  </a:lnTo>
                  <a:lnTo>
                    <a:pt x="825017" y="478447"/>
                  </a:lnTo>
                  <a:lnTo>
                    <a:pt x="823239" y="481634"/>
                  </a:lnTo>
                  <a:lnTo>
                    <a:pt x="821232" y="484822"/>
                  </a:lnTo>
                  <a:lnTo>
                    <a:pt x="827671" y="488886"/>
                  </a:lnTo>
                  <a:lnTo>
                    <a:pt x="829691" y="485711"/>
                  </a:lnTo>
                  <a:lnTo>
                    <a:pt x="831672" y="482168"/>
                  </a:lnTo>
                  <a:close/>
                </a:path>
                <a:path w="1231900" h="512444">
                  <a:moveTo>
                    <a:pt x="835990" y="38519"/>
                  </a:moveTo>
                  <a:lnTo>
                    <a:pt x="834758" y="36055"/>
                  </a:lnTo>
                  <a:lnTo>
                    <a:pt x="832993" y="32499"/>
                  </a:lnTo>
                  <a:lnTo>
                    <a:pt x="832472" y="31559"/>
                  </a:lnTo>
                  <a:lnTo>
                    <a:pt x="825817" y="35280"/>
                  </a:lnTo>
                  <a:lnTo>
                    <a:pt x="826173" y="35902"/>
                  </a:lnTo>
                  <a:lnTo>
                    <a:pt x="829170" y="41922"/>
                  </a:lnTo>
                  <a:lnTo>
                    <a:pt x="835990" y="38519"/>
                  </a:lnTo>
                  <a:close/>
                </a:path>
                <a:path w="1231900" h="512444">
                  <a:moveTo>
                    <a:pt x="838504" y="468172"/>
                  </a:moveTo>
                  <a:lnTo>
                    <a:pt x="831545" y="465061"/>
                  </a:lnTo>
                  <a:lnTo>
                    <a:pt x="829183" y="470319"/>
                  </a:lnTo>
                  <a:lnTo>
                    <a:pt x="829132" y="470458"/>
                  </a:lnTo>
                  <a:lnTo>
                    <a:pt x="828446" y="471843"/>
                  </a:lnTo>
                  <a:lnTo>
                    <a:pt x="835266" y="475234"/>
                  </a:lnTo>
                  <a:lnTo>
                    <a:pt x="836015" y="473710"/>
                  </a:lnTo>
                  <a:lnTo>
                    <a:pt x="837476" y="470458"/>
                  </a:lnTo>
                  <a:lnTo>
                    <a:pt x="838504" y="468172"/>
                  </a:lnTo>
                  <a:close/>
                </a:path>
                <a:path w="1231900" h="512444">
                  <a:moveTo>
                    <a:pt x="842086" y="52959"/>
                  </a:moveTo>
                  <a:lnTo>
                    <a:pt x="841959" y="52578"/>
                  </a:lnTo>
                  <a:lnTo>
                    <a:pt x="839216" y="45758"/>
                  </a:lnTo>
                  <a:lnTo>
                    <a:pt x="832142" y="48602"/>
                  </a:lnTo>
                  <a:lnTo>
                    <a:pt x="834936" y="55562"/>
                  </a:lnTo>
                  <a:lnTo>
                    <a:pt x="842086" y="52959"/>
                  </a:lnTo>
                  <a:close/>
                </a:path>
                <a:path w="1231900" h="512444">
                  <a:moveTo>
                    <a:pt x="844130" y="453720"/>
                  </a:moveTo>
                  <a:lnTo>
                    <a:pt x="836980" y="451116"/>
                  </a:lnTo>
                  <a:lnTo>
                    <a:pt x="834834" y="456996"/>
                  </a:lnTo>
                  <a:lnTo>
                    <a:pt x="834377" y="458139"/>
                  </a:lnTo>
                  <a:lnTo>
                    <a:pt x="841451" y="460984"/>
                  </a:lnTo>
                  <a:lnTo>
                    <a:pt x="841908" y="459841"/>
                  </a:lnTo>
                  <a:lnTo>
                    <a:pt x="842899" y="457111"/>
                  </a:lnTo>
                  <a:lnTo>
                    <a:pt x="844130" y="453720"/>
                  </a:lnTo>
                  <a:close/>
                </a:path>
                <a:path w="1231900" h="512444">
                  <a:moveTo>
                    <a:pt x="847128" y="67462"/>
                  </a:moveTo>
                  <a:lnTo>
                    <a:pt x="844740" y="60223"/>
                  </a:lnTo>
                  <a:lnTo>
                    <a:pt x="837501" y="62611"/>
                  </a:lnTo>
                  <a:lnTo>
                    <a:pt x="839889" y="69850"/>
                  </a:lnTo>
                  <a:lnTo>
                    <a:pt x="847128" y="67462"/>
                  </a:lnTo>
                  <a:close/>
                </a:path>
                <a:path w="1231900" h="512444">
                  <a:moveTo>
                    <a:pt x="848893" y="439013"/>
                  </a:moveTo>
                  <a:lnTo>
                    <a:pt x="841590" y="436829"/>
                  </a:lnTo>
                  <a:lnTo>
                    <a:pt x="840105" y="441794"/>
                  </a:lnTo>
                  <a:lnTo>
                    <a:pt x="839368" y="444004"/>
                  </a:lnTo>
                  <a:lnTo>
                    <a:pt x="846607" y="446392"/>
                  </a:lnTo>
                  <a:lnTo>
                    <a:pt x="847344" y="444182"/>
                  </a:lnTo>
                  <a:lnTo>
                    <a:pt x="848017" y="441896"/>
                  </a:lnTo>
                  <a:lnTo>
                    <a:pt x="848893" y="439013"/>
                  </a:lnTo>
                  <a:close/>
                </a:path>
                <a:path w="1231900" h="512444">
                  <a:moveTo>
                    <a:pt x="851446" y="82283"/>
                  </a:moveTo>
                  <a:lnTo>
                    <a:pt x="850011" y="77038"/>
                  </a:lnTo>
                  <a:lnTo>
                    <a:pt x="849363" y="74853"/>
                  </a:lnTo>
                  <a:lnTo>
                    <a:pt x="842060" y="77038"/>
                  </a:lnTo>
                  <a:lnTo>
                    <a:pt x="842556" y="78663"/>
                  </a:lnTo>
                  <a:lnTo>
                    <a:pt x="844092" y="84289"/>
                  </a:lnTo>
                  <a:lnTo>
                    <a:pt x="851446" y="82283"/>
                  </a:lnTo>
                  <a:close/>
                </a:path>
                <a:path w="1231900" h="512444">
                  <a:moveTo>
                    <a:pt x="852970" y="424141"/>
                  </a:moveTo>
                  <a:lnTo>
                    <a:pt x="845578" y="422313"/>
                  </a:lnTo>
                  <a:lnTo>
                    <a:pt x="844943" y="424865"/>
                  </a:lnTo>
                  <a:lnTo>
                    <a:pt x="843661" y="429590"/>
                  </a:lnTo>
                  <a:lnTo>
                    <a:pt x="851014" y="431596"/>
                  </a:lnTo>
                  <a:lnTo>
                    <a:pt x="852297" y="426872"/>
                  </a:lnTo>
                  <a:lnTo>
                    <a:pt x="852766" y="424942"/>
                  </a:lnTo>
                  <a:lnTo>
                    <a:pt x="852970" y="424141"/>
                  </a:lnTo>
                  <a:close/>
                </a:path>
                <a:path w="1231900" h="512444">
                  <a:moveTo>
                    <a:pt x="855167" y="97231"/>
                  </a:moveTo>
                  <a:lnTo>
                    <a:pt x="854608" y="94754"/>
                  </a:lnTo>
                  <a:lnTo>
                    <a:pt x="853363" y="89750"/>
                  </a:lnTo>
                  <a:lnTo>
                    <a:pt x="845972" y="91579"/>
                  </a:lnTo>
                  <a:lnTo>
                    <a:pt x="847178" y="96431"/>
                  </a:lnTo>
                  <a:lnTo>
                    <a:pt x="847737" y="98907"/>
                  </a:lnTo>
                  <a:lnTo>
                    <a:pt x="855167" y="97231"/>
                  </a:lnTo>
                  <a:close/>
                </a:path>
                <a:path w="1231900" h="512444">
                  <a:moveTo>
                    <a:pt x="856475" y="409232"/>
                  </a:moveTo>
                  <a:lnTo>
                    <a:pt x="849045" y="407555"/>
                  </a:lnTo>
                  <a:lnTo>
                    <a:pt x="847369" y="414985"/>
                  </a:lnTo>
                  <a:lnTo>
                    <a:pt x="854811" y="416661"/>
                  </a:lnTo>
                  <a:lnTo>
                    <a:pt x="856475" y="409232"/>
                  </a:lnTo>
                  <a:close/>
                </a:path>
                <a:path w="1231900" h="512444">
                  <a:moveTo>
                    <a:pt x="858367" y="112217"/>
                  </a:moveTo>
                  <a:lnTo>
                    <a:pt x="856843" y="104749"/>
                  </a:lnTo>
                  <a:lnTo>
                    <a:pt x="849376" y="106260"/>
                  </a:lnTo>
                  <a:lnTo>
                    <a:pt x="850900" y="113728"/>
                  </a:lnTo>
                  <a:lnTo>
                    <a:pt x="858367" y="112217"/>
                  </a:lnTo>
                  <a:close/>
                </a:path>
                <a:path w="1231900" h="512444">
                  <a:moveTo>
                    <a:pt x="859497" y="394131"/>
                  </a:moveTo>
                  <a:lnTo>
                    <a:pt x="852004" y="392760"/>
                  </a:lnTo>
                  <a:lnTo>
                    <a:pt x="851306" y="396519"/>
                  </a:lnTo>
                  <a:lnTo>
                    <a:pt x="850569" y="400164"/>
                  </a:lnTo>
                  <a:lnTo>
                    <a:pt x="858037" y="401688"/>
                  </a:lnTo>
                  <a:lnTo>
                    <a:pt x="858786" y="398030"/>
                  </a:lnTo>
                  <a:lnTo>
                    <a:pt x="859040" y="396582"/>
                  </a:lnTo>
                  <a:lnTo>
                    <a:pt x="859497" y="394131"/>
                  </a:lnTo>
                  <a:close/>
                </a:path>
                <a:path w="1231900" h="512444">
                  <a:moveTo>
                    <a:pt x="861136" y="127342"/>
                  </a:moveTo>
                  <a:lnTo>
                    <a:pt x="860894" y="125945"/>
                  </a:lnTo>
                  <a:lnTo>
                    <a:pt x="860691" y="124650"/>
                  </a:lnTo>
                  <a:lnTo>
                    <a:pt x="859802" y="119773"/>
                  </a:lnTo>
                  <a:lnTo>
                    <a:pt x="852297" y="121145"/>
                  </a:lnTo>
                  <a:lnTo>
                    <a:pt x="853173" y="125882"/>
                  </a:lnTo>
                  <a:lnTo>
                    <a:pt x="853617" y="128587"/>
                  </a:lnTo>
                  <a:lnTo>
                    <a:pt x="861136" y="127342"/>
                  </a:lnTo>
                  <a:close/>
                </a:path>
                <a:path w="1231900" h="512444">
                  <a:moveTo>
                    <a:pt x="862101" y="379044"/>
                  </a:moveTo>
                  <a:lnTo>
                    <a:pt x="854583" y="377812"/>
                  </a:lnTo>
                  <a:lnTo>
                    <a:pt x="853351" y="385330"/>
                  </a:lnTo>
                  <a:lnTo>
                    <a:pt x="860869" y="386562"/>
                  </a:lnTo>
                  <a:lnTo>
                    <a:pt x="862101" y="379044"/>
                  </a:lnTo>
                  <a:close/>
                </a:path>
                <a:path w="1231900" h="512444">
                  <a:moveTo>
                    <a:pt x="863498" y="142468"/>
                  </a:moveTo>
                  <a:lnTo>
                    <a:pt x="862609" y="136448"/>
                  </a:lnTo>
                  <a:lnTo>
                    <a:pt x="862368" y="134861"/>
                  </a:lnTo>
                  <a:lnTo>
                    <a:pt x="854849" y="136105"/>
                  </a:lnTo>
                  <a:lnTo>
                    <a:pt x="854900" y="136385"/>
                  </a:lnTo>
                  <a:lnTo>
                    <a:pt x="855954" y="143573"/>
                  </a:lnTo>
                  <a:lnTo>
                    <a:pt x="863498" y="142468"/>
                  </a:lnTo>
                  <a:close/>
                </a:path>
                <a:path w="1231900" h="512444">
                  <a:moveTo>
                    <a:pt x="864336" y="363842"/>
                  </a:moveTo>
                  <a:lnTo>
                    <a:pt x="856780" y="362864"/>
                  </a:lnTo>
                  <a:lnTo>
                    <a:pt x="856488" y="365023"/>
                  </a:lnTo>
                  <a:lnTo>
                    <a:pt x="855713" y="370344"/>
                  </a:lnTo>
                  <a:lnTo>
                    <a:pt x="863257" y="371449"/>
                  </a:lnTo>
                  <a:lnTo>
                    <a:pt x="864031" y="366128"/>
                  </a:lnTo>
                  <a:lnTo>
                    <a:pt x="864336" y="363842"/>
                  </a:lnTo>
                  <a:close/>
                </a:path>
                <a:path w="1231900" h="512444">
                  <a:moveTo>
                    <a:pt x="865517" y="157695"/>
                  </a:moveTo>
                  <a:lnTo>
                    <a:pt x="864539" y="150075"/>
                  </a:lnTo>
                  <a:lnTo>
                    <a:pt x="856983" y="151053"/>
                  </a:lnTo>
                  <a:lnTo>
                    <a:pt x="857923" y="158330"/>
                  </a:lnTo>
                  <a:lnTo>
                    <a:pt x="857948" y="158559"/>
                  </a:lnTo>
                  <a:lnTo>
                    <a:pt x="859497" y="158381"/>
                  </a:lnTo>
                  <a:lnTo>
                    <a:pt x="865517" y="157695"/>
                  </a:lnTo>
                  <a:close/>
                </a:path>
                <a:path w="1231900" h="512444">
                  <a:moveTo>
                    <a:pt x="866190" y="348653"/>
                  </a:moveTo>
                  <a:lnTo>
                    <a:pt x="858621" y="347802"/>
                  </a:lnTo>
                  <a:lnTo>
                    <a:pt x="857923" y="353910"/>
                  </a:lnTo>
                  <a:lnTo>
                    <a:pt x="857758" y="355307"/>
                  </a:lnTo>
                  <a:lnTo>
                    <a:pt x="865314" y="356285"/>
                  </a:lnTo>
                  <a:lnTo>
                    <a:pt x="866190" y="348653"/>
                  </a:lnTo>
                  <a:close/>
                </a:path>
                <a:path w="1231900" h="512444">
                  <a:moveTo>
                    <a:pt x="867181" y="172910"/>
                  </a:moveTo>
                  <a:lnTo>
                    <a:pt x="866876" y="169786"/>
                  </a:lnTo>
                  <a:lnTo>
                    <a:pt x="866381" y="165277"/>
                  </a:lnTo>
                  <a:lnTo>
                    <a:pt x="858799" y="166128"/>
                  </a:lnTo>
                  <a:lnTo>
                    <a:pt x="859205" y="169722"/>
                  </a:lnTo>
                  <a:lnTo>
                    <a:pt x="859586" y="173647"/>
                  </a:lnTo>
                  <a:lnTo>
                    <a:pt x="867181" y="172910"/>
                  </a:lnTo>
                  <a:close/>
                </a:path>
                <a:path w="1231900" h="512444">
                  <a:moveTo>
                    <a:pt x="867752" y="333438"/>
                  </a:moveTo>
                  <a:lnTo>
                    <a:pt x="860171" y="332701"/>
                  </a:lnTo>
                  <a:lnTo>
                    <a:pt x="859434" y="340283"/>
                  </a:lnTo>
                  <a:lnTo>
                    <a:pt x="867016" y="341020"/>
                  </a:lnTo>
                  <a:lnTo>
                    <a:pt x="867752" y="333438"/>
                  </a:lnTo>
                  <a:close/>
                </a:path>
                <a:path w="1231900" h="512444">
                  <a:moveTo>
                    <a:pt x="868540" y="188150"/>
                  </a:moveTo>
                  <a:lnTo>
                    <a:pt x="867905" y="180492"/>
                  </a:lnTo>
                  <a:lnTo>
                    <a:pt x="860323" y="181229"/>
                  </a:lnTo>
                  <a:lnTo>
                    <a:pt x="860336" y="181394"/>
                  </a:lnTo>
                  <a:lnTo>
                    <a:pt x="860945" y="188760"/>
                  </a:lnTo>
                  <a:lnTo>
                    <a:pt x="868540" y="188150"/>
                  </a:lnTo>
                  <a:close/>
                </a:path>
                <a:path w="1231900" h="512444">
                  <a:moveTo>
                    <a:pt x="869010" y="318122"/>
                  </a:moveTo>
                  <a:lnTo>
                    <a:pt x="861402" y="317627"/>
                  </a:lnTo>
                  <a:lnTo>
                    <a:pt x="861314" y="318922"/>
                  </a:lnTo>
                  <a:lnTo>
                    <a:pt x="860806" y="325158"/>
                  </a:lnTo>
                  <a:lnTo>
                    <a:pt x="868400" y="325780"/>
                  </a:lnTo>
                  <a:lnTo>
                    <a:pt x="868934" y="318973"/>
                  </a:lnTo>
                  <a:lnTo>
                    <a:pt x="869010" y="318122"/>
                  </a:lnTo>
                  <a:close/>
                </a:path>
                <a:path w="1231900" h="512444">
                  <a:moveTo>
                    <a:pt x="869619" y="203403"/>
                  </a:moveTo>
                  <a:lnTo>
                    <a:pt x="869111" y="195808"/>
                  </a:lnTo>
                  <a:lnTo>
                    <a:pt x="861504" y="196303"/>
                  </a:lnTo>
                  <a:lnTo>
                    <a:pt x="862012" y="203911"/>
                  </a:lnTo>
                  <a:lnTo>
                    <a:pt x="869619" y="203403"/>
                  </a:lnTo>
                  <a:close/>
                </a:path>
                <a:path w="1231900" h="512444">
                  <a:moveTo>
                    <a:pt x="869950" y="302856"/>
                  </a:moveTo>
                  <a:lnTo>
                    <a:pt x="862342" y="302475"/>
                  </a:lnTo>
                  <a:lnTo>
                    <a:pt x="862114" y="306768"/>
                  </a:lnTo>
                  <a:lnTo>
                    <a:pt x="861898" y="310019"/>
                  </a:lnTo>
                  <a:lnTo>
                    <a:pt x="869505" y="310527"/>
                  </a:lnTo>
                  <a:lnTo>
                    <a:pt x="869734" y="306819"/>
                  </a:lnTo>
                  <a:lnTo>
                    <a:pt x="869950" y="302856"/>
                  </a:lnTo>
                  <a:close/>
                </a:path>
                <a:path w="1231900" h="512444">
                  <a:moveTo>
                    <a:pt x="870407" y="218744"/>
                  </a:moveTo>
                  <a:lnTo>
                    <a:pt x="870369" y="217563"/>
                  </a:lnTo>
                  <a:lnTo>
                    <a:pt x="870026" y="211074"/>
                  </a:lnTo>
                  <a:lnTo>
                    <a:pt x="862418" y="211467"/>
                  </a:lnTo>
                  <a:lnTo>
                    <a:pt x="862723" y="217563"/>
                  </a:lnTo>
                  <a:lnTo>
                    <a:pt x="862787" y="219011"/>
                  </a:lnTo>
                  <a:lnTo>
                    <a:pt x="870407" y="218744"/>
                  </a:lnTo>
                  <a:close/>
                </a:path>
                <a:path w="1231900" h="512444">
                  <a:moveTo>
                    <a:pt x="870623" y="287578"/>
                  </a:moveTo>
                  <a:lnTo>
                    <a:pt x="863003" y="287299"/>
                  </a:lnTo>
                  <a:lnTo>
                    <a:pt x="862749" y="294398"/>
                  </a:lnTo>
                  <a:lnTo>
                    <a:pt x="862723" y="294855"/>
                  </a:lnTo>
                  <a:lnTo>
                    <a:pt x="870331" y="295249"/>
                  </a:lnTo>
                  <a:lnTo>
                    <a:pt x="870356" y="294449"/>
                  </a:lnTo>
                  <a:lnTo>
                    <a:pt x="870623" y="287578"/>
                  </a:lnTo>
                  <a:close/>
                </a:path>
                <a:path w="1231900" h="512444">
                  <a:moveTo>
                    <a:pt x="870902" y="234022"/>
                  </a:moveTo>
                  <a:lnTo>
                    <a:pt x="870826" y="230200"/>
                  </a:lnTo>
                  <a:lnTo>
                    <a:pt x="870686" y="226352"/>
                  </a:lnTo>
                  <a:lnTo>
                    <a:pt x="863066" y="226631"/>
                  </a:lnTo>
                  <a:lnTo>
                    <a:pt x="863193" y="230200"/>
                  </a:lnTo>
                  <a:lnTo>
                    <a:pt x="863193" y="230428"/>
                  </a:lnTo>
                  <a:lnTo>
                    <a:pt x="863282" y="234188"/>
                  </a:lnTo>
                  <a:lnTo>
                    <a:pt x="870902" y="234022"/>
                  </a:lnTo>
                  <a:close/>
                </a:path>
                <a:path w="1231900" h="512444">
                  <a:moveTo>
                    <a:pt x="871029" y="272288"/>
                  </a:moveTo>
                  <a:lnTo>
                    <a:pt x="863422" y="272122"/>
                  </a:lnTo>
                  <a:lnTo>
                    <a:pt x="863257" y="279742"/>
                  </a:lnTo>
                  <a:lnTo>
                    <a:pt x="870864" y="279908"/>
                  </a:lnTo>
                  <a:lnTo>
                    <a:pt x="871029" y="272288"/>
                  </a:lnTo>
                  <a:close/>
                </a:path>
                <a:path w="1231900" h="512444">
                  <a:moveTo>
                    <a:pt x="871143" y="249326"/>
                  </a:moveTo>
                  <a:lnTo>
                    <a:pt x="871067" y="241642"/>
                  </a:lnTo>
                  <a:lnTo>
                    <a:pt x="863447" y="241808"/>
                  </a:lnTo>
                  <a:lnTo>
                    <a:pt x="863473" y="243192"/>
                  </a:lnTo>
                  <a:lnTo>
                    <a:pt x="863523" y="249377"/>
                  </a:lnTo>
                  <a:lnTo>
                    <a:pt x="871143" y="249326"/>
                  </a:lnTo>
                  <a:close/>
                </a:path>
                <a:path w="1231900" h="512444">
                  <a:moveTo>
                    <a:pt x="871194" y="256997"/>
                  </a:moveTo>
                  <a:lnTo>
                    <a:pt x="863574" y="256946"/>
                  </a:lnTo>
                  <a:lnTo>
                    <a:pt x="863511" y="264566"/>
                  </a:lnTo>
                  <a:lnTo>
                    <a:pt x="871131" y="264617"/>
                  </a:lnTo>
                  <a:lnTo>
                    <a:pt x="871194" y="256997"/>
                  </a:lnTo>
                  <a:close/>
                </a:path>
                <a:path w="1231900" h="512444">
                  <a:moveTo>
                    <a:pt x="1087170" y="246303"/>
                  </a:moveTo>
                  <a:lnTo>
                    <a:pt x="1079550" y="246253"/>
                  </a:lnTo>
                  <a:lnTo>
                    <a:pt x="1079500" y="253873"/>
                  </a:lnTo>
                  <a:lnTo>
                    <a:pt x="1087107" y="253923"/>
                  </a:lnTo>
                  <a:lnTo>
                    <a:pt x="1087170" y="246303"/>
                  </a:lnTo>
                  <a:close/>
                </a:path>
                <a:path w="1231900" h="512444">
                  <a:moveTo>
                    <a:pt x="1087247" y="271919"/>
                  </a:moveTo>
                  <a:lnTo>
                    <a:pt x="1087183" y="269125"/>
                  </a:lnTo>
                  <a:lnTo>
                    <a:pt x="1087132" y="261493"/>
                  </a:lnTo>
                  <a:lnTo>
                    <a:pt x="1079512" y="261543"/>
                  </a:lnTo>
                  <a:lnTo>
                    <a:pt x="1079576" y="269163"/>
                  </a:lnTo>
                  <a:lnTo>
                    <a:pt x="1082954" y="269151"/>
                  </a:lnTo>
                  <a:lnTo>
                    <a:pt x="1079576" y="269214"/>
                  </a:lnTo>
                  <a:lnTo>
                    <a:pt x="1079639" y="272084"/>
                  </a:lnTo>
                  <a:lnTo>
                    <a:pt x="1087247" y="271919"/>
                  </a:lnTo>
                  <a:close/>
                </a:path>
                <a:path w="1231900" h="512444">
                  <a:moveTo>
                    <a:pt x="1087450" y="231127"/>
                  </a:moveTo>
                  <a:lnTo>
                    <a:pt x="1079830" y="230962"/>
                  </a:lnTo>
                  <a:lnTo>
                    <a:pt x="1079665" y="238569"/>
                  </a:lnTo>
                  <a:lnTo>
                    <a:pt x="1087285" y="238747"/>
                  </a:lnTo>
                  <a:lnTo>
                    <a:pt x="1087450" y="231127"/>
                  </a:lnTo>
                  <a:close/>
                </a:path>
                <a:path w="1231900" h="512444">
                  <a:moveTo>
                    <a:pt x="1087653" y="287096"/>
                  </a:moveTo>
                  <a:lnTo>
                    <a:pt x="1087462" y="282092"/>
                  </a:lnTo>
                  <a:lnTo>
                    <a:pt x="1087424" y="279527"/>
                  </a:lnTo>
                  <a:lnTo>
                    <a:pt x="1079804" y="279692"/>
                  </a:lnTo>
                  <a:lnTo>
                    <a:pt x="1079855" y="282092"/>
                  </a:lnTo>
                  <a:lnTo>
                    <a:pt x="1080046" y="287375"/>
                  </a:lnTo>
                  <a:lnTo>
                    <a:pt x="1087653" y="287096"/>
                  </a:lnTo>
                  <a:close/>
                </a:path>
                <a:path w="1231900" h="512444">
                  <a:moveTo>
                    <a:pt x="1088021" y="216001"/>
                  </a:moveTo>
                  <a:lnTo>
                    <a:pt x="1080414" y="215620"/>
                  </a:lnTo>
                  <a:lnTo>
                    <a:pt x="1080300" y="217906"/>
                  </a:lnTo>
                  <a:lnTo>
                    <a:pt x="1080109" y="223291"/>
                  </a:lnTo>
                  <a:lnTo>
                    <a:pt x="1087716" y="223558"/>
                  </a:lnTo>
                  <a:lnTo>
                    <a:pt x="1087920" y="217906"/>
                  </a:lnTo>
                  <a:lnTo>
                    <a:pt x="1088021" y="216001"/>
                  </a:lnTo>
                  <a:close/>
                </a:path>
                <a:path w="1231900" h="512444">
                  <a:moveTo>
                    <a:pt x="1088326" y="302260"/>
                  </a:moveTo>
                  <a:lnTo>
                    <a:pt x="1087932" y="294652"/>
                  </a:lnTo>
                  <a:lnTo>
                    <a:pt x="1080325" y="295046"/>
                  </a:lnTo>
                  <a:lnTo>
                    <a:pt x="1080719" y="302653"/>
                  </a:lnTo>
                  <a:lnTo>
                    <a:pt x="1088326" y="302260"/>
                  </a:lnTo>
                  <a:close/>
                </a:path>
                <a:path w="1231900" h="512444">
                  <a:moveTo>
                    <a:pt x="1088859" y="200850"/>
                  </a:moveTo>
                  <a:lnTo>
                    <a:pt x="1081265" y="200342"/>
                  </a:lnTo>
                  <a:lnTo>
                    <a:pt x="1080947" y="205079"/>
                  </a:lnTo>
                  <a:lnTo>
                    <a:pt x="1080795" y="208000"/>
                  </a:lnTo>
                  <a:lnTo>
                    <a:pt x="1088415" y="208394"/>
                  </a:lnTo>
                  <a:lnTo>
                    <a:pt x="1088555" y="205473"/>
                  </a:lnTo>
                  <a:lnTo>
                    <a:pt x="1088859" y="200850"/>
                  </a:lnTo>
                  <a:close/>
                </a:path>
                <a:path w="1231900" h="512444">
                  <a:moveTo>
                    <a:pt x="1089253" y="317411"/>
                  </a:moveTo>
                  <a:lnTo>
                    <a:pt x="1088758" y="309816"/>
                  </a:lnTo>
                  <a:lnTo>
                    <a:pt x="1081151" y="310311"/>
                  </a:lnTo>
                  <a:lnTo>
                    <a:pt x="1081659" y="317919"/>
                  </a:lnTo>
                  <a:lnTo>
                    <a:pt x="1089253" y="317411"/>
                  </a:lnTo>
                  <a:close/>
                </a:path>
                <a:path w="1231900" h="512444">
                  <a:moveTo>
                    <a:pt x="1089977" y="185699"/>
                  </a:moveTo>
                  <a:lnTo>
                    <a:pt x="1082382" y="185089"/>
                  </a:lnTo>
                  <a:lnTo>
                    <a:pt x="1081773" y="192684"/>
                  </a:lnTo>
                  <a:lnTo>
                    <a:pt x="1089367" y="193306"/>
                  </a:lnTo>
                  <a:lnTo>
                    <a:pt x="1089977" y="185699"/>
                  </a:lnTo>
                  <a:close/>
                </a:path>
                <a:path w="1231900" h="512444">
                  <a:moveTo>
                    <a:pt x="1090485" y="332486"/>
                  </a:moveTo>
                  <a:lnTo>
                    <a:pt x="1090333" y="330835"/>
                  </a:lnTo>
                  <a:lnTo>
                    <a:pt x="1089850" y="324954"/>
                  </a:lnTo>
                  <a:lnTo>
                    <a:pt x="1082255" y="325577"/>
                  </a:lnTo>
                  <a:lnTo>
                    <a:pt x="1082675" y="330835"/>
                  </a:lnTo>
                  <a:lnTo>
                    <a:pt x="1082903" y="333222"/>
                  </a:lnTo>
                  <a:lnTo>
                    <a:pt x="1090485" y="332486"/>
                  </a:lnTo>
                  <a:close/>
                </a:path>
                <a:path w="1231900" h="512444">
                  <a:moveTo>
                    <a:pt x="1091374" y="170586"/>
                  </a:moveTo>
                  <a:lnTo>
                    <a:pt x="1083792" y="169849"/>
                  </a:lnTo>
                  <a:lnTo>
                    <a:pt x="1083056" y="177444"/>
                  </a:lnTo>
                  <a:lnTo>
                    <a:pt x="1090650" y="178168"/>
                  </a:lnTo>
                  <a:lnTo>
                    <a:pt x="1091374" y="170586"/>
                  </a:lnTo>
                  <a:close/>
                </a:path>
                <a:path w="1231900" h="512444">
                  <a:moveTo>
                    <a:pt x="1092034" y="347586"/>
                  </a:moveTo>
                  <a:lnTo>
                    <a:pt x="1091450" y="342506"/>
                  </a:lnTo>
                  <a:lnTo>
                    <a:pt x="1091222" y="340067"/>
                  </a:lnTo>
                  <a:lnTo>
                    <a:pt x="1083640" y="340804"/>
                  </a:lnTo>
                  <a:lnTo>
                    <a:pt x="1083881" y="343357"/>
                  </a:lnTo>
                  <a:lnTo>
                    <a:pt x="1084453" y="348449"/>
                  </a:lnTo>
                  <a:lnTo>
                    <a:pt x="1092034" y="347586"/>
                  </a:lnTo>
                  <a:close/>
                </a:path>
                <a:path w="1231900" h="512444">
                  <a:moveTo>
                    <a:pt x="1093101" y="155575"/>
                  </a:moveTo>
                  <a:lnTo>
                    <a:pt x="1085545" y="154597"/>
                  </a:lnTo>
                  <a:lnTo>
                    <a:pt x="1085189" y="157403"/>
                  </a:lnTo>
                  <a:lnTo>
                    <a:pt x="1084643" y="162217"/>
                  </a:lnTo>
                  <a:lnTo>
                    <a:pt x="1092212" y="163080"/>
                  </a:lnTo>
                  <a:lnTo>
                    <a:pt x="1092733" y="158381"/>
                  </a:lnTo>
                  <a:lnTo>
                    <a:pt x="1093101" y="155575"/>
                  </a:lnTo>
                  <a:close/>
                </a:path>
                <a:path w="1231900" h="512444">
                  <a:moveTo>
                    <a:pt x="1093876" y="362648"/>
                  </a:moveTo>
                  <a:lnTo>
                    <a:pt x="1092898" y="355092"/>
                  </a:lnTo>
                  <a:lnTo>
                    <a:pt x="1085342" y="356069"/>
                  </a:lnTo>
                  <a:lnTo>
                    <a:pt x="1086319" y="363626"/>
                  </a:lnTo>
                  <a:lnTo>
                    <a:pt x="1093876" y="362648"/>
                  </a:lnTo>
                  <a:close/>
                </a:path>
                <a:path w="1231900" h="512444">
                  <a:moveTo>
                    <a:pt x="1095171" y="140538"/>
                  </a:moveTo>
                  <a:lnTo>
                    <a:pt x="1087628" y="139433"/>
                  </a:lnTo>
                  <a:lnTo>
                    <a:pt x="1086523" y="147040"/>
                  </a:lnTo>
                  <a:lnTo>
                    <a:pt x="1094079" y="148018"/>
                  </a:lnTo>
                  <a:lnTo>
                    <a:pt x="1094181" y="147269"/>
                  </a:lnTo>
                  <a:lnTo>
                    <a:pt x="1095171" y="140538"/>
                  </a:lnTo>
                  <a:close/>
                </a:path>
                <a:path w="1231900" h="512444">
                  <a:moveTo>
                    <a:pt x="1096060" y="377609"/>
                  </a:moveTo>
                  <a:lnTo>
                    <a:pt x="1095768" y="375843"/>
                  </a:lnTo>
                  <a:lnTo>
                    <a:pt x="1094930" y="370141"/>
                  </a:lnTo>
                  <a:lnTo>
                    <a:pt x="1087386" y="371246"/>
                  </a:lnTo>
                  <a:lnTo>
                    <a:pt x="1088059" y="375843"/>
                  </a:lnTo>
                  <a:lnTo>
                    <a:pt x="1088529" y="378841"/>
                  </a:lnTo>
                  <a:lnTo>
                    <a:pt x="1096060" y="377609"/>
                  </a:lnTo>
                  <a:close/>
                </a:path>
                <a:path w="1231900" h="512444">
                  <a:moveTo>
                    <a:pt x="1097546" y="125628"/>
                  </a:moveTo>
                  <a:lnTo>
                    <a:pt x="1090053" y="124244"/>
                  </a:lnTo>
                  <a:lnTo>
                    <a:pt x="1088796" y="131838"/>
                  </a:lnTo>
                  <a:lnTo>
                    <a:pt x="1096314" y="133070"/>
                  </a:lnTo>
                  <a:lnTo>
                    <a:pt x="1097495" y="125945"/>
                  </a:lnTo>
                  <a:lnTo>
                    <a:pt x="1097546" y="125628"/>
                  </a:lnTo>
                  <a:close/>
                </a:path>
                <a:path w="1231900" h="512444">
                  <a:moveTo>
                    <a:pt x="1098626" y="392557"/>
                  </a:moveTo>
                  <a:lnTo>
                    <a:pt x="1097495" y="386346"/>
                  </a:lnTo>
                  <a:lnTo>
                    <a:pt x="1097292" y="385127"/>
                  </a:lnTo>
                  <a:lnTo>
                    <a:pt x="1089850" y="386346"/>
                  </a:lnTo>
                  <a:lnTo>
                    <a:pt x="1089990" y="387654"/>
                  </a:lnTo>
                  <a:lnTo>
                    <a:pt x="1091133" y="393928"/>
                  </a:lnTo>
                  <a:lnTo>
                    <a:pt x="1098626" y="392557"/>
                  </a:lnTo>
                  <a:close/>
                </a:path>
                <a:path w="1231900" h="512444">
                  <a:moveTo>
                    <a:pt x="1100391" y="110718"/>
                  </a:moveTo>
                  <a:lnTo>
                    <a:pt x="1092923" y="109207"/>
                  </a:lnTo>
                  <a:lnTo>
                    <a:pt x="1091895" y="114261"/>
                  </a:lnTo>
                  <a:lnTo>
                    <a:pt x="1091438" y="116751"/>
                  </a:lnTo>
                  <a:lnTo>
                    <a:pt x="1098931" y="118122"/>
                  </a:lnTo>
                  <a:lnTo>
                    <a:pt x="1099350" y="115785"/>
                  </a:lnTo>
                  <a:lnTo>
                    <a:pt x="1100391" y="110718"/>
                  </a:lnTo>
                  <a:close/>
                </a:path>
                <a:path w="1231900" h="512444">
                  <a:moveTo>
                    <a:pt x="1101585" y="407352"/>
                  </a:moveTo>
                  <a:lnTo>
                    <a:pt x="1101369" y="406412"/>
                  </a:lnTo>
                  <a:lnTo>
                    <a:pt x="1100061" y="399961"/>
                  </a:lnTo>
                  <a:lnTo>
                    <a:pt x="1092593" y="401485"/>
                  </a:lnTo>
                  <a:lnTo>
                    <a:pt x="1094143" y="409016"/>
                  </a:lnTo>
                  <a:lnTo>
                    <a:pt x="1101585" y="407352"/>
                  </a:lnTo>
                  <a:close/>
                </a:path>
                <a:path w="1231900" h="512444">
                  <a:moveTo>
                    <a:pt x="1103604" y="95999"/>
                  </a:moveTo>
                  <a:lnTo>
                    <a:pt x="1096213" y="94157"/>
                  </a:lnTo>
                  <a:lnTo>
                    <a:pt x="1094511" y="101676"/>
                  </a:lnTo>
                  <a:lnTo>
                    <a:pt x="1101940" y="103339"/>
                  </a:lnTo>
                  <a:lnTo>
                    <a:pt x="1103477" y="96507"/>
                  </a:lnTo>
                  <a:lnTo>
                    <a:pt x="1103604" y="95999"/>
                  </a:lnTo>
                  <a:close/>
                </a:path>
                <a:path w="1231900" h="512444">
                  <a:moveTo>
                    <a:pt x="1105039" y="422109"/>
                  </a:moveTo>
                  <a:lnTo>
                    <a:pt x="1103477" y="415785"/>
                  </a:lnTo>
                  <a:lnTo>
                    <a:pt x="1103249" y="414782"/>
                  </a:lnTo>
                  <a:lnTo>
                    <a:pt x="1095819" y="416458"/>
                  </a:lnTo>
                  <a:lnTo>
                    <a:pt x="1096060" y="417537"/>
                  </a:lnTo>
                  <a:lnTo>
                    <a:pt x="1097648" y="423938"/>
                  </a:lnTo>
                  <a:lnTo>
                    <a:pt x="1105039" y="422109"/>
                  </a:lnTo>
                  <a:close/>
                </a:path>
                <a:path w="1231900" h="512444">
                  <a:moveTo>
                    <a:pt x="1107389" y="81330"/>
                  </a:moveTo>
                  <a:lnTo>
                    <a:pt x="1100048" y="79324"/>
                  </a:lnTo>
                  <a:lnTo>
                    <a:pt x="1098372" y="85432"/>
                  </a:lnTo>
                  <a:lnTo>
                    <a:pt x="1098042" y="86766"/>
                  </a:lnTo>
                  <a:lnTo>
                    <a:pt x="1105446" y="88595"/>
                  </a:lnTo>
                  <a:lnTo>
                    <a:pt x="1105725" y="87439"/>
                  </a:lnTo>
                  <a:lnTo>
                    <a:pt x="1107389" y="81330"/>
                  </a:lnTo>
                  <a:close/>
                </a:path>
                <a:path w="1231900" h="512444">
                  <a:moveTo>
                    <a:pt x="1109014" y="436626"/>
                  </a:moveTo>
                  <a:lnTo>
                    <a:pt x="1108087" y="433539"/>
                  </a:lnTo>
                  <a:lnTo>
                    <a:pt x="1106957" y="429387"/>
                  </a:lnTo>
                  <a:lnTo>
                    <a:pt x="1099616" y="431393"/>
                  </a:lnTo>
                  <a:lnTo>
                    <a:pt x="1100772" y="435635"/>
                  </a:lnTo>
                  <a:lnTo>
                    <a:pt x="1101725" y="438810"/>
                  </a:lnTo>
                  <a:lnTo>
                    <a:pt x="1109014" y="436626"/>
                  </a:lnTo>
                  <a:close/>
                </a:path>
                <a:path w="1231900" h="512444">
                  <a:moveTo>
                    <a:pt x="1111745" y="66929"/>
                  </a:moveTo>
                  <a:lnTo>
                    <a:pt x="1104519" y="64541"/>
                  </a:lnTo>
                  <a:lnTo>
                    <a:pt x="1103337" y="68110"/>
                  </a:lnTo>
                  <a:lnTo>
                    <a:pt x="1102194" y="71907"/>
                  </a:lnTo>
                  <a:lnTo>
                    <a:pt x="1109497" y="74104"/>
                  </a:lnTo>
                  <a:lnTo>
                    <a:pt x="1110564" y="70497"/>
                  </a:lnTo>
                  <a:lnTo>
                    <a:pt x="1111745" y="66929"/>
                  </a:lnTo>
                  <a:close/>
                </a:path>
                <a:path w="1231900" h="512444">
                  <a:moveTo>
                    <a:pt x="1113624" y="450913"/>
                  </a:moveTo>
                  <a:lnTo>
                    <a:pt x="1113155" y="449618"/>
                  </a:lnTo>
                  <a:lnTo>
                    <a:pt x="1111237" y="443801"/>
                  </a:lnTo>
                  <a:lnTo>
                    <a:pt x="1103998" y="446189"/>
                  </a:lnTo>
                  <a:lnTo>
                    <a:pt x="1105954" y="452120"/>
                  </a:lnTo>
                  <a:lnTo>
                    <a:pt x="1106462" y="453529"/>
                  </a:lnTo>
                  <a:lnTo>
                    <a:pt x="1113624" y="450913"/>
                  </a:lnTo>
                  <a:close/>
                </a:path>
                <a:path w="1231900" h="512444">
                  <a:moveTo>
                    <a:pt x="1116838" y="52832"/>
                  </a:moveTo>
                  <a:lnTo>
                    <a:pt x="1109764" y="49987"/>
                  </a:lnTo>
                  <a:lnTo>
                    <a:pt x="1108760" y="52463"/>
                  </a:lnTo>
                  <a:lnTo>
                    <a:pt x="1107033" y="57226"/>
                  </a:lnTo>
                  <a:lnTo>
                    <a:pt x="1114183" y="59842"/>
                  </a:lnTo>
                  <a:lnTo>
                    <a:pt x="1115834" y="55308"/>
                  </a:lnTo>
                  <a:lnTo>
                    <a:pt x="1115885" y="55181"/>
                  </a:lnTo>
                  <a:lnTo>
                    <a:pt x="1116838" y="52832"/>
                  </a:lnTo>
                  <a:close/>
                </a:path>
                <a:path w="1231900" h="512444">
                  <a:moveTo>
                    <a:pt x="1119047" y="464870"/>
                  </a:moveTo>
                  <a:lnTo>
                    <a:pt x="1118666" y="464032"/>
                  </a:lnTo>
                  <a:lnTo>
                    <a:pt x="1116215" y="457949"/>
                  </a:lnTo>
                  <a:lnTo>
                    <a:pt x="1109154" y="460794"/>
                  </a:lnTo>
                  <a:lnTo>
                    <a:pt x="1111592" y="466877"/>
                  </a:lnTo>
                  <a:lnTo>
                    <a:pt x="1112088" y="467969"/>
                  </a:lnTo>
                  <a:lnTo>
                    <a:pt x="1119047" y="464870"/>
                  </a:lnTo>
                  <a:close/>
                </a:path>
                <a:path w="1231900" h="512444">
                  <a:moveTo>
                    <a:pt x="1122870" y="39166"/>
                  </a:moveTo>
                  <a:lnTo>
                    <a:pt x="1116050" y="35775"/>
                  </a:lnTo>
                  <a:lnTo>
                    <a:pt x="1114653" y="38582"/>
                  </a:lnTo>
                  <a:lnTo>
                    <a:pt x="1112761" y="42824"/>
                  </a:lnTo>
                  <a:lnTo>
                    <a:pt x="1119720" y="45923"/>
                  </a:lnTo>
                  <a:lnTo>
                    <a:pt x="1121473" y="41973"/>
                  </a:lnTo>
                  <a:lnTo>
                    <a:pt x="1121537" y="41833"/>
                  </a:lnTo>
                  <a:lnTo>
                    <a:pt x="1122870" y="39166"/>
                  </a:lnTo>
                  <a:close/>
                </a:path>
                <a:path w="1231900" h="512444">
                  <a:moveTo>
                    <a:pt x="1125550" y="478269"/>
                  </a:moveTo>
                  <a:lnTo>
                    <a:pt x="1124496" y="476402"/>
                  </a:lnTo>
                  <a:lnTo>
                    <a:pt x="1124407" y="476237"/>
                  </a:lnTo>
                  <a:lnTo>
                    <a:pt x="1122146" y="471652"/>
                  </a:lnTo>
                  <a:lnTo>
                    <a:pt x="1115314" y="475056"/>
                  </a:lnTo>
                  <a:lnTo>
                    <a:pt x="1117676" y="479793"/>
                  </a:lnTo>
                  <a:lnTo>
                    <a:pt x="1118895" y="481977"/>
                  </a:lnTo>
                  <a:lnTo>
                    <a:pt x="1125550" y="478269"/>
                  </a:lnTo>
                  <a:close/>
                </a:path>
                <a:path w="1231900" h="512444">
                  <a:moveTo>
                    <a:pt x="1130198" y="26276"/>
                  </a:moveTo>
                  <a:lnTo>
                    <a:pt x="1123759" y="22199"/>
                  </a:lnTo>
                  <a:lnTo>
                    <a:pt x="1120978" y="26593"/>
                  </a:lnTo>
                  <a:lnTo>
                    <a:pt x="1119695" y="28879"/>
                  </a:lnTo>
                  <a:lnTo>
                    <a:pt x="1126350" y="32600"/>
                  </a:lnTo>
                  <a:lnTo>
                    <a:pt x="1127429" y="30657"/>
                  </a:lnTo>
                  <a:lnTo>
                    <a:pt x="1127531" y="30480"/>
                  </a:lnTo>
                  <a:lnTo>
                    <a:pt x="1130198" y="26276"/>
                  </a:lnTo>
                  <a:close/>
                </a:path>
                <a:path w="1231900" h="512444">
                  <a:moveTo>
                    <a:pt x="1133538" y="490689"/>
                  </a:moveTo>
                  <a:lnTo>
                    <a:pt x="1130630" y="486689"/>
                  </a:lnTo>
                  <a:lnTo>
                    <a:pt x="1129322" y="484644"/>
                  </a:lnTo>
                  <a:lnTo>
                    <a:pt x="1122883" y="488708"/>
                  </a:lnTo>
                  <a:lnTo>
                    <a:pt x="1124127" y="490689"/>
                  </a:lnTo>
                  <a:lnTo>
                    <a:pt x="1127366" y="495173"/>
                  </a:lnTo>
                  <a:lnTo>
                    <a:pt x="1133538" y="490689"/>
                  </a:lnTo>
                  <a:close/>
                </a:path>
                <a:path w="1231900" h="512444">
                  <a:moveTo>
                    <a:pt x="1139329" y="15201"/>
                  </a:moveTo>
                  <a:lnTo>
                    <a:pt x="1133970" y="9791"/>
                  </a:lnTo>
                  <a:lnTo>
                    <a:pt x="1131125" y="12623"/>
                  </a:lnTo>
                  <a:lnTo>
                    <a:pt x="1128585" y="15633"/>
                  </a:lnTo>
                  <a:lnTo>
                    <a:pt x="1134402" y="20561"/>
                  </a:lnTo>
                  <a:lnTo>
                    <a:pt x="1136738" y="17792"/>
                  </a:lnTo>
                  <a:lnTo>
                    <a:pt x="1136980" y="17538"/>
                  </a:lnTo>
                  <a:lnTo>
                    <a:pt x="1139329" y="15201"/>
                  </a:lnTo>
                  <a:close/>
                </a:path>
                <a:path w="1231900" h="512444">
                  <a:moveTo>
                    <a:pt x="1143254" y="500405"/>
                  </a:moveTo>
                  <a:lnTo>
                    <a:pt x="1143012" y="500202"/>
                  </a:lnTo>
                  <a:lnTo>
                    <a:pt x="1140167" y="497903"/>
                  </a:lnTo>
                  <a:lnTo>
                    <a:pt x="1139863" y="497649"/>
                  </a:lnTo>
                  <a:lnTo>
                    <a:pt x="1140053" y="497814"/>
                  </a:lnTo>
                  <a:lnTo>
                    <a:pt x="1139888" y="497649"/>
                  </a:lnTo>
                  <a:lnTo>
                    <a:pt x="1138174" y="495935"/>
                  </a:lnTo>
                  <a:lnTo>
                    <a:pt x="1132801" y="501345"/>
                  </a:lnTo>
                  <a:lnTo>
                    <a:pt x="1134783" y="503313"/>
                  </a:lnTo>
                  <a:lnTo>
                    <a:pt x="1135075" y="503580"/>
                  </a:lnTo>
                  <a:lnTo>
                    <a:pt x="1138567" y="506399"/>
                  </a:lnTo>
                  <a:lnTo>
                    <a:pt x="1139228" y="506844"/>
                  </a:lnTo>
                  <a:lnTo>
                    <a:pt x="1143203" y="500468"/>
                  </a:lnTo>
                  <a:lnTo>
                    <a:pt x="1143152" y="500341"/>
                  </a:lnTo>
                  <a:close/>
                </a:path>
                <a:path w="1231900" h="512444">
                  <a:moveTo>
                    <a:pt x="1150645" y="8242"/>
                  </a:moveTo>
                  <a:lnTo>
                    <a:pt x="1148384" y="965"/>
                  </a:lnTo>
                  <a:lnTo>
                    <a:pt x="1147000" y="1397"/>
                  </a:lnTo>
                  <a:lnTo>
                    <a:pt x="1146581" y="1562"/>
                  </a:lnTo>
                  <a:lnTo>
                    <a:pt x="1142974" y="3162"/>
                  </a:lnTo>
                  <a:lnTo>
                    <a:pt x="1142504" y="3416"/>
                  </a:lnTo>
                  <a:lnTo>
                    <a:pt x="1140625" y="4584"/>
                  </a:lnTo>
                  <a:lnTo>
                    <a:pt x="1144651" y="11049"/>
                  </a:lnTo>
                  <a:lnTo>
                    <a:pt x="1146136" y="10121"/>
                  </a:lnTo>
                  <a:lnTo>
                    <a:pt x="1146340" y="10007"/>
                  </a:lnTo>
                  <a:lnTo>
                    <a:pt x="1146594" y="9880"/>
                  </a:lnTo>
                  <a:lnTo>
                    <a:pt x="1149324" y="8674"/>
                  </a:lnTo>
                  <a:lnTo>
                    <a:pt x="1149502" y="8597"/>
                  </a:lnTo>
                  <a:lnTo>
                    <a:pt x="1149743" y="8521"/>
                  </a:lnTo>
                  <a:lnTo>
                    <a:pt x="1150645" y="8242"/>
                  </a:lnTo>
                  <a:close/>
                </a:path>
                <a:path w="1231900" h="512444">
                  <a:moveTo>
                    <a:pt x="1155585" y="504748"/>
                  </a:moveTo>
                  <a:lnTo>
                    <a:pt x="1153820" y="504672"/>
                  </a:lnTo>
                  <a:lnTo>
                    <a:pt x="1153947" y="504672"/>
                  </a:lnTo>
                  <a:lnTo>
                    <a:pt x="1152309" y="504456"/>
                  </a:lnTo>
                  <a:lnTo>
                    <a:pt x="1151178" y="504190"/>
                  </a:lnTo>
                  <a:lnTo>
                    <a:pt x="1150912" y="504151"/>
                  </a:lnTo>
                  <a:lnTo>
                    <a:pt x="1150785" y="504101"/>
                  </a:lnTo>
                  <a:lnTo>
                    <a:pt x="1149743" y="503770"/>
                  </a:lnTo>
                  <a:lnTo>
                    <a:pt x="1149502" y="503707"/>
                  </a:lnTo>
                  <a:lnTo>
                    <a:pt x="1149680" y="503770"/>
                  </a:lnTo>
                  <a:lnTo>
                    <a:pt x="1149489" y="503707"/>
                  </a:lnTo>
                  <a:lnTo>
                    <a:pt x="1146416" y="510667"/>
                  </a:lnTo>
                  <a:lnTo>
                    <a:pt x="1147000" y="510895"/>
                  </a:lnTo>
                  <a:lnTo>
                    <a:pt x="1148829" y="511467"/>
                  </a:lnTo>
                  <a:lnTo>
                    <a:pt x="1151305" y="512013"/>
                  </a:lnTo>
                  <a:lnTo>
                    <a:pt x="1153147" y="512254"/>
                  </a:lnTo>
                  <a:lnTo>
                    <a:pt x="1155242" y="512356"/>
                  </a:lnTo>
                  <a:lnTo>
                    <a:pt x="1155585" y="504748"/>
                  </a:lnTo>
                  <a:close/>
                </a:path>
                <a:path w="1231900" h="512444">
                  <a:moveTo>
                    <a:pt x="1161592" y="503682"/>
                  </a:moveTo>
                  <a:lnTo>
                    <a:pt x="1161364" y="503770"/>
                  </a:lnTo>
                  <a:lnTo>
                    <a:pt x="1161592" y="503682"/>
                  </a:lnTo>
                  <a:close/>
                </a:path>
                <a:path w="1231900" h="512444">
                  <a:moveTo>
                    <a:pt x="1163523" y="7620"/>
                  </a:moveTo>
                  <a:lnTo>
                    <a:pt x="1157211" y="7620"/>
                  </a:lnTo>
                  <a:lnTo>
                    <a:pt x="1157008" y="7620"/>
                  </a:lnTo>
                  <a:lnTo>
                    <a:pt x="1158519" y="7810"/>
                  </a:lnTo>
                  <a:lnTo>
                    <a:pt x="1160043" y="8153"/>
                  </a:lnTo>
                  <a:lnTo>
                    <a:pt x="1161262" y="8521"/>
                  </a:lnTo>
                  <a:lnTo>
                    <a:pt x="1161554" y="8610"/>
                  </a:lnTo>
                  <a:lnTo>
                    <a:pt x="1162837" y="9182"/>
                  </a:lnTo>
                  <a:lnTo>
                    <a:pt x="1163053" y="8674"/>
                  </a:lnTo>
                  <a:lnTo>
                    <a:pt x="1163269" y="8191"/>
                  </a:lnTo>
                  <a:lnTo>
                    <a:pt x="1163434" y="7835"/>
                  </a:lnTo>
                  <a:lnTo>
                    <a:pt x="1163523" y="7620"/>
                  </a:lnTo>
                  <a:close/>
                </a:path>
                <a:path w="1231900" h="512444">
                  <a:moveTo>
                    <a:pt x="1165936" y="2209"/>
                  </a:moveTo>
                  <a:lnTo>
                    <a:pt x="1157224" y="0"/>
                  </a:lnTo>
                  <a:lnTo>
                    <a:pt x="1156881" y="7594"/>
                  </a:lnTo>
                  <a:lnTo>
                    <a:pt x="1163523" y="7620"/>
                  </a:lnTo>
                  <a:lnTo>
                    <a:pt x="1165936" y="2209"/>
                  </a:lnTo>
                  <a:close/>
                </a:path>
                <a:path w="1231900" h="512444">
                  <a:moveTo>
                    <a:pt x="1171625" y="506958"/>
                  </a:moveTo>
                  <a:lnTo>
                    <a:pt x="1168793" y="502424"/>
                  </a:lnTo>
                  <a:lnTo>
                    <a:pt x="1167599" y="500494"/>
                  </a:lnTo>
                  <a:lnTo>
                    <a:pt x="1164907" y="502170"/>
                  </a:lnTo>
                  <a:lnTo>
                    <a:pt x="1164742" y="502272"/>
                  </a:lnTo>
                  <a:lnTo>
                    <a:pt x="1161707" y="503618"/>
                  </a:lnTo>
                  <a:lnTo>
                    <a:pt x="1164031" y="510895"/>
                  </a:lnTo>
                  <a:lnTo>
                    <a:pt x="1164450" y="510743"/>
                  </a:lnTo>
                  <a:lnTo>
                    <a:pt x="1168069" y="509130"/>
                  </a:lnTo>
                  <a:lnTo>
                    <a:pt x="1168539" y="508889"/>
                  </a:lnTo>
                  <a:lnTo>
                    <a:pt x="1171625" y="506958"/>
                  </a:lnTo>
                  <a:close/>
                </a:path>
                <a:path w="1231900" h="512444">
                  <a:moveTo>
                    <a:pt x="1179258" y="11950"/>
                  </a:moveTo>
                  <a:lnTo>
                    <a:pt x="1176248" y="8978"/>
                  </a:lnTo>
                  <a:lnTo>
                    <a:pt x="1175956" y="8712"/>
                  </a:lnTo>
                  <a:lnTo>
                    <a:pt x="1173314" y="6578"/>
                  </a:lnTo>
                  <a:lnTo>
                    <a:pt x="1168539" y="12509"/>
                  </a:lnTo>
                  <a:lnTo>
                    <a:pt x="1170863" y="14389"/>
                  </a:lnTo>
                  <a:lnTo>
                    <a:pt x="1171181" y="14643"/>
                  </a:lnTo>
                  <a:lnTo>
                    <a:pt x="1170978" y="14490"/>
                  </a:lnTo>
                  <a:lnTo>
                    <a:pt x="1173886" y="17360"/>
                  </a:lnTo>
                  <a:lnTo>
                    <a:pt x="1176578" y="14643"/>
                  </a:lnTo>
                  <a:lnTo>
                    <a:pt x="1179258" y="11950"/>
                  </a:lnTo>
                  <a:close/>
                </a:path>
                <a:path w="1231900" h="512444">
                  <a:moveTo>
                    <a:pt x="1183538" y="495338"/>
                  </a:moveTo>
                  <a:lnTo>
                    <a:pt x="1182725" y="494753"/>
                  </a:lnTo>
                  <a:lnTo>
                    <a:pt x="1177569" y="491007"/>
                  </a:lnTo>
                  <a:lnTo>
                    <a:pt x="1177378" y="490867"/>
                  </a:lnTo>
                  <a:lnTo>
                    <a:pt x="1174292" y="494512"/>
                  </a:lnTo>
                  <a:lnTo>
                    <a:pt x="1174165" y="494665"/>
                  </a:lnTo>
                  <a:lnTo>
                    <a:pt x="1172718" y="496087"/>
                  </a:lnTo>
                  <a:lnTo>
                    <a:pt x="1178090" y="501497"/>
                  </a:lnTo>
                  <a:lnTo>
                    <a:pt x="1179677" y="499922"/>
                  </a:lnTo>
                  <a:lnTo>
                    <a:pt x="1183259" y="495706"/>
                  </a:lnTo>
                  <a:lnTo>
                    <a:pt x="1183538" y="495338"/>
                  </a:lnTo>
                  <a:close/>
                </a:path>
                <a:path w="1231900" h="512444">
                  <a:moveTo>
                    <a:pt x="1188910" y="24790"/>
                  </a:moveTo>
                  <a:lnTo>
                    <a:pt x="1186853" y="21539"/>
                  </a:lnTo>
                  <a:lnTo>
                    <a:pt x="1184503" y="18288"/>
                  </a:lnTo>
                  <a:lnTo>
                    <a:pt x="1178344" y="22758"/>
                  </a:lnTo>
                  <a:lnTo>
                    <a:pt x="1180452" y="25692"/>
                  </a:lnTo>
                  <a:lnTo>
                    <a:pt x="1182471" y="28867"/>
                  </a:lnTo>
                  <a:lnTo>
                    <a:pt x="1187297" y="25806"/>
                  </a:lnTo>
                  <a:lnTo>
                    <a:pt x="1188910" y="24790"/>
                  </a:lnTo>
                  <a:close/>
                </a:path>
                <a:path w="1231900" h="512444">
                  <a:moveTo>
                    <a:pt x="1192034" y="482168"/>
                  </a:moveTo>
                  <a:lnTo>
                    <a:pt x="1191387" y="481812"/>
                  </a:lnTo>
                  <a:lnTo>
                    <a:pt x="1185379" y="478447"/>
                  </a:lnTo>
                  <a:lnTo>
                    <a:pt x="1183601" y="481634"/>
                  </a:lnTo>
                  <a:lnTo>
                    <a:pt x="1181595" y="484822"/>
                  </a:lnTo>
                  <a:lnTo>
                    <a:pt x="1188034" y="488886"/>
                  </a:lnTo>
                  <a:lnTo>
                    <a:pt x="1190053" y="485711"/>
                  </a:lnTo>
                  <a:lnTo>
                    <a:pt x="1192034" y="482168"/>
                  </a:lnTo>
                  <a:close/>
                </a:path>
                <a:path w="1231900" h="512444">
                  <a:moveTo>
                    <a:pt x="1196352" y="38519"/>
                  </a:moveTo>
                  <a:lnTo>
                    <a:pt x="1195120" y="36055"/>
                  </a:lnTo>
                  <a:lnTo>
                    <a:pt x="1193355" y="32499"/>
                  </a:lnTo>
                  <a:lnTo>
                    <a:pt x="1192834" y="31559"/>
                  </a:lnTo>
                  <a:lnTo>
                    <a:pt x="1186180" y="35280"/>
                  </a:lnTo>
                  <a:lnTo>
                    <a:pt x="1186535" y="35902"/>
                  </a:lnTo>
                  <a:lnTo>
                    <a:pt x="1189532" y="41922"/>
                  </a:lnTo>
                  <a:lnTo>
                    <a:pt x="1196352" y="38519"/>
                  </a:lnTo>
                  <a:close/>
                </a:path>
                <a:path w="1231900" h="512444">
                  <a:moveTo>
                    <a:pt x="1198867" y="468172"/>
                  </a:moveTo>
                  <a:lnTo>
                    <a:pt x="1191907" y="465061"/>
                  </a:lnTo>
                  <a:lnTo>
                    <a:pt x="1189545" y="470319"/>
                  </a:lnTo>
                  <a:lnTo>
                    <a:pt x="1189494" y="470458"/>
                  </a:lnTo>
                  <a:lnTo>
                    <a:pt x="1188808" y="471843"/>
                  </a:lnTo>
                  <a:lnTo>
                    <a:pt x="1195628" y="475234"/>
                  </a:lnTo>
                  <a:lnTo>
                    <a:pt x="1196378" y="473710"/>
                  </a:lnTo>
                  <a:lnTo>
                    <a:pt x="1197838" y="470458"/>
                  </a:lnTo>
                  <a:lnTo>
                    <a:pt x="1198867" y="468172"/>
                  </a:lnTo>
                  <a:close/>
                </a:path>
                <a:path w="1231900" h="512444">
                  <a:moveTo>
                    <a:pt x="1202448" y="52959"/>
                  </a:moveTo>
                  <a:lnTo>
                    <a:pt x="1202321" y="52578"/>
                  </a:lnTo>
                  <a:lnTo>
                    <a:pt x="1199578" y="45758"/>
                  </a:lnTo>
                  <a:lnTo>
                    <a:pt x="1192504" y="48602"/>
                  </a:lnTo>
                  <a:lnTo>
                    <a:pt x="1195298" y="55562"/>
                  </a:lnTo>
                  <a:lnTo>
                    <a:pt x="1202448" y="52959"/>
                  </a:lnTo>
                  <a:close/>
                </a:path>
                <a:path w="1231900" h="512444">
                  <a:moveTo>
                    <a:pt x="1204493" y="453720"/>
                  </a:moveTo>
                  <a:lnTo>
                    <a:pt x="1197343" y="451116"/>
                  </a:lnTo>
                  <a:lnTo>
                    <a:pt x="1195197" y="456996"/>
                  </a:lnTo>
                  <a:lnTo>
                    <a:pt x="1194739" y="458139"/>
                  </a:lnTo>
                  <a:lnTo>
                    <a:pt x="1201813" y="460984"/>
                  </a:lnTo>
                  <a:lnTo>
                    <a:pt x="1202270" y="459841"/>
                  </a:lnTo>
                  <a:lnTo>
                    <a:pt x="1203261" y="457111"/>
                  </a:lnTo>
                  <a:lnTo>
                    <a:pt x="1204493" y="453720"/>
                  </a:lnTo>
                  <a:close/>
                </a:path>
                <a:path w="1231900" h="512444">
                  <a:moveTo>
                    <a:pt x="1207490" y="67462"/>
                  </a:moveTo>
                  <a:lnTo>
                    <a:pt x="1205103" y="60223"/>
                  </a:lnTo>
                  <a:lnTo>
                    <a:pt x="1197864" y="62611"/>
                  </a:lnTo>
                  <a:lnTo>
                    <a:pt x="1200251" y="69850"/>
                  </a:lnTo>
                  <a:lnTo>
                    <a:pt x="1207490" y="67462"/>
                  </a:lnTo>
                  <a:close/>
                </a:path>
                <a:path w="1231900" h="512444">
                  <a:moveTo>
                    <a:pt x="1209255" y="439013"/>
                  </a:moveTo>
                  <a:lnTo>
                    <a:pt x="1201953" y="436829"/>
                  </a:lnTo>
                  <a:lnTo>
                    <a:pt x="1200467" y="441794"/>
                  </a:lnTo>
                  <a:lnTo>
                    <a:pt x="1199730" y="444004"/>
                  </a:lnTo>
                  <a:lnTo>
                    <a:pt x="1206969" y="446392"/>
                  </a:lnTo>
                  <a:lnTo>
                    <a:pt x="1207706" y="444182"/>
                  </a:lnTo>
                  <a:lnTo>
                    <a:pt x="1208379" y="441896"/>
                  </a:lnTo>
                  <a:lnTo>
                    <a:pt x="1209255" y="439013"/>
                  </a:lnTo>
                  <a:close/>
                </a:path>
                <a:path w="1231900" h="512444">
                  <a:moveTo>
                    <a:pt x="1211808" y="82283"/>
                  </a:moveTo>
                  <a:lnTo>
                    <a:pt x="1210373" y="77038"/>
                  </a:lnTo>
                  <a:lnTo>
                    <a:pt x="1209725" y="74853"/>
                  </a:lnTo>
                  <a:lnTo>
                    <a:pt x="1202423" y="77038"/>
                  </a:lnTo>
                  <a:lnTo>
                    <a:pt x="1202918" y="78663"/>
                  </a:lnTo>
                  <a:lnTo>
                    <a:pt x="1204455" y="84289"/>
                  </a:lnTo>
                  <a:lnTo>
                    <a:pt x="1211808" y="82283"/>
                  </a:lnTo>
                  <a:close/>
                </a:path>
                <a:path w="1231900" h="512444">
                  <a:moveTo>
                    <a:pt x="1213332" y="424141"/>
                  </a:moveTo>
                  <a:lnTo>
                    <a:pt x="1205941" y="422313"/>
                  </a:lnTo>
                  <a:lnTo>
                    <a:pt x="1205306" y="424865"/>
                  </a:lnTo>
                  <a:lnTo>
                    <a:pt x="1204023" y="429590"/>
                  </a:lnTo>
                  <a:lnTo>
                    <a:pt x="1211376" y="431596"/>
                  </a:lnTo>
                  <a:lnTo>
                    <a:pt x="1212659" y="426872"/>
                  </a:lnTo>
                  <a:lnTo>
                    <a:pt x="1213129" y="424942"/>
                  </a:lnTo>
                  <a:lnTo>
                    <a:pt x="1213332" y="424141"/>
                  </a:lnTo>
                  <a:close/>
                </a:path>
                <a:path w="1231900" h="512444">
                  <a:moveTo>
                    <a:pt x="1215529" y="97231"/>
                  </a:moveTo>
                  <a:lnTo>
                    <a:pt x="1214970" y="94754"/>
                  </a:lnTo>
                  <a:lnTo>
                    <a:pt x="1213726" y="89750"/>
                  </a:lnTo>
                  <a:lnTo>
                    <a:pt x="1206334" y="91579"/>
                  </a:lnTo>
                  <a:lnTo>
                    <a:pt x="1207541" y="96431"/>
                  </a:lnTo>
                  <a:lnTo>
                    <a:pt x="1208100" y="98907"/>
                  </a:lnTo>
                  <a:lnTo>
                    <a:pt x="1215529" y="97231"/>
                  </a:lnTo>
                  <a:close/>
                </a:path>
                <a:path w="1231900" h="512444">
                  <a:moveTo>
                    <a:pt x="1216837" y="409232"/>
                  </a:moveTo>
                  <a:lnTo>
                    <a:pt x="1209408" y="407555"/>
                  </a:lnTo>
                  <a:lnTo>
                    <a:pt x="1207731" y="414985"/>
                  </a:lnTo>
                  <a:lnTo>
                    <a:pt x="1215174" y="416661"/>
                  </a:lnTo>
                  <a:lnTo>
                    <a:pt x="1216837" y="409232"/>
                  </a:lnTo>
                  <a:close/>
                </a:path>
                <a:path w="1231900" h="512444">
                  <a:moveTo>
                    <a:pt x="1218730" y="112217"/>
                  </a:moveTo>
                  <a:lnTo>
                    <a:pt x="1217206" y="104749"/>
                  </a:lnTo>
                  <a:lnTo>
                    <a:pt x="1209738" y="106260"/>
                  </a:lnTo>
                  <a:lnTo>
                    <a:pt x="1211262" y="113728"/>
                  </a:lnTo>
                  <a:lnTo>
                    <a:pt x="1218730" y="112217"/>
                  </a:lnTo>
                  <a:close/>
                </a:path>
                <a:path w="1231900" h="512444">
                  <a:moveTo>
                    <a:pt x="1219860" y="394131"/>
                  </a:moveTo>
                  <a:lnTo>
                    <a:pt x="1212367" y="392760"/>
                  </a:lnTo>
                  <a:lnTo>
                    <a:pt x="1211668" y="396519"/>
                  </a:lnTo>
                  <a:lnTo>
                    <a:pt x="1210932" y="400164"/>
                  </a:lnTo>
                  <a:lnTo>
                    <a:pt x="1218399" y="401688"/>
                  </a:lnTo>
                  <a:lnTo>
                    <a:pt x="1219149" y="398030"/>
                  </a:lnTo>
                  <a:lnTo>
                    <a:pt x="1219403" y="396582"/>
                  </a:lnTo>
                  <a:lnTo>
                    <a:pt x="1219860" y="394131"/>
                  </a:lnTo>
                  <a:close/>
                </a:path>
                <a:path w="1231900" h="512444">
                  <a:moveTo>
                    <a:pt x="1221498" y="127342"/>
                  </a:moveTo>
                  <a:lnTo>
                    <a:pt x="1221257" y="125945"/>
                  </a:lnTo>
                  <a:lnTo>
                    <a:pt x="1221054" y="124650"/>
                  </a:lnTo>
                  <a:lnTo>
                    <a:pt x="1220165" y="119773"/>
                  </a:lnTo>
                  <a:lnTo>
                    <a:pt x="1212659" y="121145"/>
                  </a:lnTo>
                  <a:lnTo>
                    <a:pt x="1213535" y="125882"/>
                  </a:lnTo>
                  <a:lnTo>
                    <a:pt x="1213980" y="128587"/>
                  </a:lnTo>
                  <a:lnTo>
                    <a:pt x="1221498" y="127342"/>
                  </a:lnTo>
                  <a:close/>
                </a:path>
                <a:path w="1231900" h="512444">
                  <a:moveTo>
                    <a:pt x="1222463" y="379044"/>
                  </a:moveTo>
                  <a:lnTo>
                    <a:pt x="1214945" y="377812"/>
                  </a:lnTo>
                  <a:lnTo>
                    <a:pt x="1213713" y="385330"/>
                  </a:lnTo>
                  <a:lnTo>
                    <a:pt x="1221232" y="386562"/>
                  </a:lnTo>
                  <a:lnTo>
                    <a:pt x="1222463" y="379044"/>
                  </a:lnTo>
                  <a:close/>
                </a:path>
                <a:path w="1231900" h="512444">
                  <a:moveTo>
                    <a:pt x="1223860" y="142468"/>
                  </a:moveTo>
                  <a:lnTo>
                    <a:pt x="1222971" y="136448"/>
                  </a:lnTo>
                  <a:lnTo>
                    <a:pt x="1222730" y="134861"/>
                  </a:lnTo>
                  <a:lnTo>
                    <a:pt x="1215212" y="136105"/>
                  </a:lnTo>
                  <a:lnTo>
                    <a:pt x="1215263" y="136385"/>
                  </a:lnTo>
                  <a:lnTo>
                    <a:pt x="1216317" y="143573"/>
                  </a:lnTo>
                  <a:lnTo>
                    <a:pt x="1223860" y="142468"/>
                  </a:lnTo>
                  <a:close/>
                </a:path>
                <a:path w="1231900" h="512444">
                  <a:moveTo>
                    <a:pt x="1224699" y="363842"/>
                  </a:moveTo>
                  <a:lnTo>
                    <a:pt x="1217142" y="362864"/>
                  </a:lnTo>
                  <a:lnTo>
                    <a:pt x="1216850" y="365023"/>
                  </a:lnTo>
                  <a:lnTo>
                    <a:pt x="1216075" y="370344"/>
                  </a:lnTo>
                  <a:lnTo>
                    <a:pt x="1223619" y="371449"/>
                  </a:lnTo>
                  <a:lnTo>
                    <a:pt x="1224394" y="366128"/>
                  </a:lnTo>
                  <a:lnTo>
                    <a:pt x="1224699" y="363842"/>
                  </a:lnTo>
                  <a:close/>
                </a:path>
                <a:path w="1231900" h="512444">
                  <a:moveTo>
                    <a:pt x="1225880" y="157695"/>
                  </a:moveTo>
                  <a:lnTo>
                    <a:pt x="1224902" y="150075"/>
                  </a:lnTo>
                  <a:lnTo>
                    <a:pt x="1217345" y="151053"/>
                  </a:lnTo>
                  <a:lnTo>
                    <a:pt x="1218285" y="158330"/>
                  </a:lnTo>
                  <a:lnTo>
                    <a:pt x="1218311" y="158559"/>
                  </a:lnTo>
                  <a:lnTo>
                    <a:pt x="1219860" y="158381"/>
                  </a:lnTo>
                  <a:lnTo>
                    <a:pt x="1225880" y="157695"/>
                  </a:lnTo>
                  <a:close/>
                </a:path>
                <a:path w="1231900" h="512444">
                  <a:moveTo>
                    <a:pt x="1226553" y="348653"/>
                  </a:moveTo>
                  <a:lnTo>
                    <a:pt x="1218984" y="347802"/>
                  </a:lnTo>
                  <a:lnTo>
                    <a:pt x="1218285" y="353910"/>
                  </a:lnTo>
                  <a:lnTo>
                    <a:pt x="1218120" y="355307"/>
                  </a:lnTo>
                  <a:lnTo>
                    <a:pt x="1225677" y="356285"/>
                  </a:lnTo>
                  <a:lnTo>
                    <a:pt x="1226553" y="348653"/>
                  </a:lnTo>
                  <a:close/>
                </a:path>
                <a:path w="1231900" h="512444">
                  <a:moveTo>
                    <a:pt x="1227543" y="172910"/>
                  </a:moveTo>
                  <a:lnTo>
                    <a:pt x="1227239" y="169786"/>
                  </a:lnTo>
                  <a:lnTo>
                    <a:pt x="1226743" y="165277"/>
                  </a:lnTo>
                  <a:lnTo>
                    <a:pt x="1219161" y="166128"/>
                  </a:lnTo>
                  <a:lnTo>
                    <a:pt x="1219568" y="169722"/>
                  </a:lnTo>
                  <a:lnTo>
                    <a:pt x="1219949" y="173647"/>
                  </a:lnTo>
                  <a:lnTo>
                    <a:pt x="1227543" y="172910"/>
                  </a:lnTo>
                  <a:close/>
                </a:path>
                <a:path w="1231900" h="512444">
                  <a:moveTo>
                    <a:pt x="1228115" y="333438"/>
                  </a:moveTo>
                  <a:lnTo>
                    <a:pt x="1220533" y="332701"/>
                  </a:lnTo>
                  <a:lnTo>
                    <a:pt x="1219796" y="340283"/>
                  </a:lnTo>
                  <a:lnTo>
                    <a:pt x="1227378" y="341020"/>
                  </a:lnTo>
                  <a:lnTo>
                    <a:pt x="1228115" y="333438"/>
                  </a:lnTo>
                  <a:close/>
                </a:path>
                <a:path w="1231900" h="512444">
                  <a:moveTo>
                    <a:pt x="1228902" y="188150"/>
                  </a:moveTo>
                  <a:lnTo>
                    <a:pt x="1228267" y="180492"/>
                  </a:lnTo>
                  <a:lnTo>
                    <a:pt x="1220685" y="181229"/>
                  </a:lnTo>
                  <a:lnTo>
                    <a:pt x="1220698" y="181394"/>
                  </a:lnTo>
                  <a:lnTo>
                    <a:pt x="1221308" y="188760"/>
                  </a:lnTo>
                  <a:lnTo>
                    <a:pt x="1228902" y="188150"/>
                  </a:lnTo>
                  <a:close/>
                </a:path>
                <a:path w="1231900" h="512444">
                  <a:moveTo>
                    <a:pt x="1229372" y="318122"/>
                  </a:moveTo>
                  <a:lnTo>
                    <a:pt x="1221765" y="317627"/>
                  </a:lnTo>
                  <a:lnTo>
                    <a:pt x="1221676" y="318922"/>
                  </a:lnTo>
                  <a:lnTo>
                    <a:pt x="1221168" y="325158"/>
                  </a:lnTo>
                  <a:lnTo>
                    <a:pt x="1228763" y="325780"/>
                  </a:lnTo>
                  <a:lnTo>
                    <a:pt x="1229296" y="318973"/>
                  </a:lnTo>
                  <a:lnTo>
                    <a:pt x="1229372" y="318122"/>
                  </a:lnTo>
                  <a:close/>
                </a:path>
                <a:path w="1231900" h="512444">
                  <a:moveTo>
                    <a:pt x="1229982" y="203403"/>
                  </a:moveTo>
                  <a:lnTo>
                    <a:pt x="1229474" y="195808"/>
                  </a:lnTo>
                  <a:lnTo>
                    <a:pt x="1221867" y="196303"/>
                  </a:lnTo>
                  <a:lnTo>
                    <a:pt x="1222375" y="203911"/>
                  </a:lnTo>
                  <a:lnTo>
                    <a:pt x="1229982" y="203403"/>
                  </a:lnTo>
                  <a:close/>
                </a:path>
                <a:path w="1231900" h="512444">
                  <a:moveTo>
                    <a:pt x="1230312" y="302856"/>
                  </a:moveTo>
                  <a:lnTo>
                    <a:pt x="1222705" y="302475"/>
                  </a:lnTo>
                  <a:lnTo>
                    <a:pt x="1222476" y="306768"/>
                  </a:lnTo>
                  <a:lnTo>
                    <a:pt x="1222260" y="310019"/>
                  </a:lnTo>
                  <a:lnTo>
                    <a:pt x="1229868" y="310527"/>
                  </a:lnTo>
                  <a:lnTo>
                    <a:pt x="1230096" y="306819"/>
                  </a:lnTo>
                  <a:lnTo>
                    <a:pt x="1230312" y="302856"/>
                  </a:lnTo>
                  <a:close/>
                </a:path>
                <a:path w="1231900" h="512444">
                  <a:moveTo>
                    <a:pt x="1230769" y="218744"/>
                  </a:moveTo>
                  <a:lnTo>
                    <a:pt x="1230731" y="217563"/>
                  </a:lnTo>
                  <a:lnTo>
                    <a:pt x="1230388" y="211074"/>
                  </a:lnTo>
                  <a:lnTo>
                    <a:pt x="1222781" y="211467"/>
                  </a:lnTo>
                  <a:lnTo>
                    <a:pt x="1223086" y="217563"/>
                  </a:lnTo>
                  <a:lnTo>
                    <a:pt x="1223149" y="219011"/>
                  </a:lnTo>
                  <a:lnTo>
                    <a:pt x="1230769" y="218744"/>
                  </a:lnTo>
                  <a:close/>
                </a:path>
                <a:path w="1231900" h="512444">
                  <a:moveTo>
                    <a:pt x="1230985" y="287578"/>
                  </a:moveTo>
                  <a:lnTo>
                    <a:pt x="1223365" y="287299"/>
                  </a:lnTo>
                  <a:lnTo>
                    <a:pt x="1223111" y="294398"/>
                  </a:lnTo>
                  <a:lnTo>
                    <a:pt x="1223086" y="294855"/>
                  </a:lnTo>
                  <a:lnTo>
                    <a:pt x="1230693" y="295249"/>
                  </a:lnTo>
                  <a:lnTo>
                    <a:pt x="1230718" y="294449"/>
                  </a:lnTo>
                  <a:lnTo>
                    <a:pt x="1230985" y="287578"/>
                  </a:lnTo>
                  <a:close/>
                </a:path>
                <a:path w="1231900" h="512444">
                  <a:moveTo>
                    <a:pt x="1231265" y="234022"/>
                  </a:moveTo>
                  <a:lnTo>
                    <a:pt x="1231188" y="230200"/>
                  </a:lnTo>
                  <a:lnTo>
                    <a:pt x="1231049" y="226352"/>
                  </a:lnTo>
                  <a:lnTo>
                    <a:pt x="1223429" y="226631"/>
                  </a:lnTo>
                  <a:lnTo>
                    <a:pt x="1223556" y="230200"/>
                  </a:lnTo>
                  <a:lnTo>
                    <a:pt x="1223556" y="230428"/>
                  </a:lnTo>
                  <a:lnTo>
                    <a:pt x="1223645" y="234188"/>
                  </a:lnTo>
                  <a:lnTo>
                    <a:pt x="1231265" y="234022"/>
                  </a:lnTo>
                  <a:close/>
                </a:path>
                <a:path w="1231900" h="512444">
                  <a:moveTo>
                    <a:pt x="1231392" y="272288"/>
                  </a:moveTo>
                  <a:lnTo>
                    <a:pt x="1223784" y="272122"/>
                  </a:lnTo>
                  <a:lnTo>
                    <a:pt x="1223619" y="279742"/>
                  </a:lnTo>
                  <a:lnTo>
                    <a:pt x="1231226" y="279908"/>
                  </a:lnTo>
                  <a:lnTo>
                    <a:pt x="1231392" y="272288"/>
                  </a:lnTo>
                  <a:close/>
                </a:path>
                <a:path w="1231900" h="512444">
                  <a:moveTo>
                    <a:pt x="1231506" y="249326"/>
                  </a:moveTo>
                  <a:lnTo>
                    <a:pt x="1231430" y="241642"/>
                  </a:lnTo>
                  <a:lnTo>
                    <a:pt x="1223810" y="241808"/>
                  </a:lnTo>
                  <a:lnTo>
                    <a:pt x="1223835" y="243192"/>
                  </a:lnTo>
                  <a:lnTo>
                    <a:pt x="1223886" y="249377"/>
                  </a:lnTo>
                  <a:lnTo>
                    <a:pt x="1231506" y="249326"/>
                  </a:lnTo>
                  <a:close/>
                </a:path>
                <a:path w="1231900" h="512444">
                  <a:moveTo>
                    <a:pt x="1231557" y="256997"/>
                  </a:moveTo>
                  <a:lnTo>
                    <a:pt x="1223937" y="256946"/>
                  </a:lnTo>
                  <a:lnTo>
                    <a:pt x="1223873" y="264566"/>
                  </a:lnTo>
                  <a:lnTo>
                    <a:pt x="1231493" y="264617"/>
                  </a:lnTo>
                  <a:lnTo>
                    <a:pt x="1231557" y="256997"/>
                  </a:lnTo>
                  <a:close/>
                </a:path>
              </a:pathLst>
            </a:custGeom>
            <a:solidFill>
              <a:srgbClr val="FFCC00"/>
            </a:solidFill>
          </p:spPr>
          <p:txBody>
            <a:bodyPr wrap="square" lIns="0" tIns="0" rIns="0" bIns="0" rtlCol="0"/>
            <a:lstStyle/>
            <a:p>
              <a:endParaRPr/>
            </a:p>
          </p:txBody>
        </p:sp>
      </p:grpSp>
      <p:sp>
        <p:nvSpPr>
          <p:cNvPr id="7" name="object 7"/>
          <p:cNvSpPr txBox="1"/>
          <p:nvPr/>
        </p:nvSpPr>
        <p:spPr>
          <a:xfrm>
            <a:off x="2481554" y="68148"/>
            <a:ext cx="2717800" cy="514350"/>
          </a:xfrm>
          <a:prstGeom prst="rect">
            <a:avLst/>
          </a:prstGeom>
        </p:spPr>
        <p:txBody>
          <a:bodyPr vert="horz" wrap="square" lIns="0" tIns="13335" rIns="0" bIns="0" rtlCol="0">
            <a:spAutoFit/>
          </a:bodyPr>
          <a:lstStyle/>
          <a:p>
            <a:pPr marL="12700">
              <a:lnSpc>
                <a:spcPct val="100000"/>
              </a:lnSpc>
              <a:spcBef>
                <a:spcPts val="105"/>
              </a:spcBef>
              <a:tabLst>
                <a:tab pos="2704465" algn="l"/>
              </a:tabLst>
            </a:pPr>
            <a:r>
              <a:rPr sz="3200" u="dash" dirty="0">
                <a:solidFill>
                  <a:srgbClr val="FF3300"/>
                </a:solidFill>
                <a:uFill>
                  <a:solidFill>
                    <a:srgbClr val="B1B1B1"/>
                  </a:solidFill>
                </a:uFill>
                <a:latin typeface="Times New Roman" panose="02020603050405020304"/>
                <a:cs typeface="Times New Roman" panose="02020603050405020304"/>
              </a:rPr>
              <a:t>	</a:t>
            </a:r>
            <a:endParaRPr sz="3200">
              <a:latin typeface="Times New Roman" panose="02020603050405020304"/>
              <a:cs typeface="Times New Roman" panose="02020603050405020304"/>
            </a:endParaRPr>
          </a:p>
        </p:txBody>
      </p:sp>
      <p:grpSp>
        <p:nvGrpSpPr>
          <p:cNvPr id="8" name="object 8"/>
          <p:cNvGrpSpPr/>
          <p:nvPr/>
        </p:nvGrpSpPr>
        <p:grpSpPr>
          <a:xfrm>
            <a:off x="1704276" y="1219200"/>
            <a:ext cx="4575175" cy="4206875"/>
            <a:chOff x="1704276" y="1219200"/>
            <a:chExt cx="4575175" cy="4206875"/>
          </a:xfrm>
        </p:grpSpPr>
        <p:sp>
          <p:nvSpPr>
            <p:cNvPr id="9" name="object 9"/>
            <p:cNvSpPr/>
            <p:nvPr/>
          </p:nvSpPr>
          <p:spPr>
            <a:xfrm>
              <a:off x="1704276" y="2478747"/>
              <a:ext cx="3609975" cy="2667000"/>
            </a:xfrm>
            <a:custGeom>
              <a:avLst/>
              <a:gdLst/>
              <a:ahLst/>
              <a:cxnLst/>
              <a:rect l="l" t="t" r="r" b="b"/>
              <a:pathLst>
                <a:path w="3609975" h="2667000">
                  <a:moveTo>
                    <a:pt x="820724" y="12699"/>
                  </a:moveTo>
                  <a:lnTo>
                    <a:pt x="773379" y="12699"/>
                  </a:lnTo>
                  <a:lnTo>
                    <a:pt x="782472" y="0"/>
                  </a:lnTo>
                  <a:lnTo>
                    <a:pt x="829906" y="0"/>
                  </a:lnTo>
                  <a:lnTo>
                    <a:pt x="820724" y="12699"/>
                  </a:lnTo>
                  <a:close/>
                </a:path>
                <a:path w="3609975" h="2667000">
                  <a:moveTo>
                    <a:pt x="954176" y="12699"/>
                  </a:moveTo>
                  <a:lnTo>
                    <a:pt x="913142" y="12699"/>
                  </a:lnTo>
                  <a:lnTo>
                    <a:pt x="903541" y="0"/>
                  </a:lnTo>
                  <a:lnTo>
                    <a:pt x="944244" y="0"/>
                  </a:lnTo>
                  <a:lnTo>
                    <a:pt x="954176" y="12699"/>
                  </a:lnTo>
                  <a:close/>
                </a:path>
                <a:path w="3609975" h="2667000">
                  <a:moveTo>
                    <a:pt x="767461" y="25399"/>
                  </a:moveTo>
                  <a:lnTo>
                    <a:pt x="746353" y="25399"/>
                  </a:lnTo>
                  <a:lnTo>
                    <a:pt x="755319" y="12699"/>
                  </a:lnTo>
                  <a:lnTo>
                    <a:pt x="776376" y="12699"/>
                  </a:lnTo>
                  <a:lnTo>
                    <a:pt x="767461" y="25399"/>
                  </a:lnTo>
                  <a:close/>
                </a:path>
                <a:path w="3609975" h="2667000">
                  <a:moveTo>
                    <a:pt x="994333" y="25399"/>
                  </a:moveTo>
                  <a:lnTo>
                    <a:pt x="961110" y="25399"/>
                  </a:lnTo>
                  <a:lnTo>
                    <a:pt x="951268" y="12699"/>
                  </a:lnTo>
                  <a:lnTo>
                    <a:pt x="984224" y="12699"/>
                  </a:lnTo>
                  <a:lnTo>
                    <a:pt x="994333" y="25399"/>
                  </a:lnTo>
                  <a:close/>
                </a:path>
                <a:path w="3609975" h="2667000">
                  <a:moveTo>
                    <a:pt x="732701" y="38099"/>
                  </a:moveTo>
                  <a:lnTo>
                    <a:pt x="719734" y="38099"/>
                  </a:lnTo>
                  <a:lnTo>
                    <a:pt x="728560" y="25399"/>
                  </a:lnTo>
                  <a:lnTo>
                    <a:pt x="741464" y="25399"/>
                  </a:lnTo>
                  <a:lnTo>
                    <a:pt x="732701" y="38099"/>
                  </a:lnTo>
                  <a:close/>
                </a:path>
                <a:path w="3609975" h="2667000">
                  <a:moveTo>
                    <a:pt x="741337" y="38099"/>
                  </a:moveTo>
                  <a:lnTo>
                    <a:pt x="741464" y="25399"/>
                  </a:lnTo>
                  <a:lnTo>
                    <a:pt x="750138" y="25399"/>
                  </a:lnTo>
                  <a:lnTo>
                    <a:pt x="741337" y="38099"/>
                  </a:lnTo>
                  <a:close/>
                </a:path>
                <a:path w="3609975" h="2667000">
                  <a:moveTo>
                    <a:pt x="1025131" y="38099"/>
                  </a:moveTo>
                  <a:lnTo>
                    <a:pt x="1000467" y="38099"/>
                  </a:lnTo>
                  <a:lnTo>
                    <a:pt x="990422" y="25399"/>
                  </a:lnTo>
                  <a:lnTo>
                    <a:pt x="1014755" y="25399"/>
                  </a:lnTo>
                  <a:lnTo>
                    <a:pt x="1025131" y="38099"/>
                  </a:lnTo>
                  <a:close/>
                </a:path>
                <a:path w="3609975" h="2667000">
                  <a:moveTo>
                    <a:pt x="715543" y="50799"/>
                  </a:moveTo>
                  <a:lnTo>
                    <a:pt x="693521" y="50799"/>
                  </a:lnTo>
                  <a:lnTo>
                    <a:pt x="702221" y="38099"/>
                  </a:lnTo>
                  <a:lnTo>
                    <a:pt x="724217" y="38099"/>
                  </a:lnTo>
                  <a:lnTo>
                    <a:pt x="715543" y="50799"/>
                  </a:lnTo>
                  <a:close/>
                </a:path>
                <a:path w="3609975" h="2667000">
                  <a:moveTo>
                    <a:pt x="1056728" y="63499"/>
                  </a:moveTo>
                  <a:lnTo>
                    <a:pt x="1040739" y="63499"/>
                  </a:lnTo>
                  <a:lnTo>
                    <a:pt x="1030351" y="50799"/>
                  </a:lnTo>
                  <a:lnTo>
                    <a:pt x="1020457" y="50799"/>
                  </a:lnTo>
                  <a:lnTo>
                    <a:pt x="1010285" y="38099"/>
                  </a:lnTo>
                  <a:lnTo>
                    <a:pt x="1035583" y="38099"/>
                  </a:lnTo>
                  <a:lnTo>
                    <a:pt x="1046111" y="50799"/>
                  </a:lnTo>
                  <a:lnTo>
                    <a:pt x="1056728" y="63499"/>
                  </a:lnTo>
                  <a:close/>
                </a:path>
                <a:path w="3609975" h="2667000">
                  <a:moveTo>
                    <a:pt x="690067" y="63499"/>
                  </a:moveTo>
                  <a:lnTo>
                    <a:pt x="676262" y="63499"/>
                  </a:lnTo>
                  <a:lnTo>
                    <a:pt x="684872" y="50799"/>
                  </a:lnTo>
                  <a:lnTo>
                    <a:pt x="698614" y="50799"/>
                  </a:lnTo>
                  <a:lnTo>
                    <a:pt x="690067" y="63499"/>
                  </a:lnTo>
                  <a:close/>
                </a:path>
                <a:path w="3609975" h="2667000">
                  <a:moveTo>
                    <a:pt x="673239" y="76199"/>
                  </a:moveTo>
                  <a:lnTo>
                    <a:pt x="659168" y="76199"/>
                  </a:lnTo>
                  <a:lnTo>
                    <a:pt x="667689" y="63499"/>
                  </a:lnTo>
                  <a:lnTo>
                    <a:pt x="681723" y="63499"/>
                  </a:lnTo>
                  <a:lnTo>
                    <a:pt x="673239" y="76199"/>
                  </a:lnTo>
                  <a:close/>
                </a:path>
                <a:path w="3609975" h="2667000">
                  <a:moveTo>
                    <a:pt x="1089101" y="88899"/>
                  </a:moveTo>
                  <a:lnTo>
                    <a:pt x="1082713" y="88899"/>
                  </a:lnTo>
                  <a:lnTo>
                    <a:pt x="1071943" y="76199"/>
                  </a:lnTo>
                  <a:lnTo>
                    <a:pt x="1061504" y="76199"/>
                  </a:lnTo>
                  <a:lnTo>
                    <a:pt x="1050925" y="63499"/>
                  </a:lnTo>
                  <a:lnTo>
                    <a:pt x="1067435" y="63499"/>
                  </a:lnTo>
                  <a:lnTo>
                    <a:pt x="1089101" y="88899"/>
                  </a:lnTo>
                  <a:close/>
                </a:path>
                <a:path w="3609975" h="2667000">
                  <a:moveTo>
                    <a:pt x="656551" y="88899"/>
                  </a:moveTo>
                  <a:lnTo>
                    <a:pt x="642238" y="88899"/>
                  </a:lnTo>
                  <a:lnTo>
                    <a:pt x="650684" y="76199"/>
                  </a:lnTo>
                  <a:lnTo>
                    <a:pt x="664959" y="76199"/>
                  </a:lnTo>
                  <a:lnTo>
                    <a:pt x="656551" y="88899"/>
                  </a:lnTo>
                  <a:close/>
                </a:path>
                <a:path w="3609975" h="2667000">
                  <a:moveTo>
                    <a:pt x="640003" y="101599"/>
                  </a:moveTo>
                  <a:lnTo>
                    <a:pt x="625475" y="101599"/>
                  </a:lnTo>
                  <a:lnTo>
                    <a:pt x="633831" y="88899"/>
                  </a:lnTo>
                  <a:lnTo>
                    <a:pt x="648335" y="88899"/>
                  </a:lnTo>
                  <a:lnTo>
                    <a:pt x="640003" y="101599"/>
                  </a:lnTo>
                  <a:close/>
                </a:path>
                <a:path w="3609975" h="2667000">
                  <a:moveTo>
                    <a:pt x="2505087" y="2552700"/>
                  </a:moveTo>
                  <a:lnTo>
                    <a:pt x="2487142" y="2552700"/>
                  </a:lnTo>
                  <a:lnTo>
                    <a:pt x="2464650" y="2527300"/>
                  </a:lnTo>
                  <a:lnTo>
                    <a:pt x="2441841" y="2501900"/>
                  </a:lnTo>
                  <a:lnTo>
                    <a:pt x="2430310" y="2476500"/>
                  </a:lnTo>
                  <a:lnTo>
                    <a:pt x="2418715" y="2463800"/>
                  </a:lnTo>
                  <a:lnTo>
                    <a:pt x="2395283" y="2438400"/>
                  </a:lnTo>
                  <a:lnTo>
                    <a:pt x="2383459" y="2413000"/>
                  </a:lnTo>
                  <a:lnTo>
                    <a:pt x="2359583" y="2387600"/>
                  </a:lnTo>
                  <a:lnTo>
                    <a:pt x="2347556" y="2362200"/>
                  </a:lnTo>
                  <a:lnTo>
                    <a:pt x="2335441" y="2349500"/>
                  </a:lnTo>
                  <a:lnTo>
                    <a:pt x="2323274" y="2324100"/>
                  </a:lnTo>
                  <a:lnTo>
                    <a:pt x="2311044" y="2311400"/>
                  </a:lnTo>
                  <a:lnTo>
                    <a:pt x="2298738" y="2286000"/>
                  </a:lnTo>
                  <a:lnTo>
                    <a:pt x="2273947" y="2247900"/>
                  </a:lnTo>
                  <a:lnTo>
                    <a:pt x="2248941" y="2209800"/>
                  </a:lnTo>
                  <a:lnTo>
                    <a:pt x="2223706" y="2159000"/>
                  </a:lnTo>
                  <a:lnTo>
                    <a:pt x="2198255" y="2120900"/>
                  </a:lnTo>
                  <a:lnTo>
                    <a:pt x="2172614" y="2070100"/>
                  </a:lnTo>
                  <a:lnTo>
                    <a:pt x="2146795" y="2032000"/>
                  </a:lnTo>
                  <a:lnTo>
                    <a:pt x="2120798" y="1981200"/>
                  </a:lnTo>
                  <a:lnTo>
                    <a:pt x="2094649" y="1930400"/>
                  </a:lnTo>
                  <a:lnTo>
                    <a:pt x="2068360" y="1879600"/>
                  </a:lnTo>
                  <a:lnTo>
                    <a:pt x="2015388" y="1778000"/>
                  </a:lnTo>
                  <a:lnTo>
                    <a:pt x="1988743" y="1714500"/>
                  </a:lnTo>
                  <a:lnTo>
                    <a:pt x="1908302" y="1562100"/>
                  </a:lnTo>
                  <a:lnTo>
                    <a:pt x="1746389" y="1219200"/>
                  </a:lnTo>
                  <a:lnTo>
                    <a:pt x="1692490" y="1117600"/>
                  </a:lnTo>
                  <a:lnTo>
                    <a:pt x="1638808" y="1003300"/>
                  </a:lnTo>
                  <a:lnTo>
                    <a:pt x="1585455" y="901700"/>
                  </a:lnTo>
                  <a:lnTo>
                    <a:pt x="1558925" y="838200"/>
                  </a:lnTo>
                  <a:lnTo>
                    <a:pt x="1532521" y="787400"/>
                  </a:lnTo>
                  <a:lnTo>
                    <a:pt x="1506245" y="736599"/>
                  </a:lnTo>
                  <a:lnTo>
                    <a:pt x="1480121" y="685799"/>
                  </a:lnTo>
                  <a:lnTo>
                    <a:pt x="1454162" y="647699"/>
                  </a:lnTo>
                  <a:lnTo>
                    <a:pt x="1428369" y="596899"/>
                  </a:lnTo>
                  <a:lnTo>
                    <a:pt x="1402765" y="546099"/>
                  </a:lnTo>
                  <a:lnTo>
                    <a:pt x="1377365" y="507999"/>
                  </a:lnTo>
                  <a:lnTo>
                    <a:pt x="1352181" y="457199"/>
                  </a:lnTo>
                  <a:lnTo>
                    <a:pt x="1327226" y="419099"/>
                  </a:lnTo>
                  <a:lnTo>
                    <a:pt x="1302499" y="380999"/>
                  </a:lnTo>
                  <a:lnTo>
                    <a:pt x="1290243" y="355599"/>
                  </a:lnTo>
                  <a:lnTo>
                    <a:pt x="1278051" y="342899"/>
                  </a:lnTo>
                  <a:lnTo>
                    <a:pt x="1265923" y="317499"/>
                  </a:lnTo>
                  <a:lnTo>
                    <a:pt x="1253858" y="304799"/>
                  </a:lnTo>
                  <a:lnTo>
                    <a:pt x="1241869" y="279399"/>
                  </a:lnTo>
                  <a:lnTo>
                    <a:pt x="1229956" y="266699"/>
                  </a:lnTo>
                  <a:lnTo>
                    <a:pt x="1218120" y="253999"/>
                  </a:lnTo>
                  <a:lnTo>
                    <a:pt x="1206360" y="228599"/>
                  </a:lnTo>
                  <a:lnTo>
                    <a:pt x="1194676" y="215899"/>
                  </a:lnTo>
                  <a:lnTo>
                    <a:pt x="1183068" y="203199"/>
                  </a:lnTo>
                  <a:lnTo>
                    <a:pt x="1171549" y="190499"/>
                  </a:lnTo>
                  <a:lnTo>
                    <a:pt x="1160106" y="177799"/>
                  </a:lnTo>
                  <a:lnTo>
                    <a:pt x="1148765" y="165099"/>
                  </a:lnTo>
                  <a:lnTo>
                    <a:pt x="1137500" y="152399"/>
                  </a:lnTo>
                  <a:lnTo>
                    <a:pt x="1126324" y="139699"/>
                  </a:lnTo>
                  <a:lnTo>
                    <a:pt x="1115250" y="126999"/>
                  </a:lnTo>
                  <a:lnTo>
                    <a:pt x="1104277" y="114299"/>
                  </a:lnTo>
                  <a:lnTo>
                    <a:pt x="1093393" y="101599"/>
                  </a:lnTo>
                  <a:lnTo>
                    <a:pt x="1082611" y="88899"/>
                  </a:lnTo>
                  <a:lnTo>
                    <a:pt x="1100048" y="88899"/>
                  </a:lnTo>
                  <a:lnTo>
                    <a:pt x="1122210" y="114299"/>
                  </a:lnTo>
                  <a:lnTo>
                    <a:pt x="1144701" y="139699"/>
                  </a:lnTo>
                  <a:lnTo>
                    <a:pt x="1167523" y="165099"/>
                  </a:lnTo>
                  <a:lnTo>
                    <a:pt x="1179042" y="177799"/>
                  </a:lnTo>
                  <a:lnTo>
                    <a:pt x="1190650" y="203199"/>
                  </a:lnTo>
                  <a:lnTo>
                    <a:pt x="1225905" y="241299"/>
                  </a:lnTo>
                  <a:lnTo>
                    <a:pt x="1237805" y="266699"/>
                  </a:lnTo>
                  <a:lnTo>
                    <a:pt x="1261808" y="292099"/>
                  </a:lnTo>
                  <a:lnTo>
                    <a:pt x="1273911" y="317499"/>
                  </a:lnTo>
                  <a:lnTo>
                    <a:pt x="1286090" y="330199"/>
                  </a:lnTo>
                  <a:lnTo>
                    <a:pt x="1298321" y="355599"/>
                  </a:lnTo>
                  <a:lnTo>
                    <a:pt x="1310627" y="368299"/>
                  </a:lnTo>
                  <a:lnTo>
                    <a:pt x="1335405" y="419099"/>
                  </a:lnTo>
                  <a:lnTo>
                    <a:pt x="1360424" y="457199"/>
                  </a:lnTo>
                  <a:lnTo>
                    <a:pt x="1385658" y="495299"/>
                  </a:lnTo>
                  <a:lnTo>
                    <a:pt x="1411097" y="546099"/>
                  </a:lnTo>
                  <a:lnTo>
                    <a:pt x="1436738" y="596899"/>
                  </a:lnTo>
                  <a:lnTo>
                    <a:pt x="1462570" y="634999"/>
                  </a:lnTo>
                  <a:lnTo>
                    <a:pt x="1488554" y="685799"/>
                  </a:lnTo>
                  <a:lnTo>
                    <a:pt x="1514703" y="736599"/>
                  </a:lnTo>
                  <a:lnTo>
                    <a:pt x="1567421" y="838200"/>
                  </a:lnTo>
                  <a:lnTo>
                    <a:pt x="1620621" y="939800"/>
                  </a:lnTo>
                  <a:lnTo>
                    <a:pt x="1647355" y="1003300"/>
                  </a:lnTo>
                  <a:lnTo>
                    <a:pt x="1701050" y="1104900"/>
                  </a:lnTo>
                  <a:lnTo>
                    <a:pt x="1754962" y="1219200"/>
                  </a:lnTo>
                  <a:lnTo>
                    <a:pt x="1862975" y="1435100"/>
                  </a:lnTo>
                  <a:lnTo>
                    <a:pt x="1916874" y="1549400"/>
                  </a:lnTo>
                  <a:lnTo>
                    <a:pt x="1970557" y="1663700"/>
                  </a:lnTo>
                  <a:lnTo>
                    <a:pt x="1997278" y="1714500"/>
                  </a:lnTo>
                  <a:lnTo>
                    <a:pt x="2023910" y="1765300"/>
                  </a:lnTo>
                  <a:lnTo>
                    <a:pt x="2050440" y="1816100"/>
                  </a:lnTo>
                  <a:lnTo>
                    <a:pt x="2076843" y="1866900"/>
                  </a:lnTo>
                  <a:lnTo>
                    <a:pt x="2103107" y="1917700"/>
                  </a:lnTo>
                  <a:lnTo>
                    <a:pt x="2129231" y="1968500"/>
                  </a:lnTo>
                  <a:lnTo>
                    <a:pt x="2155202" y="2019300"/>
                  </a:lnTo>
                  <a:lnTo>
                    <a:pt x="2180996" y="2070100"/>
                  </a:lnTo>
                  <a:lnTo>
                    <a:pt x="2206599" y="2120900"/>
                  </a:lnTo>
                  <a:lnTo>
                    <a:pt x="2231999" y="2159000"/>
                  </a:lnTo>
                  <a:lnTo>
                    <a:pt x="2257183" y="2209800"/>
                  </a:lnTo>
                  <a:lnTo>
                    <a:pt x="2282139" y="2247900"/>
                  </a:lnTo>
                  <a:lnTo>
                    <a:pt x="2306853" y="2286000"/>
                  </a:lnTo>
                  <a:lnTo>
                    <a:pt x="2319108" y="2311400"/>
                  </a:lnTo>
                  <a:lnTo>
                    <a:pt x="2331313" y="2324100"/>
                  </a:lnTo>
                  <a:lnTo>
                    <a:pt x="2343442" y="2349500"/>
                  </a:lnTo>
                  <a:lnTo>
                    <a:pt x="2355494" y="2362200"/>
                  </a:lnTo>
                  <a:lnTo>
                    <a:pt x="2367483" y="2374900"/>
                  </a:lnTo>
                  <a:lnTo>
                    <a:pt x="2379395" y="2400300"/>
                  </a:lnTo>
                  <a:lnTo>
                    <a:pt x="2391244" y="2413000"/>
                  </a:lnTo>
                  <a:lnTo>
                    <a:pt x="2403005" y="2425700"/>
                  </a:lnTo>
                  <a:lnTo>
                    <a:pt x="2414689" y="2451100"/>
                  </a:lnTo>
                  <a:lnTo>
                    <a:pt x="2426296" y="2463800"/>
                  </a:lnTo>
                  <a:lnTo>
                    <a:pt x="2437815" y="2476500"/>
                  </a:lnTo>
                  <a:lnTo>
                    <a:pt x="2449245" y="2489200"/>
                  </a:lnTo>
                  <a:lnTo>
                    <a:pt x="2460599" y="2501900"/>
                  </a:lnTo>
                  <a:lnTo>
                    <a:pt x="2471864" y="2514600"/>
                  </a:lnTo>
                  <a:lnTo>
                    <a:pt x="2483027" y="2527300"/>
                  </a:lnTo>
                  <a:lnTo>
                    <a:pt x="2494102" y="2540000"/>
                  </a:lnTo>
                  <a:lnTo>
                    <a:pt x="2505087" y="2552700"/>
                  </a:lnTo>
                  <a:close/>
                </a:path>
                <a:path w="3609975" h="2667000">
                  <a:moveTo>
                    <a:pt x="615403" y="126999"/>
                  </a:moveTo>
                  <a:lnTo>
                    <a:pt x="600608" y="126999"/>
                  </a:lnTo>
                  <a:lnTo>
                    <a:pt x="617143" y="101599"/>
                  </a:lnTo>
                  <a:lnTo>
                    <a:pt x="631837" y="101599"/>
                  </a:lnTo>
                  <a:lnTo>
                    <a:pt x="623569" y="114299"/>
                  </a:lnTo>
                  <a:lnTo>
                    <a:pt x="615403" y="126999"/>
                  </a:lnTo>
                  <a:close/>
                </a:path>
                <a:path w="3609975" h="2667000">
                  <a:moveTo>
                    <a:pt x="591096" y="152399"/>
                  </a:moveTo>
                  <a:lnTo>
                    <a:pt x="576084" y="152399"/>
                  </a:lnTo>
                  <a:lnTo>
                    <a:pt x="592391" y="126999"/>
                  </a:lnTo>
                  <a:lnTo>
                    <a:pt x="607326" y="126999"/>
                  </a:lnTo>
                  <a:lnTo>
                    <a:pt x="599173" y="139699"/>
                  </a:lnTo>
                  <a:lnTo>
                    <a:pt x="591096" y="152399"/>
                  </a:lnTo>
                  <a:close/>
                </a:path>
                <a:path w="3609975" h="2667000">
                  <a:moveTo>
                    <a:pt x="383755" y="444499"/>
                  </a:moveTo>
                  <a:lnTo>
                    <a:pt x="375399" y="444499"/>
                  </a:lnTo>
                  <a:lnTo>
                    <a:pt x="390182" y="419099"/>
                  </a:lnTo>
                  <a:lnTo>
                    <a:pt x="435114" y="342899"/>
                  </a:lnTo>
                  <a:lnTo>
                    <a:pt x="465607" y="292099"/>
                  </a:lnTo>
                  <a:lnTo>
                    <a:pt x="496557" y="241299"/>
                  </a:lnTo>
                  <a:lnTo>
                    <a:pt x="512203" y="228599"/>
                  </a:lnTo>
                  <a:lnTo>
                    <a:pt x="527977" y="203199"/>
                  </a:lnTo>
                  <a:lnTo>
                    <a:pt x="543890" y="190499"/>
                  </a:lnTo>
                  <a:lnTo>
                    <a:pt x="559904" y="165099"/>
                  </a:lnTo>
                  <a:lnTo>
                    <a:pt x="567969" y="152399"/>
                  </a:lnTo>
                  <a:lnTo>
                    <a:pt x="583107" y="152399"/>
                  </a:lnTo>
                  <a:lnTo>
                    <a:pt x="575043" y="165099"/>
                  </a:lnTo>
                  <a:lnTo>
                    <a:pt x="567067" y="177799"/>
                  </a:lnTo>
                  <a:lnTo>
                    <a:pt x="551167" y="190499"/>
                  </a:lnTo>
                  <a:lnTo>
                    <a:pt x="535419" y="215899"/>
                  </a:lnTo>
                  <a:lnTo>
                    <a:pt x="519772" y="228599"/>
                  </a:lnTo>
                  <a:lnTo>
                    <a:pt x="504253" y="253999"/>
                  </a:lnTo>
                  <a:lnTo>
                    <a:pt x="488835" y="279399"/>
                  </a:lnTo>
                  <a:lnTo>
                    <a:pt x="473519" y="292099"/>
                  </a:lnTo>
                  <a:lnTo>
                    <a:pt x="458317" y="317499"/>
                  </a:lnTo>
                  <a:lnTo>
                    <a:pt x="443217" y="342899"/>
                  </a:lnTo>
                  <a:lnTo>
                    <a:pt x="428205" y="368299"/>
                  </a:lnTo>
                  <a:lnTo>
                    <a:pt x="413296" y="393699"/>
                  </a:lnTo>
                  <a:lnTo>
                    <a:pt x="398475" y="419099"/>
                  </a:lnTo>
                  <a:lnTo>
                    <a:pt x="383755" y="444499"/>
                  </a:lnTo>
                  <a:close/>
                </a:path>
                <a:path w="3609975" h="2667000">
                  <a:moveTo>
                    <a:pt x="8902" y="1333500"/>
                  </a:moveTo>
                  <a:lnTo>
                    <a:pt x="0" y="1333500"/>
                  </a:lnTo>
                  <a:lnTo>
                    <a:pt x="53936" y="1193800"/>
                  </a:lnTo>
                  <a:lnTo>
                    <a:pt x="80987" y="1117600"/>
                  </a:lnTo>
                  <a:lnTo>
                    <a:pt x="108127" y="1054100"/>
                  </a:lnTo>
                  <a:lnTo>
                    <a:pt x="135381" y="977900"/>
                  </a:lnTo>
                  <a:lnTo>
                    <a:pt x="162775" y="914400"/>
                  </a:lnTo>
                  <a:lnTo>
                    <a:pt x="190334" y="838200"/>
                  </a:lnTo>
                  <a:lnTo>
                    <a:pt x="204190" y="812800"/>
                  </a:lnTo>
                  <a:lnTo>
                    <a:pt x="218084" y="774700"/>
                  </a:lnTo>
                  <a:lnTo>
                    <a:pt x="232054" y="749299"/>
                  </a:lnTo>
                  <a:lnTo>
                    <a:pt x="246062" y="711199"/>
                  </a:lnTo>
                  <a:lnTo>
                    <a:pt x="260146" y="685799"/>
                  </a:lnTo>
                  <a:lnTo>
                    <a:pt x="274281" y="647699"/>
                  </a:lnTo>
                  <a:lnTo>
                    <a:pt x="288493" y="622299"/>
                  </a:lnTo>
                  <a:lnTo>
                    <a:pt x="302780" y="584199"/>
                  </a:lnTo>
                  <a:lnTo>
                    <a:pt x="331584" y="533399"/>
                  </a:lnTo>
                  <a:lnTo>
                    <a:pt x="346100" y="495299"/>
                  </a:lnTo>
                  <a:lnTo>
                    <a:pt x="375361" y="444499"/>
                  </a:lnTo>
                  <a:lnTo>
                    <a:pt x="383781" y="444499"/>
                  </a:lnTo>
                  <a:lnTo>
                    <a:pt x="369112" y="482599"/>
                  </a:lnTo>
                  <a:lnTo>
                    <a:pt x="354558" y="507999"/>
                  </a:lnTo>
                  <a:lnTo>
                    <a:pt x="340080" y="533399"/>
                  </a:lnTo>
                  <a:lnTo>
                    <a:pt x="325691" y="558799"/>
                  </a:lnTo>
                  <a:lnTo>
                    <a:pt x="311365" y="596899"/>
                  </a:lnTo>
                  <a:lnTo>
                    <a:pt x="297116" y="622299"/>
                  </a:lnTo>
                  <a:lnTo>
                    <a:pt x="282930" y="660399"/>
                  </a:lnTo>
                  <a:lnTo>
                    <a:pt x="268820" y="685799"/>
                  </a:lnTo>
                  <a:lnTo>
                    <a:pt x="254762" y="711199"/>
                  </a:lnTo>
                  <a:lnTo>
                    <a:pt x="240779" y="749299"/>
                  </a:lnTo>
                  <a:lnTo>
                    <a:pt x="226834" y="787400"/>
                  </a:lnTo>
                  <a:lnTo>
                    <a:pt x="212953" y="812800"/>
                  </a:lnTo>
                  <a:lnTo>
                    <a:pt x="199123" y="850900"/>
                  </a:lnTo>
                  <a:lnTo>
                    <a:pt x="171589" y="914400"/>
                  </a:lnTo>
                  <a:lnTo>
                    <a:pt x="144221" y="977900"/>
                  </a:lnTo>
                  <a:lnTo>
                    <a:pt x="116992" y="1054100"/>
                  </a:lnTo>
                  <a:lnTo>
                    <a:pt x="89865" y="1117600"/>
                  </a:lnTo>
                  <a:lnTo>
                    <a:pt x="62826" y="1193800"/>
                  </a:lnTo>
                  <a:lnTo>
                    <a:pt x="8902" y="1333500"/>
                  </a:lnTo>
                  <a:close/>
                </a:path>
                <a:path w="3609975" h="2667000">
                  <a:moveTo>
                    <a:pt x="3049016" y="2501900"/>
                  </a:moveTo>
                  <a:lnTo>
                    <a:pt x="3033839" y="2501900"/>
                  </a:lnTo>
                  <a:lnTo>
                    <a:pt x="3041853" y="2489200"/>
                  </a:lnTo>
                  <a:lnTo>
                    <a:pt x="3057715" y="2476500"/>
                  </a:lnTo>
                  <a:lnTo>
                    <a:pt x="3073450" y="2451100"/>
                  </a:lnTo>
                  <a:lnTo>
                    <a:pt x="3089059" y="2425700"/>
                  </a:lnTo>
                  <a:lnTo>
                    <a:pt x="3104565" y="2413000"/>
                  </a:lnTo>
                  <a:lnTo>
                    <a:pt x="3119970" y="2387600"/>
                  </a:lnTo>
                  <a:lnTo>
                    <a:pt x="3135261" y="2362200"/>
                  </a:lnTo>
                  <a:lnTo>
                    <a:pt x="3150450" y="2336800"/>
                  </a:lnTo>
                  <a:lnTo>
                    <a:pt x="3165525" y="2311400"/>
                  </a:lnTo>
                  <a:lnTo>
                    <a:pt x="3180524" y="2286000"/>
                  </a:lnTo>
                  <a:lnTo>
                    <a:pt x="3195421" y="2260600"/>
                  </a:lnTo>
                  <a:lnTo>
                    <a:pt x="3210217" y="2235200"/>
                  </a:lnTo>
                  <a:lnTo>
                    <a:pt x="3224936" y="2209800"/>
                  </a:lnTo>
                  <a:lnTo>
                    <a:pt x="3239566" y="2184400"/>
                  </a:lnTo>
                  <a:lnTo>
                    <a:pt x="3254108" y="2159000"/>
                  </a:lnTo>
                  <a:lnTo>
                    <a:pt x="3268573" y="2133600"/>
                  </a:lnTo>
                  <a:lnTo>
                    <a:pt x="3282975" y="2095500"/>
                  </a:lnTo>
                  <a:lnTo>
                    <a:pt x="3297288" y="2070100"/>
                  </a:lnTo>
                  <a:lnTo>
                    <a:pt x="3311537" y="2044700"/>
                  </a:lnTo>
                  <a:lnTo>
                    <a:pt x="3325723" y="2006600"/>
                  </a:lnTo>
                  <a:lnTo>
                    <a:pt x="3339846" y="1981200"/>
                  </a:lnTo>
                  <a:lnTo>
                    <a:pt x="3353904" y="1943100"/>
                  </a:lnTo>
                  <a:lnTo>
                    <a:pt x="3367900" y="1917700"/>
                  </a:lnTo>
                  <a:lnTo>
                    <a:pt x="3381857" y="1879600"/>
                  </a:lnTo>
                  <a:lnTo>
                    <a:pt x="3395751" y="1854200"/>
                  </a:lnTo>
                  <a:lnTo>
                    <a:pt x="3409607" y="1816100"/>
                  </a:lnTo>
                  <a:lnTo>
                    <a:pt x="3437178" y="1752600"/>
                  </a:lnTo>
                  <a:lnTo>
                    <a:pt x="3464610" y="1676400"/>
                  </a:lnTo>
                  <a:lnTo>
                    <a:pt x="3491915" y="1612900"/>
                  </a:lnTo>
                  <a:lnTo>
                    <a:pt x="3519131" y="1536700"/>
                  </a:lnTo>
                  <a:lnTo>
                    <a:pt x="3546271" y="1473200"/>
                  </a:lnTo>
                  <a:lnTo>
                    <a:pt x="3600462" y="1333500"/>
                  </a:lnTo>
                  <a:lnTo>
                    <a:pt x="3609352" y="1333500"/>
                  </a:lnTo>
                  <a:lnTo>
                    <a:pt x="3555161" y="1473200"/>
                  </a:lnTo>
                  <a:lnTo>
                    <a:pt x="3528009" y="1549400"/>
                  </a:lnTo>
                  <a:lnTo>
                    <a:pt x="3500780" y="1612900"/>
                  </a:lnTo>
                  <a:lnTo>
                    <a:pt x="3473450" y="1689100"/>
                  </a:lnTo>
                  <a:lnTo>
                    <a:pt x="3445992" y="1752600"/>
                  </a:lnTo>
                  <a:lnTo>
                    <a:pt x="3418395" y="1816100"/>
                  </a:lnTo>
                  <a:lnTo>
                    <a:pt x="3404514" y="1854200"/>
                  </a:lnTo>
                  <a:lnTo>
                    <a:pt x="3390595" y="1879600"/>
                  </a:lnTo>
                  <a:lnTo>
                    <a:pt x="3362604" y="1955800"/>
                  </a:lnTo>
                  <a:lnTo>
                    <a:pt x="3334372" y="2006600"/>
                  </a:lnTo>
                  <a:lnTo>
                    <a:pt x="3320161" y="2044700"/>
                  </a:lnTo>
                  <a:lnTo>
                    <a:pt x="3305873" y="2070100"/>
                  </a:lnTo>
                  <a:lnTo>
                    <a:pt x="3291522" y="2108200"/>
                  </a:lnTo>
                  <a:lnTo>
                    <a:pt x="3262579" y="2159000"/>
                  </a:lnTo>
                  <a:lnTo>
                    <a:pt x="3247974" y="2184400"/>
                  </a:lnTo>
                  <a:lnTo>
                    <a:pt x="3233293" y="2222500"/>
                  </a:lnTo>
                  <a:lnTo>
                    <a:pt x="3218522" y="2247900"/>
                  </a:lnTo>
                  <a:lnTo>
                    <a:pt x="3188690" y="2298700"/>
                  </a:lnTo>
                  <a:lnTo>
                    <a:pt x="3158464" y="2349500"/>
                  </a:lnTo>
                  <a:lnTo>
                    <a:pt x="3127794" y="2387600"/>
                  </a:lnTo>
                  <a:lnTo>
                    <a:pt x="3112274" y="2413000"/>
                  </a:lnTo>
                  <a:lnTo>
                    <a:pt x="3096653" y="2438400"/>
                  </a:lnTo>
                  <a:lnTo>
                    <a:pt x="3080893" y="2463800"/>
                  </a:lnTo>
                  <a:lnTo>
                    <a:pt x="3065018" y="2476500"/>
                  </a:lnTo>
                  <a:lnTo>
                    <a:pt x="3049016" y="2501900"/>
                  </a:lnTo>
                  <a:close/>
                </a:path>
                <a:path w="3609975" h="2667000">
                  <a:moveTo>
                    <a:pt x="3024746" y="2527300"/>
                  </a:moveTo>
                  <a:lnTo>
                    <a:pt x="3009734" y="2527300"/>
                  </a:lnTo>
                  <a:lnTo>
                    <a:pt x="3017850" y="2514600"/>
                  </a:lnTo>
                  <a:lnTo>
                    <a:pt x="3025838" y="2514600"/>
                  </a:lnTo>
                  <a:lnTo>
                    <a:pt x="3033877" y="2501900"/>
                  </a:lnTo>
                  <a:lnTo>
                    <a:pt x="3040964" y="2501900"/>
                  </a:lnTo>
                  <a:lnTo>
                    <a:pt x="3024746" y="2527300"/>
                  </a:lnTo>
                  <a:close/>
                </a:path>
                <a:path w="3609975" h="2667000">
                  <a:moveTo>
                    <a:pt x="3000133" y="2552700"/>
                  </a:moveTo>
                  <a:lnTo>
                    <a:pt x="2985363" y="2552700"/>
                  </a:lnTo>
                  <a:lnTo>
                    <a:pt x="2993580" y="2540000"/>
                  </a:lnTo>
                  <a:lnTo>
                    <a:pt x="3001645" y="2540000"/>
                  </a:lnTo>
                  <a:lnTo>
                    <a:pt x="3009785" y="2527300"/>
                  </a:lnTo>
                  <a:lnTo>
                    <a:pt x="3016580" y="2527300"/>
                  </a:lnTo>
                  <a:lnTo>
                    <a:pt x="3000133" y="2552700"/>
                  </a:lnTo>
                  <a:close/>
                </a:path>
                <a:path w="3609975" h="2667000">
                  <a:moveTo>
                    <a:pt x="2558440" y="2603500"/>
                  </a:moveTo>
                  <a:lnTo>
                    <a:pt x="2541917" y="2603500"/>
                  </a:lnTo>
                  <a:lnTo>
                    <a:pt x="2520264" y="2578100"/>
                  </a:lnTo>
                  <a:lnTo>
                    <a:pt x="2498267" y="2552700"/>
                  </a:lnTo>
                  <a:lnTo>
                    <a:pt x="2504998" y="2552700"/>
                  </a:lnTo>
                  <a:lnTo>
                    <a:pt x="2515958" y="2565400"/>
                  </a:lnTo>
                  <a:lnTo>
                    <a:pt x="2526741" y="2578100"/>
                  </a:lnTo>
                  <a:lnTo>
                    <a:pt x="2537307" y="2578100"/>
                  </a:lnTo>
                  <a:lnTo>
                    <a:pt x="2547988" y="2590800"/>
                  </a:lnTo>
                  <a:lnTo>
                    <a:pt x="2558440" y="2603500"/>
                  </a:lnTo>
                  <a:close/>
                </a:path>
                <a:path w="3609975" h="2667000">
                  <a:moveTo>
                    <a:pt x="2975203" y="2578100"/>
                  </a:moveTo>
                  <a:lnTo>
                    <a:pt x="2952419" y="2578100"/>
                  </a:lnTo>
                  <a:lnTo>
                    <a:pt x="2960776" y="2565400"/>
                  </a:lnTo>
                  <a:lnTo>
                    <a:pt x="2968955" y="2565400"/>
                  </a:lnTo>
                  <a:lnTo>
                    <a:pt x="2977235" y="2552700"/>
                  </a:lnTo>
                  <a:lnTo>
                    <a:pt x="2991866" y="2552700"/>
                  </a:lnTo>
                  <a:lnTo>
                    <a:pt x="2975203" y="2578100"/>
                  </a:lnTo>
                  <a:close/>
                </a:path>
                <a:path w="3609975" h="2667000">
                  <a:moveTo>
                    <a:pt x="2958376" y="2590800"/>
                  </a:moveTo>
                  <a:lnTo>
                    <a:pt x="2944101" y="2590800"/>
                  </a:lnTo>
                  <a:lnTo>
                    <a:pt x="2952496" y="2578100"/>
                  </a:lnTo>
                  <a:lnTo>
                    <a:pt x="2966808" y="2578100"/>
                  </a:lnTo>
                  <a:lnTo>
                    <a:pt x="2958376" y="2590800"/>
                  </a:lnTo>
                  <a:close/>
                </a:path>
                <a:path w="3609975" h="2667000">
                  <a:moveTo>
                    <a:pt x="2941396" y="2603500"/>
                  </a:moveTo>
                  <a:lnTo>
                    <a:pt x="2927362" y="2603500"/>
                  </a:lnTo>
                  <a:lnTo>
                    <a:pt x="2935833" y="2590800"/>
                  </a:lnTo>
                  <a:lnTo>
                    <a:pt x="2949905" y="2590800"/>
                  </a:lnTo>
                  <a:lnTo>
                    <a:pt x="2941396" y="2603500"/>
                  </a:lnTo>
                  <a:close/>
                </a:path>
                <a:path w="3609975" h="2667000">
                  <a:moveTo>
                    <a:pt x="2579001" y="2616200"/>
                  </a:moveTo>
                  <a:lnTo>
                    <a:pt x="2563241" y="2616200"/>
                  </a:lnTo>
                  <a:lnTo>
                    <a:pt x="2552623" y="2603500"/>
                  </a:lnTo>
                  <a:lnTo>
                    <a:pt x="2568625" y="2603500"/>
                  </a:lnTo>
                  <a:lnTo>
                    <a:pt x="2579001" y="2616200"/>
                  </a:lnTo>
                  <a:close/>
                </a:path>
                <a:path w="3609975" h="2667000">
                  <a:moveTo>
                    <a:pt x="2924238" y="2616200"/>
                  </a:moveTo>
                  <a:lnTo>
                    <a:pt x="2902000" y="2616200"/>
                  </a:lnTo>
                  <a:lnTo>
                    <a:pt x="2910586" y="2603500"/>
                  </a:lnTo>
                  <a:lnTo>
                    <a:pt x="2932836" y="2603500"/>
                  </a:lnTo>
                  <a:lnTo>
                    <a:pt x="2924238" y="2616200"/>
                  </a:lnTo>
                  <a:close/>
                </a:path>
                <a:path w="3609975" h="2667000">
                  <a:moveTo>
                    <a:pt x="2599080" y="2628900"/>
                  </a:moveTo>
                  <a:lnTo>
                    <a:pt x="2584234" y="2628900"/>
                  </a:lnTo>
                  <a:lnTo>
                    <a:pt x="2573782" y="2616200"/>
                  </a:lnTo>
                  <a:lnTo>
                    <a:pt x="2588907" y="2616200"/>
                  </a:lnTo>
                  <a:lnTo>
                    <a:pt x="2599080" y="2628900"/>
                  </a:lnTo>
                  <a:close/>
                </a:path>
                <a:path w="3609975" h="2667000">
                  <a:moveTo>
                    <a:pt x="2898190" y="2628900"/>
                  </a:moveTo>
                  <a:lnTo>
                    <a:pt x="2884919" y="2628900"/>
                  </a:lnTo>
                  <a:lnTo>
                    <a:pt x="2893580" y="2616200"/>
                  </a:lnTo>
                  <a:lnTo>
                    <a:pt x="2906915" y="2616200"/>
                  </a:lnTo>
                  <a:lnTo>
                    <a:pt x="2898190" y="2628900"/>
                  </a:lnTo>
                  <a:close/>
                </a:path>
                <a:path w="3609975" h="2667000">
                  <a:moveTo>
                    <a:pt x="2628811" y="2641600"/>
                  </a:moveTo>
                  <a:lnTo>
                    <a:pt x="2604858" y="2641600"/>
                  </a:lnTo>
                  <a:lnTo>
                    <a:pt x="2594610" y="2628900"/>
                  </a:lnTo>
                  <a:lnTo>
                    <a:pt x="2618816" y="2628900"/>
                  </a:lnTo>
                  <a:lnTo>
                    <a:pt x="2628811" y="2641600"/>
                  </a:lnTo>
                  <a:close/>
                </a:path>
                <a:path w="3609975" h="2667000">
                  <a:moveTo>
                    <a:pt x="2880601" y="2641600"/>
                  </a:moveTo>
                  <a:lnTo>
                    <a:pt x="2859036" y="2641600"/>
                  </a:lnTo>
                  <a:lnTo>
                    <a:pt x="2867825" y="2628900"/>
                  </a:lnTo>
                  <a:lnTo>
                    <a:pt x="2889415" y="2628900"/>
                  </a:lnTo>
                  <a:lnTo>
                    <a:pt x="2880601" y="2641600"/>
                  </a:lnTo>
                  <a:close/>
                </a:path>
                <a:path w="3609975" h="2667000">
                  <a:moveTo>
                    <a:pt x="2667723" y="2654300"/>
                  </a:moveTo>
                  <a:lnTo>
                    <a:pt x="2635186" y="2654300"/>
                  </a:lnTo>
                  <a:lnTo>
                    <a:pt x="2625128" y="2641600"/>
                  </a:lnTo>
                  <a:lnTo>
                    <a:pt x="2657944" y="2641600"/>
                  </a:lnTo>
                  <a:lnTo>
                    <a:pt x="2667723" y="2654300"/>
                  </a:lnTo>
                  <a:close/>
                </a:path>
                <a:path w="3609975" h="2667000">
                  <a:moveTo>
                    <a:pt x="2853880" y="2654300"/>
                  </a:moveTo>
                  <a:lnTo>
                    <a:pt x="2824022" y="2654300"/>
                  </a:lnTo>
                  <a:lnTo>
                    <a:pt x="2832963" y="2641600"/>
                  </a:lnTo>
                  <a:lnTo>
                    <a:pt x="2862834" y="2641600"/>
                  </a:lnTo>
                  <a:lnTo>
                    <a:pt x="2853880" y="2654300"/>
                  </a:lnTo>
                  <a:close/>
                </a:path>
                <a:path w="3609975" h="2667000">
                  <a:moveTo>
                    <a:pt x="2733789" y="2667000"/>
                  </a:moveTo>
                  <a:lnTo>
                    <a:pt x="2674975" y="2667000"/>
                  </a:lnTo>
                  <a:lnTo>
                    <a:pt x="2665107" y="2654300"/>
                  </a:lnTo>
                  <a:lnTo>
                    <a:pt x="2724340" y="2654300"/>
                  </a:lnTo>
                  <a:lnTo>
                    <a:pt x="2733789" y="2667000"/>
                  </a:lnTo>
                  <a:close/>
                </a:path>
                <a:path w="3609975" h="2667000">
                  <a:moveTo>
                    <a:pt x="2808427" y="2667000"/>
                  </a:moveTo>
                  <a:lnTo>
                    <a:pt x="2752051" y="2667000"/>
                  </a:lnTo>
                  <a:lnTo>
                    <a:pt x="2761361" y="2654300"/>
                  </a:lnTo>
                  <a:lnTo>
                    <a:pt x="2817622" y="2654300"/>
                  </a:lnTo>
                  <a:lnTo>
                    <a:pt x="2808427" y="2667000"/>
                  </a:lnTo>
                  <a:close/>
                </a:path>
              </a:pathLst>
            </a:custGeom>
            <a:solidFill>
              <a:srgbClr val="000000"/>
            </a:solidFill>
          </p:spPr>
          <p:txBody>
            <a:bodyPr wrap="square" lIns="0" tIns="0" rIns="0" bIns="0" rtlCol="0"/>
            <a:lstStyle/>
            <a:p>
              <a:endParaRPr/>
            </a:p>
          </p:txBody>
        </p:sp>
        <p:sp>
          <p:nvSpPr>
            <p:cNvPr id="10" name="object 10"/>
            <p:cNvSpPr/>
            <p:nvPr/>
          </p:nvSpPr>
          <p:spPr>
            <a:xfrm>
              <a:off x="1850021" y="2114549"/>
              <a:ext cx="3495675" cy="3311525"/>
            </a:xfrm>
            <a:custGeom>
              <a:avLst/>
              <a:gdLst/>
              <a:ahLst/>
              <a:cxnLst/>
              <a:rect l="l" t="t" r="r" b="b"/>
              <a:pathLst>
                <a:path w="3495675" h="3311525">
                  <a:moveTo>
                    <a:pt x="76200" y="76200"/>
                  </a:moveTo>
                  <a:lnTo>
                    <a:pt x="66675" y="57150"/>
                  </a:lnTo>
                  <a:lnTo>
                    <a:pt x="38100" y="0"/>
                  </a:lnTo>
                  <a:lnTo>
                    <a:pt x="0" y="76200"/>
                  </a:lnTo>
                  <a:lnTo>
                    <a:pt x="33337" y="76200"/>
                  </a:lnTo>
                  <a:lnTo>
                    <a:pt x="33337" y="3311525"/>
                  </a:lnTo>
                  <a:lnTo>
                    <a:pt x="42862" y="3311525"/>
                  </a:lnTo>
                  <a:lnTo>
                    <a:pt x="42862" y="76200"/>
                  </a:lnTo>
                  <a:lnTo>
                    <a:pt x="76200" y="76200"/>
                  </a:lnTo>
                  <a:close/>
                </a:path>
                <a:path w="3495675" h="3311525">
                  <a:moveTo>
                    <a:pt x="255587" y="76200"/>
                  </a:moveTo>
                  <a:lnTo>
                    <a:pt x="246062" y="57150"/>
                  </a:lnTo>
                  <a:lnTo>
                    <a:pt x="217487" y="0"/>
                  </a:lnTo>
                  <a:lnTo>
                    <a:pt x="179387" y="76200"/>
                  </a:lnTo>
                  <a:lnTo>
                    <a:pt x="212725" y="76200"/>
                  </a:lnTo>
                  <a:lnTo>
                    <a:pt x="212725" y="3311525"/>
                  </a:lnTo>
                  <a:lnTo>
                    <a:pt x="222250" y="3311525"/>
                  </a:lnTo>
                  <a:lnTo>
                    <a:pt x="222250" y="76200"/>
                  </a:lnTo>
                  <a:lnTo>
                    <a:pt x="255587" y="76200"/>
                  </a:lnTo>
                  <a:close/>
                </a:path>
                <a:path w="3495675" h="3311525">
                  <a:moveTo>
                    <a:pt x="436562" y="76200"/>
                  </a:moveTo>
                  <a:lnTo>
                    <a:pt x="427037" y="57150"/>
                  </a:lnTo>
                  <a:lnTo>
                    <a:pt x="398462" y="0"/>
                  </a:lnTo>
                  <a:lnTo>
                    <a:pt x="360362" y="76200"/>
                  </a:lnTo>
                  <a:lnTo>
                    <a:pt x="393700" y="76200"/>
                  </a:lnTo>
                  <a:lnTo>
                    <a:pt x="393700" y="3311525"/>
                  </a:lnTo>
                  <a:lnTo>
                    <a:pt x="403225" y="3311525"/>
                  </a:lnTo>
                  <a:lnTo>
                    <a:pt x="403225" y="76200"/>
                  </a:lnTo>
                  <a:lnTo>
                    <a:pt x="436562" y="76200"/>
                  </a:lnTo>
                  <a:close/>
                </a:path>
                <a:path w="3495675" h="3311525">
                  <a:moveTo>
                    <a:pt x="615950" y="76200"/>
                  </a:moveTo>
                  <a:lnTo>
                    <a:pt x="606425" y="57150"/>
                  </a:lnTo>
                  <a:lnTo>
                    <a:pt x="577850" y="0"/>
                  </a:lnTo>
                  <a:lnTo>
                    <a:pt x="539750" y="76200"/>
                  </a:lnTo>
                  <a:lnTo>
                    <a:pt x="573087" y="76200"/>
                  </a:lnTo>
                  <a:lnTo>
                    <a:pt x="573087" y="3311525"/>
                  </a:lnTo>
                  <a:lnTo>
                    <a:pt x="582612" y="3311525"/>
                  </a:lnTo>
                  <a:lnTo>
                    <a:pt x="582612" y="76200"/>
                  </a:lnTo>
                  <a:lnTo>
                    <a:pt x="615950" y="76200"/>
                  </a:lnTo>
                  <a:close/>
                </a:path>
                <a:path w="3495675" h="3311525">
                  <a:moveTo>
                    <a:pt x="795337" y="76200"/>
                  </a:moveTo>
                  <a:lnTo>
                    <a:pt x="785812" y="57150"/>
                  </a:lnTo>
                  <a:lnTo>
                    <a:pt x="757237" y="0"/>
                  </a:lnTo>
                  <a:lnTo>
                    <a:pt x="719137" y="76200"/>
                  </a:lnTo>
                  <a:lnTo>
                    <a:pt x="752475" y="76200"/>
                  </a:lnTo>
                  <a:lnTo>
                    <a:pt x="752475" y="3311525"/>
                  </a:lnTo>
                  <a:lnTo>
                    <a:pt x="762000" y="3311525"/>
                  </a:lnTo>
                  <a:lnTo>
                    <a:pt x="762000" y="76200"/>
                  </a:lnTo>
                  <a:lnTo>
                    <a:pt x="795337" y="76200"/>
                  </a:lnTo>
                  <a:close/>
                </a:path>
                <a:path w="3495675" h="3311525">
                  <a:moveTo>
                    <a:pt x="976312" y="76200"/>
                  </a:moveTo>
                  <a:lnTo>
                    <a:pt x="966787" y="57150"/>
                  </a:lnTo>
                  <a:lnTo>
                    <a:pt x="938212" y="0"/>
                  </a:lnTo>
                  <a:lnTo>
                    <a:pt x="900112" y="76200"/>
                  </a:lnTo>
                  <a:lnTo>
                    <a:pt x="933450" y="76200"/>
                  </a:lnTo>
                  <a:lnTo>
                    <a:pt x="933450" y="3311525"/>
                  </a:lnTo>
                  <a:lnTo>
                    <a:pt x="942975" y="3311525"/>
                  </a:lnTo>
                  <a:lnTo>
                    <a:pt x="942975" y="76200"/>
                  </a:lnTo>
                  <a:lnTo>
                    <a:pt x="976312" y="76200"/>
                  </a:lnTo>
                  <a:close/>
                </a:path>
                <a:path w="3495675" h="3311525">
                  <a:moveTo>
                    <a:pt x="1155700" y="76200"/>
                  </a:moveTo>
                  <a:lnTo>
                    <a:pt x="1146175" y="57150"/>
                  </a:lnTo>
                  <a:lnTo>
                    <a:pt x="1117600" y="0"/>
                  </a:lnTo>
                  <a:lnTo>
                    <a:pt x="1079500" y="76200"/>
                  </a:lnTo>
                  <a:lnTo>
                    <a:pt x="1112837" y="76200"/>
                  </a:lnTo>
                  <a:lnTo>
                    <a:pt x="1112837" y="3311525"/>
                  </a:lnTo>
                  <a:lnTo>
                    <a:pt x="1122362" y="3311525"/>
                  </a:lnTo>
                  <a:lnTo>
                    <a:pt x="1122362" y="76200"/>
                  </a:lnTo>
                  <a:lnTo>
                    <a:pt x="1155700" y="76200"/>
                  </a:lnTo>
                  <a:close/>
                </a:path>
                <a:path w="3495675" h="3311525">
                  <a:moveTo>
                    <a:pt x="1335087" y="76200"/>
                  </a:moveTo>
                  <a:lnTo>
                    <a:pt x="1325562" y="57150"/>
                  </a:lnTo>
                  <a:lnTo>
                    <a:pt x="1296987" y="0"/>
                  </a:lnTo>
                  <a:lnTo>
                    <a:pt x="1258887" y="76200"/>
                  </a:lnTo>
                  <a:lnTo>
                    <a:pt x="1292225" y="76200"/>
                  </a:lnTo>
                  <a:lnTo>
                    <a:pt x="1292225" y="3311525"/>
                  </a:lnTo>
                  <a:lnTo>
                    <a:pt x="1301750" y="3311525"/>
                  </a:lnTo>
                  <a:lnTo>
                    <a:pt x="1301750" y="76200"/>
                  </a:lnTo>
                  <a:lnTo>
                    <a:pt x="1335087" y="76200"/>
                  </a:lnTo>
                  <a:close/>
                </a:path>
                <a:path w="3495675" h="3311525">
                  <a:moveTo>
                    <a:pt x="1516062" y="76200"/>
                  </a:moveTo>
                  <a:lnTo>
                    <a:pt x="1506537" y="57150"/>
                  </a:lnTo>
                  <a:lnTo>
                    <a:pt x="1477962" y="0"/>
                  </a:lnTo>
                  <a:lnTo>
                    <a:pt x="1439862" y="76200"/>
                  </a:lnTo>
                  <a:lnTo>
                    <a:pt x="1473200" y="76200"/>
                  </a:lnTo>
                  <a:lnTo>
                    <a:pt x="1473200" y="3311525"/>
                  </a:lnTo>
                  <a:lnTo>
                    <a:pt x="1482725" y="3311525"/>
                  </a:lnTo>
                  <a:lnTo>
                    <a:pt x="1482725" y="76200"/>
                  </a:lnTo>
                  <a:lnTo>
                    <a:pt x="1516062" y="76200"/>
                  </a:lnTo>
                  <a:close/>
                </a:path>
                <a:path w="3495675" h="3311525">
                  <a:moveTo>
                    <a:pt x="1695450" y="76200"/>
                  </a:moveTo>
                  <a:lnTo>
                    <a:pt x="1685925" y="57150"/>
                  </a:lnTo>
                  <a:lnTo>
                    <a:pt x="1657350" y="0"/>
                  </a:lnTo>
                  <a:lnTo>
                    <a:pt x="1619250" y="76200"/>
                  </a:lnTo>
                  <a:lnTo>
                    <a:pt x="1652587" y="76200"/>
                  </a:lnTo>
                  <a:lnTo>
                    <a:pt x="1652587" y="3311525"/>
                  </a:lnTo>
                  <a:lnTo>
                    <a:pt x="1662112" y="3311525"/>
                  </a:lnTo>
                  <a:lnTo>
                    <a:pt x="1662112" y="76200"/>
                  </a:lnTo>
                  <a:lnTo>
                    <a:pt x="1695450" y="76200"/>
                  </a:lnTo>
                  <a:close/>
                </a:path>
                <a:path w="3495675" h="3311525">
                  <a:moveTo>
                    <a:pt x="1876425" y="76200"/>
                  </a:moveTo>
                  <a:lnTo>
                    <a:pt x="1866900" y="57150"/>
                  </a:lnTo>
                  <a:lnTo>
                    <a:pt x="1838325" y="0"/>
                  </a:lnTo>
                  <a:lnTo>
                    <a:pt x="1800225" y="76200"/>
                  </a:lnTo>
                  <a:lnTo>
                    <a:pt x="1833562" y="76200"/>
                  </a:lnTo>
                  <a:lnTo>
                    <a:pt x="1833562" y="3311525"/>
                  </a:lnTo>
                  <a:lnTo>
                    <a:pt x="1843087" y="3311525"/>
                  </a:lnTo>
                  <a:lnTo>
                    <a:pt x="1843087" y="76200"/>
                  </a:lnTo>
                  <a:lnTo>
                    <a:pt x="1876425" y="76200"/>
                  </a:lnTo>
                  <a:close/>
                </a:path>
                <a:path w="3495675" h="3311525">
                  <a:moveTo>
                    <a:pt x="2055812" y="76200"/>
                  </a:moveTo>
                  <a:lnTo>
                    <a:pt x="2046287" y="57150"/>
                  </a:lnTo>
                  <a:lnTo>
                    <a:pt x="2017712" y="0"/>
                  </a:lnTo>
                  <a:lnTo>
                    <a:pt x="1979612" y="76200"/>
                  </a:lnTo>
                  <a:lnTo>
                    <a:pt x="2012950" y="76200"/>
                  </a:lnTo>
                  <a:lnTo>
                    <a:pt x="2012950" y="3311525"/>
                  </a:lnTo>
                  <a:lnTo>
                    <a:pt x="2022475" y="3311525"/>
                  </a:lnTo>
                  <a:lnTo>
                    <a:pt x="2022475" y="76200"/>
                  </a:lnTo>
                  <a:lnTo>
                    <a:pt x="2055812" y="76200"/>
                  </a:lnTo>
                  <a:close/>
                </a:path>
                <a:path w="3495675" h="3311525">
                  <a:moveTo>
                    <a:pt x="2235200" y="76200"/>
                  </a:moveTo>
                  <a:lnTo>
                    <a:pt x="2225675" y="57150"/>
                  </a:lnTo>
                  <a:lnTo>
                    <a:pt x="2197100" y="0"/>
                  </a:lnTo>
                  <a:lnTo>
                    <a:pt x="2159000" y="76200"/>
                  </a:lnTo>
                  <a:lnTo>
                    <a:pt x="2192337" y="76200"/>
                  </a:lnTo>
                  <a:lnTo>
                    <a:pt x="2192337" y="3311525"/>
                  </a:lnTo>
                  <a:lnTo>
                    <a:pt x="2201862" y="3311525"/>
                  </a:lnTo>
                  <a:lnTo>
                    <a:pt x="2201862" y="76200"/>
                  </a:lnTo>
                  <a:lnTo>
                    <a:pt x="2235200" y="76200"/>
                  </a:lnTo>
                  <a:close/>
                </a:path>
                <a:path w="3495675" h="3311525">
                  <a:moveTo>
                    <a:pt x="2416175" y="76200"/>
                  </a:moveTo>
                  <a:lnTo>
                    <a:pt x="2406650" y="57150"/>
                  </a:lnTo>
                  <a:lnTo>
                    <a:pt x="2378075" y="0"/>
                  </a:lnTo>
                  <a:lnTo>
                    <a:pt x="2339975" y="76200"/>
                  </a:lnTo>
                  <a:lnTo>
                    <a:pt x="2373312" y="76200"/>
                  </a:lnTo>
                  <a:lnTo>
                    <a:pt x="2373312" y="3311525"/>
                  </a:lnTo>
                  <a:lnTo>
                    <a:pt x="2382837" y="3311525"/>
                  </a:lnTo>
                  <a:lnTo>
                    <a:pt x="2382837" y="76200"/>
                  </a:lnTo>
                  <a:lnTo>
                    <a:pt x="2416175" y="76200"/>
                  </a:lnTo>
                  <a:close/>
                </a:path>
                <a:path w="3495675" h="3311525">
                  <a:moveTo>
                    <a:pt x="2595562" y="76200"/>
                  </a:moveTo>
                  <a:lnTo>
                    <a:pt x="2586037" y="57150"/>
                  </a:lnTo>
                  <a:lnTo>
                    <a:pt x="2557462" y="0"/>
                  </a:lnTo>
                  <a:lnTo>
                    <a:pt x="2519362" y="76200"/>
                  </a:lnTo>
                  <a:lnTo>
                    <a:pt x="2552700" y="76200"/>
                  </a:lnTo>
                  <a:lnTo>
                    <a:pt x="2552700" y="3311525"/>
                  </a:lnTo>
                  <a:lnTo>
                    <a:pt x="2562225" y="3311525"/>
                  </a:lnTo>
                  <a:lnTo>
                    <a:pt x="2562225" y="76200"/>
                  </a:lnTo>
                  <a:lnTo>
                    <a:pt x="2595562" y="76200"/>
                  </a:lnTo>
                  <a:close/>
                </a:path>
                <a:path w="3495675" h="3311525">
                  <a:moveTo>
                    <a:pt x="2774950" y="76200"/>
                  </a:moveTo>
                  <a:lnTo>
                    <a:pt x="2765425" y="57150"/>
                  </a:lnTo>
                  <a:lnTo>
                    <a:pt x="2736850" y="0"/>
                  </a:lnTo>
                  <a:lnTo>
                    <a:pt x="2698750" y="76200"/>
                  </a:lnTo>
                  <a:lnTo>
                    <a:pt x="2732087" y="76200"/>
                  </a:lnTo>
                  <a:lnTo>
                    <a:pt x="2732087" y="3311525"/>
                  </a:lnTo>
                  <a:lnTo>
                    <a:pt x="2741612" y="3311525"/>
                  </a:lnTo>
                  <a:lnTo>
                    <a:pt x="2741612" y="76200"/>
                  </a:lnTo>
                  <a:lnTo>
                    <a:pt x="2774950" y="76200"/>
                  </a:lnTo>
                  <a:close/>
                </a:path>
                <a:path w="3495675" h="3311525">
                  <a:moveTo>
                    <a:pt x="2955925" y="76200"/>
                  </a:moveTo>
                  <a:lnTo>
                    <a:pt x="2946400" y="57150"/>
                  </a:lnTo>
                  <a:lnTo>
                    <a:pt x="2917825" y="0"/>
                  </a:lnTo>
                  <a:lnTo>
                    <a:pt x="2879725" y="76200"/>
                  </a:lnTo>
                  <a:lnTo>
                    <a:pt x="2913062" y="76200"/>
                  </a:lnTo>
                  <a:lnTo>
                    <a:pt x="2913062" y="3311525"/>
                  </a:lnTo>
                  <a:lnTo>
                    <a:pt x="2922587" y="3311525"/>
                  </a:lnTo>
                  <a:lnTo>
                    <a:pt x="2922587" y="76200"/>
                  </a:lnTo>
                  <a:lnTo>
                    <a:pt x="2955925" y="76200"/>
                  </a:lnTo>
                  <a:close/>
                </a:path>
                <a:path w="3495675" h="3311525">
                  <a:moveTo>
                    <a:pt x="3135312" y="76200"/>
                  </a:moveTo>
                  <a:lnTo>
                    <a:pt x="3125787" y="57150"/>
                  </a:lnTo>
                  <a:lnTo>
                    <a:pt x="3097212" y="0"/>
                  </a:lnTo>
                  <a:lnTo>
                    <a:pt x="3059112" y="76200"/>
                  </a:lnTo>
                  <a:lnTo>
                    <a:pt x="3092450" y="76200"/>
                  </a:lnTo>
                  <a:lnTo>
                    <a:pt x="3092450" y="3311525"/>
                  </a:lnTo>
                  <a:lnTo>
                    <a:pt x="3101975" y="3311525"/>
                  </a:lnTo>
                  <a:lnTo>
                    <a:pt x="3101975" y="76200"/>
                  </a:lnTo>
                  <a:lnTo>
                    <a:pt x="3135312" y="76200"/>
                  </a:lnTo>
                  <a:close/>
                </a:path>
                <a:path w="3495675" h="3311525">
                  <a:moveTo>
                    <a:pt x="3314700" y="76200"/>
                  </a:moveTo>
                  <a:lnTo>
                    <a:pt x="3305175" y="57150"/>
                  </a:lnTo>
                  <a:lnTo>
                    <a:pt x="3276600" y="0"/>
                  </a:lnTo>
                  <a:lnTo>
                    <a:pt x="3238500" y="76200"/>
                  </a:lnTo>
                  <a:lnTo>
                    <a:pt x="3271837" y="76200"/>
                  </a:lnTo>
                  <a:lnTo>
                    <a:pt x="3271837" y="3311525"/>
                  </a:lnTo>
                  <a:lnTo>
                    <a:pt x="3281362" y="3311525"/>
                  </a:lnTo>
                  <a:lnTo>
                    <a:pt x="3281362" y="76200"/>
                  </a:lnTo>
                  <a:lnTo>
                    <a:pt x="3314700" y="76200"/>
                  </a:lnTo>
                  <a:close/>
                </a:path>
                <a:path w="3495675" h="3311525">
                  <a:moveTo>
                    <a:pt x="3495675" y="76200"/>
                  </a:moveTo>
                  <a:lnTo>
                    <a:pt x="3486150" y="57150"/>
                  </a:lnTo>
                  <a:lnTo>
                    <a:pt x="3457575" y="0"/>
                  </a:lnTo>
                  <a:lnTo>
                    <a:pt x="3419475" y="76200"/>
                  </a:lnTo>
                  <a:lnTo>
                    <a:pt x="3452812" y="76200"/>
                  </a:lnTo>
                  <a:lnTo>
                    <a:pt x="3452812" y="3311525"/>
                  </a:lnTo>
                  <a:lnTo>
                    <a:pt x="3462337" y="3311525"/>
                  </a:lnTo>
                  <a:lnTo>
                    <a:pt x="3462337" y="76200"/>
                  </a:lnTo>
                  <a:lnTo>
                    <a:pt x="3495675" y="76200"/>
                  </a:lnTo>
                  <a:close/>
                </a:path>
              </a:pathLst>
            </a:custGeom>
            <a:solidFill>
              <a:srgbClr val="0066FF"/>
            </a:solidFill>
          </p:spPr>
          <p:txBody>
            <a:bodyPr wrap="square" lIns="0" tIns="0" rIns="0" bIns="0" rtlCol="0"/>
            <a:lstStyle/>
            <a:p>
              <a:endParaRPr/>
            </a:p>
          </p:txBody>
        </p:sp>
        <p:sp>
          <p:nvSpPr>
            <p:cNvPr id="11" name="object 11"/>
            <p:cNvSpPr/>
            <p:nvPr/>
          </p:nvSpPr>
          <p:spPr>
            <a:xfrm>
              <a:off x="1708734" y="2435224"/>
              <a:ext cx="4318000" cy="2811780"/>
            </a:xfrm>
            <a:custGeom>
              <a:avLst/>
              <a:gdLst/>
              <a:ahLst/>
              <a:cxnLst/>
              <a:rect l="l" t="t" r="r" b="b"/>
              <a:pathLst>
                <a:path w="4318000" h="2811779">
                  <a:moveTo>
                    <a:pt x="4318000" y="2773362"/>
                  </a:moveTo>
                  <a:lnTo>
                    <a:pt x="4310367" y="2769552"/>
                  </a:lnTo>
                  <a:lnTo>
                    <a:pt x="4241800" y="2735262"/>
                  </a:lnTo>
                  <a:lnTo>
                    <a:pt x="4241800" y="2769552"/>
                  </a:lnTo>
                  <a:lnTo>
                    <a:pt x="0" y="2769552"/>
                  </a:lnTo>
                  <a:lnTo>
                    <a:pt x="0" y="2777172"/>
                  </a:lnTo>
                  <a:lnTo>
                    <a:pt x="4241800" y="2777172"/>
                  </a:lnTo>
                  <a:lnTo>
                    <a:pt x="4241800" y="2811462"/>
                  </a:lnTo>
                  <a:lnTo>
                    <a:pt x="4310367" y="2777172"/>
                  </a:lnTo>
                  <a:lnTo>
                    <a:pt x="4318000" y="2773362"/>
                  </a:lnTo>
                  <a:close/>
                </a:path>
                <a:path w="4318000" h="2811779">
                  <a:moveTo>
                    <a:pt x="4318000" y="2636837"/>
                  </a:moveTo>
                  <a:lnTo>
                    <a:pt x="4310367" y="2633027"/>
                  </a:lnTo>
                  <a:lnTo>
                    <a:pt x="4241800" y="2598737"/>
                  </a:lnTo>
                  <a:lnTo>
                    <a:pt x="4241800" y="2633027"/>
                  </a:lnTo>
                  <a:lnTo>
                    <a:pt x="0" y="2633027"/>
                  </a:lnTo>
                  <a:lnTo>
                    <a:pt x="0" y="2640647"/>
                  </a:lnTo>
                  <a:lnTo>
                    <a:pt x="4241800" y="2640647"/>
                  </a:lnTo>
                  <a:lnTo>
                    <a:pt x="4241800" y="2674937"/>
                  </a:lnTo>
                  <a:lnTo>
                    <a:pt x="4310367" y="2640647"/>
                  </a:lnTo>
                  <a:lnTo>
                    <a:pt x="4318000" y="2636837"/>
                  </a:lnTo>
                  <a:close/>
                </a:path>
                <a:path w="4318000" h="2811779">
                  <a:moveTo>
                    <a:pt x="4318000" y="2500312"/>
                  </a:moveTo>
                  <a:lnTo>
                    <a:pt x="4310367" y="2496502"/>
                  </a:lnTo>
                  <a:lnTo>
                    <a:pt x="4241800" y="2462212"/>
                  </a:lnTo>
                  <a:lnTo>
                    <a:pt x="4241800" y="2496502"/>
                  </a:lnTo>
                  <a:lnTo>
                    <a:pt x="0" y="2496502"/>
                  </a:lnTo>
                  <a:lnTo>
                    <a:pt x="0" y="2504122"/>
                  </a:lnTo>
                  <a:lnTo>
                    <a:pt x="4241800" y="2504122"/>
                  </a:lnTo>
                  <a:lnTo>
                    <a:pt x="4241800" y="2538412"/>
                  </a:lnTo>
                  <a:lnTo>
                    <a:pt x="4310367" y="2504122"/>
                  </a:lnTo>
                  <a:lnTo>
                    <a:pt x="4318000" y="2500312"/>
                  </a:lnTo>
                  <a:close/>
                </a:path>
                <a:path w="4318000" h="2811779">
                  <a:moveTo>
                    <a:pt x="4318000" y="2363787"/>
                  </a:moveTo>
                  <a:lnTo>
                    <a:pt x="4310367" y="2359977"/>
                  </a:lnTo>
                  <a:lnTo>
                    <a:pt x="4241800" y="2325687"/>
                  </a:lnTo>
                  <a:lnTo>
                    <a:pt x="4241800" y="2359977"/>
                  </a:lnTo>
                  <a:lnTo>
                    <a:pt x="0" y="2359977"/>
                  </a:lnTo>
                  <a:lnTo>
                    <a:pt x="0" y="2367597"/>
                  </a:lnTo>
                  <a:lnTo>
                    <a:pt x="4241800" y="2367597"/>
                  </a:lnTo>
                  <a:lnTo>
                    <a:pt x="4241800" y="2401887"/>
                  </a:lnTo>
                  <a:lnTo>
                    <a:pt x="4310367" y="2367597"/>
                  </a:lnTo>
                  <a:lnTo>
                    <a:pt x="4318000" y="2363787"/>
                  </a:lnTo>
                  <a:close/>
                </a:path>
                <a:path w="4318000" h="2811779">
                  <a:moveTo>
                    <a:pt x="4318000" y="2227262"/>
                  </a:moveTo>
                  <a:lnTo>
                    <a:pt x="4310367" y="2223452"/>
                  </a:lnTo>
                  <a:lnTo>
                    <a:pt x="4241800" y="2189162"/>
                  </a:lnTo>
                  <a:lnTo>
                    <a:pt x="4241800" y="2223452"/>
                  </a:lnTo>
                  <a:lnTo>
                    <a:pt x="0" y="2223452"/>
                  </a:lnTo>
                  <a:lnTo>
                    <a:pt x="0" y="2231072"/>
                  </a:lnTo>
                  <a:lnTo>
                    <a:pt x="4241800" y="2231072"/>
                  </a:lnTo>
                  <a:lnTo>
                    <a:pt x="4241800" y="2265362"/>
                  </a:lnTo>
                  <a:lnTo>
                    <a:pt x="4310367" y="2231072"/>
                  </a:lnTo>
                  <a:lnTo>
                    <a:pt x="4318000" y="2227262"/>
                  </a:lnTo>
                  <a:close/>
                </a:path>
                <a:path w="4318000" h="2811779">
                  <a:moveTo>
                    <a:pt x="4318000" y="2090737"/>
                  </a:moveTo>
                  <a:lnTo>
                    <a:pt x="4310367" y="2086927"/>
                  </a:lnTo>
                  <a:lnTo>
                    <a:pt x="4241800" y="2052637"/>
                  </a:lnTo>
                  <a:lnTo>
                    <a:pt x="4241800" y="2086927"/>
                  </a:lnTo>
                  <a:lnTo>
                    <a:pt x="0" y="2086927"/>
                  </a:lnTo>
                  <a:lnTo>
                    <a:pt x="0" y="2094547"/>
                  </a:lnTo>
                  <a:lnTo>
                    <a:pt x="4241800" y="2094547"/>
                  </a:lnTo>
                  <a:lnTo>
                    <a:pt x="4241800" y="2128837"/>
                  </a:lnTo>
                  <a:lnTo>
                    <a:pt x="4310367" y="2094547"/>
                  </a:lnTo>
                  <a:lnTo>
                    <a:pt x="4318000" y="2090737"/>
                  </a:lnTo>
                  <a:close/>
                </a:path>
                <a:path w="4318000" h="2811779">
                  <a:moveTo>
                    <a:pt x="4318000" y="1952625"/>
                  </a:moveTo>
                  <a:lnTo>
                    <a:pt x="4310367" y="1948815"/>
                  </a:lnTo>
                  <a:lnTo>
                    <a:pt x="4241800" y="1914525"/>
                  </a:lnTo>
                  <a:lnTo>
                    <a:pt x="4241800" y="1948815"/>
                  </a:lnTo>
                  <a:lnTo>
                    <a:pt x="0" y="1948815"/>
                  </a:lnTo>
                  <a:lnTo>
                    <a:pt x="0" y="1956435"/>
                  </a:lnTo>
                  <a:lnTo>
                    <a:pt x="4241800" y="1956435"/>
                  </a:lnTo>
                  <a:lnTo>
                    <a:pt x="4241800" y="1990725"/>
                  </a:lnTo>
                  <a:lnTo>
                    <a:pt x="4310367" y="1956435"/>
                  </a:lnTo>
                  <a:lnTo>
                    <a:pt x="4318000" y="1952625"/>
                  </a:lnTo>
                  <a:close/>
                </a:path>
                <a:path w="4318000" h="2811779">
                  <a:moveTo>
                    <a:pt x="4318000" y="1816100"/>
                  </a:moveTo>
                  <a:lnTo>
                    <a:pt x="4310367" y="1812290"/>
                  </a:lnTo>
                  <a:lnTo>
                    <a:pt x="4241800" y="1778000"/>
                  </a:lnTo>
                  <a:lnTo>
                    <a:pt x="4241800" y="1812290"/>
                  </a:lnTo>
                  <a:lnTo>
                    <a:pt x="0" y="1812290"/>
                  </a:lnTo>
                  <a:lnTo>
                    <a:pt x="0" y="1819910"/>
                  </a:lnTo>
                  <a:lnTo>
                    <a:pt x="4241800" y="1819910"/>
                  </a:lnTo>
                  <a:lnTo>
                    <a:pt x="4241800" y="1854200"/>
                  </a:lnTo>
                  <a:lnTo>
                    <a:pt x="4310367" y="1819910"/>
                  </a:lnTo>
                  <a:lnTo>
                    <a:pt x="4318000" y="1816100"/>
                  </a:lnTo>
                  <a:close/>
                </a:path>
                <a:path w="4318000" h="2811779">
                  <a:moveTo>
                    <a:pt x="4318000" y="1679575"/>
                  </a:moveTo>
                  <a:lnTo>
                    <a:pt x="4310367" y="1675765"/>
                  </a:lnTo>
                  <a:lnTo>
                    <a:pt x="4241800" y="1641475"/>
                  </a:lnTo>
                  <a:lnTo>
                    <a:pt x="4241800" y="1675765"/>
                  </a:lnTo>
                  <a:lnTo>
                    <a:pt x="0" y="1675765"/>
                  </a:lnTo>
                  <a:lnTo>
                    <a:pt x="0" y="1683385"/>
                  </a:lnTo>
                  <a:lnTo>
                    <a:pt x="4241800" y="1683385"/>
                  </a:lnTo>
                  <a:lnTo>
                    <a:pt x="4241800" y="1717675"/>
                  </a:lnTo>
                  <a:lnTo>
                    <a:pt x="4310367" y="1683385"/>
                  </a:lnTo>
                  <a:lnTo>
                    <a:pt x="4318000" y="1679575"/>
                  </a:lnTo>
                  <a:close/>
                </a:path>
                <a:path w="4318000" h="2811779">
                  <a:moveTo>
                    <a:pt x="4318000" y="1543050"/>
                  </a:moveTo>
                  <a:lnTo>
                    <a:pt x="4310367" y="1539240"/>
                  </a:lnTo>
                  <a:lnTo>
                    <a:pt x="4241800" y="1504950"/>
                  </a:lnTo>
                  <a:lnTo>
                    <a:pt x="4241800" y="1539240"/>
                  </a:lnTo>
                  <a:lnTo>
                    <a:pt x="0" y="1539240"/>
                  </a:lnTo>
                  <a:lnTo>
                    <a:pt x="0" y="1546860"/>
                  </a:lnTo>
                  <a:lnTo>
                    <a:pt x="4241800" y="1546860"/>
                  </a:lnTo>
                  <a:lnTo>
                    <a:pt x="4241800" y="1581150"/>
                  </a:lnTo>
                  <a:lnTo>
                    <a:pt x="4310367" y="1546860"/>
                  </a:lnTo>
                  <a:lnTo>
                    <a:pt x="4318000" y="1543050"/>
                  </a:lnTo>
                  <a:close/>
                </a:path>
                <a:path w="4318000" h="2811779">
                  <a:moveTo>
                    <a:pt x="4318000" y="1406525"/>
                  </a:moveTo>
                  <a:lnTo>
                    <a:pt x="4310367" y="1402715"/>
                  </a:lnTo>
                  <a:lnTo>
                    <a:pt x="4241800" y="1368425"/>
                  </a:lnTo>
                  <a:lnTo>
                    <a:pt x="4241800" y="1402715"/>
                  </a:lnTo>
                  <a:lnTo>
                    <a:pt x="0" y="1402715"/>
                  </a:lnTo>
                  <a:lnTo>
                    <a:pt x="0" y="1410335"/>
                  </a:lnTo>
                  <a:lnTo>
                    <a:pt x="4241800" y="1410335"/>
                  </a:lnTo>
                  <a:lnTo>
                    <a:pt x="4241800" y="1444625"/>
                  </a:lnTo>
                  <a:lnTo>
                    <a:pt x="4310367" y="1410335"/>
                  </a:lnTo>
                  <a:lnTo>
                    <a:pt x="4318000" y="1406525"/>
                  </a:lnTo>
                  <a:close/>
                </a:path>
                <a:path w="4318000" h="2811779">
                  <a:moveTo>
                    <a:pt x="4318000" y="1270000"/>
                  </a:moveTo>
                  <a:lnTo>
                    <a:pt x="4310367" y="1266190"/>
                  </a:lnTo>
                  <a:lnTo>
                    <a:pt x="4241800" y="1231900"/>
                  </a:lnTo>
                  <a:lnTo>
                    <a:pt x="4241800" y="1266190"/>
                  </a:lnTo>
                  <a:lnTo>
                    <a:pt x="0" y="1266190"/>
                  </a:lnTo>
                  <a:lnTo>
                    <a:pt x="0" y="1273810"/>
                  </a:lnTo>
                  <a:lnTo>
                    <a:pt x="4241800" y="1273810"/>
                  </a:lnTo>
                  <a:lnTo>
                    <a:pt x="4241800" y="1308100"/>
                  </a:lnTo>
                  <a:lnTo>
                    <a:pt x="4310367" y="1273810"/>
                  </a:lnTo>
                  <a:lnTo>
                    <a:pt x="4318000" y="1270000"/>
                  </a:lnTo>
                  <a:close/>
                </a:path>
                <a:path w="4318000" h="2811779">
                  <a:moveTo>
                    <a:pt x="4318000" y="1133475"/>
                  </a:moveTo>
                  <a:lnTo>
                    <a:pt x="4310367" y="1129665"/>
                  </a:lnTo>
                  <a:lnTo>
                    <a:pt x="4241800" y="1095375"/>
                  </a:lnTo>
                  <a:lnTo>
                    <a:pt x="4241800" y="1129665"/>
                  </a:lnTo>
                  <a:lnTo>
                    <a:pt x="0" y="1129665"/>
                  </a:lnTo>
                  <a:lnTo>
                    <a:pt x="0" y="1137285"/>
                  </a:lnTo>
                  <a:lnTo>
                    <a:pt x="4241800" y="1137285"/>
                  </a:lnTo>
                  <a:lnTo>
                    <a:pt x="4241800" y="1171575"/>
                  </a:lnTo>
                  <a:lnTo>
                    <a:pt x="4310367" y="1137285"/>
                  </a:lnTo>
                  <a:lnTo>
                    <a:pt x="4318000" y="1133475"/>
                  </a:lnTo>
                  <a:close/>
                </a:path>
                <a:path w="4318000" h="2811779">
                  <a:moveTo>
                    <a:pt x="4318000" y="995362"/>
                  </a:moveTo>
                  <a:lnTo>
                    <a:pt x="4310367" y="991552"/>
                  </a:lnTo>
                  <a:lnTo>
                    <a:pt x="4241800" y="957262"/>
                  </a:lnTo>
                  <a:lnTo>
                    <a:pt x="4241800" y="991552"/>
                  </a:lnTo>
                  <a:lnTo>
                    <a:pt x="0" y="991552"/>
                  </a:lnTo>
                  <a:lnTo>
                    <a:pt x="0" y="999172"/>
                  </a:lnTo>
                  <a:lnTo>
                    <a:pt x="4241800" y="999172"/>
                  </a:lnTo>
                  <a:lnTo>
                    <a:pt x="4241800" y="1033462"/>
                  </a:lnTo>
                  <a:lnTo>
                    <a:pt x="4310367" y="999172"/>
                  </a:lnTo>
                  <a:lnTo>
                    <a:pt x="4318000" y="995362"/>
                  </a:lnTo>
                  <a:close/>
                </a:path>
                <a:path w="4318000" h="2811779">
                  <a:moveTo>
                    <a:pt x="4318000" y="858837"/>
                  </a:moveTo>
                  <a:lnTo>
                    <a:pt x="4310367" y="855027"/>
                  </a:lnTo>
                  <a:lnTo>
                    <a:pt x="4241800" y="820737"/>
                  </a:lnTo>
                  <a:lnTo>
                    <a:pt x="4241800" y="855027"/>
                  </a:lnTo>
                  <a:lnTo>
                    <a:pt x="0" y="855027"/>
                  </a:lnTo>
                  <a:lnTo>
                    <a:pt x="0" y="862647"/>
                  </a:lnTo>
                  <a:lnTo>
                    <a:pt x="4241800" y="862647"/>
                  </a:lnTo>
                  <a:lnTo>
                    <a:pt x="4241800" y="896937"/>
                  </a:lnTo>
                  <a:lnTo>
                    <a:pt x="4310367" y="862647"/>
                  </a:lnTo>
                  <a:lnTo>
                    <a:pt x="4318000" y="858837"/>
                  </a:lnTo>
                  <a:close/>
                </a:path>
                <a:path w="4318000" h="2811779">
                  <a:moveTo>
                    <a:pt x="4318000" y="722312"/>
                  </a:moveTo>
                  <a:lnTo>
                    <a:pt x="4310367" y="718502"/>
                  </a:lnTo>
                  <a:lnTo>
                    <a:pt x="4241800" y="684212"/>
                  </a:lnTo>
                  <a:lnTo>
                    <a:pt x="4241800" y="718502"/>
                  </a:lnTo>
                  <a:lnTo>
                    <a:pt x="0" y="718502"/>
                  </a:lnTo>
                  <a:lnTo>
                    <a:pt x="0" y="726122"/>
                  </a:lnTo>
                  <a:lnTo>
                    <a:pt x="4241800" y="726122"/>
                  </a:lnTo>
                  <a:lnTo>
                    <a:pt x="4241800" y="760412"/>
                  </a:lnTo>
                  <a:lnTo>
                    <a:pt x="4310367" y="726122"/>
                  </a:lnTo>
                  <a:lnTo>
                    <a:pt x="4318000" y="722312"/>
                  </a:lnTo>
                  <a:close/>
                </a:path>
                <a:path w="4318000" h="2811779">
                  <a:moveTo>
                    <a:pt x="4318000" y="585787"/>
                  </a:moveTo>
                  <a:lnTo>
                    <a:pt x="4310367" y="581977"/>
                  </a:lnTo>
                  <a:lnTo>
                    <a:pt x="4241800" y="547687"/>
                  </a:lnTo>
                  <a:lnTo>
                    <a:pt x="4241800" y="581977"/>
                  </a:lnTo>
                  <a:lnTo>
                    <a:pt x="0" y="581977"/>
                  </a:lnTo>
                  <a:lnTo>
                    <a:pt x="0" y="589597"/>
                  </a:lnTo>
                  <a:lnTo>
                    <a:pt x="4241800" y="589597"/>
                  </a:lnTo>
                  <a:lnTo>
                    <a:pt x="4241800" y="623887"/>
                  </a:lnTo>
                  <a:lnTo>
                    <a:pt x="4310367" y="589597"/>
                  </a:lnTo>
                  <a:lnTo>
                    <a:pt x="4318000" y="585787"/>
                  </a:lnTo>
                  <a:close/>
                </a:path>
                <a:path w="4318000" h="2811779">
                  <a:moveTo>
                    <a:pt x="4318000" y="449262"/>
                  </a:moveTo>
                  <a:lnTo>
                    <a:pt x="4310367" y="445452"/>
                  </a:lnTo>
                  <a:lnTo>
                    <a:pt x="4241800" y="411162"/>
                  </a:lnTo>
                  <a:lnTo>
                    <a:pt x="4241800" y="445452"/>
                  </a:lnTo>
                  <a:lnTo>
                    <a:pt x="0" y="445452"/>
                  </a:lnTo>
                  <a:lnTo>
                    <a:pt x="0" y="453072"/>
                  </a:lnTo>
                  <a:lnTo>
                    <a:pt x="4241800" y="453072"/>
                  </a:lnTo>
                  <a:lnTo>
                    <a:pt x="4241800" y="487362"/>
                  </a:lnTo>
                  <a:lnTo>
                    <a:pt x="4310367" y="453072"/>
                  </a:lnTo>
                  <a:lnTo>
                    <a:pt x="4318000" y="449262"/>
                  </a:lnTo>
                  <a:close/>
                </a:path>
                <a:path w="4318000" h="2811779">
                  <a:moveTo>
                    <a:pt x="4318000" y="312737"/>
                  </a:moveTo>
                  <a:lnTo>
                    <a:pt x="4310367" y="308927"/>
                  </a:lnTo>
                  <a:lnTo>
                    <a:pt x="4241800" y="274637"/>
                  </a:lnTo>
                  <a:lnTo>
                    <a:pt x="4241800" y="308927"/>
                  </a:lnTo>
                  <a:lnTo>
                    <a:pt x="0" y="308927"/>
                  </a:lnTo>
                  <a:lnTo>
                    <a:pt x="0" y="316547"/>
                  </a:lnTo>
                  <a:lnTo>
                    <a:pt x="4241800" y="316547"/>
                  </a:lnTo>
                  <a:lnTo>
                    <a:pt x="4241800" y="350837"/>
                  </a:lnTo>
                  <a:lnTo>
                    <a:pt x="4310367" y="316547"/>
                  </a:lnTo>
                  <a:lnTo>
                    <a:pt x="4318000" y="312737"/>
                  </a:lnTo>
                  <a:close/>
                </a:path>
                <a:path w="4318000" h="2811779">
                  <a:moveTo>
                    <a:pt x="4318000" y="176212"/>
                  </a:moveTo>
                  <a:lnTo>
                    <a:pt x="4310367" y="172402"/>
                  </a:lnTo>
                  <a:lnTo>
                    <a:pt x="4241800" y="138112"/>
                  </a:lnTo>
                  <a:lnTo>
                    <a:pt x="4241800" y="172402"/>
                  </a:lnTo>
                  <a:lnTo>
                    <a:pt x="0" y="172402"/>
                  </a:lnTo>
                  <a:lnTo>
                    <a:pt x="0" y="180022"/>
                  </a:lnTo>
                  <a:lnTo>
                    <a:pt x="4241800" y="180022"/>
                  </a:lnTo>
                  <a:lnTo>
                    <a:pt x="4241800" y="214312"/>
                  </a:lnTo>
                  <a:lnTo>
                    <a:pt x="4310367" y="180022"/>
                  </a:lnTo>
                  <a:lnTo>
                    <a:pt x="4318000" y="176212"/>
                  </a:lnTo>
                  <a:close/>
                </a:path>
                <a:path w="4318000" h="2811779">
                  <a:moveTo>
                    <a:pt x="4318000" y="38100"/>
                  </a:moveTo>
                  <a:lnTo>
                    <a:pt x="4310367" y="34290"/>
                  </a:lnTo>
                  <a:lnTo>
                    <a:pt x="4241800" y="0"/>
                  </a:lnTo>
                  <a:lnTo>
                    <a:pt x="4241800" y="34290"/>
                  </a:lnTo>
                  <a:lnTo>
                    <a:pt x="0" y="34290"/>
                  </a:lnTo>
                  <a:lnTo>
                    <a:pt x="0" y="41910"/>
                  </a:lnTo>
                  <a:lnTo>
                    <a:pt x="4241800" y="41910"/>
                  </a:lnTo>
                  <a:lnTo>
                    <a:pt x="4241800" y="76200"/>
                  </a:lnTo>
                  <a:lnTo>
                    <a:pt x="4310367" y="41910"/>
                  </a:lnTo>
                  <a:lnTo>
                    <a:pt x="4318000" y="38100"/>
                  </a:lnTo>
                  <a:close/>
                </a:path>
              </a:pathLst>
            </a:custGeom>
            <a:solidFill>
              <a:srgbClr val="008000"/>
            </a:solidFill>
          </p:spPr>
          <p:txBody>
            <a:bodyPr wrap="square" lIns="0" tIns="0" rIns="0" bIns="0" rtlCol="0"/>
            <a:lstStyle/>
            <a:p>
              <a:endParaRPr/>
            </a:p>
          </p:txBody>
        </p:sp>
        <p:pic>
          <p:nvPicPr>
            <p:cNvPr id="12" name="object 12"/>
            <p:cNvPicPr/>
            <p:nvPr/>
          </p:nvPicPr>
          <p:blipFill>
            <a:blip r:embed="rId3" cstate="print"/>
            <a:stretch>
              <a:fillRect/>
            </a:stretch>
          </p:blipFill>
          <p:spPr>
            <a:xfrm>
              <a:off x="3014472" y="1223772"/>
              <a:ext cx="3259912" cy="1612391"/>
            </a:xfrm>
            <a:prstGeom prst="rect">
              <a:avLst/>
            </a:prstGeom>
          </p:spPr>
        </p:pic>
        <p:sp>
          <p:nvSpPr>
            <p:cNvPr id="13" name="object 13"/>
            <p:cNvSpPr/>
            <p:nvPr/>
          </p:nvSpPr>
          <p:spPr>
            <a:xfrm>
              <a:off x="2997047" y="1219200"/>
              <a:ext cx="3282315" cy="1625600"/>
            </a:xfrm>
            <a:custGeom>
              <a:avLst/>
              <a:gdLst/>
              <a:ahLst/>
              <a:cxnLst/>
              <a:rect l="l" t="t" r="r" b="b"/>
              <a:pathLst>
                <a:path w="3282315" h="1625600">
                  <a:moveTo>
                    <a:pt x="210845" y="12700"/>
                  </a:moveTo>
                  <a:lnTo>
                    <a:pt x="185280" y="12700"/>
                  </a:lnTo>
                  <a:lnTo>
                    <a:pt x="188810" y="0"/>
                  </a:lnTo>
                  <a:lnTo>
                    <a:pt x="214769" y="0"/>
                  </a:lnTo>
                  <a:lnTo>
                    <a:pt x="210845" y="12700"/>
                  </a:lnTo>
                  <a:close/>
                </a:path>
                <a:path w="3282315" h="1625600">
                  <a:moveTo>
                    <a:pt x="3243605" y="12700"/>
                  </a:moveTo>
                  <a:lnTo>
                    <a:pt x="3218027" y="12700"/>
                  </a:lnTo>
                  <a:lnTo>
                    <a:pt x="3214116" y="0"/>
                  </a:lnTo>
                  <a:lnTo>
                    <a:pt x="3240062" y="0"/>
                  </a:lnTo>
                  <a:lnTo>
                    <a:pt x="3243605" y="12700"/>
                  </a:lnTo>
                  <a:close/>
                </a:path>
                <a:path w="3282315" h="1625600">
                  <a:moveTo>
                    <a:pt x="184531" y="25400"/>
                  </a:moveTo>
                  <a:lnTo>
                    <a:pt x="172351" y="25400"/>
                  </a:lnTo>
                  <a:lnTo>
                    <a:pt x="175387" y="12700"/>
                  </a:lnTo>
                  <a:lnTo>
                    <a:pt x="187642" y="12700"/>
                  </a:lnTo>
                  <a:lnTo>
                    <a:pt x="184531" y="25400"/>
                  </a:lnTo>
                  <a:close/>
                </a:path>
                <a:path w="3282315" h="1625600">
                  <a:moveTo>
                    <a:pt x="3256521" y="25400"/>
                  </a:moveTo>
                  <a:lnTo>
                    <a:pt x="3244354" y="25400"/>
                  </a:lnTo>
                  <a:lnTo>
                    <a:pt x="3241230" y="12700"/>
                  </a:lnTo>
                  <a:lnTo>
                    <a:pt x="3253498" y="12700"/>
                  </a:lnTo>
                  <a:lnTo>
                    <a:pt x="3256521" y="25400"/>
                  </a:lnTo>
                  <a:close/>
                </a:path>
                <a:path w="3282315" h="1625600">
                  <a:moveTo>
                    <a:pt x="171691" y="38100"/>
                  </a:moveTo>
                  <a:lnTo>
                    <a:pt x="161696" y="38100"/>
                  </a:lnTo>
                  <a:lnTo>
                    <a:pt x="164134" y="25400"/>
                  </a:lnTo>
                  <a:lnTo>
                    <a:pt x="174142" y="25400"/>
                  </a:lnTo>
                  <a:lnTo>
                    <a:pt x="171691" y="38100"/>
                  </a:lnTo>
                  <a:close/>
                </a:path>
                <a:path w="3282315" h="1625600">
                  <a:moveTo>
                    <a:pt x="3267189" y="38100"/>
                  </a:moveTo>
                  <a:lnTo>
                    <a:pt x="3257194" y="38100"/>
                  </a:lnTo>
                  <a:lnTo>
                    <a:pt x="3254743" y="25400"/>
                  </a:lnTo>
                  <a:lnTo>
                    <a:pt x="3264750" y="25400"/>
                  </a:lnTo>
                  <a:lnTo>
                    <a:pt x="3267189" y="38100"/>
                  </a:lnTo>
                  <a:close/>
                </a:path>
                <a:path w="3282315" h="1625600">
                  <a:moveTo>
                    <a:pt x="163931" y="50800"/>
                  </a:moveTo>
                  <a:lnTo>
                    <a:pt x="153644" y="50800"/>
                  </a:lnTo>
                  <a:lnTo>
                    <a:pt x="155397" y="38100"/>
                  </a:lnTo>
                  <a:lnTo>
                    <a:pt x="165747" y="38100"/>
                  </a:lnTo>
                  <a:lnTo>
                    <a:pt x="163931" y="50800"/>
                  </a:lnTo>
                  <a:close/>
                </a:path>
                <a:path w="3282315" h="1625600">
                  <a:moveTo>
                    <a:pt x="3275241" y="50800"/>
                  </a:moveTo>
                  <a:lnTo>
                    <a:pt x="3264954" y="50800"/>
                  </a:lnTo>
                  <a:lnTo>
                    <a:pt x="3263138" y="38100"/>
                  </a:lnTo>
                  <a:lnTo>
                    <a:pt x="3273488" y="38100"/>
                  </a:lnTo>
                  <a:lnTo>
                    <a:pt x="3275241" y="50800"/>
                  </a:lnTo>
                  <a:close/>
                </a:path>
                <a:path w="3282315" h="1625600">
                  <a:moveTo>
                    <a:pt x="159766" y="63500"/>
                  </a:moveTo>
                  <a:lnTo>
                    <a:pt x="149529" y="63500"/>
                  </a:lnTo>
                  <a:lnTo>
                    <a:pt x="150710" y="50800"/>
                  </a:lnTo>
                  <a:lnTo>
                    <a:pt x="161061" y="50800"/>
                  </a:lnTo>
                  <a:lnTo>
                    <a:pt x="159766" y="63500"/>
                  </a:lnTo>
                  <a:close/>
                </a:path>
                <a:path w="3282315" h="1625600">
                  <a:moveTo>
                    <a:pt x="3279343" y="63500"/>
                  </a:moveTo>
                  <a:lnTo>
                    <a:pt x="3269107" y="63500"/>
                  </a:lnTo>
                  <a:lnTo>
                    <a:pt x="3267811" y="50800"/>
                  </a:lnTo>
                  <a:lnTo>
                    <a:pt x="3278174" y="50800"/>
                  </a:lnTo>
                  <a:lnTo>
                    <a:pt x="3279343" y="63500"/>
                  </a:lnTo>
                  <a:close/>
                </a:path>
                <a:path w="3282315" h="1625600">
                  <a:moveTo>
                    <a:pt x="156692" y="76200"/>
                  </a:moveTo>
                  <a:lnTo>
                    <a:pt x="147231" y="76200"/>
                  </a:lnTo>
                  <a:lnTo>
                    <a:pt x="147789" y="63500"/>
                  </a:lnTo>
                  <a:lnTo>
                    <a:pt x="157225" y="63500"/>
                  </a:lnTo>
                  <a:lnTo>
                    <a:pt x="156692" y="76200"/>
                  </a:lnTo>
                  <a:close/>
                </a:path>
                <a:path w="3282315" h="1625600">
                  <a:moveTo>
                    <a:pt x="3281641" y="76200"/>
                  </a:moveTo>
                  <a:lnTo>
                    <a:pt x="3272180" y="76200"/>
                  </a:lnTo>
                  <a:lnTo>
                    <a:pt x="3271659" y="63500"/>
                  </a:lnTo>
                  <a:lnTo>
                    <a:pt x="3281095" y="63500"/>
                  </a:lnTo>
                  <a:lnTo>
                    <a:pt x="3281641" y="76200"/>
                  </a:lnTo>
                  <a:close/>
                </a:path>
                <a:path w="3282315" h="1625600">
                  <a:moveTo>
                    <a:pt x="156413" y="419100"/>
                  </a:moveTo>
                  <a:lnTo>
                    <a:pt x="146900" y="419100"/>
                  </a:lnTo>
                  <a:lnTo>
                    <a:pt x="146786" y="76200"/>
                  </a:lnTo>
                  <a:lnTo>
                    <a:pt x="156311" y="76200"/>
                  </a:lnTo>
                  <a:lnTo>
                    <a:pt x="156413" y="419100"/>
                  </a:lnTo>
                  <a:close/>
                </a:path>
                <a:path w="3282315" h="1625600">
                  <a:moveTo>
                    <a:pt x="3281984" y="419100"/>
                  </a:moveTo>
                  <a:lnTo>
                    <a:pt x="3272459" y="419100"/>
                  </a:lnTo>
                  <a:lnTo>
                    <a:pt x="3272574" y="76200"/>
                  </a:lnTo>
                  <a:lnTo>
                    <a:pt x="3282099" y="76200"/>
                  </a:lnTo>
                  <a:lnTo>
                    <a:pt x="3281984" y="419100"/>
                  </a:lnTo>
                  <a:close/>
                </a:path>
                <a:path w="3282315" h="1625600">
                  <a:moveTo>
                    <a:pt x="157911" y="431800"/>
                  </a:moveTo>
                  <a:lnTo>
                    <a:pt x="148551" y="431800"/>
                  </a:lnTo>
                  <a:lnTo>
                    <a:pt x="147789" y="419100"/>
                  </a:lnTo>
                  <a:lnTo>
                    <a:pt x="157187" y="419100"/>
                  </a:lnTo>
                  <a:lnTo>
                    <a:pt x="157911" y="431800"/>
                  </a:lnTo>
                  <a:close/>
                </a:path>
                <a:path w="3282315" h="1625600">
                  <a:moveTo>
                    <a:pt x="3280321" y="431800"/>
                  </a:moveTo>
                  <a:lnTo>
                    <a:pt x="3270973" y="431800"/>
                  </a:lnTo>
                  <a:lnTo>
                    <a:pt x="3271697" y="419100"/>
                  </a:lnTo>
                  <a:lnTo>
                    <a:pt x="3281095" y="419100"/>
                  </a:lnTo>
                  <a:lnTo>
                    <a:pt x="3280321" y="431800"/>
                  </a:lnTo>
                  <a:close/>
                </a:path>
                <a:path w="3282315" h="1625600">
                  <a:moveTo>
                    <a:pt x="162458" y="444500"/>
                  </a:moveTo>
                  <a:lnTo>
                    <a:pt x="152082" y="444500"/>
                  </a:lnTo>
                  <a:lnTo>
                    <a:pt x="150710" y="431800"/>
                  </a:lnTo>
                  <a:lnTo>
                    <a:pt x="160985" y="431800"/>
                  </a:lnTo>
                  <a:lnTo>
                    <a:pt x="162458" y="444500"/>
                  </a:lnTo>
                  <a:close/>
                </a:path>
                <a:path w="3282315" h="1625600">
                  <a:moveTo>
                    <a:pt x="3276803" y="444500"/>
                  </a:moveTo>
                  <a:lnTo>
                    <a:pt x="3266414" y="444500"/>
                  </a:lnTo>
                  <a:lnTo>
                    <a:pt x="3267900" y="431800"/>
                  </a:lnTo>
                  <a:lnTo>
                    <a:pt x="3278174" y="431800"/>
                  </a:lnTo>
                  <a:lnTo>
                    <a:pt x="3276803" y="444500"/>
                  </a:lnTo>
                  <a:close/>
                </a:path>
                <a:path w="3282315" h="1625600">
                  <a:moveTo>
                    <a:pt x="167627" y="457200"/>
                  </a:moveTo>
                  <a:lnTo>
                    <a:pt x="157327" y="457200"/>
                  </a:lnTo>
                  <a:lnTo>
                    <a:pt x="155397" y="444500"/>
                  </a:lnTo>
                  <a:lnTo>
                    <a:pt x="165633" y="444500"/>
                  </a:lnTo>
                  <a:lnTo>
                    <a:pt x="167627" y="457200"/>
                  </a:lnTo>
                  <a:close/>
                </a:path>
                <a:path w="3282315" h="1625600">
                  <a:moveTo>
                    <a:pt x="3271558" y="457200"/>
                  </a:moveTo>
                  <a:lnTo>
                    <a:pt x="3261258" y="457200"/>
                  </a:lnTo>
                  <a:lnTo>
                    <a:pt x="3263239" y="444500"/>
                  </a:lnTo>
                  <a:lnTo>
                    <a:pt x="3273488" y="444500"/>
                  </a:lnTo>
                  <a:lnTo>
                    <a:pt x="3271558" y="457200"/>
                  </a:lnTo>
                  <a:close/>
                </a:path>
                <a:path w="3282315" h="1625600">
                  <a:moveTo>
                    <a:pt x="176593" y="469900"/>
                  </a:moveTo>
                  <a:lnTo>
                    <a:pt x="166725" y="469900"/>
                  </a:lnTo>
                  <a:lnTo>
                    <a:pt x="164134" y="457200"/>
                  </a:lnTo>
                  <a:lnTo>
                    <a:pt x="173989" y="457200"/>
                  </a:lnTo>
                  <a:lnTo>
                    <a:pt x="176593" y="469900"/>
                  </a:lnTo>
                  <a:close/>
                </a:path>
                <a:path w="3282315" h="1625600">
                  <a:moveTo>
                    <a:pt x="179171" y="469900"/>
                  </a:moveTo>
                  <a:lnTo>
                    <a:pt x="176593" y="469900"/>
                  </a:lnTo>
                  <a:lnTo>
                    <a:pt x="176441" y="457200"/>
                  </a:lnTo>
                  <a:lnTo>
                    <a:pt x="179171" y="469900"/>
                  </a:lnTo>
                  <a:close/>
                </a:path>
                <a:path w="3282315" h="1625600">
                  <a:moveTo>
                    <a:pt x="3252292" y="469900"/>
                  </a:moveTo>
                  <a:lnTo>
                    <a:pt x="3249714" y="469900"/>
                  </a:lnTo>
                  <a:lnTo>
                    <a:pt x="3252444" y="457200"/>
                  </a:lnTo>
                  <a:lnTo>
                    <a:pt x="3252292" y="469900"/>
                  </a:lnTo>
                  <a:close/>
                </a:path>
                <a:path w="3282315" h="1625600">
                  <a:moveTo>
                    <a:pt x="3262160" y="469900"/>
                  </a:moveTo>
                  <a:lnTo>
                    <a:pt x="3252292" y="469900"/>
                  </a:lnTo>
                  <a:lnTo>
                    <a:pt x="3254883" y="457200"/>
                  </a:lnTo>
                  <a:lnTo>
                    <a:pt x="3264750" y="457200"/>
                  </a:lnTo>
                  <a:lnTo>
                    <a:pt x="3262160" y="469900"/>
                  </a:lnTo>
                  <a:close/>
                </a:path>
                <a:path w="3282315" h="1625600">
                  <a:moveTo>
                    <a:pt x="193865" y="482600"/>
                  </a:moveTo>
                  <a:lnTo>
                    <a:pt x="178549" y="482600"/>
                  </a:lnTo>
                  <a:lnTo>
                    <a:pt x="175387" y="469900"/>
                  </a:lnTo>
                  <a:lnTo>
                    <a:pt x="190512" y="469900"/>
                  </a:lnTo>
                  <a:lnTo>
                    <a:pt x="193865" y="482600"/>
                  </a:lnTo>
                  <a:close/>
                </a:path>
                <a:path w="3282315" h="1625600">
                  <a:moveTo>
                    <a:pt x="3250323" y="482600"/>
                  </a:moveTo>
                  <a:lnTo>
                    <a:pt x="3235020" y="482600"/>
                  </a:lnTo>
                  <a:lnTo>
                    <a:pt x="3238373" y="469900"/>
                  </a:lnTo>
                  <a:lnTo>
                    <a:pt x="3253498" y="469900"/>
                  </a:lnTo>
                  <a:lnTo>
                    <a:pt x="3250323" y="482600"/>
                  </a:lnTo>
                  <a:close/>
                </a:path>
                <a:path w="3282315" h="1625600">
                  <a:moveTo>
                    <a:pt x="234213" y="495300"/>
                  </a:moveTo>
                  <a:lnTo>
                    <a:pt x="196240" y="495300"/>
                  </a:lnTo>
                  <a:lnTo>
                    <a:pt x="192468" y="482600"/>
                  </a:lnTo>
                  <a:lnTo>
                    <a:pt x="229971" y="482600"/>
                  </a:lnTo>
                  <a:lnTo>
                    <a:pt x="234213" y="495300"/>
                  </a:lnTo>
                  <a:close/>
                </a:path>
                <a:path w="3282315" h="1625600">
                  <a:moveTo>
                    <a:pt x="3232645" y="495300"/>
                  </a:moveTo>
                  <a:lnTo>
                    <a:pt x="3194672" y="495300"/>
                  </a:lnTo>
                  <a:lnTo>
                    <a:pt x="3198914" y="482600"/>
                  </a:lnTo>
                  <a:lnTo>
                    <a:pt x="3236404" y="482600"/>
                  </a:lnTo>
                  <a:lnTo>
                    <a:pt x="3232645" y="495300"/>
                  </a:lnTo>
                  <a:close/>
                </a:path>
                <a:path w="3282315" h="1625600">
                  <a:moveTo>
                    <a:pt x="0" y="1625600"/>
                  </a:moveTo>
                  <a:lnTo>
                    <a:pt x="668401" y="495300"/>
                  </a:lnTo>
                  <a:lnTo>
                    <a:pt x="680834" y="495300"/>
                  </a:lnTo>
                  <a:lnTo>
                    <a:pt x="26742" y="1602799"/>
                  </a:lnTo>
                  <a:lnTo>
                    <a:pt x="13741" y="1612900"/>
                  </a:lnTo>
                  <a:lnTo>
                    <a:pt x="16369" y="1612900"/>
                  </a:lnTo>
                  <a:lnTo>
                    <a:pt x="0" y="1625600"/>
                  </a:lnTo>
                  <a:close/>
                </a:path>
                <a:path w="3282315" h="1625600">
                  <a:moveTo>
                    <a:pt x="24504" y="1606588"/>
                  </a:moveTo>
                  <a:lnTo>
                    <a:pt x="26742" y="1602799"/>
                  </a:lnTo>
                  <a:lnTo>
                    <a:pt x="1452321" y="495300"/>
                  </a:lnTo>
                  <a:lnTo>
                    <a:pt x="1456880" y="495300"/>
                  </a:lnTo>
                  <a:lnTo>
                    <a:pt x="24504" y="1606588"/>
                  </a:lnTo>
                  <a:close/>
                </a:path>
                <a:path w="3282315" h="1625600">
                  <a:moveTo>
                    <a:pt x="16369" y="1612900"/>
                  </a:moveTo>
                  <a:lnTo>
                    <a:pt x="13741" y="1612900"/>
                  </a:lnTo>
                  <a:lnTo>
                    <a:pt x="26742" y="1602799"/>
                  </a:lnTo>
                  <a:lnTo>
                    <a:pt x="24504" y="1606588"/>
                  </a:lnTo>
                  <a:lnTo>
                    <a:pt x="16369" y="1612900"/>
                  </a:lnTo>
                  <a:close/>
                </a:path>
                <a:path w="3282315" h="1625600">
                  <a:moveTo>
                    <a:pt x="20777" y="1612900"/>
                  </a:moveTo>
                  <a:lnTo>
                    <a:pt x="16369" y="1612900"/>
                  </a:lnTo>
                  <a:lnTo>
                    <a:pt x="24504" y="1606588"/>
                  </a:lnTo>
                  <a:lnTo>
                    <a:pt x="20777" y="1612900"/>
                  </a:lnTo>
                  <a:close/>
                </a:path>
              </a:pathLst>
            </a:custGeom>
            <a:solidFill>
              <a:srgbClr val="000000"/>
            </a:solidFill>
          </p:spPr>
          <p:txBody>
            <a:bodyPr wrap="square" lIns="0" tIns="0" rIns="0" bIns="0" rtlCol="0"/>
            <a:lstStyle/>
            <a:p>
              <a:endParaRPr/>
            </a:p>
          </p:txBody>
        </p:sp>
      </p:grpSp>
      <p:pic>
        <p:nvPicPr>
          <p:cNvPr id="14" name="object 14"/>
          <p:cNvPicPr/>
          <p:nvPr/>
        </p:nvPicPr>
        <p:blipFill>
          <a:blip r:embed="rId4" cstate="print"/>
          <a:stretch>
            <a:fillRect/>
          </a:stretch>
        </p:blipFill>
        <p:spPr>
          <a:xfrm>
            <a:off x="521208" y="2510027"/>
            <a:ext cx="864108" cy="2663952"/>
          </a:xfrm>
          <a:prstGeom prst="rect">
            <a:avLst/>
          </a:prstGeom>
        </p:spPr>
      </p:pic>
      <p:sp>
        <p:nvSpPr>
          <p:cNvPr id="15" name="object 15"/>
          <p:cNvSpPr txBox="1"/>
          <p:nvPr/>
        </p:nvSpPr>
        <p:spPr>
          <a:xfrm>
            <a:off x="600024" y="2582862"/>
            <a:ext cx="794385" cy="250571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panose="020B0604020202020204"/>
                <a:cs typeface="Arial" panose="020B0604020202020204"/>
              </a:rPr>
              <a:t>+32767</a:t>
            </a:r>
            <a:endParaRPr sz="1800">
              <a:latin typeface="Arial" panose="020B0604020202020204"/>
              <a:cs typeface="Arial" panose="020B0604020202020204"/>
            </a:endParaRPr>
          </a:p>
          <a:p>
            <a:pPr marL="12700">
              <a:lnSpc>
                <a:spcPct val="100000"/>
              </a:lnSpc>
            </a:pPr>
            <a:r>
              <a:rPr sz="1800" spc="-50" dirty="0">
                <a:latin typeface="Arial" panose="020B0604020202020204"/>
                <a:cs typeface="Arial" panose="020B0604020202020204"/>
              </a:rPr>
              <a:t>…</a:t>
            </a:r>
            <a:endParaRPr sz="1800">
              <a:latin typeface="Arial" panose="020B0604020202020204"/>
              <a:cs typeface="Arial" panose="020B0604020202020204"/>
            </a:endParaRPr>
          </a:p>
          <a:p>
            <a:pPr marL="12700">
              <a:lnSpc>
                <a:spcPct val="100000"/>
              </a:lnSpc>
            </a:pPr>
            <a:r>
              <a:rPr sz="1800" spc="-20" dirty="0">
                <a:latin typeface="Arial" panose="020B0604020202020204"/>
                <a:cs typeface="Arial" panose="020B0604020202020204"/>
              </a:rPr>
              <a:t>+59</a:t>
            </a:r>
            <a:endParaRPr sz="1800">
              <a:latin typeface="Arial" panose="020B0604020202020204"/>
              <a:cs typeface="Arial" panose="020B0604020202020204"/>
            </a:endParaRPr>
          </a:p>
          <a:p>
            <a:pPr marL="12700">
              <a:lnSpc>
                <a:spcPct val="100000"/>
              </a:lnSpc>
            </a:pPr>
            <a:r>
              <a:rPr sz="1800" spc="-20" dirty="0">
                <a:latin typeface="Arial" panose="020B0604020202020204"/>
                <a:cs typeface="Arial" panose="020B0604020202020204"/>
              </a:rPr>
              <a:t>+98</a:t>
            </a:r>
            <a:endParaRPr sz="1800">
              <a:latin typeface="Arial" panose="020B0604020202020204"/>
              <a:cs typeface="Arial" panose="020B0604020202020204"/>
            </a:endParaRPr>
          </a:p>
          <a:p>
            <a:pPr marL="12700">
              <a:lnSpc>
                <a:spcPct val="100000"/>
              </a:lnSpc>
            </a:pPr>
            <a:r>
              <a:rPr sz="1800" spc="-50" dirty="0">
                <a:latin typeface="Arial" panose="020B0604020202020204"/>
                <a:cs typeface="Arial" panose="020B0604020202020204"/>
              </a:rPr>
              <a:t>0</a:t>
            </a:r>
            <a:endParaRPr sz="1800">
              <a:latin typeface="Arial" panose="020B0604020202020204"/>
              <a:cs typeface="Arial" panose="020B0604020202020204"/>
            </a:endParaRPr>
          </a:p>
          <a:p>
            <a:pPr marL="12700">
              <a:lnSpc>
                <a:spcPct val="100000"/>
              </a:lnSpc>
            </a:pPr>
            <a:r>
              <a:rPr sz="1800" spc="-10" dirty="0">
                <a:latin typeface="Arial" panose="020B0604020202020204"/>
                <a:cs typeface="Arial" panose="020B0604020202020204"/>
              </a:rPr>
              <a:t>-</a:t>
            </a:r>
            <a:r>
              <a:rPr sz="1800" spc="-25" dirty="0">
                <a:latin typeface="Arial" panose="020B0604020202020204"/>
                <a:cs typeface="Arial" panose="020B0604020202020204"/>
              </a:rPr>
              <a:t>98</a:t>
            </a:r>
            <a:endParaRPr sz="1800">
              <a:latin typeface="Arial" panose="020B0604020202020204"/>
              <a:cs typeface="Arial" panose="020B0604020202020204"/>
            </a:endParaRPr>
          </a:p>
          <a:p>
            <a:pPr marL="12700">
              <a:lnSpc>
                <a:spcPct val="100000"/>
              </a:lnSpc>
            </a:pPr>
            <a:r>
              <a:rPr sz="1800" spc="-10" dirty="0">
                <a:latin typeface="Arial" panose="020B0604020202020204"/>
                <a:cs typeface="Arial" panose="020B0604020202020204"/>
              </a:rPr>
              <a:t>-</a:t>
            </a:r>
            <a:r>
              <a:rPr sz="1800" spc="-25" dirty="0">
                <a:latin typeface="Arial" panose="020B0604020202020204"/>
                <a:cs typeface="Arial" panose="020B0604020202020204"/>
              </a:rPr>
              <a:t>59</a:t>
            </a:r>
            <a:endParaRPr sz="1800">
              <a:latin typeface="Arial" panose="020B0604020202020204"/>
              <a:cs typeface="Arial" panose="020B0604020202020204"/>
            </a:endParaRPr>
          </a:p>
          <a:p>
            <a:pPr marL="12700">
              <a:lnSpc>
                <a:spcPct val="100000"/>
              </a:lnSpc>
            </a:pPr>
            <a:r>
              <a:rPr sz="1800" spc="-50" dirty="0">
                <a:latin typeface="Arial" panose="020B0604020202020204"/>
                <a:cs typeface="Arial" panose="020B0604020202020204"/>
              </a:rPr>
              <a:t>…</a:t>
            </a:r>
            <a:endParaRPr sz="1800">
              <a:latin typeface="Arial" panose="020B0604020202020204"/>
              <a:cs typeface="Arial" panose="020B0604020202020204"/>
            </a:endParaRPr>
          </a:p>
          <a:p>
            <a:pPr marL="12700">
              <a:lnSpc>
                <a:spcPct val="100000"/>
              </a:lnSpc>
            </a:pPr>
            <a:r>
              <a:rPr sz="1800" spc="-10" dirty="0">
                <a:latin typeface="Arial" panose="020B0604020202020204"/>
                <a:cs typeface="Arial" panose="020B0604020202020204"/>
              </a:rPr>
              <a:t>-32768</a:t>
            </a:r>
            <a:endParaRPr sz="1800">
              <a:latin typeface="Arial" panose="020B0604020202020204"/>
              <a:cs typeface="Arial" panose="020B0604020202020204"/>
            </a:endParaRPr>
          </a:p>
        </p:txBody>
      </p:sp>
      <p:sp>
        <p:nvSpPr>
          <p:cNvPr id="16" name="object 16"/>
          <p:cNvSpPr txBox="1"/>
          <p:nvPr/>
        </p:nvSpPr>
        <p:spPr>
          <a:xfrm>
            <a:off x="3251517" y="1265923"/>
            <a:ext cx="2692400" cy="391160"/>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99FF33"/>
                </a:solidFill>
                <a:latin typeface="Arial" panose="020B0604020202020204"/>
                <a:cs typeface="Arial" panose="020B0604020202020204"/>
              </a:rPr>
              <a:t>0010101100011000</a:t>
            </a:r>
            <a:endParaRPr sz="2400">
              <a:latin typeface="Arial" panose="020B0604020202020204"/>
              <a:cs typeface="Arial" panose="020B0604020202020204"/>
            </a:endParaRPr>
          </a:p>
        </p:txBody>
      </p:sp>
      <p:sp>
        <p:nvSpPr>
          <p:cNvPr id="17" name="object 17"/>
          <p:cNvSpPr/>
          <p:nvPr/>
        </p:nvSpPr>
        <p:spPr>
          <a:xfrm>
            <a:off x="1670634" y="1501774"/>
            <a:ext cx="4177029" cy="4319905"/>
          </a:xfrm>
          <a:custGeom>
            <a:avLst/>
            <a:gdLst/>
            <a:ahLst/>
            <a:cxnLst/>
            <a:rect l="l" t="t" r="r" b="b"/>
            <a:pathLst>
              <a:path w="4177029" h="4319905">
                <a:moveTo>
                  <a:pt x="4176712" y="2339975"/>
                </a:moveTo>
                <a:lnTo>
                  <a:pt x="4167187" y="2335212"/>
                </a:lnTo>
                <a:lnTo>
                  <a:pt x="4100512" y="2301875"/>
                </a:lnTo>
                <a:lnTo>
                  <a:pt x="4100512" y="2335212"/>
                </a:lnTo>
                <a:lnTo>
                  <a:pt x="42862" y="2335212"/>
                </a:lnTo>
                <a:lnTo>
                  <a:pt x="42862" y="76200"/>
                </a:lnTo>
                <a:lnTo>
                  <a:pt x="76200" y="76200"/>
                </a:lnTo>
                <a:lnTo>
                  <a:pt x="66675" y="57150"/>
                </a:lnTo>
                <a:lnTo>
                  <a:pt x="38100" y="0"/>
                </a:lnTo>
                <a:lnTo>
                  <a:pt x="0" y="76200"/>
                </a:lnTo>
                <a:lnTo>
                  <a:pt x="33337" y="76200"/>
                </a:lnTo>
                <a:lnTo>
                  <a:pt x="33337" y="2339975"/>
                </a:lnTo>
                <a:lnTo>
                  <a:pt x="33337" y="4319587"/>
                </a:lnTo>
                <a:lnTo>
                  <a:pt x="42862" y="4319587"/>
                </a:lnTo>
                <a:lnTo>
                  <a:pt x="42862" y="2344737"/>
                </a:lnTo>
                <a:lnTo>
                  <a:pt x="4100512" y="2344737"/>
                </a:lnTo>
                <a:lnTo>
                  <a:pt x="4100512" y="2378075"/>
                </a:lnTo>
                <a:lnTo>
                  <a:pt x="4167187" y="2344737"/>
                </a:lnTo>
                <a:lnTo>
                  <a:pt x="4176712" y="2339975"/>
                </a:lnTo>
                <a:close/>
              </a:path>
            </a:pathLst>
          </a:custGeom>
          <a:solidFill>
            <a:srgbClr val="FF3300"/>
          </a:solidFill>
        </p:spPr>
        <p:txBody>
          <a:bodyPr wrap="square" lIns="0" tIns="0" rIns="0" bIns="0" rtlCol="0"/>
          <a:lstStyle/>
          <a:p>
            <a:endParaRPr/>
          </a:p>
        </p:txBody>
      </p:sp>
      <p:pic>
        <p:nvPicPr>
          <p:cNvPr id="21" name="object 21"/>
          <p:cNvPicPr/>
          <p:nvPr/>
        </p:nvPicPr>
        <p:blipFill>
          <a:blip r:embed="rId5" cstate="print"/>
          <a:stretch>
            <a:fillRect/>
          </a:stretch>
        </p:blipFill>
        <p:spPr>
          <a:xfrm>
            <a:off x="7316723" y="5364479"/>
            <a:ext cx="903731" cy="903732"/>
          </a:xfrm>
          <a:prstGeom prst="rect">
            <a:avLst/>
          </a:prstGeom>
        </p:spPr>
      </p:pic>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fld id="{81D60167-4931-47E6-BA6A-407CBD079E47}" type="slidenum">
              <a:rPr spc="-25" dirty="0"/>
              <a:t>102</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3845</Words>
  <Application>Microsoft Office PowerPoint</Application>
  <PresentationFormat>全屏显示(4:3)</PresentationFormat>
  <Paragraphs>1111</Paragraphs>
  <Slides>102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102</vt:i4>
      </vt:variant>
    </vt:vector>
  </HeadingPairs>
  <TitlesOfParts>
    <vt:vector size="119" baseType="lpstr">
      <vt:lpstr>AoyagiKouzanFontT</vt:lpstr>
      <vt:lpstr>Century Catalogue</vt:lpstr>
      <vt:lpstr>Chancery Uralic</vt:lpstr>
      <vt:lpstr>Droid Sans Fallback</vt:lpstr>
      <vt:lpstr>IPAPGothic</vt:lpstr>
      <vt:lpstr>Noto Sans CJK HK</vt:lpstr>
      <vt:lpstr>Noto Sans Mono CJK HK</vt:lpstr>
      <vt:lpstr>Noto Serif CJK JP</vt:lpstr>
      <vt:lpstr>TeX Gyre Schola Math</vt:lpstr>
      <vt:lpstr>Arial</vt:lpstr>
      <vt:lpstr>Calibri</vt:lpstr>
      <vt:lpstr>Courier New</vt:lpstr>
      <vt:lpstr>Symbol</vt:lpstr>
      <vt:lpstr>Tahoma</vt:lpstr>
      <vt:lpstr>Times New Roman</vt:lpstr>
      <vt:lpstr>Wingdings</vt:lpstr>
      <vt:lpstr>Office Theme</vt:lpstr>
      <vt:lpstr>第9章 模拟接口</vt:lpstr>
      <vt:lpstr>PowerPoint 演示文稿</vt:lpstr>
      <vt:lpstr>PowerPoint 演示文稿</vt:lpstr>
      <vt:lpstr>9.1 概述</vt:lpstr>
      <vt:lpstr>DAC与ADC</vt:lpstr>
      <vt:lpstr>9.1 概述</vt:lpstr>
      <vt:lpstr>9.1 概述</vt:lpstr>
      <vt:lpstr>9.1 概述</vt:lpstr>
      <vt:lpstr>9.1 概述</vt:lpstr>
      <vt:lpstr>9.1 概述</vt:lpstr>
      <vt:lpstr>9.1 概述</vt:lpstr>
      <vt:lpstr>9.2 D/A转换器</vt:lpstr>
      <vt:lpstr>9.2.1 D/A转换的基本原理</vt:lpstr>
      <vt:lpstr>9.2.1 D/A转换的基本原理</vt:lpstr>
      <vt:lpstr>9.2.2 D/A转换器的构成</vt:lpstr>
      <vt:lpstr>PowerPoint 演示文稿</vt:lpstr>
      <vt:lpstr>2. 倒T型电阻网络D/A转换器的原理</vt:lpstr>
      <vt:lpstr>PowerPoint 演示文稿</vt:lpstr>
      <vt:lpstr>PowerPoint 演示文稿</vt:lpstr>
      <vt:lpstr>4位DAC扩展到8位DAC</vt:lpstr>
      <vt:lpstr>9.2.3 D/A转换器的转换特性</vt:lpstr>
      <vt:lpstr>9.2.4 D/A转换器的主要技术指标</vt:lpstr>
      <vt:lpstr>uo(V)</vt:lpstr>
      <vt:lpstr>9.2.4 D/A转换器的主要技术指标</vt:lpstr>
      <vt:lpstr>9.2.4 D/A转换器的主要技术指标</vt:lpstr>
      <vt:lpstr>PowerPoint 演示文稿</vt:lpstr>
      <vt:lpstr>9.2.4 D/A转换器的主要技术指标</vt:lpstr>
      <vt:lpstr>9.2.4 D/A转换器的主要技术指标</vt:lpstr>
      <vt:lpstr>9.2.5 数/模转换器件类型</vt:lpstr>
      <vt:lpstr>9.2.6 集成D/A转换器DAC0832</vt:lpstr>
      <vt:lpstr>TTL电平</vt:lpstr>
      <vt:lpstr>2. 集成D/A转换器DAC0832内部结构</vt:lpstr>
      <vt:lpstr>3. 集成D/A转换器DAC0832引脚信号</vt:lpstr>
      <vt:lpstr>3. DAC0832的引脚信号说明</vt:lpstr>
      <vt:lpstr>4. DAC0832的模拟输出</vt:lpstr>
      <vt:lpstr>（1）单极性电压输出方法</vt:lpstr>
      <vt:lpstr>（1）单极性电压输出方法</vt:lpstr>
      <vt:lpstr>（2）双极性电压输出</vt:lpstr>
      <vt:lpstr>（2）双极性电压输出</vt:lpstr>
      <vt:lpstr>PowerPoint 演示文稿</vt:lpstr>
      <vt:lpstr>PowerPoint 演示文稿</vt:lpstr>
      <vt:lpstr>5. DAC 0832 工作方式</vt:lpstr>
      <vt:lpstr>5. DAC 0832 工作方式</vt:lpstr>
      <vt:lpstr>5. DAC 0832 工作方式</vt:lpstr>
      <vt:lpstr>(2) 单缓冲方式：方法一</vt:lpstr>
      <vt:lpstr>PowerPoint 演示文稿</vt:lpstr>
      <vt:lpstr>(2) 单缓冲方式：方法二</vt:lpstr>
      <vt:lpstr>(2) 单缓冲方式：方法二</vt:lpstr>
      <vt:lpstr>(3) 双缓冲方式</vt:lpstr>
      <vt:lpstr>5. DAC0832 工作方式</vt:lpstr>
      <vt:lpstr>5. DAC0832 工作方式</vt:lpstr>
      <vt:lpstr>6. DAC0832的接口设计与编程</vt:lpstr>
      <vt:lpstr>(1) 电路设计所要考虑的问题</vt:lpstr>
      <vt:lpstr>(1) 电路设计所要考虑的问题</vt:lpstr>
      <vt:lpstr>(2) 软件设计所要考虑的问题</vt:lpstr>
      <vt:lpstr>(2) 软件设计所要考虑的问题</vt:lpstr>
      <vt:lpstr>（3）利用DAC0832产生三角波的程序</vt:lpstr>
      <vt:lpstr>PowerPoint 演示文稿</vt:lpstr>
      <vt:lpstr>PowerPoint 演示文稿</vt:lpstr>
      <vt:lpstr>分析：采用那种工作方式？</vt:lpstr>
      <vt:lpstr>分析：端口如何分配？</vt:lpstr>
      <vt:lpstr>PowerPoint 演示文稿</vt:lpstr>
      <vt:lpstr>分析：与指定电压对应的数字量如何计算</vt:lpstr>
      <vt:lpstr>分析：数字量如何向0832输出</vt:lpstr>
      <vt:lpstr>PowerPoint 演示文稿</vt:lpstr>
      <vt:lpstr>程序(续)</vt:lpstr>
      <vt:lpstr>PowerPoint 演示文稿</vt:lpstr>
      <vt:lpstr>9.2.7 DAC芯片与主机的连接</vt:lpstr>
      <vt:lpstr>PowerPoint 演示文稿</vt:lpstr>
      <vt:lpstr>9.2.8 D/A转换器的应用</vt:lpstr>
      <vt:lpstr>课堂练习</vt:lpstr>
      <vt:lpstr>编写输出一个梯形波的程序段。梯形波幅值参数自定。</vt:lpstr>
      <vt:lpstr>9.3 A/D转换器</vt:lpstr>
      <vt:lpstr>9.3.1 A/D转换器的工作原理</vt:lpstr>
      <vt:lpstr>2. 采样保持电路</vt:lpstr>
      <vt:lpstr>采样保持电路的设计原理</vt:lpstr>
      <vt:lpstr>PowerPoint 演示文稿</vt:lpstr>
      <vt:lpstr>3. 模数转换原理</vt:lpstr>
      <vt:lpstr>3. 模数转换原理</vt:lpstr>
      <vt:lpstr>3. 模数转换原理</vt:lpstr>
      <vt:lpstr>其它类型的A/D转换器</vt:lpstr>
      <vt:lpstr>4. A/D转换器的主要技术指标</vt:lpstr>
      <vt:lpstr>4. A/D转换器的主要技术指标</vt:lpstr>
      <vt:lpstr>4. A/D转换器的主要技术指标</vt:lpstr>
      <vt:lpstr>9.4 ADC0809</vt:lpstr>
      <vt:lpstr>9.4.1 ADC0809概述</vt:lpstr>
      <vt:lpstr>9.4.2 ADC0809的功能结构及引脚信号</vt:lpstr>
      <vt:lpstr>9.4.3 ADC0809的时序</vt:lpstr>
      <vt:lpstr>9.4.4 ADC0809的转换公式</vt:lpstr>
      <vt:lpstr>单极性转换示例</vt:lpstr>
      <vt:lpstr>ADC0809的接口设计实例</vt:lpstr>
      <vt:lpstr>9.4.5 ADC0809的接口设计</vt:lpstr>
      <vt:lpstr>PowerPoint 演示文稿</vt:lpstr>
      <vt:lpstr>8088微处理器与ADC0809的硬件接口说明</vt:lpstr>
      <vt:lpstr>8088微处理器与ADC0809的接口驱动程序</vt:lpstr>
      <vt:lpstr>2. ADC0809的接口设计实例之二</vt:lpstr>
      <vt:lpstr>9.4.6 ADC0809应用</vt:lpstr>
      <vt:lpstr>9.4.6 ADC0809应用</vt:lpstr>
      <vt:lpstr>9.4.6 ADC0809应用</vt:lpstr>
      <vt:lpstr>Thank You！</vt:lpstr>
      <vt:lpstr>A/D</vt:lpstr>
      <vt:lpstr>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模拟接口</dc:title>
  <dc:creator/>
  <cp:lastModifiedBy>gkq2414774255@163.com</cp:lastModifiedBy>
  <cp:revision>8</cp:revision>
  <dcterms:created xsi:type="dcterms:W3CDTF">2024-12-26T07:22:23Z</dcterms:created>
  <dcterms:modified xsi:type="dcterms:W3CDTF">2024-12-26T10:54:46Z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2023-03-23T08:00:00Z</vt:filetime>
  </property>
  <property fmtid="{D5CDD505-2E9C-101B-9397-08002B2CF9AE}" pid="3" name="Creator">
    <vt:lpwstr>WPS 演示</vt:lpwstr>
  </property>
  <property fmtid="{D5CDD505-2E9C-101B-9397-08002B2CF9AE}" pid="4" name="LastSaved">
    <vt:filetime>2024-12-26T08:00:00Z</vt:filetime>
  </property>
  <property fmtid="{D5CDD505-2E9C-101B-9397-08002B2CF9AE}" pid="5" name="Producer">
    <vt:lpwstr>3-Heights(TM) PDF Security Shell 4.8.25.2 (http://www.pdf-tools.com)</vt:lpwstr>
  </property>
  <property fmtid="{D5CDD505-2E9C-101B-9397-08002B2CF9AE}" pid="6" name="SourceModified">
    <vt:lpwstr>D:20230323084712+00'47'</vt:lpwstr>
  </property>
  <property fmtid="{D5CDD505-2E9C-101B-9397-08002B2CF9AE}" pid="7" name="ICV">
    <vt:lpwstr>DD3945F63B9B40BCAA40A915133B22BA_12</vt:lpwstr>
  </property>
  <property fmtid="{D5CDD505-2E9C-101B-9397-08002B2CF9AE}" pid="8" name="KSOProductBuildVer">
    <vt:lpwstr>1033-12.2.0.19307</vt:lpwstr>
  </property>
</Properties>
</file>