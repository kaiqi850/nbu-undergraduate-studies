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7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8.xml" ContentType="application/vnd.openxmlformats-officedocument.theme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0.xml" ContentType="application/vnd.openxmlformats-officedocument.theme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ctiveX/activeX1.xml" ContentType="application/vnd.ms-office.activeX+xml"/>
  <Override PartName="/ppt/activeX/activeX1.bin" ContentType="application/vnd.ms-office.activeX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6" r:id="rId4"/>
    <p:sldMasterId id="2147483701" r:id="rId5"/>
    <p:sldMasterId id="2147483713" r:id="rId6"/>
    <p:sldMasterId id="2147483729" r:id="rId7"/>
    <p:sldMasterId id="2147483741" r:id="rId8"/>
    <p:sldMasterId id="2147483753" r:id="rId9"/>
    <p:sldMasterId id="2147483765" r:id="rId10"/>
    <p:sldMasterId id="2147483781" r:id="rId11"/>
  </p:sldMasterIdLst>
  <p:notesMasterIdLst>
    <p:notesMasterId r:id="rId125"/>
  </p:notesMasterIdLst>
  <p:sldIdLst>
    <p:sldId id="256" r:id="rId12"/>
    <p:sldId id="614" r:id="rId13"/>
    <p:sldId id="883" r:id="rId14"/>
    <p:sldId id="884" r:id="rId15"/>
    <p:sldId id="740" r:id="rId16"/>
    <p:sldId id="739" r:id="rId17"/>
    <p:sldId id="741" r:id="rId18"/>
    <p:sldId id="257" r:id="rId19"/>
    <p:sldId id="477" r:id="rId20"/>
    <p:sldId id="608" r:id="rId21"/>
    <p:sldId id="531" r:id="rId22"/>
    <p:sldId id="656" r:id="rId23"/>
    <p:sldId id="478" r:id="rId24"/>
    <p:sldId id="258" r:id="rId25"/>
    <p:sldId id="259" r:id="rId26"/>
    <p:sldId id="886" r:id="rId27"/>
    <p:sldId id="890" r:id="rId28"/>
    <p:sldId id="885" r:id="rId29"/>
    <p:sldId id="887" r:id="rId30"/>
    <p:sldId id="888" r:id="rId31"/>
    <p:sldId id="298" r:id="rId32"/>
    <p:sldId id="261" r:id="rId33"/>
    <p:sldId id="297" r:id="rId34"/>
    <p:sldId id="299" r:id="rId35"/>
    <p:sldId id="265" r:id="rId36"/>
    <p:sldId id="266" r:id="rId37"/>
    <p:sldId id="611" r:id="rId38"/>
    <p:sldId id="612" r:id="rId39"/>
    <p:sldId id="267" r:id="rId40"/>
    <p:sldId id="268" r:id="rId41"/>
    <p:sldId id="269" r:id="rId42"/>
    <p:sldId id="534" r:id="rId43"/>
    <p:sldId id="533" r:id="rId44"/>
    <p:sldId id="538" r:id="rId45"/>
    <p:sldId id="889" r:id="rId46"/>
    <p:sldId id="537" r:id="rId47"/>
    <p:sldId id="621" r:id="rId48"/>
    <p:sldId id="273" r:id="rId49"/>
    <p:sldId id="274" r:id="rId50"/>
    <p:sldId id="622" r:id="rId51"/>
    <p:sldId id="275" r:id="rId52"/>
    <p:sldId id="276" r:id="rId53"/>
    <p:sldId id="277" r:id="rId54"/>
    <p:sldId id="278" r:id="rId55"/>
    <p:sldId id="279" r:id="rId56"/>
    <p:sldId id="280" r:id="rId57"/>
    <p:sldId id="281" r:id="rId58"/>
    <p:sldId id="282" r:id="rId59"/>
    <p:sldId id="283" r:id="rId60"/>
    <p:sldId id="284" r:id="rId61"/>
    <p:sldId id="830" r:id="rId62"/>
    <p:sldId id="285" r:id="rId63"/>
    <p:sldId id="286" r:id="rId64"/>
    <p:sldId id="287" r:id="rId65"/>
    <p:sldId id="479" r:id="rId66"/>
    <p:sldId id="618" r:id="rId67"/>
    <p:sldId id="891" r:id="rId68"/>
    <p:sldId id="892" r:id="rId69"/>
    <p:sldId id="480" r:id="rId70"/>
    <p:sldId id="901" r:id="rId71"/>
    <p:sldId id="742" r:id="rId72"/>
    <p:sldId id="644" r:id="rId73"/>
    <p:sldId id="645" r:id="rId74"/>
    <p:sldId id="646" r:id="rId75"/>
    <p:sldId id="290" r:id="rId76"/>
    <p:sldId id="291" r:id="rId77"/>
    <p:sldId id="292" r:id="rId78"/>
    <p:sldId id="293" r:id="rId79"/>
    <p:sldId id="294" r:id="rId80"/>
    <p:sldId id="295" r:id="rId81"/>
    <p:sldId id="657" r:id="rId82"/>
    <p:sldId id="296" r:id="rId83"/>
    <p:sldId id="623" r:id="rId84"/>
    <p:sldId id="658" r:id="rId85"/>
    <p:sldId id="300" r:id="rId86"/>
    <p:sldId id="301" r:id="rId87"/>
    <p:sldId id="302" r:id="rId88"/>
    <p:sldId id="303" r:id="rId89"/>
    <p:sldId id="895" r:id="rId90"/>
    <p:sldId id="619" r:id="rId91"/>
    <p:sldId id="893" r:id="rId92"/>
    <p:sldId id="304" r:id="rId93"/>
    <p:sldId id="305" r:id="rId94"/>
    <p:sldId id="306" r:id="rId95"/>
    <p:sldId id="307" r:id="rId96"/>
    <p:sldId id="308" r:id="rId97"/>
    <p:sldId id="309" r:id="rId98"/>
    <p:sldId id="625" r:id="rId99"/>
    <p:sldId id="310" r:id="rId100"/>
    <p:sldId id="896" r:id="rId101"/>
    <p:sldId id="615" r:id="rId102"/>
    <p:sldId id="897" r:id="rId103"/>
    <p:sldId id="898" r:id="rId104"/>
    <p:sldId id="902" r:id="rId105"/>
    <p:sldId id="311" r:id="rId106"/>
    <p:sldId id="900" r:id="rId107"/>
    <p:sldId id="312" r:id="rId108"/>
    <p:sldId id="627" r:id="rId109"/>
    <p:sldId id="313" r:id="rId110"/>
    <p:sldId id="314" r:id="rId111"/>
    <p:sldId id="315" r:id="rId112"/>
    <p:sldId id="316" r:id="rId113"/>
    <p:sldId id="317" r:id="rId114"/>
    <p:sldId id="318" r:id="rId115"/>
    <p:sldId id="319" r:id="rId116"/>
    <p:sldId id="620" r:id="rId117"/>
    <p:sldId id="320" r:id="rId118"/>
    <p:sldId id="321" r:id="rId119"/>
    <p:sldId id="659" r:id="rId120"/>
    <p:sldId id="322" r:id="rId121"/>
    <p:sldId id="616" r:id="rId122"/>
    <p:sldId id="647" r:id="rId123"/>
    <p:sldId id="882" r:id="rId12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Clr>
        <a:schemeClr val="tx1"/>
      </a:buClr>
      <a:buSzPct val="80000"/>
      <a:buFont typeface="Arial" panose="020B0604020202020204" pitchFamily="34" charset="0"/>
      <a:buChar char="•"/>
      <a:defRPr sz="2400" kern="120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tx1"/>
      </a:buClr>
      <a:buSzPct val="80000"/>
      <a:buFont typeface="Arial" panose="020B0604020202020204" pitchFamily="34" charset="0"/>
      <a:buChar char="•"/>
      <a:defRPr sz="2400" kern="120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tx1"/>
      </a:buClr>
      <a:buSzPct val="80000"/>
      <a:buFont typeface="Arial" panose="020B0604020202020204" pitchFamily="34" charset="0"/>
      <a:buChar char="•"/>
      <a:defRPr sz="2400" kern="120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tx1"/>
      </a:buClr>
      <a:buSzPct val="80000"/>
      <a:buFont typeface="Arial" panose="020B0604020202020204" pitchFamily="34" charset="0"/>
      <a:buChar char="•"/>
      <a:defRPr sz="2400" kern="120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tx1"/>
      </a:buClr>
      <a:buSzPct val="80000"/>
      <a:buFont typeface="Arial" panose="020B0604020202020204" pitchFamily="34" charset="0"/>
      <a:buChar char="•"/>
      <a:defRPr sz="2400" kern="120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FF0000"/>
    <a:srgbClr val="003366"/>
    <a:srgbClr val="B8DEE6"/>
    <a:srgbClr val="FF9999"/>
    <a:srgbClr val="996600"/>
    <a:srgbClr val="FF6600"/>
    <a:srgbClr val="1E11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87" autoAdjust="0"/>
    <p:restoredTop sz="94354" autoAdjust="0"/>
  </p:normalViewPr>
  <p:slideViewPr>
    <p:cSldViewPr snapToGrid="0">
      <p:cViewPr varScale="1">
        <p:scale>
          <a:sx n="120" d="100"/>
          <a:sy n="120" d="100"/>
        </p:scale>
        <p:origin x="1544" y="192"/>
      </p:cViewPr>
      <p:guideLst>
        <p:guide orient="horz" pos="214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8294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06.xml"/><Relationship Id="rId21" Type="http://schemas.openxmlformats.org/officeDocument/2006/relationships/slide" Target="slides/slide10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63" Type="http://schemas.openxmlformats.org/officeDocument/2006/relationships/slide" Target="slides/slide52.xml"/><Relationship Id="rId68" Type="http://schemas.openxmlformats.org/officeDocument/2006/relationships/slide" Target="slides/slide57.xml"/><Relationship Id="rId84" Type="http://schemas.openxmlformats.org/officeDocument/2006/relationships/slide" Target="slides/slide73.xml"/><Relationship Id="rId89" Type="http://schemas.openxmlformats.org/officeDocument/2006/relationships/slide" Target="slides/slide78.xml"/><Relationship Id="rId112" Type="http://schemas.openxmlformats.org/officeDocument/2006/relationships/slide" Target="slides/slide101.xml"/><Relationship Id="rId16" Type="http://schemas.openxmlformats.org/officeDocument/2006/relationships/slide" Target="slides/slide5.xml"/><Relationship Id="rId107" Type="http://schemas.openxmlformats.org/officeDocument/2006/relationships/slide" Target="slides/slide96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53" Type="http://schemas.openxmlformats.org/officeDocument/2006/relationships/slide" Target="slides/slide42.xml"/><Relationship Id="rId58" Type="http://schemas.openxmlformats.org/officeDocument/2006/relationships/slide" Target="slides/slide47.xml"/><Relationship Id="rId74" Type="http://schemas.openxmlformats.org/officeDocument/2006/relationships/slide" Target="slides/slide63.xml"/><Relationship Id="rId79" Type="http://schemas.openxmlformats.org/officeDocument/2006/relationships/slide" Target="slides/slide68.xml"/><Relationship Id="rId102" Type="http://schemas.openxmlformats.org/officeDocument/2006/relationships/slide" Target="slides/slide91.xml"/><Relationship Id="rId123" Type="http://schemas.openxmlformats.org/officeDocument/2006/relationships/slide" Target="slides/slide112.xml"/><Relationship Id="rId128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79.xml"/><Relationship Id="rId95" Type="http://schemas.openxmlformats.org/officeDocument/2006/relationships/slide" Target="slides/slide84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64" Type="http://schemas.openxmlformats.org/officeDocument/2006/relationships/slide" Target="slides/slide53.xml"/><Relationship Id="rId69" Type="http://schemas.openxmlformats.org/officeDocument/2006/relationships/slide" Target="slides/slide58.xml"/><Relationship Id="rId113" Type="http://schemas.openxmlformats.org/officeDocument/2006/relationships/slide" Target="slides/slide102.xml"/><Relationship Id="rId118" Type="http://schemas.openxmlformats.org/officeDocument/2006/relationships/slide" Target="slides/slide107.xml"/><Relationship Id="rId80" Type="http://schemas.openxmlformats.org/officeDocument/2006/relationships/slide" Target="slides/slide69.xml"/><Relationship Id="rId85" Type="http://schemas.openxmlformats.org/officeDocument/2006/relationships/slide" Target="slides/slide7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59" Type="http://schemas.openxmlformats.org/officeDocument/2006/relationships/slide" Target="slides/slide48.xml"/><Relationship Id="rId103" Type="http://schemas.openxmlformats.org/officeDocument/2006/relationships/slide" Target="slides/slide92.xml"/><Relationship Id="rId108" Type="http://schemas.openxmlformats.org/officeDocument/2006/relationships/slide" Target="slides/slide97.xml"/><Relationship Id="rId124" Type="http://schemas.openxmlformats.org/officeDocument/2006/relationships/slide" Target="slides/slide113.xml"/><Relationship Id="rId129" Type="http://schemas.openxmlformats.org/officeDocument/2006/relationships/tableStyles" Target="tableStyles.xml"/><Relationship Id="rId54" Type="http://schemas.openxmlformats.org/officeDocument/2006/relationships/slide" Target="slides/slide43.xml"/><Relationship Id="rId70" Type="http://schemas.openxmlformats.org/officeDocument/2006/relationships/slide" Target="slides/slide59.xml"/><Relationship Id="rId75" Type="http://schemas.openxmlformats.org/officeDocument/2006/relationships/slide" Target="slides/slide64.xml"/><Relationship Id="rId91" Type="http://schemas.openxmlformats.org/officeDocument/2006/relationships/slide" Target="slides/slide80.xml"/><Relationship Id="rId96" Type="http://schemas.openxmlformats.org/officeDocument/2006/relationships/slide" Target="slides/slide8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49" Type="http://schemas.openxmlformats.org/officeDocument/2006/relationships/slide" Target="slides/slide38.xml"/><Relationship Id="rId114" Type="http://schemas.openxmlformats.org/officeDocument/2006/relationships/slide" Target="slides/slide103.xml"/><Relationship Id="rId119" Type="http://schemas.openxmlformats.org/officeDocument/2006/relationships/slide" Target="slides/slide108.xml"/><Relationship Id="rId44" Type="http://schemas.openxmlformats.org/officeDocument/2006/relationships/slide" Target="slides/slide33.xml"/><Relationship Id="rId60" Type="http://schemas.openxmlformats.org/officeDocument/2006/relationships/slide" Target="slides/slide49.xml"/><Relationship Id="rId65" Type="http://schemas.openxmlformats.org/officeDocument/2006/relationships/slide" Target="slides/slide54.xml"/><Relationship Id="rId81" Type="http://schemas.openxmlformats.org/officeDocument/2006/relationships/slide" Target="slides/slide70.xml"/><Relationship Id="rId86" Type="http://schemas.openxmlformats.org/officeDocument/2006/relationships/slide" Target="slides/slide75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Relationship Id="rId109" Type="http://schemas.openxmlformats.org/officeDocument/2006/relationships/slide" Target="slides/slide98.xml"/><Relationship Id="rId34" Type="http://schemas.openxmlformats.org/officeDocument/2006/relationships/slide" Target="slides/slide23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76" Type="http://schemas.openxmlformats.org/officeDocument/2006/relationships/slide" Target="slides/slide65.xml"/><Relationship Id="rId97" Type="http://schemas.openxmlformats.org/officeDocument/2006/relationships/slide" Target="slides/slide86.xml"/><Relationship Id="rId104" Type="http://schemas.openxmlformats.org/officeDocument/2006/relationships/slide" Target="slides/slide93.xml"/><Relationship Id="rId120" Type="http://schemas.openxmlformats.org/officeDocument/2006/relationships/slide" Target="slides/slide109.xml"/><Relationship Id="rId125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0.xml"/><Relationship Id="rId92" Type="http://schemas.openxmlformats.org/officeDocument/2006/relationships/slide" Target="slides/slide8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4" Type="http://schemas.openxmlformats.org/officeDocument/2006/relationships/slide" Target="slides/slide13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66" Type="http://schemas.openxmlformats.org/officeDocument/2006/relationships/slide" Target="slides/slide55.xml"/><Relationship Id="rId87" Type="http://schemas.openxmlformats.org/officeDocument/2006/relationships/slide" Target="slides/slide76.xml"/><Relationship Id="rId110" Type="http://schemas.openxmlformats.org/officeDocument/2006/relationships/slide" Target="slides/slide99.xml"/><Relationship Id="rId115" Type="http://schemas.openxmlformats.org/officeDocument/2006/relationships/slide" Target="slides/slide104.xml"/><Relationship Id="rId61" Type="http://schemas.openxmlformats.org/officeDocument/2006/relationships/slide" Target="slides/slide50.xml"/><Relationship Id="rId82" Type="http://schemas.openxmlformats.org/officeDocument/2006/relationships/slide" Target="slides/slide71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56" Type="http://schemas.openxmlformats.org/officeDocument/2006/relationships/slide" Target="slides/slide45.xml"/><Relationship Id="rId77" Type="http://schemas.openxmlformats.org/officeDocument/2006/relationships/slide" Target="slides/slide66.xml"/><Relationship Id="rId100" Type="http://schemas.openxmlformats.org/officeDocument/2006/relationships/slide" Target="slides/slide89.xml"/><Relationship Id="rId105" Type="http://schemas.openxmlformats.org/officeDocument/2006/relationships/slide" Target="slides/slide94.xml"/><Relationship Id="rId126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0.xml"/><Relationship Id="rId72" Type="http://schemas.openxmlformats.org/officeDocument/2006/relationships/slide" Target="slides/slide61.xml"/><Relationship Id="rId93" Type="http://schemas.openxmlformats.org/officeDocument/2006/relationships/slide" Target="slides/slide82.xml"/><Relationship Id="rId98" Type="http://schemas.openxmlformats.org/officeDocument/2006/relationships/slide" Target="slides/slide87.xml"/><Relationship Id="rId121" Type="http://schemas.openxmlformats.org/officeDocument/2006/relationships/slide" Target="slides/slide110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4.xml"/><Relationship Id="rId46" Type="http://schemas.openxmlformats.org/officeDocument/2006/relationships/slide" Target="slides/slide35.xml"/><Relationship Id="rId67" Type="http://schemas.openxmlformats.org/officeDocument/2006/relationships/slide" Target="slides/slide56.xml"/><Relationship Id="rId116" Type="http://schemas.openxmlformats.org/officeDocument/2006/relationships/slide" Target="slides/slide105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62" Type="http://schemas.openxmlformats.org/officeDocument/2006/relationships/slide" Target="slides/slide51.xml"/><Relationship Id="rId83" Type="http://schemas.openxmlformats.org/officeDocument/2006/relationships/slide" Target="slides/slide72.xml"/><Relationship Id="rId88" Type="http://schemas.openxmlformats.org/officeDocument/2006/relationships/slide" Target="slides/slide77.xml"/><Relationship Id="rId111" Type="http://schemas.openxmlformats.org/officeDocument/2006/relationships/slide" Target="slides/slide100.xml"/><Relationship Id="rId15" Type="http://schemas.openxmlformats.org/officeDocument/2006/relationships/slide" Target="slides/slide4.xml"/><Relationship Id="rId36" Type="http://schemas.openxmlformats.org/officeDocument/2006/relationships/slide" Target="slides/slide25.xml"/><Relationship Id="rId57" Type="http://schemas.openxmlformats.org/officeDocument/2006/relationships/slide" Target="slides/slide46.xml"/><Relationship Id="rId106" Type="http://schemas.openxmlformats.org/officeDocument/2006/relationships/slide" Target="slides/slide95.xml"/><Relationship Id="rId127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0.xml"/><Relationship Id="rId52" Type="http://schemas.openxmlformats.org/officeDocument/2006/relationships/slide" Target="slides/slide41.xml"/><Relationship Id="rId73" Type="http://schemas.openxmlformats.org/officeDocument/2006/relationships/slide" Target="slides/slide62.xml"/><Relationship Id="rId78" Type="http://schemas.openxmlformats.org/officeDocument/2006/relationships/slide" Target="slides/slide67.xml"/><Relationship Id="rId94" Type="http://schemas.openxmlformats.org/officeDocument/2006/relationships/slide" Target="slides/slide83.xml"/><Relationship Id="rId99" Type="http://schemas.openxmlformats.org/officeDocument/2006/relationships/slide" Target="slides/slide88.xml"/><Relationship Id="rId101" Type="http://schemas.openxmlformats.org/officeDocument/2006/relationships/slide" Target="slides/slide90.xml"/><Relationship Id="rId122" Type="http://schemas.openxmlformats.org/officeDocument/2006/relationships/slide" Target="slides/slide11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26" Type="http://schemas.openxmlformats.org/officeDocument/2006/relationships/slide" Target="slides/slide15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27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10" Type="http://schemas.openxmlformats.org/officeDocument/2006/relationships/image" Target="../media/image70.wmf"/><Relationship Id="rId4" Type="http://schemas.openxmlformats.org/officeDocument/2006/relationships/image" Target="../media/image64.wmf"/><Relationship Id="rId9" Type="http://schemas.openxmlformats.org/officeDocument/2006/relationships/image" Target="../media/image6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6.wmf"/><Relationship Id="rId4" Type="http://schemas.openxmlformats.org/officeDocument/2006/relationships/image" Target="../media/image8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image" Target="../media/image96.wmf"/><Relationship Id="rId3" Type="http://schemas.openxmlformats.org/officeDocument/2006/relationships/image" Target="../media/image86.wmf"/><Relationship Id="rId7" Type="http://schemas.openxmlformats.org/officeDocument/2006/relationships/image" Target="../media/image90.wmf"/><Relationship Id="rId12" Type="http://schemas.openxmlformats.org/officeDocument/2006/relationships/image" Target="../media/image95.wmf"/><Relationship Id="rId17" Type="http://schemas.openxmlformats.org/officeDocument/2006/relationships/image" Target="../media/image100.wmf"/><Relationship Id="rId2" Type="http://schemas.openxmlformats.org/officeDocument/2006/relationships/image" Target="../media/image85.wmf"/><Relationship Id="rId16" Type="http://schemas.openxmlformats.org/officeDocument/2006/relationships/image" Target="../media/image99.wmf"/><Relationship Id="rId1" Type="http://schemas.openxmlformats.org/officeDocument/2006/relationships/image" Target="../media/image84.wmf"/><Relationship Id="rId6" Type="http://schemas.openxmlformats.org/officeDocument/2006/relationships/image" Target="../media/image89.wmf"/><Relationship Id="rId11" Type="http://schemas.openxmlformats.org/officeDocument/2006/relationships/image" Target="../media/image94.wmf"/><Relationship Id="rId5" Type="http://schemas.openxmlformats.org/officeDocument/2006/relationships/image" Target="../media/image88.wmf"/><Relationship Id="rId15" Type="http://schemas.openxmlformats.org/officeDocument/2006/relationships/image" Target="../media/image98.wmf"/><Relationship Id="rId10" Type="http://schemas.openxmlformats.org/officeDocument/2006/relationships/image" Target="../media/image93.wmf"/><Relationship Id="rId4" Type="http://schemas.openxmlformats.org/officeDocument/2006/relationships/image" Target="../media/image87.wmf"/><Relationship Id="rId9" Type="http://schemas.openxmlformats.org/officeDocument/2006/relationships/image" Target="../media/image92.wmf"/><Relationship Id="rId14" Type="http://schemas.openxmlformats.org/officeDocument/2006/relationships/image" Target="../media/image9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4" Type="http://schemas.openxmlformats.org/officeDocument/2006/relationships/image" Target="../media/image115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image" Target="../media/image117.wmf"/><Relationship Id="rId7" Type="http://schemas.openxmlformats.org/officeDocument/2006/relationships/image" Target="../media/image121.wmf"/><Relationship Id="rId2" Type="http://schemas.openxmlformats.org/officeDocument/2006/relationships/image" Target="../media/image27.wmf"/><Relationship Id="rId1" Type="http://schemas.openxmlformats.org/officeDocument/2006/relationships/image" Target="../media/image116.wmf"/><Relationship Id="rId6" Type="http://schemas.openxmlformats.org/officeDocument/2006/relationships/image" Target="../media/image120.wmf"/><Relationship Id="rId5" Type="http://schemas.openxmlformats.org/officeDocument/2006/relationships/image" Target="../media/image119.wmf"/><Relationship Id="rId10" Type="http://schemas.openxmlformats.org/officeDocument/2006/relationships/image" Target="../media/image124.wmf"/><Relationship Id="rId4" Type="http://schemas.openxmlformats.org/officeDocument/2006/relationships/image" Target="../media/image118.wmf"/><Relationship Id="rId9" Type="http://schemas.openxmlformats.org/officeDocument/2006/relationships/image" Target="../media/image123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wmf"/><Relationship Id="rId1" Type="http://schemas.openxmlformats.org/officeDocument/2006/relationships/image" Target="../media/image27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image" Target="../media/image127.wmf"/><Relationship Id="rId7" Type="http://schemas.openxmlformats.org/officeDocument/2006/relationships/image" Target="../media/image131.wmf"/><Relationship Id="rId2" Type="http://schemas.openxmlformats.org/officeDocument/2006/relationships/image" Target="../media/image126.wmf"/><Relationship Id="rId1" Type="http://schemas.openxmlformats.org/officeDocument/2006/relationships/image" Target="../media/image27.wmf"/><Relationship Id="rId6" Type="http://schemas.openxmlformats.org/officeDocument/2006/relationships/image" Target="../media/image130.wmf"/><Relationship Id="rId5" Type="http://schemas.openxmlformats.org/officeDocument/2006/relationships/image" Target="../media/image129.wmf"/><Relationship Id="rId10" Type="http://schemas.openxmlformats.org/officeDocument/2006/relationships/image" Target="../media/image134.wmf"/><Relationship Id="rId4" Type="http://schemas.openxmlformats.org/officeDocument/2006/relationships/image" Target="../media/image128.wmf"/><Relationship Id="rId9" Type="http://schemas.openxmlformats.org/officeDocument/2006/relationships/image" Target="../media/image133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image" Target="../media/image136.wmf"/><Relationship Id="rId7" Type="http://schemas.openxmlformats.org/officeDocument/2006/relationships/image" Target="../media/image140.wmf"/><Relationship Id="rId2" Type="http://schemas.openxmlformats.org/officeDocument/2006/relationships/image" Target="../media/image27.wmf"/><Relationship Id="rId1" Type="http://schemas.openxmlformats.org/officeDocument/2006/relationships/image" Target="../media/image135.wmf"/><Relationship Id="rId6" Type="http://schemas.openxmlformats.org/officeDocument/2006/relationships/image" Target="../media/image139.wmf"/><Relationship Id="rId5" Type="http://schemas.openxmlformats.org/officeDocument/2006/relationships/image" Target="../media/image138.wmf"/><Relationship Id="rId4" Type="http://schemas.openxmlformats.org/officeDocument/2006/relationships/image" Target="../media/image137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2" Type="http://schemas.openxmlformats.org/officeDocument/2006/relationships/image" Target="../media/image27.wmf"/><Relationship Id="rId1" Type="http://schemas.openxmlformats.org/officeDocument/2006/relationships/image" Target="../media/image142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3" Type="http://schemas.openxmlformats.org/officeDocument/2006/relationships/image" Target="../media/image150.wmf"/><Relationship Id="rId7" Type="http://schemas.openxmlformats.org/officeDocument/2006/relationships/image" Target="../media/image154.wmf"/><Relationship Id="rId2" Type="http://schemas.openxmlformats.org/officeDocument/2006/relationships/image" Target="../media/image149.wmf"/><Relationship Id="rId1" Type="http://schemas.openxmlformats.org/officeDocument/2006/relationships/image" Target="../media/image27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wmf"/><Relationship Id="rId1" Type="http://schemas.openxmlformats.org/officeDocument/2006/relationships/image" Target="../media/image156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wmf"/><Relationship Id="rId7" Type="http://schemas.openxmlformats.org/officeDocument/2006/relationships/image" Target="../media/image164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wmf"/><Relationship Id="rId1" Type="http://schemas.openxmlformats.org/officeDocument/2006/relationships/image" Target="../media/image165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wmf"/><Relationship Id="rId7" Type="http://schemas.openxmlformats.org/officeDocument/2006/relationships/image" Target="../media/image173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6" Type="http://schemas.openxmlformats.org/officeDocument/2006/relationships/image" Target="../media/image172.wmf"/><Relationship Id="rId5" Type="http://schemas.openxmlformats.org/officeDocument/2006/relationships/image" Target="../media/image171.wmf"/><Relationship Id="rId4" Type="http://schemas.openxmlformats.org/officeDocument/2006/relationships/image" Target="../media/image170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wmf"/><Relationship Id="rId2" Type="http://schemas.openxmlformats.org/officeDocument/2006/relationships/image" Target="../media/image175.wmf"/><Relationship Id="rId1" Type="http://schemas.openxmlformats.org/officeDocument/2006/relationships/image" Target="../media/image174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wmf"/><Relationship Id="rId2" Type="http://schemas.openxmlformats.org/officeDocument/2006/relationships/image" Target="../media/image179.wmf"/><Relationship Id="rId1" Type="http://schemas.openxmlformats.org/officeDocument/2006/relationships/image" Target="../media/image178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Relationship Id="rId4" Type="http://schemas.openxmlformats.org/officeDocument/2006/relationships/image" Target="../media/image185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wmf"/><Relationship Id="rId1" Type="http://schemas.openxmlformats.org/officeDocument/2006/relationships/image" Target="../media/image186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wmf"/><Relationship Id="rId2" Type="http://schemas.openxmlformats.org/officeDocument/2006/relationships/image" Target="../media/image190.wmf"/><Relationship Id="rId1" Type="http://schemas.openxmlformats.org/officeDocument/2006/relationships/image" Target="../media/image189.wmf"/><Relationship Id="rId5" Type="http://schemas.openxmlformats.org/officeDocument/2006/relationships/image" Target="../media/image193.wmf"/><Relationship Id="rId4" Type="http://schemas.openxmlformats.org/officeDocument/2006/relationships/image" Target="../media/image192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wmf"/><Relationship Id="rId7" Type="http://schemas.openxmlformats.org/officeDocument/2006/relationships/image" Target="../media/image200.wmf"/><Relationship Id="rId2" Type="http://schemas.openxmlformats.org/officeDocument/2006/relationships/image" Target="../media/image195.wmf"/><Relationship Id="rId1" Type="http://schemas.openxmlformats.org/officeDocument/2006/relationships/image" Target="../media/image194.wmf"/><Relationship Id="rId6" Type="http://schemas.openxmlformats.org/officeDocument/2006/relationships/image" Target="../media/image199.wmf"/><Relationship Id="rId5" Type="http://schemas.openxmlformats.org/officeDocument/2006/relationships/image" Target="../media/image198.wmf"/><Relationship Id="rId4" Type="http://schemas.openxmlformats.org/officeDocument/2006/relationships/image" Target="../media/image197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1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wmf"/><Relationship Id="rId1" Type="http://schemas.openxmlformats.org/officeDocument/2006/relationships/image" Target="../media/image203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5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6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3" Type="http://schemas.openxmlformats.org/officeDocument/2006/relationships/image" Target="../media/image209.wmf"/><Relationship Id="rId7" Type="http://schemas.openxmlformats.org/officeDocument/2006/relationships/image" Target="../media/image213.wmf"/><Relationship Id="rId2" Type="http://schemas.openxmlformats.org/officeDocument/2006/relationships/image" Target="../media/image208.wmf"/><Relationship Id="rId1" Type="http://schemas.openxmlformats.org/officeDocument/2006/relationships/image" Target="../media/image207.wmf"/><Relationship Id="rId6" Type="http://schemas.openxmlformats.org/officeDocument/2006/relationships/image" Target="../media/image212.wmf"/><Relationship Id="rId5" Type="http://schemas.openxmlformats.org/officeDocument/2006/relationships/image" Target="../media/image211.wmf"/><Relationship Id="rId10" Type="http://schemas.openxmlformats.org/officeDocument/2006/relationships/image" Target="../media/image216.wmf"/><Relationship Id="rId4" Type="http://schemas.openxmlformats.org/officeDocument/2006/relationships/image" Target="../media/image210.wmf"/><Relationship Id="rId9" Type="http://schemas.openxmlformats.org/officeDocument/2006/relationships/image" Target="../media/image215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wmf"/><Relationship Id="rId2" Type="http://schemas.openxmlformats.org/officeDocument/2006/relationships/image" Target="../media/image218.wmf"/><Relationship Id="rId1" Type="http://schemas.openxmlformats.org/officeDocument/2006/relationships/image" Target="../media/image217.wmf"/><Relationship Id="rId5" Type="http://schemas.openxmlformats.org/officeDocument/2006/relationships/image" Target="../media/image221.wmf"/><Relationship Id="rId4" Type="http://schemas.openxmlformats.org/officeDocument/2006/relationships/image" Target="../media/image220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3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wmf"/><Relationship Id="rId1" Type="http://schemas.openxmlformats.org/officeDocument/2006/relationships/image" Target="../media/image224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wmf"/><Relationship Id="rId2" Type="http://schemas.openxmlformats.org/officeDocument/2006/relationships/image" Target="../media/image227.wmf"/><Relationship Id="rId1" Type="http://schemas.openxmlformats.org/officeDocument/2006/relationships/image" Target="../media/image226.wmf"/><Relationship Id="rId4" Type="http://schemas.openxmlformats.org/officeDocument/2006/relationships/image" Target="../media/image229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wmf"/><Relationship Id="rId7" Type="http://schemas.openxmlformats.org/officeDocument/2006/relationships/image" Target="../media/image236.wmf"/><Relationship Id="rId2" Type="http://schemas.openxmlformats.org/officeDocument/2006/relationships/image" Target="../media/image231.wmf"/><Relationship Id="rId1" Type="http://schemas.openxmlformats.org/officeDocument/2006/relationships/image" Target="../media/image230.wmf"/><Relationship Id="rId6" Type="http://schemas.openxmlformats.org/officeDocument/2006/relationships/image" Target="../media/image235.wmf"/><Relationship Id="rId5" Type="http://schemas.openxmlformats.org/officeDocument/2006/relationships/image" Target="../media/image234.wmf"/><Relationship Id="rId4" Type="http://schemas.openxmlformats.org/officeDocument/2006/relationships/image" Target="../media/image233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3" Type="http://schemas.openxmlformats.org/officeDocument/2006/relationships/image" Target="../media/image240.wmf"/><Relationship Id="rId7" Type="http://schemas.openxmlformats.org/officeDocument/2006/relationships/image" Target="../media/image244.wmf"/><Relationship Id="rId2" Type="http://schemas.openxmlformats.org/officeDocument/2006/relationships/image" Target="../media/image239.wmf"/><Relationship Id="rId1" Type="http://schemas.openxmlformats.org/officeDocument/2006/relationships/image" Target="../media/image238.wmf"/><Relationship Id="rId6" Type="http://schemas.openxmlformats.org/officeDocument/2006/relationships/image" Target="../media/image243.wmf"/><Relationship Id="rId5" Type="http://schemas.openxmlformats.org/officeDocument/2006/relationships/image" Target="../media/image242.wmf"/><Relationship Id="rId4" Type="http://schemas.openxmlformats.org/officeDocument/2006/relationships/image" Target="../media/image241.w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7.wmf"/><Relationship Id="rId1" Type="http://schemas.openxmlformats.org/officeDocument/2006/relationships/image" Target="../media/image246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wmf"/><Relationship Id="rId2" Type="http://schemas.openxmlformats.org/officeDocument/2006/relationships/image" Target="../media/image249.wmf"/><Relationship Id="rId1" Type="http://schemas.openxmlformats.org/officeDocument/2006/relationships/image" Target="../media/image248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wmf"/><Relationship Id="rId7" Type="http://schemas.openxmlformats.org/officeDocument/2006/relationships/image" Target="../media/image257.wmf"/><Relationship Id="rId2" Type="http://schemas.openxmlformats.org/officeDocument/2006/relationships/image" Target="../media/image27.wmf"/><Relationship Id="rId1" Type="http://schemas.openxmlformats.org/officeDocument/2006/relationships/image" Target="../media/image252.wmf"/><Relationship Id="rId6" Type="http://schemas.openxmlformats.org/officeDocument/2006/relationships/image" Target="../media/image256.wmf"/><Relationship Id="rId5" Type="http://schemas.openxmlformats.org/officeDocument/2006/relationships/image" Target="../media/image255.wmf"/><Relationship Id="rId4" Type="http://schemas.openxmlformats.org/officeDocument/2006/relationships/image" Target="../media/image254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wmf"/><Relationship Id="rId2" Type="http://schemas.openxmlformats.org/officeDocument/2006/relationships/image" Target="../media/image259.wmf"/><Relationship Id="rId1" Type="http://schemas.openxmlformats.org/officeDocument/2006/relationships/image" Target="../media/image258.wmf"/><Relationship Id="rId5" Type="http://schemas.openxmlformats.org/officeDocument/2006/relationships/image" Target="../media/image262.wmf"/><Relationship Id="rId4" Type="http://schemas.openxmlformats.org/officeDocument/2006/relationships/image" Target="../media/image261.w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4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wmf"/><Relationship Id="rId3" Type="http://schemas.openxmlformats.org/officeDocument/2006/relationships/image" Target="../media/image267.wmf"/><Relationship Id="rId7" Type="http://schemas.openxmlformats.org/officeDocument/2006/relationships/image" Target="../media/image216.wmf"/><Relationship Id="rId2" Type="http://schemas.openxmlformats.org/officeDocument/2006/relationships/image" Target="../media/image266.wmf"/><Relationship Id="rId1" Type="http://schemas.openxmlformats.org/officeDocument/2006/relationships/image" Target="../media/image265.wmf"/><Relationship Id="rId6" Type="http://schemas.openxmlformats.org/officeDocument/2006/relationships/image" Target="../media/image270.wmf"/><Relationship Id="rId5" Type="http://schemas.openxmlformats.org/officeDocument/2006/relationships/image" Target="../media/image269.wmf"/><Relationship Id="rId4" Type="http://schemas.openxmlformats.org/officeDocument/2006/relationships/image" Target="../media/image268.wmf"/><Relationship Id="rId9" Type="http://schemas.openxmlformats.org/officeDocument/2006/relationships/image" Target="../media/image272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wmf"/><Relationship Id="rId2" Type="http://schemas.openxmlformats.org/officeDocument/2006/relationships/image" Target="../media/image274.wmf"/><Relationship Id="rId1" Type="http://schemas.openxmlformats.org/officeDocument/2006/relationships/image" Target="../media/image273.wmf"/><Relationship Id="rId6" Type="http://schemas.openxmlformats.org/officeDocument/2006/relationships/image" Target="../media/image278.wmf"/><Relationship Id="rId5" Type="http://schemas.openxmlformats.org/officeDocument/2006/relationships/image" Target="../media/image277.wmf"/><Relationship Id="rId4" Type="http://schemas.openxmlformats.org/officeDocument/2006/relationships/image" Target="../media/image276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wmf"/><Relationship Id="rId2" Type="http://schemas.openxmlformats.org/officeDocument/2006/relationships/image" Target="../media/image280.wmf"/><Relationship Id="rId1" Type="http://schemas.openxmlformats.org/officeDocument/2006/relationships/image" Target="../media/image279.wmf"/><Relationship Id="rId5" Type="http://schemas.openxmlformats.org/officeDocument/2006/relationships/image" Target="../media/image283.wmf"/><Relationship Id="rId4" Type="http://schemas.openxmlformats.org/officeDocument/2006/relationships/image" Target="../media/image282.w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wmf"/><Relationship Id="rId13" Type="http://schemas.openxmlformats.org/officeDocument/2006/relationships/image" Target="../media/image296.wmf"/><Relationship Id="rId3" Type="http://schemas.openxmlformats.org/officeDocument/2006/relationships/image" Target="../media/image286.wmf"/><Relationship Id="rId7" Type="http://schemas.openxmlformats.org/officeDocument/2006/relationships/image" Target="../media/image290.wmf"/><Relationship Id="rId12" Type="http://schemas.openxmlformats.org/officeDocument/2006/relationships/image" Target="../media/image295.wmf"/><Relationship Id="rId2" Type="http://schemas.openxmlformats.org/officeDocument/2006/relationships/image" Target="../media/image285.wmf"/><Relationship Id="rId1" Type="http://schemas.openxmlformats.org/officeDocument/2006/relationships/image" Target="../media/image284.wmf"/><Relationship Id="rId6" Type="http://schemas.openxmlformats.org/officeDocument/2006/relationships/image" Target="../media/image289.wmf"/><Relationship Id="rId11" Type="http://schemas.openxmlformats.org/officeDocument/2006/relationships/image" Target="../media/image294.wmf"/><Relationship Id="rId5" Type="http://schemas.openxmlformats.org/officeDocument/2006/relationships/image" Target="../media/image288.wmf"/><Relationship Id="rId10" Type="http://schemas.openxmlformats.org/officeDocument/2006/relationships/image" Target="../media/image293.wmf"/><Relationship Id="rId4" Type="http://schemas.openxmlformats.org/officeDocument/2006/relationships/image" Target="../media/image287.wmf"/><Relationship Id="rId9" Type="http://schemas.openxmlformats.org/officeDocument/2006/relationships/image" Target="../media/image292.wmf"/><Relationship Id="rId14" Type="http://schemas.openxmlformats.org/officeDocument/2006/relationships/image" Target="../media/image297.wmf"/></Relationships>
</file>

<file path=ppt/drawings/_rels/vmlDrawing5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wmf"/><Relationship Id="rId3" Type="http://schemas.openxmlformats.org/officeDocument/2006/relationships/image" Target="../media/image300.wmf"/><Relationship Id="rId7" Type="http://schemas.openxmlformats.org/officeDocument/2006/relationships/image" Target="../media/image304.wmf"/><Relationship Id="rId2" Type="http://schemas.openxmlformats.org/officeDocument/2006/relationships/image" Target="../media/image299.wmf"/><Relationship Id="rId1" Type="http://schemas.openxmlformats.org/officeDocument/2006/relationships/image" Target="../media/image298.wmf"/><Relationship Id="rId6" Type="http://schemas.openxmlformats.org/officeDocument/2006/relationships/image" Target="../media/image303.wmf"/><Relationship Id="rId5" Type="http://schemas.openxmlformats.org/officeDocument/2006/relationships/image" Target="../media/image302.wmf"/><Relationship Id="rId10" Type="http://schemas.openxmlformats.org/officeDocument/2006/relationships/image" Target="../media/image307.wmf"/><Relationship Id="rId4" Type="http://schemas.openxmlformats.org/officeDocument/2006/relationships/image" Target="../media/image301.wmf"/><Relationship Id="rId9" Type="http://schemas.openxmlformats.org/officeDocument/2006/relationships/image" Target="../media/image306.wmf"/></Relationships>
</file>

<file path=ppt/drawings/_rels/vmlDrawing5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wmf"/><Relationship Id="rId3" Type="http://schemas.openxmlformats.org/officeDocument/2006/relationships/image" Target="../media/image310.wmf"/><Relationship Id="rId7" Type="http://schemas.openxmlformats.org/officeDocument/2006/relationships/image" Target="../media/image314.wmf"/><Relationship Id="rId2" Type="http://schemas.openxmlformats.org/officeDocument/2006/relationships/image" Target="../media/image309.wmf"/><Relationship Id="rId1" Type="http://schemas.openxmlformats.org/officeDocument/2006/relationships/image" Target="../media/image308.wmf"/><Relationship Id="rId6" Type="http://schemas.openxmlformats.org/officeDocument/2006/relationships/image" Target="../media/image313.wmf"/><Relationship Id="rId11" Type="http://schemas.openxmlformats.org/officeDocument/2006/relationships/image" Target="../media/image318.wmf"/><Relationship Id="rId5" Type="http://schemas.openxmlformats.org/officeDocument/2006/relationships/image" Target="../media/image312.wmf"/><Relationship Id="rId10" Type="http://schemas.openxmlformats.org/officeDocument/2006/relationships/image" Target="../media/image317.wmf"/><Relationship Id="rId4" Type="http://schemas.openxmlformats.org/officeDocument/2006/relationships/image" Target="../media/image311.wmf"/><Relationship Id="rId9" Type="http://schemas.openxmlformats.org/officeDocument/2006/relationships/image" Target="../media/image316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wmf"/><Relationship Id="rId2" Type="http://schemas.openxmlformats.org/officeDocument/2006/relationships/image" Target="../media/image320.wmf"/><Relationship Id="rId1" Type="http://schemas.openxmlformats.org/officeDocument/2006/relationships/image" Target="../media/image319.wmf"/><Relationship Id="rId5" Type="http://schemas.openxmlformats.org/officeDocument/2006/relationships/image" Target="../media/image323.wmf"/><Relationship Id="rId4" Type="http://schemas.openxmlformats.org/officeDocument/2006/relationships/image" Target="../media/image322.wmf"/></Relationships>
</file>

<file path=ppt/drawings/_rels/vmlDrawing5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wmf"/><Relationship Id="rId3" Type="http://schemas.openxmlformats.org/officeDocument/2006/relationships/image" Target="../media/image326.wmf"/><Relationship Id="rId7" Type="http://schemas.openxmlformats.org/officeDocument/2006/relationships/image" Target="../media/image330.wmf"/><Relationship Id="rId2" Type="http://schemas.openxmlformats.org/officeDocument/2006/relationships/image" Target="../media/image325.wmf"/><Relationship Id="rId1" Type="http://schemas.openxmlformats.org/officeDocument/2006/relationships/image" Target="../media/image324.wmf"/><Relationship Id="rId6" Type="http://schemas.openxmlformats.org/officeDocument/2006/relationships/image" Target="../media/image329.wmf"/><Relationship Id="rId5" Type="http://schemas.openxmlformats.org/officeDocument/2006/relationships/image" Target="../media/image328.wmf"/><Relationship Id="rId4" Type="http://schemas.openxmlformats.org/officeDocument/2006/relationships/image" Target="../media/image327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8.wmf"/><Relationship Id="rId7" Type="http://schemas.openxmlformats.org/officeDocument/2006/relationships/image" Target="../media/image258.wmf"/><Relationship Id="rId2" Type="http://schemas.openxmlformats.org/officeDocument/2006/relationships/image" Target="../media/image337.wmf"/><Relationship Id="rId1" Type="http://schemas.openxmlformats.org/officeDocument/2006/relationships/image" Target="../media/image336.wmf"/><Relationship Id="rId6" Type="http://schemas.openxmlformats.org/officeDocument/2006/relationships/image" Target="../media/image341.wmf"/><Relationship Id="rId5" Type="http://schemas.openxmlformats.org/officeDocument/2006/relationships/image" Target="../media/image340.wmf"/><Relationship Id="rId4" Type="http://schemas.openxmlformats.org/officeDocument/2006/relationships/image" Target="../media/image339.w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8.wmf"/></Relationships>
</file>

<file path=ppt/drawings/_rels/vmlDrawing5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wmf"/><Relationship Id="rId13" Type="http://schemas.openxmlformats.org/officeDocument/2006/relationships/image" Target="../media/image357.wmf"/><Relationship Id="rId3" Type="http://schemas.openxmlformats.org/officeDocument/2006/relationships/image" Target="../media/image347.wmf"/><Relationship Id="rId7" Type="http://schemas.openxmlformats.org/officeDocument/2006/relationships/image" Target="../media/image351.wmf"/><Relationship Id="rId12" Type="http://schemas.openxmlformats.org/officeDocument/2006/relationships/image" Target="../media/image356.wmf"/><Relationship Id="rId2" Type="http://schemas.openxmlformats.org/officeDocument/2006/relationships/image" Target="../media/image346.wmf"/><Relationship Id="rId1" Type="http://schemas.openxmlformats.org/officeDocument/2006/relationships/image" Target="../media/image345.wmf"/><Relationship Id="rId6" Type="http://schemas.openxmlformats.org/officeDocument/2006/relationships/image" Target="../media/image350.wmf"/><Relationship Id="rId11" Type="http://schemas.openxmlformats.org/officeDocument/2006/relationships/image" Target="../media/image355.wmf"/><Relationship Id="rId5" Type="http://schemas.openxmlformats.org/officeDocument/2006/relationships/image" Target="../media/image349.wmf"/><Relationship Id="rId10" Type="http://schemas.openxmlformats.org/officeDocument/2006/relationships/image" Target="../media/image354.wmf"/><Relationship Id="rId4" Type="http://schemas.openxmlformats.org/officeDocument/2006/relationships/image" Target="../media/image348.wmf"/><Relationship Id="rId9" Type="http://schemas.openxmlformats.org/officeDocument/2006/relationships/image" Target="../media/image353.w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wmf"/><Relationship Id="rId7" Type="http://schemas.openxmlformats.org/officeDocument/2006/relationships/image" Target="../media/image364.wmf"/><Relationship Id="rId2" Type="http://schemas.openxmlformats.org/officeDocument/2006/relationships/image" Target="../media/image359.wmf"/><Relationship Id="rId1" Type="http://schemas.openxmlformats.org/officeDocument/2006/relationships/image" Target="../media/image358.wmf"/><Relationship Id="rId6" Type="http://schemas.openxmlformats.org/officeDocument/2006/relationships/image" Target="../media/image363.wmf"/><Relationship Id="rId5" Type="http://schemas.openxmlformats.org/officeDocument/2006/relationships/image" Target="../media/image362.wmf"/><Relationship Id="rId4" Type="http://schemas.openxmlformats.org/officeDocument/2006/relationships/image" Target="../media/image361.wmf"/></Relationships>
</file>

<file path=ppt/drawings/_rels/vmlDrawing6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2.wmf"/><Relationship Id="rId13" Type="http://schemas.openxmlformats.org/officeDocument/2006/relationships/image" Target="../media/image377.wmf"/><Relationship Id="rId3" Type="http://schemas.openxmlformats.org/officeDocument/2006/relationships/image" Target="../media/image367.wmf"/><Relationship Id="rId7" Type="http://schemas.openxmlformats.org/officeDocument/2006/relationships/image" Target="../media/image371.wmf"/><Relationship Id="rId12" Type="http://schemas.openxmlformats.org/officeDocument/2006/relationships/image" Target="../media/image376.wmf"/><Relationship Id="rId17" Type="http://schemas.openxmlformats.org/officeDocument/2006/relationships/image" Target="../media/image381.wmf"/><Relationship Id="rId2" Type="http://schemas.openxmlformats.org/officeDocument/2006/relationships/image" Target="../media/image366.wmf"/><Relationship Id="rId16" Type="http://schemas.openxmlformats.org/officeDocument/2006/relationships/image" Target="../media/image380.wmf"/><Relationship Id="rId1" Type="http://schemas.openxmlformats.org/officeDocument/2006/relationships/image" Target="../media/image365.wmf"/><Relationship Id="rId6" Type="http://schemas.openxmlformats.org/officeDocument/2006/relationships/image" Target="../media/image370.wmf"/><Relationship Id="rId11" Type="http://schemas.openxmlformats.org/officeDocument/2006/relationships/image" Target="../media/image375.wmf"/><Relationship Id="rId5" Type="http://schemas.openxmlformats.org/officeDocument/2006/relationships/image" Target="../media/image369.wmf"/><Relationship Id="rId15" Type="http://schemas.openxmlformats.org/officeDocument/2006/relationships/image" Target="../media/image379.wmf"/><Relationship Id="rId10" Type="http://schemas.openxmlformats.org/officeDocument/2006/relationships/image" Target="../media/image374.wmf"/><Relationship Id="rId4" Type="http://schemas.openxmlformats.org/officeDocument/2006/relationships/image" Target="../media/image368.wmf"/><Relationship Id="rId9" Type="http://schemas.openxmlformats.org/officeDocument/2006/relationships/image" Target="../media/image373.wmf"/><Relationship Id="rId14" Type="http://schemas.openxmlformats.org/officeDocument/2006/relationships/image" Target="../media/image378.wmf"/></Relationships>
</file>

<file path=ppt/drawings/_rels/vmlDrawing6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9.wmf"/><Relationship Id="rId13" Type="http://schemas.openxmlformats.org/officeDocument/2006/relationships/image" Target="../media/image394.wmf"/><Relationship Id="rId18" Type="http://schemas.openxmlformats.org/officeDocument/2006/relationships/image" Target="../media/image398.wmf"/><Relationship Id="rId3" Type="http://schemas.openxmlformats.org/officeDocument/2006/relationships/image" Target="../media/image384.wmf"/><Relationship Id="rId7" Type="http://schemas.openxmlformats.org/officeDocument/2006/relationships/image" Target="../media/image388.wmf"/><Relationship Id="rId12" Type="http://schemas.openxmlformats.org/officeDocument/2006/relationships/image" Target="../media/image393.wmf"/><Relationship Id="rId17" Type="http://schemas.openxmlformats.org/officeDocument/2006/relationships/image" Target="../media/image277.wmf"/><Relationship Id="rId2" Type="http://schemas.openxmlformats.org/officeDocument/2006/relationships/image" Target="../media/image383.wmf"/><Relationship Id="rId16" Type="http://schemas.openxmlformats.org/officeDocument/2006/relationships/image" Target="../media/image397.wmf"/><Relationship Id="rId1" Type="http://schemas.openxmlformats.org/officeDocument/2006/relationships/image" Target="../media/image382.wmf"/><Relationship Id="rId6" Type="http://schemas.openxmlformats.org/officeDocument/2006/relationships/image" Target="../media/image387.wmf"/><Relationship Id="rId11" Type="http://schemas.openxmlformats.org/officeDocument/2006/relationships/image" Target="../media/image392.wmf"/><Relationship Id="rId5" Type="http://schemas.openxmlformats.org/officeDocument/2006/relationships/image" Target="../media/image386.wmf"/><Relationship Id="rId15" Type="http://schemas.openxmlformats.org/officeDocument/2006/relationships/image" Target="../media/image396.wmf"/><Relationship Id="rId10" Type="http://schemas.openxmlformats.org/officeDocument/2006/relationships/image" Target="../media/image391.wmf"/><Relationship Id="rId19" Type="http://schemas.openxmlformats.org/officeDocument/2006/relationships/image" Target="../media/image399.wmf"/><Relationship Id="rId4" Type="http://schemas.openxmlformats.org/officeDocument/2006/relationships/image" Target="../media/image385.wmf"/><Relationship Id="rId9" Type="http://schemas.openxmlformats.org/officeDocument/2006/relationships/image" Target="../media/image390.wmf"/><Relationship Id="rId14" Type="http://schemas.openxmlformats.org/officeDocument/2006/relationships/image" Target="../media/image395.wmf"/></Relationships>
</file>

<file path=ppt/drawings/_rels/vmlDrawing6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7.wmf"/><Relationship Id="rId13" Type="http://schemas.openxmlformats.org/officeDocument/2006/relationships/image" Target="../media/image412.wmf"/><Relationship Id="rId3" Type="http://schemas.openxmlformats.org/officeDocument/2006/relationships/image" Target="../media/image402.wmf"/><Relationship Id="rId7" Type="http://schemas.openxmlformats.org/officeDocument/2006/relationships/image" Target="../media/image406.wmf"/><Relationship Id="rId12" Type="http://schemas.openxmlformats.org/officeDocument/2006/relationships/image" Target="../media/image411.wmf"/><Relationship Id="rId2" Type="http://schemas.openxmlformats.org/officeDocument/2006/relationships/image" Target="../media/image401.wmf"/><Relationship Id="rId1" Type="http://schemas.openxmlformats.org/officeDocument/2006/relationships/image" Target="../media/image400.wmf"/><Relationship Id="rId6" Type="http://schemas.openxmlformats.org/officeDocument/2006/relationships/image" Target="../media/image405.wmf"/><Relationship Id="rId11" Type="http://schemas.openxmlformats.org/officeDocument/2006/relationships/image" Target="../media/image410.wmf"/><Relationship Id="rId5" Type="http://schemas.openxmlformats.org/officeDocument/2006/relationships/image" Target="../media/image404.wmf"/><Relationship Id="rId10" Type="http://schemas.openxmlformats.org/officeDocument/2006/relationships/image" Target="../media/image409.wmf"/><Relationship Id="rId4" Type="http://schemas.openxmlformats.org/officeDocument/2006/relationships/image" Target="../media/image403.wmf"/><Relationship Id="rId9" Type="http://schemas.openxmlformats.org/officeDocument/2006/relationships/image" Target="../media/image408.wmf"/></Relationships>
</file>

<file path=ppt/drawings/_rels/vmlDrawing6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wmf"/><Relationship Id="rId3" Type="http://schemas.openxmlformats.org/officeDocument/2006/relationships/image" Target="../media/image415.wmf"/><Relationship Id="rId7" Type="http://schemas.openxmlformats.org/officeDocument/2006/relationships/image" Target="../media/image419.wmf"/><Relationship Id="rId2" Type="http://schemas.openxmlformats.org/officeDocument/2006/relationships/image" Target="../media/image414.wmf"/><Relationship Id="rId1" Type="http://schemas.openxmlformats.org/officeDocument/2006/relationships/image" Target="../media/image413.wmf"/><Relationship Id="rId6" Type="http://schemas.openxmlformats.org/officeDocument/2006/relationships/image" Target="../media/image418.wmf"/><Relationship Id="rId5" Type="http://schemas.openxmlformats.org/officeDocument/2006/relationships/image" Target="../media/image417.wmf"/><Relationship Id="rId10" Type="http://schemas.openxmlformats.org/officeDocument/2006/relationships/image" Target="../media/image422.wmf"/><Relationship Id="rId4" Type="http://schemas.openxmlformats.org/officeDocument/2006/relationships/image" Target="../media/image416.wmf"/><Relationship Id="rId9" Type="http://schemas.openxmlformats.org/officeDocument/2006/relationships/image" Target="../media/image421.wmf"/></Relationships>
</file>

<file path=ppt/drawings/_rels/vmlDrawing6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wmf"/><Relationship Id="rId3" Type="http://schemas.openxmlformats.org/officeDocument/2006/relationships/image" Target="../media/image425.wmf"/><Relationship Id="rId7" Type="http://schemas.openxmlformats.org/officeDocument/2006/relationships/image" Target="../media/image429.wmf"/><Relationship Id="rId2" Type="http://schemas.openxmlformats.org/officeDocument/2006/relationships/image" Target="../media/image424.wmf"/><Relationship Id="rId1" Type="http://schemas.openxmlformats.org/officeDocument/2006/relationships/image" Target="../media/image423.wmf"/><Relationship Id="rId6" Type="http://schemas.openxmlformats.org/officeDocument/2006/relationships/image" Target="../media/image428.wmf"/><Relationship Id="rId5" Type="http://schemas.openxmlformats.org/officeDocument/2006/relationships/image" Target="../media/image427.wmf"/><Relationship Id="rId4" Type="http://schemas.openxmlformats.org/officeDocument/2006/relationships/image" Target="../media/image426.wmf"/></Relationships>
</file>

<file path=ppt/drawings/_rels/vmlDrawing6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3.wmf"/><Relationship Id="rId2" Type="http://schemas.openxmlformats.org/officeDocument/2006/relationships/image" Target="../media/image432.wmf"/><Relationship Id="rId1" Type="http://schemas.openxmlformats.org/officeDocument/2006/relationships/image" Target="../media/image431.wmf"/><Relationship Id="rId6" Type="http://schemas.openxmlformats.org/officeDocument/2006/relationships/image" Target="../media/image436.wmf"/><Relationship Id="rId5" Type="http://schemas.openxmlformats.org/officeDocument/2006/relationships/image" Target="../media/image435.wmf"/><Relationship Id="rId4" Type="http://schemas.openxmlformats.org/officeDocument/2006/relationships/image" Target="../media/image434.wmf"/></Relationships>
</file>

<file path=ppt/drawings/_rels/vmlDrawing6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4.wmf"/><Relationship Id="rId3" Type="http://schemas.openxmlformats.org/officeDocument/2006/relationships/image" Target="../media/image439.wmf"/><Relationship Id="rId7" Type="http://schemas.openxmlformats.org/officeDocument/2006/relationships/image" Target="../media/image443.wmf"/><Relationship Id="rId12" Type="http://schemas.openxmlformats.org/officeDocument/2006/relationships/image" Target="../media/image448.wmf"/><Relationship Id="rId2" Type="http://schemas.openxmlformats.org/officeDocument/2006/relationships/image" Target="../media/image438.wmf"/><Relationship Id="rId1" Type="http://schemas.openxmlformats.org/officeDocument/2006/relationships/image" Target="../media/image437.wmf"/><Relationship Id="rId6" Type="http://schemas.openxmlformats.org/officeDocument/2006/relationships/image" Target="../media/image442.wmf"/><Relationship Id="rId11" Type="http://schemas.openxmlformats.org/officeDocument/2006/relationships/image" Target="../media/image447.wmf"/><Relationship Id="rId5" Type="http://schemas.openxmlformats.org/officeDocument/2006/relationships/image" Target="../media/image441.wmf"/><Relationship Id="rId10" Type="http://schemas.openxmlformats.org/officeDocument/2006/relationships/image" Target="../media/image446.wmf"/><Relationship Id="rId4" Type="http://schemas.openxmlformats.org/officeDocument/2006/relationships/image" Target="../media/image440.wmf"/><Relationship Id="rId9" Type="http://schemas.openxmlformats.org/officeDocument/2006/relationships/image" Target="../media/image445.wmf"/></Relationships>
</file>

<file path=ppt/drawings/_rels/vmlDrawing6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wmf"/><Relationship Id="rId1" Type="http://schemas.openxmlformats.org/officeDocument/2006/relationships/image" Target="../media/image449.wmf"/></Relationships>
</file>

<file path=ppt/drawings/_rels/vmlDrawing6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2.wmf"/><Relationship Id="rId1" Type="http://schemas.openxmlformats.org/officeDocument/2006/relationships/image" Target="../media/image451.wmf"/></Relationships>
</file>

<file path=ppt/drawings/_rels/vmlDrawing7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wmf"/><Relationship Id="rId3" Type="http://schemas.openxmlformats.org/officeDocument/2006/relationships/image" Target="../media/image455.wmf"/><Relationship Id="rId7" Type="http://schemas.openxmlformats.org/officeDocument/2006/relationships/image" Target="../media/image459.wmf"/><Relationship Id="rId2" Type="http://schemas.openxmlformats.org/officeDocument/2006/relationships/image" Target="../media/image454.wmf"/><Relationship Id="rId1" Type="http://schemas.openxmlformats.org/officeDocument/2006/relationships/image" Target="../media/image453.wmf"/><Relationship Id="rId6" Type="http://schemas.openxmlformats.org/officeDocument/2006/relationships/image" Target="../media/image458.wmf"/><Relationship Id="rId5" Type="http://schemas.openxmlformats.org/officeDocument/2006/relationships/image" Target="../media/image457.wmf"/><Relationship Id="rId4" Type="http://schemas.openxmlformats.org/officeDocument/2006/relationships/image" Target="../media/image456.wmf"/><Relationship Id="rId9" Type="http://schemas.openxmlformats.org/officeDocument/2006/relationships/image" Target="../media/image461.wmf"/></Relationships>
</file>

<file path=ppt/drawings/_rels/vmlDrawing7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9.wmf"/><Relationship Id="rId13" Type="http://schemas.openxmlformats.org/officeDocument/2006/relationships/image" Target="../media/image474.wmf"/><Relationship Id="rId3" Type="http://schemas.openxmlformats.org/officeDocument/2006/relationships/image" Target="../media/image464.wmf"/><Relationship Id="rId7" Type="http://schemas.openxmlformats.org/officeDocument/2006/relationships/image" Target="../media/image468.wmf"/><Relationship Id="rId12" Type="http://schemas.openxmlformats.org/officeDocument/2006/relationships/image" Target="../media/image473.wmf"/><Relationship Id="rId2" Type="http://schemas.openxmlformats.org/officeDocument/2006/relationships/image" Target="../media/image463.wmf"/><Relationship Id="rId16" Type="http://schemas.openxmlformats.org/officeDocument/2006/relationships/image" Target="../media/image477.wmf"/><Relationship Id="rId1" Type="http://schemas.openxmlformats.org/officeDocument/2006/relationships/image" Target="../media/image462.wmf"/><Relationship Id="rId6" Type="http://schemas.openxmlformats.org/officeDocument/2006/relationships/image" Target="../media/image467.wmf"/><Relationship Id="rId11" Type="http://schemas.openxmlformats.org/officeDocument/2006/relationships/image" Target="../media/image472.wmf"/><Relationship Id="rId5" Type="http://schemas.openxmlformats.org/officeDocument/2006/relationships/image" Target="../media/image466.wmf"/><Relationship Id="rId15" Type="http://schemas.openxmlformats.org/officeDocument/2006/relationships/image" Target="../media/image476.wmf"/><Relationship Id="rId10" Type="http://schemas.openxmlformats.org/officeDocument/2006/relationships/image" Target="../media/image471.wmf"/><Relationship Id="rId4" Type="http://schemas.openxmlformats.org/officeDocument/2006/relationships/image" Target="../media/image465.wmf"/><Relationship Id="rId9" Type="http://schemas.openxmlformats.org/officeDocument/2006/relationships/image" Target="../media/image470.wmf"/><Relationship Id="rId14" Type="http://schemas.openxmlformats.org/officeDocument/2006/relationships/image" Target="../media/image475.w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8.wmf"/></Relationships>
</file>

<file path=ppt/drawings/_rels/vmlDrawing7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6.wmf"/><Relationship Id="rId13" Type="http://schemas.openxmlformats.org/officeDocument/2006/relationships/image" Target="../media/image491.wmf"/><Relationship Id="rId3" Type="http://schemas.openxmlformats.org/officeDocument/2006/relationships/image" Target="../media/image481.wmf"/><Relationship Id="rId7" Type="http://schemas.openxmlformats.org/officeDocument/2006/relationships/image" Target="../media/image485.wmf"/><Relationship Id="rId12" Type="http://schemas.openxmlformats.org/officeDocument/2006/relationships/image" Target="../media/image490.wmf"/><Relationship Id="rId2" Type="http://schemas.openxmlformats.org/officeDocument/2006/relationships/image" Target="../media/image480.wmf"/><Relationship Id="rId1" Type="http://schemas.openxmlformats.org/officeDocument/2006/relationships/image" Target="../media/image479.wmf"/><Relationship Id="rId6" Type="http://schemas.openxmlformats.org/officeDocument/2006/relationships/image" Target="../media/image484.wmf"/><Relationship Id="rId11" Type="http://schemas.openxmlformats.org/officeDocument/2006/relationships/image" Target="../media/image489.wmf"/><Relationship Id="rId5" Type="http://schemas.openxmlformats.org/officeDocument/2006/relationships/image" Target="../media/image483.wmf"/><Relationship Id="rId10" Type="http://schemas.openxmlformats.org/officeDocument/2006/relationships/image" Target="../media/image488.wmf"/><Relationship Id="rId4" Type="http://schemas.openxmlformats.org/officeDocument/2006/relationships/image" Target="../media/image482.wmf"/><Relationship Id="rId9" Type="http://schemas.openxmlformats.org/officeDocument/2006/relationships/image" Target="../media/image487.wmf"/><Relationship Id="rId14" Type="http://schemas.openxmlformats.org/officeDocument/2006/relationships/image" Target="../media/image492.wmf"/></Relationships>
</file>

<file path=ppt/drawings/_rels/vmlDrawing7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wmf"/><Relationship Id="rId13" Type="http://schemas.openxmlformats.org/officeDocument/2006/relationships/image" Target="../media/image505.wmf"/><Relationship Id="rId3" Type="http://schemas.openxmlformats.org/officeDocument/2006/relationships/image" Target="../media/image495.wmf"/><Relationship Id="rId7" Type="http://schemas.openxmlformats.org/officeDocument/2006/relationships/image" Target="../media/image499.wmf"/><Relationship Id="rId12" Type="http://schemas.openxmlformats.org/officeDocument/2006/relationships/image" Target="../media/image504.wmf"/><Relationship Id="rId2" Type="http://schemas.openxmlformats.org/officeDocument/2006/relationships/image" Target="../media/image494.wmf"/><Relationship Id="rId1" Type="http://schemas.openxmlformats.org/officeDocument/2006/relationships/image" Target="../media/image493.wmf"/><Relationship Id="rId6" Type="http://schemas.openxmlformats.org/officeDocument/2006/relationships/image" Target="../media/image498.wmf"/><Relationship Id="rId11" Type="http://schemas.openxmlformats.org/officeDocument/2006/relationships/image" Target="../media/image503.wmf"/><Relationship Id="rId5" Type="http://schemas.openxmlformats.org/officeDocument/2006/relationships/image" Target="../media/image497.wmf"/><Relationship Id="rId10" Type="http://schemas.openxmlformats.org/officeDocument/2006/relationships/image" Target="../media/image502.wmf"/><Relationship Id="rId4" Type="http://schemas.openxmlformats.org/officeDocument/2006/relationships/image" Target="../media/image496.wmf"/><Relationship Id="rId9" Type="http://schemas.openxmlformats.org/officeDocument/2006/relationships/image" Target="../media/image501.wmf"/></Relationships>
</file>

<file path=ppt/drawings/_rels/vmlDrawing7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37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7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ClrTx/>
              <a:buFont typeface="Arial" panose="020B0604020202020204" pitchFamily="34" charset="0"/>
              <a:buNone/>
              <a:defRPr sz="1200" noProof="1" dirty="0">
                <a:solidFill>
                  <a:schemeClr val="tx1"/>
                </a:solidFill>
              </a:defRPr>
            </a:lvl1pPr>
          </a:lstStyle>
          <a:p>
            <a:fld id="{9E0201E0-FD37-4BC6-A566-E29FB52292E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World_population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Human_sex_ratio#cite_note-CIA_Fact_Book-4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zh.wikipedia.org/wiki/%E6%A6%82%E7%8E%87" TargetMode="External"/><Relationship Id="rId3" Type="http://schemas.openxmlformats.org/officeDocument/2006/relationships/hyperlink" Target="https://zh.wikipedia.org/wiki/%E6%95%B0%E5%AD%A6" TargetMode="External"/><Relationship Id="rId7" Type="http://schemas.openxmlformats.org/officeDocument/2006/relationships/hyperlink" Target="https://zh.wikipedia.org/wiki/%E4%BD%93%E7%A7%AF" TargetMode="External"/><Relationship Id="rId12" Type="http://schemas.openxmlformats.org/officeDocument/2006/relationships/hyperlink" Target="https://zh.wikipedia.org/wiki/%E6%A6%82%E7%8E%87%E8%AE%BA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zh.wikipedia.org/wiki/%E5%AD%90%E9%9B%86" TargetMode="External"/><Relationship Id="rId11" Type="http://schemas.openxmlformats.org/officeDocument/2006/relationships/hyperlink" Target="https://zh.wikipedia.org/wiki/%E6%95%B0%E5%AD%A6%E5%88%86%E6%9E%90" TargetMode="External"/><Relationship Id="rId5" Type="http://schemas.openxmlformats.org/officeDocument/2006/relationships/hyperlink" Target="https://zh.wikipedia.org/wiki/%E9%9B%86%E5%90%88" TargetMode="External"/><Relationship Id="rId10" Type="http://schemas.openxmlformats.org/officeDocument/2006/relationships/hyperlink" Target="https://zh.wikipedia.org/wiki/%E5%8C%BA%E9%97%B4" TargetMode="External"/><Relationship Id="rId4" Type="http://schemas.openxmlformats.org/officeDocument/2006/relationships/hyperlink" Target="https://zh.wikipedia.org/wiki/%E5%87%BD%E6%95%B0" TargetMode="External"/><Relationship Id="rId9" Type="http://schemas.openxmlformats.org/officeDocument/2006/relationships/hyperlink" Target="https://zh.wikipedia.org/wiki/%E7%A7%AF%E5%88%86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CCF56E46-C9F0-4AFA-90A7-8B4877443BD1}" type="slidenum">
              <a:rPr lang="en-US" altLang="zh-CN" sz="12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1</a:t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The sex ratio for the entire 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3" tooltip="World population"/>
              </a:rPr>
              <a:t>world population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is 102 males to 100 females (2017 est.).</a:t>
            </a:r>
            <a:r>
              <a:rPr lang="en-US" altLang="zh-CN" sz="1200" b="0" i="0" u="none" strike="noStrike" kern="1200" baseline="30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4"/>
              </a:rPr>
              <a:t>[4]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0201E0-FD37-4BC6-A566-E29FB52292EB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8627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2D553E05-8A6A-4B9C-BA36-4BCD82A462B0}" type="slidenum">
              <a:rPr lang="en-US" altLang="zh-CN" sz="12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8</a:t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0201E0-FD37-4BC6-A566-E29FB52292EB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1284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例子中，</a:t>
            </a:r>
            <a:r>
              <a:rPr lang="en-US" altLang="zh-CN" dirty="0"/>
              <a:t>S</a:t>
            </a:r>
            <a:r>
              <a:rPr lang="zh-CN" altLang="en-US" dirty="0"/>
              <a:t>是什么？</a:t>
            </a:r>
            <a:endParaRPr lang="en-US" altLang="zh-CN" dirty="0"/>
          </a:p>
          <a:p>
            <a:r>
              <a:rPr lang="zh-CN" altLang="en-US" dirty="0"/>
              <a:t>每个人都来听课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0201E0-FD37-4BC6-A566-E29FB52292EB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733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3" tooltip="数学"/>
              </a:rPr>
              <a:t>数学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上，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测度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Measure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）是一个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4" tooltip="函数"/>
              </a:rPr>
              <a:t>函数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，它对一个给定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5" tooltip="集合"/>
              </a:rPr>
              <a:t>集合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的某些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6" tooltip="子集"/>
              </a:rPr>
              <a:t>子集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指定一个数，这个数可以比作大小、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7" tooltip="体积"/>
              </a:rPr>
              <a:t>体积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8" tooltip="概率"/>
              </a:rPr>
              <a:t>概率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等等。传统的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9" tooltip="积分"/>
              </a:rPr>
              <a:t>积分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是在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10" tooltip="区间"/>
              </a:rPr>
              <a:t>区间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上进行的，后来人们希望把积分推广到任意的集合上，就发展出测度的概念，它在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11" tooltip="数学分析"/>
              </a:rPr>
              <a:t>数学分析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和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hlinkClick r:id="rId12" tooltip="概率论"/>
              </a:rPr>
              <a:t>概率论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有重要的地位。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0201E0-FD37-4BC6-A566-E29FB52292EB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01071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每次摸到红球概率不等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0201E0-FD37-4BC6-A566-E29FB52292EB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878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emf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23.emf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6.emf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23.emf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emf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0.xml"/><Relationship Id="rId6" Type="http://schemas.openxmlformats.org/officeDocument/2006/relationships/image" Target="../media/image23.emf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emf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1.xml"/><Relationship Id="rId6" Type="http://schemas.openxmlformats.org/officeDocument/2006/relationships/image" Target="../media/image23.emf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일반 copy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9923" name="Rectangle 3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0" y="2133600"/>
            <a:ext cx="9144000" cy="1295400"/>
          </a:xfrm>
          <a:effectLst>
            <a:outerShdw dist="35921" dir="2700000" algn="ctr" rotWithShape="0">
              <a:srgbClr val="CEC3DF"/>
            </a:outerShdw>
          </a:effectLst>
        </p:spPr>
        <p:txBody>
          <a:bodyPr/>
          <a:lstStyle>
            <a:lvl1pPr>
              <a:defRPr sz="4400">
                <a:solidFill>
                  <a:srgbClr val="550084"/>
                </a:solidFill>
                <a:latin typeface="-머리정체B" pitchFamily="18" charset="-127"/>
                <a:ea typeface="-머리정체B" pitchFamily="18" charset="-127"/>
              </a:defRPr>
            </a:lvl1pPr>
          </a:lstStyle>
          <a:p>
            <a:r>
              <a:rPr lang="ko-KR" altLang="en-US" noProof="1"/>
              <a:t>마스터 제목 스타일 편집</a:t>
            </a:r>
          </a:p>
        </p:txBody>
      </p:sp>
      <p:sp>
        <p:nvSpPr>
          <p:cNvPr id="209924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0" y="3276600"/>
            <a:ext cx="9144000" cy="1019175"/>
          </a:xfrm>
        </p:spPr>
        <p:txBody>
          <a:bodyPr/>
          <a:lstStyle>
            <a:lvl1pPr marL="0" indent="0" algn="ctr">
              <a:buFontTx/>
              <a:buNone/>
              <a:defRPr sz="3200">
                <a:solidFill>
                  <a:srgbClr val="300064"/>
                </a:solidFill>
                <a:latin typeface="-머리정체M" pitchFamily="18" charset="-127"/>
                <a:ea typeface="-머리정체M" pitchFamily="18" charset="-127"/>
              </a:defRPr>
            </a:lvl1pPr>
          </a:lstStyle>
          <a:p>
            <a:r>
              <a:rPr lang="ko-KR" altLang="en-US" noProof="1"/>
              <a:t>마스터 부제목 스타일 편집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50B11-84D8-4FE6-A56D-288FE8BC2FE4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820C2F-865E-4FC0-A2FC-69A6C7A7235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917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58A51-F6F3-4D48-87B7-131AE4DA398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123E7D-E50D-4856-A840-0F2C3523967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831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58A51-F6F3-4D48-87B7-131AE4DA398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3CF214-1226-4D46-90FC-007B65B31E4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088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98500" y="1371600"/>
            <a:ext cx="3810000" cy="3875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0900" y="1371600"/>
            <a:ext cx="3810000" cy="3875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58A51-F6F3-4D48-87B7-131AE4DA398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D71098-C6E1-4003-A2D0-C4172824EC4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66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58A51-F6F3-4D48-87B7-131AE4DA398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5E761E-4ABE-4F30-AB2B-EBF8883CE72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353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58A51-F6F3-4D48-87B7-131AE4DA398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C02274-CCD2-48CA-9F99-25D427470A1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41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58A51-F6F3-4D48-87B7-131AE4DA398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0C558-4BAE-4895-B3D6-B69C57914A0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69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58A51-F6F3-4D48-87B7-131AE4DA398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CA36EA-A81A-42D1-8999-E9B41F616B8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326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58A51-F6F3-4D48-87B7-131AE4DA398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605FDE-4E9E-44C9-8C10-805E7223CD0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102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58A51-F6F3-4D48-87B7-131AE4DA398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4D5CDA-0D25-43C4-9647-CCC4BC29722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68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01808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01808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58A51-F6F3-4D48-87B7-131AE4DA398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8B4E2B-E473-46ED-8505-3B1713FE0CC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278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bl10_1_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nbl10_1_1_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1188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547813" y="2819400"/>
            <a:ext cx="7034212" cy="11430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 noProof="1"/>
              <a:t>마스터 제목 스타일 편집</a:t>
            </a:r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898650" y="4038600"/>
            <a:ext cx="6400800" cy="914400"/>
          </a:xfrm>
        </p:spPr>
        <p:txBody>
          <a:bodyPr/>
          <a:lstStyle>
            <a:lvl1pPr marL="0" indent="0" algn="ctr">
              <a:buFontTx/>
              <a:buNone/>
              <a:defRPr sz="3200">
                <a:solidFill>
                  <a:srgbClr val="596E8B"/>
                </a:solidFill>
              </a:defRPr>
            </a:lvl1pPr>
          </a:lstStyle>
          <a:p>
            <a:r>
              <a:rPr lang="ko-KR" altLang="en-US" noProof="1"/>
              <a:t>마스터 부제목 스타일 편집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1828800" y="6324600"/>
            <a:ext cx="18986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FFDF50-D832-4C71-B94B-F16A9BE912C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938588" y="6324600"/>
            <a:ext cx="2814637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92925" y="6324600"/>
            <a:ext cx="1406525" cy="457200"/>
          </a:xfrm>
        </p:spPr>
        <p:txBody>
          <a:bodyPr/>
          <a:lstStyle>
            <a:lvl1pPr>
              <a:defRPr/>
            </a:lvl1pPr>
          </a:lstStyle>
          <a:p>
            <a:fld id="{948F3925-111B-4ABB-AEA4-449D48472DA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945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D56FA0-4C5C-4D32-840C-81A6D28492A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757792-9D5C-4A3C-9382-7B154C14F14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80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D56FA0-4C5C-4D32-840C-81A6D28492A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F36974-A98C-4DB3-8EC4-9B925DEEACC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673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03263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5663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D56FA0-4C5C-4D32-840C-81A6D28492A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AA7A7B-921A-4E59-A366-399AA3558BC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525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D56FA0-4C5C-4D32-840C-81A6D28492A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82DCF5-E123-47E8-85AA-F682DE2C7BE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254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D56FA0-4C5C-4D32-840C-81A6D28492A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25F28B-4B85-44A3-8223-F2CCB2CBF91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0976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D56FA0-4C5C-4D32-840C-81A6D28492A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F9D966-F6A8-440B-9FF6-22DB7F7772D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3752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D56FA0-4C5C-4D32-840C-81A6D28492A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B77510-D443-4F8E-AE01-A0D9D0AA051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1628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D56FA0-4C5C-4D32-840C-81A6D28492A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F2A417-894A-48E5-8479-2DF9DD5EBF5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3437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D56FA0-4C5C-4D32-840C-81A6D28492A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A6B2CF-6028-4279-9328-A2E993A16E4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5787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32563" y="152400"/>
            <a:ext cx="1943100" cy="59436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03263" y="152400"/>
            <a:ext cx="5676900" cy="59436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D56FA0-4C5C-4D32-840C-81A6D28492A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7488F2-DA14-403B-B303-EE8643E29F2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8290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77507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B5F78-75FE-44AF-AC60-09481CC93A69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45AF76-90F9-442D-BD88-D4786F89561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14752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7C7DF-7F65-4AAE-B6B3-9FB78A96F0F8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2D62C7-44E4-48BE-9D2B-A04461E2C1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5848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7C7DF-7F65-4AAE-B6B3-9FB78A96F0F8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8D3D76-03F5-4345-8EE3-BCD7668035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43705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7C7DF-7F65-4AAE-B6B3-9FB78A96F0F8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F2C0A3-0D90-4124-8D82-4B07A1F51E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43795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7C7DF-7F65-4AAE-B6B3-9FB78A96F0F8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0EBFB1-5579-49CD-9223-D09AF886FE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49427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7C7DF-7F65-4AAE-B6B3-9FB78A96F0F8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F68F72-1EA7-4006-94E3-AF40D924E7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78256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7C7DF-7F65-4AAE-B6B3-9FB78A96F0F8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55F6AF-86FD-4D40-85EA-AAE6BA4E31A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19687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7C7DF-7F65-4AAE-B6B3-9FB78A96F0F8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D01020-F01C-4CF2-817B-CF48D7B007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0269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7C7DF-7F65-4AAE-B6B3-9FB78A96F0F8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917D2D-AAD6-452D-866C-90D325CF25C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38939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7C7DF-7F65-4AAE-B6B3-9FB78A96F0F8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E23C22-F745-4290-AF79-53F3ECE3863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07890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7C7DF-7F65-4AAE-B6B3-9FB78A96F0F8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818DC7-83C5-4243-A2CE-E227B86D4D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12190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05000"/>
            <a:ext cx="4194175" cy="20208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8288"/>
            <a:ext cx="4194175" cy="20208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7C7DF-7F65-4AAE-B6B3-9FB78A96F0F8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8252AC-D8C1-4146-80CA-3B8E7025E5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48361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7C7DF-7F65-4AAE-B6B3-9FB78A96F0F8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266C0A-F0EC-4975-AB10-E01428A39C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75793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3-녹색1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9144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BA02_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751138"/>
            <a:ext cx="685800" cy="67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948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752600" y="2590800"/>
            <a:ext cx="7010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 noProof="1"/>
              <a:t>마스터 제목 스타일 편집</a:t>
            </a:r>
          </a:p>
        </p:txBody>
      </p:sp>
      <p:sp>
        <p:nvSpPr>
          <p:cNvPr id="338949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209800" y="3429000"/>
            <a:ext cx="5715000" cy="6858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ko-KR" altLang="en-US" noProof="1"/>
              <a:t>마스터 부제목 스타일 편집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762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5BAD93-1BEB-405F-8FD7-1B3F3FA98058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200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29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2C13D5C-94C7-4ED7-820C-0956A572C7B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5799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BE279-5C5B-49CD-89D6-6F52DD4B45B3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C8E48F-BFF4-442F-8096-A20F909220B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5334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BE279-5C5B-49CD-89D6-6F52DD4B45B3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5FAB7B-8EA0-4358-811A-CBAB12C9DE9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7323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19200" y="1295400"/>
            <a:ext cx="37338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5400" y="1295400"/>
            <a:ext cx="37338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BE279-5C5B-49CD-89D6-6F52DD4B45B3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5B6F31-E7BF-44C4-B97E-4BF8379F10C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6973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BE279-5C5B-49CD-89D6-6F52DD4B45B3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F1EA28-DF58-4F9C-B57A-0674E89C7C5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7756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BE279-5C5B-49CD-89D6-6F52DD4B45B3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7774EC-84A4-49CB-8B5F-61D3F8CDBF6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8479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BE279-5C5B-49CD-89D6-6F52DD4B45B3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BB3BC7-BB6D-486B-95F6-CC214A502DD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1958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BE279-5C5B-49CD-89D6-6F52DD4B45B3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FAE6A6-415A-46A8-884B-087810FDB8A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1655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BE279-5C5B-49CD-89D6-6F52DD4B45B3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079B8B-93D7-40F1-9A23-5D490575C62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0844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BE279-5C5B-49CD-89D6-6F52DD4B45B3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AF4502-56CB-4486-AB62-66F78E7D5D7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1657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34200" y="304800"/>
            <a:ext cx="1905000" cy="5715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304800"/>
            <a:ext cx="5562600" cy="5715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BE279-5C5B-49CD-89D6-6F52DD4B45B3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1ADC70-BD69-4BA6-B87C-B9FF8F9F836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0781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304800"/>
            <a:ext cx="7620000" cy="9906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19200" y="1295400"/>
            <a:ext cx="3733800" cy="4724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05400" y="1295400"/>
            <a:ext cx="3733800" cy="2286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05400" y="3733800"/>
            <a:ext cx="3733800" cy="2286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BE279-5C5B-49CD-89D6-6F52DD4B45B3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A160DE-B6C2-4CB2-966F-8CB13FCCC82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9305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304800"/>
            <a:ext cx="7620000" cy="9906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19200" y="1295400"/>
            <a:ext cx="3733800" cy="4724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5400" y="1295400"/>
            <a:ext cx="3733800" cy="4724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BE279-5C5B-49CD-89D6-6F52DD4B45B3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2E3C2A-5AAD-4B7E-ABA8-310C92D7D6E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0454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219200" y="304800"/>
            <a:ext cx="7620000" cy="9906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219200" y="1295400"/>
            <a:ext cx="3733800" cy="2286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05400" y="1295400"/>
            <a:ext cx="3733800" cy="2286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219200" y="3733800"/>
            <a:ext cx="3733800" cy="2286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5400" y="3733800"/>
            <a:ext cx="3733800" cy="2286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DBE279-5C5B-49CD-89D6-6F52DD4B45B3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ED9FC5-2781-466A-9394-A7DD796088A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64765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nnbl08_2_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nbl08_2_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7138" y="1524000"/>
            <a:ext cx="2836862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1476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5800" y="2286000"/>
            <a:ext cx="7772400" cy="14478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noProof="1"/>
              <a:t>마스터 제목 스타일 편집</a:t>
            </a:r>
          </a:p>
        </p:txBody>
      </p:sp>
      <p:sp>
        <p:nvSpPr>
          <p:cNvPr id="361477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71600" y="35814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ko-KR" altLang="en-US" noProof="1"/>
              <a:t>마스터 부제목 스타일 편집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F1152-19FE-4B73-A3BC-FE1B34F84DF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022023-CFA7-449C-B37D-1D028B815DA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58117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5D731-6ACE-4CA1-80E4-A4755B23AA6D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916575-D50D-495A-BFD4-F320F98F4CE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9735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5D731-6ACE-4CA1-80E4-A4755B23AA6D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AAE335-E154-4319-8A9B-4126E23FC34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17295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5D731-6ACE-4CA1-80E4-A4755B23AA6D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A7E6D9-C084-4131-9D3D-DEEFE51473C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00841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5D731-6ACE-4CA1-80E4-A4755B23AA6D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A193DF-2947-424C-9CB7-F2653B36EF1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29538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5D731-6ACE-4CA1-80E4-A4755B23AA6D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48451E-6F7F-4EC8-9E52-4B2C53AAD42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61547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5D731-6ACE-4CA1-80E4-A4755B23AA6D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C144B1-17EF-4024-8E48-54936294C1C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78525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5D731-6ACE-4CA1-80E4-A4755B23AA6D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4BB80B-117C-467C-908B-B5DE5B5C9D4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7218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5D731-6ACE-4CA1-80E4-A4755B23AA6D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D31468-25B1-4FA0-916E-BBA8A52FD3E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46342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5D731-6ACE-4CA1-80E4-A4755B23AA6D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2264B5-896C-45EB-8E38-8839D9B64D0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9128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76200"/>
            <a:ext cx="1962150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76200"/>
            <a:ext cx="5734050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5D731-6ACE-4CA1-80E4-A4755B23AA6D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C8576A-2C32-4CF2-84D2-27C327A92F8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82872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1888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81463"/>
            <a:ext cx="1131888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6888"/>
            <a:ext cx="914400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5363"/>
            <a:ext cx="914400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0"/>
            <a:ext cx="1123950" cy="1192213"/>
          </a:xfrm>
          <a:prstGeom prst="rect">
            <a:avLst/>
          </a:prstGeom>
          <a:solidFill>
            <a:srgbClr val="BB97C8"/>
          </a:solidFill>
          <a:ln w="0">
            <a:noFill/>
            <a:miter lim="800000"/>
          </a:ln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pic>
        <p:nvPicPr>
          <p:cNvPr id="10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00138" cy="11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1" descr="CB0259_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lum bright="18000" contrast="-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225" y="1990725"/>
            <a:ext cx="808038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0466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371600" y="2971800"/>
            <a:ext cx="7239000" cy="990600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lang="ko-KR" altLang="en-US" noProof="1"/>
              <a:t>마스터 제목 스타일 편집</a:t>
            </a:r>
          </a:p>
        </p:txBody>
      </p:sp>
      <p:sp>
        <p:nvSpPr>
          <p:cNvPr id="83046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71600" y="3962400"/>
            <a:ext cx="7229475" cy="685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0"/>
              </a:spcBef>
              <a:buFontTx/>
              <a:buNone/>
              <a:defRPr sz="3200">
                <a:solidFill>
                  <a:srgbClr val="4A5C30"/>
                </a:solidFill>
              </a:defRPr>
            </a:lvl1pPr>
          </a:lstStyle>
          <a:p>
            <a:r>
              <a:rPr lang="ko-KR" altLang="en-US" noProof="1"/>
              <a:t>마스터 부제목 스타일 편집</a:t>
            </a:r>
          </a:p>
        </p:txBody>
      </p:sp>
      <p:sp>
        <p:nvSpPr>
          <p:cNvPr id="12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31888" y="628491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17A81-4B41-4C1C-9769-9375CCD7111C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248025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77025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50FD87A-34AB-45C9-B0C7-1E90AC8A937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48327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B65012-3118-47E3-A01B-FB6E8984290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69695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E9F51E-1EED-4FFE-A9EE-B8E421030C6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01363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388" y="1143000"/>
            <a:ext cx="3706812" cy="4302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35600" y="1143000"/>
            <a:ext cx="3708400" cy="4302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33C828-F981-459D-847B-C5A6D4C7F24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02098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B501E4-D85C-42A6-B8A9-7AE9DA3B3DB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21945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29662C-4D4C-413A-A5B7-A249871B218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0619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76A9E6-AA4B-4B06-9D58-A8140132B1E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51740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6BE173-0E95-46CB-A284-EA7B6A9D264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87142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902B96-D5FB-4BDC-8059-D45FC3134C4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03522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766CB6-21A5-4827-B393-F0B81F05925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11741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53288" y="285750"/>
            <a:ext cx="1890712" cy="51593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76388" y="285750"/>
            <a:ext cx="5524500" cy="51593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71026C-B29A-4EA6-9706-143B7983F68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91083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2738" y="285750"/>
            <a:ext cx="7561262" cy="85725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76388" y="1143000"/>
            <a:ext cx="7567612" cy="43021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53F920-FAEE-48AD-8FB6-F99B1CC111A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24809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76388" y="285750"/>
            <a:ext cx="7567612" cy="51593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B4B551-D388-4986-9CA4-8C5C5F3AB2E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22716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2738" y="285750"/>
            <a:ext cx="7561262" cy="85725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388" y="1143000"/>
            <a:ext cx="3706812" cy="43021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435600" y="1143000"/>
            <a:ext cx="3708400" cy="20748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435600" y="3370263"/>
            <a:ext cx="3708400" cy="20748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0213B1-E2F7-4711-AEE7-D494CE2EF76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4693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2738" y="285750"/>
            <a:ext cx="7561262" cy="85725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388" y="1143000"/>
            <a:ext cx="3706812" cy="43021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35600" y="1143000"/>
            <a:ext cx="3708400" cy="43021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DF6D08-7ECD-446C-BD2A-B4C83A2F812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019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1888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81463"/>
            <a:ext cx="1131888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6888"/>
            <a:ext cx="914400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5363"/>
            <a:ext cx="914400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0"/>
            <a:ext cx="1123950" cy="1192213"/>
          </a:xfrm>
          <a:prstGeom prst="rect">
            <a:avLst/>
          </a:prstGeom>
          <a:solidFill>
            <a:srgbClr val="BB97C8"/>
          </a:solidFill>
          <a:ln w="0">
            <a:noFill/>
            <a:miter lim="800000"/>
          </a:ln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pic>
        <p:nvPicPr>
          <p:cNvPr id="10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00138" cy="11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1" descr="CB0259_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lum bright="18000" contrast="-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225" y="1990725"/>
            <a:ext cx="808038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2786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371600" y="2971800"/>
            <a:ext cx="7239000" cy="990600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lang="ko-KR" altLang="en-US" noProof="1"/>
              <a:t>마스터 제목 스타일 편집</a:t>
            </a:r>
          </a:p>
        </p:txBody>
      </p:sp>
      <p:sp>
        <p:nvSpPr>
          <p:cNvPr id="114278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71600" y="3962400"/>
            <a:ext cx="7229475" cy="685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0"/>
              </a:spcBef>
              <a:buFontTx/>
              <a:buNone/>
              <a:defRPr sz="3200">
                <a:solidFill>
                  <a:srgbClr val="4A5C30"/>
                </a:solidFill>
              </a:defRPr>
            </a:lvl1pPr>
          </a:lstStyle>
          <a:p>
            <a:r>
              <a:rPr lang="ko-KR" altLang="en-US" noProof="1"/>
              <a:t>마스터 부제목 스타일 편집</a:t>
            </a:r>
          </a:p>
        </p:txBody>
      </p:sp>
      <p:sp>
        <p:nvSpPr>
          <p:cNvPr id="12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31888" y="628491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B8CFD-A1E5-4779-B362-8F8C1ABC354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248025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77025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5FF9A4D-A51B-478F-A8F7-0EB7F70752A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91254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A45D7-B0B9-4125-A7EA-E1C6FC3CA769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D2635D-8BFB-41F1-A94F-357FBB88BB6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90011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A45D7-B0B9-4125-A7EA-E1C6FC3CA769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1D9378-2E2D-4585-8B6A-34E2AC6E352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47640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388" y="1143000"/>
            <a:ext cx="3706812" cy="4302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35600" y="1143000"/>
            <a:ext cx="3708400" cy="4302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A45D7-B0B9-4125-A7EA-E1C6FC3CA769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F411FC-96E1-4AB6-9ADF-C0C3CB64DF7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45542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A45D7-B0B9-4125-A7EA-E1C6FC3CA769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F21790-70E7-4B47-BD2F-F57B9EEA794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05519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A45D7-B0B9-4125-A7EA-E1C6FC3CA769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24ABD9-A0EC-4A49-A4E2-09A9B575E35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35005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A45D7-B0B9-4125-A7EA-E1C6FC3CA769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EF9CDD-7E05-413A-ACC6-FEEE239F872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7864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A45D7-B0B9-4125-A7EA-E1C6FC3CA769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450684-065C-44B8-B486-B7A5C7BF68E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63927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A45D7-B0B9-4125-A7EA-E1C6FC3CA769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C7D0A0-8F3B-49EA-814E-10CAFEE939D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6878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A45D7-B0B9-4125-A7EA-E1C6FC3CA769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01D525-75E5-467E-865E-9F1B3A95AF0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64695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53288" y="285750"/>
            <a:ext cx="1890712" cy="51593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76388" y="285750"/>
            <a:ext cx="5524500" cy="51593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A45D7-B0B9-4125-A7EA-E1C6FC3CA769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402CFF-4376-4460-B60B-F0E3B51EA1E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29005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5" name="Group 3"/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142" name="Freeform 4"/>
              <p:cNvSpPr/>
              <p:nvPr/>
            </p:nvSpPr>
            <p:spPr bwMode="hidden">
              <a:xfrm>
                <a:off x="1399" y="1116"/>
                <a:ext cx="2815" cy="2110"/>
              </a:xfrm>
              <a:custGeom>
                <a:avLst/>
                <a:gdLst/>
                <a:ahLst/>
                <a:cxnLst>
                  <a:cxn ang="0">
                    <a:pos x="950" y="85"/>
                  </a:cxn>
                  <a:cxn ang="0">
                    <a:pos x="628" y="438"/>
                  </a:cxn>
                  <a:cxn ang="0">
                    <a:pos x="66" y="471"/>
                  </a:cxn>
                  <a:cxn ang="0">
                    <a:pos x="0" y="627"/>
                  </a:cxn>
                  <a:cxn ang="0">
                    <a:pos x="372" y="1026"/>
                  </a:cxn>
                  <a:cxn ang="0">
                    <a:pos x="611" y="902"/>
                  </a:cxn>
                  <a:cxn ang="0">
                    <a:pos x="992" y="1085"/>
                  </a:cxn>
                  <a:cxn ang="0">
                    <a:pos x="1116" y="1339"/>
                  </a:cxn>
                  <a:cxn ang="0">
                    <a:pos x="1083" y="1450"/>
                  </a:cxn>
                  <a:cxn ang="0">
                    <a:pos x="1124" y="1659"/>
                  </a:cxn>
                  <a:cxn ang="0">
                    <a:pos x="1149" y="1999"/>
                  </a:cxn>
                  <a:cxn ang="0">
                    <a:pos x="1463" y="2110"/>
                  </a:cxn>
                  <a:cxn ang="0">
                    <a:pos x="1686" y="2025"/>
                  </a:cxn>
                  <a:cxn ang="0">
                    <a:pos x="1603" y="1777"/>
                  </a:cxn>
                  <a:cxn ang="0">
                    <a:pos x="1991" y="1555"/>
                  </a:cxn>
                  <a:cxn ang="0">
                    <a:pos x="2281" y="1542"/>
                  </a:cxn>
                  <a:cxn ang="0">
                    <a:pos x="2446" y="1359"/>
                  </a:cxn>
                  <a:cxn ang="0">
                    <a:pos x="2361" y="1001"/>
                  </a:cxn>
                  <a:cxn ang="0">
                    <a:pos x="2606" y="893"/>
                  </a:cxn>
                  <a:cxn ang="0">
                    <a:pos x="2815" y="454"/>
                  </a:cxn>
                  <a:cxn ang="0">
                    <a:pos x="2518" y="0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43" name="Freeform 5"/>
              <p:cNvSpPr/>
              <p:nvPr/>
            </p:nvSpPr>
            <p:spPr bwMode="hidden">
              <a:xfrm>
                <a:off x="672" y="1116"/>
                <a:ext cx="3966" cy="2366"/>
              </a:xfrm>
              <a:custGeom>
                <a:avLst/>
                <a:gdLst/>
                <a:ahLst/>
                <a:cxnLst>
                  <a:cxn ang="0">
                    <a:pos x="1423" y="65"/>
                  </a:cxn>
                  <a:cxn ang="0">
                    <a:pos x="1148" y="262"/>
                  </a:cxn>
                  <a:cxn ang="0">
                    <a:pos x="934" y="216"/>
                  </a:cxn>
                  <a:cxn ang="0">
                    <a:pos x="529" y="314"/>
                  </a:cxn>
                  <a:cxn ang="0">
                    <a:pos x="174" y="327"/>
                  </a:cxn>
                  <a:cxn ang="0">
                    <a:pos x="0" y="628"/>
                  </a:cxn>
                  <a:cxn ang="0">
                    <a:pos x="91" y="726"/>
                  </a:cxn>
                  <a:cxn ang="0">
                    <a:pos x="231" y="654"/>
                  </a:cxn>
                  <a:cxn ang="0">
                    <a:pos x="430" y="687"/>
                  </a:cxn>
                  <a:cxn ang="0">
                    <a:pos x="504" y="850"/>
                  </a:cxn>
                  <a:cxn ang="0">
                    <a:pos x="347" y="1020"/>
                  </a:cxn>
                  <a:cxn ang="0">
                    <a:pos x="529" y="1144"/>
                  </a:cxn>
                  <a:cxn ang="0">
                    <a:pos x="727" y="1105"/>
                  </a:cxn>
                  <a:cxn ang="0">
                    <a:pos x="901" y="1216"/>
                  </a:cxn>
                  <a:cxn ang="0">
                    <a:pos x="1256" y="1229"/>
                  </a:cxn>
                  <a:cxn ang="0">
                    <a:pos x="1611" y="1425"/>
                  </a:cxn>
                  <a:cxn ang="0">
                    <a:pos x="1694" y="1673"/>
                  </a:cxn>
                  <a:cxn ang="0">
                    <a:pos x="1619" y="2118"/>
                  </a:cxn>
                  <a:cxn ang="0">
                    <a:pos x="1694" y="2268"/>
                  </a:cxn>
                  <a:cxn ang="0">
                    <a:pos x="2132" y="2242"/>
                  </a:cxn>
                  <a:cxn ang="0">
                    <a:pos x="2289" y="2366"/>
                  </a:cxn>
                  <a:cxn ang="0">
                    <a:pos x="2594" y="2046"/>
                  </a:cxn>
                  <a:cxn ang="0">
                    <a:pos x="2537" y="1817"/>
                  </a:cxn>
                  <a:cxn ang="0">
                    <a:pos x="2818" y="1673"/>
                  </a:cxn>
                  <a:cxn ang="0">
                    <a:pos x="3016" y="1719"/>
                  </a:cxn>
                  <a:cxn ang="0">
                    <a:pos x="3280" y="1615"/>
                  </a:cxn>
                  <a:cxn ang="0">
                    <a:pos x="3405" y="1174"/>
                  </a:cxn>
                  <a:cxn ang="0">
                    <a:pos x="3643" y="922"/>
                  </a:cxn>
                  <a:cxn ang="0">
                    <a:pos x="3966" y="896"/>
                  </a:cxn>
                  <a:cxn ang="0">
                    <a:pos x="3908" y="733"/>
                  </a:cxn>
                  <a:cxn ang="0">
                    <a:pos x="3669" y="563"/>
                  </a:cxn>
                  <a:cxn ang="0">
                    <a:pos x="3817" y="210"/>
                  </a:cxn>
                  <a:cxn ang="0">
                    <a:pos x="3590" y="0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44" name="Freeform 6"/>
              <p:cNvSpPr/>
              <p:nvPr/>
            </p:nvSpPr>
            <p:spPr bwMode="hidden">
              <a:xfrm>
                <a:off x="20" y="1069"/>
                <a:ext cx="5732" cy="3107"/>
              </a:xfrm>
              <a:custGeom>
                <a:avLst/>
                <a:gdLst/>
                <a:ahLst/>
                <a:cxnLst>
                  <a:cxn ang="0">
                    <a:pos x="81" y="0"/>
                  </a:cxn>
                  <a:cxn ang="0">
                    <a:pos x="133" y="328"/>
                  </a:cxn>
                  <a:cxn ang="0">
                    <a:pos x="0" y="666"/>
                  </a:cxn>
                  <a:cxn ang="0">
                    <a:pos x="83" y="1221"/>
                  </a:cxn>
                  <a:cxn ang="0">
                    <a:pos x="413" y="1515"/>
                  </a:cxn>
                  <a:cxn ang="0">
                    <a:pos x="881" y="1700"/>
                  </a:cxn>
                  <a:cxn ang="0">
                    <a:pos x="1440" y="1651"/>
                  </a:cxn>
                  <a:cxn ang="0">
                    <a:pos x="1755" y="1940"/>
                  </a:cxn>
                  <a:cxn ang="0">
                    <a:pos x="1653" y="2126"/>
                  </a:cxn>
                  <a:cxn ang="0">
                    <a:pos x="1136" y="2142"/>
                  </a:cxn>
                  <a:cxn ang="0">
                    <a:pos x="911" y="2021"/>
                  </a:cxn>
                  <a:cxn ang="0">
                    <a:pos x="739" y="2142"/>
                  </a:cxn>
                  <a:cxn ang="0">
                    <a:pos x="954" y="2524"/>
                  </a:cxn>
                  <a:cxn ang="0">
                    <a:pos x="973" y="2905"/>
                  </a:cxn>
                  <a:cxn ang="0">
                    <a:pos x="1511" y="3107"/>
                  </a:cxn>
                  <a:cxn ang="0">
                    <a:pos x="1644" y="2922"/>
                  </a:cxn>
                  <a:cxn ang="0">
                    <a:pos x="2077" y="2797"/>
                  </a:cxn>
                  <a:cxn ang="0">
                    <a:pos x="2610" y="2962"/>
                  </a:cxn>
                  <a:cxn ang="0">
                    <a:pos x="3222" y="2812"/>
                  </a:cxn>
                  <a:cxn ang="0">
                    <a:pos x="3443" y="2922"/>
                  </a:cxn>
                  <a:cxn ang="0">
                    <a:pos x="3861" y="2648"/>
                  </a:cxn>
                  <a:cxn ang="0">
                    <a:pos x="4125" y="2311"/>
                  </a:cxn>
                  <a:cxn ang="0">
                    <a:pos x="4369" y="2318"/>
                  </a:cxn>
                  <a:cxn ang="0">
                    <a:pos x="4554" y="2445"/>
                  </a:cxn>
                  <a:cxn ang="0">
                    <a:pos x="5015" y="2142"/>
                  </a:cxn>
                  <a:cxn ang="0">
                    <a:pos x="5404" y="2185"/>
                  </a:cxn>
                  <a:cxn ang="0">
                    <a:pos x="5732" y="2069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45" name="Freeform 7"/>
              <p:cNvSpPr/>
              <p:nvPr/>
            </p:nvSpPr>
            <p:spPr bwMode="hidden">
              <a:xfrm>
                <a:off x="242" y="1145"/>
                <a:ext cx="5512" cy="2760"/>
              </a:xfrm>
              <a:custGeom>
                <a:avLst/>
                <a:gdLst/>
                <a:ahLst/>
                <a:cxnLst>
                  <a:cxn ang="0">
                    <a:pos x="240" y="0"/>
                  </a:cxn>
                  <a:cxn ang="0">
                    <a:pos x="0" y="336"/>
                  </a:cxn>
                  <a:cxn ang="0">
                    <a:pos x="82" y="821"/>
                  </a:cxn>
                  <a:cxn ang="0">
                    <a:pos x="243" y="873"/>
                  </a:cxn>
                  <a:cxn ang="0">
                    <a:pos x="473" y="1087"/>
                  </a:cxn>
                  <a:cxn ang="0">
                    <a:pos x="557" y="1441"/>
                  </a:cxn>
                  <a:cxn ang="0">
                    <a:pos x="839" y="1499"/>
                  </a:cxn>
                  <a:cxn ang="0">
                    <a:pos x="1258" y="1349"/>
                  </a:cxn>
                  <a:cxn ang="0">
                    <a:pos x="1307" y="1493"/>
                  </a:cxn>
                  <a:cxn ang="0">
                    <a:pos x="1621" y="1513"/>
                  </a:cxn>
                  <a:cxn ang="0">
                    <a:pos x="1862" y="1865"/>
                  </a:cxn>
                  <a:cxn ang="0">
                    <a:pos x="1668" y="2166"/>
                  </a:cxn>
                  <a:cxn ang="0">
                    <a:pos x="1308" y="2217"/>
                  </a:cxn>
                  <a:cxn ang="0">
                    <a:pos x="992" y="2172"/>
                  </a:cxn>
                  <a:cxn ang="0">
                    <a:pos x="903" y="2244"/>
                  </a:cxn>
                  <a:cxn ang="0">
                    <a:pos x="1008" y="2415"/>
                  </a:cxn>
                  <a:cxn ang="0">
                    <a:pos x="992" y="2538"/>
                  </a:cxn>
                  <a:cxn ang="0">
                    <a:pos x="1137" y="2760"/>
                  </a:cxn>
                  <a:cxn ang="0">
                    <a:pos x="1661" y="2623"/>
                  </a:cxn>
                  <a:cxn ang="0">
                    <a:pos x="1725" y="2492"/>
                  </a:cxn>
                  <a:cxn ang="0">
                    <a:pos x="1895" y="2551"/>
                  </a:cxn>
                  <a:cxn ang="0">
                    <a:pos x="2338" y="2448"/>
                  </a:cxn>
                  <a:cxn ang="0">
                    <a:pos x="2443" y="2714"/>
                  </a:cxn>
                  <a:cxn ang="0">
                    <a:pos x="2870" y="2541"/>
                  </a:cxn>
                  <a:cxn ang="0">
                    <a:pos x="3264" y="2591"/>
                  </a:cxn>
                  <a:cxn ang="0">
                    <a:pos x="3522" y="2427"/>
                  </a:cxn>
                  <a:cxn ang="0">
                    <a:pos x="3594" y="2081"/>
                  </a:cxn>
                  <a:cxn ang="0">
                    <a:pos x="4013" y="2087"/>
                  </a:cxn>
                  <a:cxn ang="0">
                    <a:pos x="4070" y="1924"/>
                  </a:cxn>
                  <a:cxn ang="0">
                    <a:pos x="4239" y="1931"/>
                  </a:cxn>
                  <a:cxn ang="0">
                    <a:pos x="4465" y="2094"/>
                  </a:cxn>
                  <a:cxn ang="0">
                    <a:pos x="4836" y="1814"/>
                  </a:cxn>
                  <a:cxn ang="0">
                    <a:pos x="5225" y="1785"/>
                  </a:cxn>
                  <a:cxn ang="0">
                    <a:pos x="5367" y="1571"/>
                  </a:cxn>
                  <a:cxn ang="0">
                    <a:pos x="5512" y="1585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46" name="Freeform 8"/>
              <p:cNvSpPr/>
              <p:nvPr/>
            </p:nvSpPr>
            <p:spPr bwMode="hidden">
              <a:xfrm>
                <a:off x="4840" y="984"/>
                <a:ext cx="790" cy="1189"/>
              </a:xfrm>
              <a:custGeom>
                <a:avLst/>
                <a:gdLst/>
                <a:ahLst/>
                <a:cxnLst>
                  <a:cxn ang="0">
                    <a:pos x="139" y="0"/>
                  </a:cxn>
                  <a:cxn ang="0">
                    <a:pos x="210" y="233"/>
                  </a:cxn>
                  <a:cxn ang="0">
                    <a:pos x="159" y="643"/>
                  </a:cxn>
                  <a:cxn ang="0">
                    <a:pos x="454" y="771"/>
                  </a:cxn>
                  <a:cxn ang="0">
                    <a:pos x="605" y="1046"/>
                  </a:cxn>
                  <a:cxn ang="0">
                    <a:pos x="790" y="1189"/>
                  </a:cxn>
                  <a:cxn ang="0">
                    <a:pos x="540" y="1111"/>
                  </a:cxn>
                  <a:cxn ang="0">
                    <a:pos x="363" y="883"/>
                  </a:cxn>
                  <a:cxn ang="0">
                    <a:pos x="139" y="852"/>
                  </a:cxn>
                  <a:cxn ang="0">
                    <a:pos x="0" y="499"/>
                  </a:cxn>
                  <a:cxn ang="0">
                    <a:pos x="48" y="209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47" name="Freeform 9"/>
              <p:cNvSpPr/>
              <p:nvPr/>
            </p:nvSpPr>
            <p:spPr bwMode="hidden">
              <a:xfrm>
                <a:off x="5173" y="896"/>
                <a:ext cx="579" cy="111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28" y="328"/>
                  </a:cxn>
                  <a:cxn ang="0">
                    <a:pos x="9" y="659"/>
                  </a:cxn>
                  <a:cxn ang="0">
                    <a:pos x="40" y="763"/>
                  </a:cxn>
                  <a:cxn ang="0">
                    <a:pos x="234" y="739"/>
                  </a:cxn>
                  <a:cxn ang="0">
                    <a:pos x="344" y="1055"/>
                  </a:cxn>
                  <a:cxn ang="0">
                    <a:pos x="579" y="1117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48" name="Freeform 10"/>
              <p:cNvSpPr/>
              <p:nvPr/>
            </p:nvSpPr>
            <p:spPr bwMode="hidden">
              <a:xfrm>
                <a:off x="3291" y="968"/>
                <a:ext cx="2471" cy="2396"/>
              </a:xfrm>
              <a:custGeom>
                <a:avLst/>
                <a:gdLst/>
                <a:ahLst/>
                <a:cxnLst>
                  <a:cxn ang="0">
                    <a:pos x="1118" y="0"/>
                  </a:cxn>
                  <a:cxn ang="0">
                    <a:pos x="1179" y="225"/>
                  </a:cxn>
                  <a:cxn ang="0">
                    <a:pos x="1393" y="339"/>
                  </a:cxn>
                  <a:cxn ang="0">
                    <a:pos x="1404" y="548"/>
                  </a:cxn>
                  <a:cxn ang="0">
                    <a:pos x="1342" y="732"/>
                  </a:cxn>
                  <a:cxn ang="0">
                    <a:pos x="1434" y="925"/>
                  </a:cxn>
                  <a:cxn ang="0">
                    <a:pos x="1455" y="1109"/>
                  </a:cxn>
                  <a:cxn ang="0">
                    <a:pos x="1311" y="1142"/>
                  </a:cxn>
                  <a:cxn ang="0">
                    <a:pos x="926" y="1384"/>
                  </a:cxn>
                  <a:cxn ang="0">
                    <a:pos x="975" y="1456"/>
                  </a:cxn>
                  <a:cxn ang="0">
                    <a:pos x="956" y="1624"/>
                  </a:cxn>
                  <a:cxn ang="0">
                    <a:pos x="782" y="1817"/>
                  </a:cxn>
                  <a:cxn ang="0">
                    <a:pos x="539" y="1978"/>
                  </a:cxn>
                  <a:cxn ang="0">
                    <a:pos x="152" y="2026"/>
                  </a:cxn>
                  <a:cxn ang="0">
                    <a:pos x="19" y="2251"/>
                  </a:cxn>
                  <a:cxn ang="0">
                    <a:pos x="0" y="2396"/>
                  </a:cxn>
                  <a:cxn ang="0">
                    <a:pos x="213" y="2179"/>
                  </a:cxn>
                  <a:cxn ang="0">
                    <a:pos x="629" y="2090"/>
                  </a:cxn>
                  <a:cxn ang="0">
                    <a:pos x="894" y="1906"/>
                  </a:cxn>
                  <a:cxn ang="0">
                    <a:pos x="1230" y="1986"/>
                  </a:cxn>
                  <a:cxn ang="0">
                    <a:pos x="1668" y="1906"/>
                  </a:cxn>
                  <a:cxn ang="0">
                    <a:pos x="1983" y="1745"/>
                  </a:cxn>
                  <a:cxn ang="0">
                    <a:pos x="2014" y="1600"/>
                  </a:cxn>
                  <a:cxn ang="0">
                    <a:pos x="2237" y="1496"/>
                  </a:cxn>
                  <a:cxn ang="0">
                    <a:pos x="2359" y="1552"/>
                  </a:cxn>
                  <a:cxn ang="0">
                    <a:pos x="2471" y="1479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49" name="Freeform 11"/>
              <p:cNvSpPr/>
              <p:nvPr/>
            </p:nvSpPr>
            <p:spPr bwMode="hidden">
              <a:xfrm>
                <a:off x="2366" y="1067"/>
                <a:ext cx="1399" cy="1349"/>
              </a:xfrm>
              <a:custGeom>
                <a:avLst/>
                <a:gdLst/>
                <a:ahLst/>
                <a:cxnLst>
                  <a:cxn ang="0">
                    <a:pos x="620" y="155"/>
                  </a:cxn>
                  <a:cxn ang="0">
                    <a:pos x="421" y="155"/>
                  </a:cxn>
                  <a:cxn ang="0">
                    <a:pos x="205" y="507"/>
                  </a:cxn>
                  <a:cxn ang="0">
                    <a:pos x="0" y="673"/>
                  </a:cxn>
                  <a:cxn ang="0">
                    <a:pos x="487" y="783"/>
                  </a:cxn>
                  <a:cxn ang="0">
                    <a:pos x="425" y="1009"/>
                  </a:cxn>
                  <a:cxn ang="0">
                    <a:pos x="617" y="1086"/>
                  </a:cxn>
                  <a:cxn ang="0">
                    <a:pos x="498" y="1349"/>
                  </a:cxn>
                  <a:cxn ang="0">
                    <a:pos x="961" y="1035"/>
                  </a:cxn>
                  <a:cxn ang="0">
                    <a:pos x="926" y="776"/>
                  </a:cxn>
                  <a:cxn ang="0">
                    <a:pos x="1181" y="749"/>
                  </a:cxn>
                  <a:cxn ang="0">
                    <a:pos x="1399" y="601"/>
                  </a:cxn>
                  <a:cxn ang="0">
                    <a:pos x="1315" y="416"/>
                  </a:cxn>
                  <a:cxn ang="0">
                    <a:pos x="1341" y="196"/>
                  </a:cxn>
                  <a:cxn ang="0">
                    <a:pos x="1171" y="164"/>
                  </a:cxn>
                  <a:cxn ang="0">
                    <a:pos x="928" y="0"/>
                  </a:cxn>
                  <a:cxn ang="0">
                    <a:pos x="620" y="155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50" name="Freeform 12"/>
              <p:cNvSpPr/>
              <p:nvPr/>
            </p:nvSpPr>
            <p:spPr bwMode="hidden">
              <a:xfrm>
                <a:off x="4275" y="2031"/>
                <a:ext cx="1256" cy="810"/>
              </a:xfrm>
              <a:custGeom>
                <a:avLst/>
                <a:gdLst/>
                <a:ahLst/>
                <a:cxnLst>
                  <a:cxn ang="0">
                    <a:pos x="719" y="183"/>
                  </a:cxn>
                  <a:cxn ang="0">
                    <a:pos x="760" y="33"/>
                  </a:cxn>
                  <a:cxn ang="0">
                    <a:pos x="884" y="0"/>
                  </a:cxn>
                  <a:cxn ang="0">
                    <a:pos x="983" y="78"/>
                  </a:cxn>
                  <a:cxn ang="0">
                    <a:pos x="1082" y="248"/>
                  </a:cxn>
                  <a:cxn ang="0">
                    <a:pos x="1256" y="229"/>
                  </a:cxn>
                  <a:cxn ang="0">
                    <a:pos x="1248" y="359"/>
                  </a:cxn>
                  <a:cxn ang="0">
                    <a:pos x="1016" y="431"/>
                  </a:cxn>
                  <a:cxn ang="0">
                    <a:pos x="879" y="417"/>
                  </a:cxn>
                  <a:cxn ang="0">
                    <a:pos x="719" y="481"/>
                  </a:cxn>
                  <a:cxn ang="0">
                    <a:pos x="591" y="633"/>
                  </a:cxn>
                  <a:cxn ang="0">
                    <a:pos x="423" y="537"/>
                  </a:cxn>
                  <a:cxn ang="0">
                    <a:pos x="256" y="810"/>
                  </a:cxn>
                  <a:cxn ang="0">
                    <a:pos x="66" y="764"/>
                  </a:cxn>
                  <a:cxn ang="0">
                    <a:pos x="0" y="601"/>
                  </a:cxn>
                  <a:cxn ang="0">
                    <a:pos x="157" y="483"/>
                  </a:cxn>
                  <a:cxn ang="0">
                    <a:pos x="248" y="281"/>
                  </a:cxn>
                  <a:cxn ang="0">
                    <a:pos x="438" y="150"/>
                  </a:cxn>
                  <a:cxn ang="0">
                    <a:pos x="719" y="189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51" name="Freeform 13"/>
              <p:cNvSpPr/>
              <p:nvPr/>
            </p:nvSpPr>
            <p:spPr bwMode="hidden">
              <a:xfrm>
                <a:off x="2914" y="3476"/>
                <a:ext cx="2848" cy="788"/>
              </a:xfrm>
              <a:custGeom>
                <a:avLst/>
                <a:gdLst/>
                <a:ahLst/>
                <a:cxnLst>
                  <a:cxn ang="0">
                    <a:pos x="2838" y="16"/>
                  </a:cxn>
                  <a:cxn ang="0">
                    <a:pos x="2493" y="0"/>
                  </a:cxn>
                  <a:cxn ang="0">
                    <a:pos x="2278" y="81"/>
                  </a:cxn>
                  <a:cxn ang="0">
                    <a:pos x="1936" y="44"/>
                  </a:cxn>
                  <a:cxn ang="0">
                    <a:pos x="1739" y="354"/>
                  </a:cxn>
                  <a:cxn ang="0">
                    <a:pos x="1600" y="212"/>
                  </a:cxn>
                  <a:cxn ang="0">
                    <a:pos x="1352" y="308"/>
                  </a:cxn>
                  <a:cxn ang="0">
                    <a:pos x="1445" y="515"/>
                  </a:cxn>
                  <a:cxn ang="0">
                    <a:pos x="1072" y="412"/>
                  </a:cxn>
                  <a:cxn ang="0">
                    <a:pos x="888" y="540"/>
                  </a:cxn>
                  <a:cxn ang="0">
                    <a:pos x="0" y="660"/>
                  </a:cxn>
                  <a:cxn ang="0">
                    <a:pos x="288" y="788"/>
                  </a:cxn>
                  <a:cxn ang="0">
                    <a:pos x="1040" y="676"/>
                  </a:cxn>
                  <a:cxn ang="0">
                    <a:pos x="1272" y="748"/>
                  </a:cxn>
                  <a:cxn ang="0">
                    <a:pos x="2096" y="691"/>
                  </a:cxn>
                  <a:cxn ang="0">
                    <a:pos x="2320" y="748"/>
                  </a:cxn>
                  <a:cxn ang="0">
                    <a:pos x="2456" y="596"/>
                  </a:cxn>
                  <a:cxn ang="0">
                    <a:pos x="2712" y="716"/>
                  </a:cxn>
                  <a:cxn ang="0">
                    <a:pos x="2716" y="339"/>
                  </a:cxn>
                  <a:cxn ang="0">
                    <a:pos x="2848" y="258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52" name="Freeform 14"/>
              <p:cNvSpPr/>
              <p:nvPr/>
            </p:nvSpPr>
            <p:spPr bwMode="hidden">
              <a:xfrm>
                <a:off x="5443" y="922"/>
                <a:ext cx="319" cy="85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6" y="313"/>
                  </a:cxn>
                  <a:cxn ang="0">
                    <a:pos x="106" y="634"/>
                  </a:cxn>
                  <a:cxn ang="0">
                    <a:pos x="268" y="854"/>
                  </a:cxn>
                  <a:cxn ang="0">
                    <a:pos x="278" y="577"/>
                  </a:cxn>
                  <a:cxn ang="0">
                    <a:pos x="238" y="400"/>
                  </a:cxn>
                  <a:cxn ang="0">
                    <a:pos x="319" y="240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53" name="Freeform 15"/>
              <p:cNvSpPr/>
              <p:nvPr/>
            </p:nvSpPr>
            <p:spPr bwMode="hidden">
              <a:xfrm>
                <a:off x="4954" y="3568"/>
                <a:ext cx="646" cy="392"/>
              </a:xfrm>
              <a:custGeom>
                <a:avLst/>
                <a:gdLst/>
                <a:ahLst/>
                <a:cxnLst>
                  <a:cxn ang="0">
                    <a:pos x="504" y="0"/>
                  </a:cxn>
                  <a:cxn ang="0">
                    <a:pos x="320" y="61"/>
                  </a:cxn>
                  <a:cxn ang="0">
                    <a:pos x="238" y="109"/>
                  </a:cxn>
                  <a:cxn ang="0">
                    <a:pos x="144" y="216"/>
                  </a:cxn>
                  <a:cxn ang="0">
                    <a:pos x="0" y="392"/>
                  </a:cxn>
                  <a:cxn ang="0">
                    <a:pos x="360" y="263"/>
                  </a:cxn>
                  <a:cxn ang="0">
                    <a:pos x="432" y="182"/>
                  </a:cxn>
                  <a:cxn ang="0">
                    <a:pos x="646" y="142"/>
                  </a:cxn>
                  <a:cxn ang="0">
                    <a:pos x="504" y="0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54" name="Freeform 16"/>
              <p:cNvSpPr/>
              <p:nvPr/>
            </p:nvSpPr>
            <p:spPr bwMode="hidden">
              <a:xfrm>
                <a:off x="50" y="2400"/>
                <a:ext cx="2736" cy="19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336"/>
                  </a:cxn>
                  <a:cxn ang="0">
                    <a:pos x="384" y="384"/>
                  </a:cxn>
                  <a:cxn ang="0">
                    <a:pos x="576" y="720"/>
                  </a:cxn>
                  <a:cxn ang="0">
                    <a:pos x="528" y="960"/>
                  </a:cxn>
                  <a:cxn ang="0">
                    <a:pos x="672" y="1104"/>
                  </a:cxn>
                  <a:cxn ang="0">
                    <a:pos x="576" y="1392"/>
                  </a:cxn>
                  <a:cxn ang="0">
                    <a:pos x="624" y="1632"/>
                  </a:cxn>
                  <a:cxn ang="0">
                    <a:pos x="1488" y="1872"/>
                  </a:cxn>
                  <a:cxn ang="0">
                    <a:pos x="1680" y="1728"/>
                  </a:cxn>
                  <a:cxn ang="0">
                    <a:pos x="2208" y="1728"/>
                  </a:cxn>
                  <a:cxn ang="0">
                    <a:pos x="2304" y="1632"/>
                  </a:cxn>
                  <a:cxn ang="0">
                    <a:pos x="2736" y="1872"/>
                  </a:cxn>
                  <a:cxn ang="0">
                    <a:pos x="2640" y="1920"/>
                  </a:cxn>
                  <a:cxn ang="0">
                    <a:pos x="2304" y="1824"/>
                  </a:cxn>
                  <a:cxn ang="0">
                    <a:pos x="2160" y="1872"/>
                  </a:cxn>
                  <a:cxn ang="0">
                    <a:pos x="1632" y="1920"/>
                  </a:cxn>
                  <a:cxn ang="0">
                    <a:pos x="1440" y="1920"/>
                  </a:cxn>
                  <a:cxn ang="0">
                    <a:pos x="480" y="1824"/>
                  </a:cxn>
                  <a:cxn ang="0">
                    <a:pos x="192" y="1872"/>
                  </a:cxn>
                  <a:cxn ang="0">
                    <a:pos x="96" y="1680"/>
                  </a:cxn>
                  <a:cxn ang="0">
                    <a:pos x="288" y="1440"/>
                  </a:cxn>
                  <a:cxn ang="0">
                    <a:pos x="336" y="1104"/>
                  </a:cxn>
                  <a:cxn ang="0">
                    <a:pos x="144" y="864"/>
                  </a:cxn>
                  <a:cxn ang="0">
                    <a:pos x="240" y="624"/>
                  </a:cxn>
                  <a:cxn ang="0">
                    <a:pos x="48" y="528"/>
                  </a:cxn>
                  <a:cxn ang="0">
                    <a:pos x="0" y="0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17"/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7" name="Rectangle 18"/>
              <p:cNvSpPr>
                <a:spLocks noChangeArrowheads="1"/>
              </p:cNvSpPr>
              <p:nvPr/>
            </p:nvSpPr>
            <p:spPr bwMode="ltGray">
              <a:xfrm rot="6798887">
                <a:off x="43" y="386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8" name="Rectangle 19"/>
              <p:cNvSpPr>
                <a:spLocks noChangeArrowheads="1"/>
              </p:cNvSpPr>
              <p:nvPr/>
            </p:nvSpPr>
            <p:spPr bwMode="ltGray">
              <a:xfrm rot="6798887">
                <a:off x="13" y="3858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9" name="Rectangle 20"/>
              <p:cNvSpPr>
                <a:spLocks noChangeArrowheads="1"/>
              </p:cNvSpPr>
              <p:nvPr/>
            </p:nvSpPr>
            <p:spPr bwMode="ltGray">
              <a:xfrm rot="6798887">
                <a:off x="0" y="385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0" name="Rectangle 21"/>
              <p:cNvSpPr>
                <a:spLocks noChangeArrowheads="1"/>
              </p:cNvSpPr>
              <p:nvPr/>
            </p:nvSpPr>
            <p:spPr bwMode="ltGray">
              <a:xfrm rot="5999912">
                <a:off x="189" y="386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1" name="Rectangle 22"/>
              <p:cNvSpPr>
                <a:spLocks noChangeArrowheads="1"/>
              </p:cNvSpPr>
              <p:nvPr/>
            </p:nvSpPr>
            <p:spPr bwMode="ltGray">
              <a:xfrm rot="5999912">
                <a:off x="163" y="386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2" name="Rectangle 23"/>
              <p:cNvSpPr>
                <a:spLocks noChangeArrowheads="1"/>
              </p:cNvSpPr>
              <p:nvPr/>
            </p:nvSpPr>
            <p:spPr bwMode="ltGray">
              <a:xfrm rot="6250138">
                <a:off x="133" y="386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3" name="Rectangle 24"/>
              <p:cNvSpPr>
                <a:spLocks noChangeArrowheads="1"/>
              </p:cNvSpPr>
              <p:nvPr/>
            </p:nvSpPr>
            <p:spPr bwMode="ltGray">
              <a:xfrm rot="6238076">
                <a:off x="103" y="386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4" name="Rectangle 25"/>
              <p:cNvSpPr>
                <a:spLocks noChangeArrowheads="1"/>
              </p:cNvSpPr>
              <p:nvPr/>
            </p:nvSpPr>
            <p:spPr bwMode="ltGray">
              <a:xfrm rot="5380717">
                <a:off x="343" y="384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5" name="Rectangle 26"/>
              <p:cNvSpPr>
                <a:spLocks noChangeArrowheads="1"/>
              </p:cNvSpPr>
              <p:nvPr/>
            </p:nvSpPr>
            <p:spPr bwMode="ltGray">
              <a:xfrm rot="5380717">
                <a:off x="313" y="385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6" name="Rectangle 27"/>
              <p:cNvSpPr>
                <a:spLocks noChangeArrowheads="1"/>
              </p:cNvSpPr>
              <p:nvPr/>
            </p:nvSpPr>
            <p:spPr bwMode="ltGray">
              <a:xfrm rot="5583200">
                <a:off x="283" y="385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7" name="Rectangle 28"/>
              <p:cNvSpPr>
                <a:spLocks noChangeArrowheads="1"/>
              </p:cNvSpPr>
              <p:nvPr/>
            </p:nvSpPr>
            <p:spPr bwMode="ltGray">
              <a:xfrm rot="5737625">
                <a:off x="251" y="386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8" name="Rectangle 29"/>
              <p:cNvSpPr>
                <a:spLocks noChangeArrowheads="1"/>
              </p:cNvSpPr>
              <p:nvPr/>
            </p:nvSpPr>
            <p:spPr bwMode="ltGray">
              <a:xfrm rot="4715477">
                <a:off x="497" y="380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9" name="Rectangle 30"/>
              <p:cNvSpPr>
                <a:spLocks noChangeArrowheads="1"/>
              </p:cNvSpPr>
              <p:nvPr/>
            </p:nvSpPr>
            <p:spPr bwMode="ltGray">
              <a:xfrm rot="4924949">
                <a:off x="466" y="381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" name="Rectangle 31"/>
              <p:cNvSpPr>
                <a:spLocks noChangeArrowheads="1"/>
              </p:cNvSpPr>
              <p:nvPr/>
            </p:nvSpPr>
            <p:spPr bwMode="ltGray">
              <a:xfrm rot="4924949">
                <a:off x="436" y="382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1" name="Rectangle 32"/>
              <p:cNvSpPr>
                <a:spLocks noChangeArrowheads="1"/>
              </p:cNvSpPr>
              <p:nvPr/>
            </p:nvSpPr>
            <p:spPr bwMode="ltGray">
              <a:xfrm rot="5041352">
                <a:off x="407" y="382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2" name="Rectangle 33"/>
              <p:cNvSpPr>
                <a:spLocks noChangeArrowheads="1"/>
              </p:cNvSpPr>
              <p:nvPr/>
            </p:nvSpPr>
            <p:spPr bwMode="ltGray">
              <a:xfrm rot="3816889">
                <a:off x="644" y="374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3" name="Rectangle 34"/>
              <p:cNvSpPr>
                <a:spLocks noChangeArrowheads="1"/>
              </p:cNvSpPr>
              <p:nvPr/>
            </p:nvSpPr>
            <p:spPr bwMode="ltGray">
              <a:xfrm rot="3816889">
                <a:off x="614" y="37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4" name="Rectangle 35"/>
              <p:cNvSpPr>
                <a:spLocks noChangeArrowheads="1"/>
              </p:cNvSpPr>
              <p:nvPr/>
            </p:nvSpPr>
            <p:spPr bwMode="ltGray">
              <a:xfrm rot="4104184">
                <a:off x="586" y="376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5" name="Rectangle 36"/>
              <p:cNvSpPr>
                <a:spLocks noChangeArrowheads="1"/>
              </p:cNvSpPr>
              <p:nvPr/>
            </p:nvSpPr>
            <p:spPr bwMode="ltGray">
              <a:xfrm rot="4325343">
                <a:off x="555" y="378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6" name="Rectangle 37"/>
              <p:cNvSpPr>
                <a:spLocks noChangeArrowheads="1"/>
              </p:cNvSpPr>
              <p:nvPr/>
            </p:nvSpPr>
            <p:spPr bwMode="ltGray">
              <a:xfrm rot="3368036">
                <a:off x="780" y="366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7" name="Rectangle 38"/>
              <p:cNvSpPr>
                <a:spLocks noChangeArrowheads="1"/>
              </p:cNvSpPr>
              <p:nvPr/>
            </p:nvSpPr>
            <p:spPr bwMode="ltGray">
              <a:xfrm rot="3368036">
                <a:off x="752" y="367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8" name="Rectangle 39"/>
              <p:cNvSpPr>
                <a:spLocks noChangeArrowheads="1"/>
              </p:cNvSpPr>
              <p:nvPr/>
            </p:nvSpPr>
            <p:spPr bwMode="ltGray">
              <a:xfrm rot="3368036">
                <a:off x="726" y="369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9" name="Rectangle 40"/>
              <p:cNvSpPr>
                <a:spLocks noChangeArrowheads="1"/>
              </p:cNvSpPr>
              <p:nvPr/>
            </p:nvSpPr>
            <p:spPr bwMode="ltGray">
              <a:xfrm rot="3816889">
                <a:off x="696" y="371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30" name="Rectangle 41"/>
              <p:cNvSpPr>
                <a:spLocks noChangeArrowheads="1"/>
              </p:cNvSpPr>
              <p:nvPr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31" name="Rectangle 42"/>
              <p:cNvSpPr>
                <a:spLocks noChangeArrowheads="1"/>
              </p:cNvSpPr>
              <p:nvPr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32" name="Rectangle 43"/>
              <p:cNvSpPr>
                <a:spLocks noChangeArrowheads="1"/>
              </p:cNvSpPr>
              <p:nvPr/>
            </p:nvSpPr>
            <p:spPr bwMode="ltGray">
              <a:xfrm rot="2707562">
                <a:off x="855" y="36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33" name="Rectangle 44"/>
              <p:cNvSpPr>
                <a:spLocks noChangeArrowheads="1"/>
              </p:cNvSpPr>
              <p:nvPr/>
            </p:nvSpPr>
            <p:spPr bwMode="ltGray">
              <a:xfrm rot="2707562">
                <a:off x="830" y="362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34" name="Rectangle 45"/>
              <p:cNvSpPr>
                <a:spLocks noChangeArrowheads="1"/>
              </p:cNvSpPr>
              <p:nvPr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35" name="Rectangle 46"/>
              <p:cNvSpPr>
                <a:spLocks noChangeArrowheads="1"/>
              </p:cNvSpPr>
              <p:nvPr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36" name="Rectangle 47"/>
              <p:cNvSpPr>
                <a:spLocks noChangeArrowheads="1"/>
              </p:cNvSpPr>
              <p:nvPr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37" name="Rectangle 48"/>
              <p:cNvSpPr>
                <a:spLocks noChangeArrowheads="1"/>
              </p:cNvSpPr>
              <p:nvPr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38" name="Rectangle 49"/>
              <p:cNvSpPr>
                <a:spLocks noChangeArrowheads="1"/>
              </p:cNvSpPr>
              <p:nvPr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39" name="Rectangle 50"/>
              <p:cNvSpPr>
                <a:spLocks noChangeArrowheads="1"/>
              </p:cNvSpPr>
              <p:nvPr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40" name="Rectangle 51"/>
              <p:cNvSpPr>
                <a:spLocks noChangeArrowheads="1"/>
              </p:cNvSpPr>
              <p:nvPr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41" name="Rectangle 52"/>
              <p:cNvSpPr>
                <a:spLocks noChangeArrowheads="1"/>
              </p:cNvSpPr>
              <p:nvPr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42" name="Rectangle 53"/>
              <p:cNvSpPr>
                <a:spLocks noChangeArrowheads="1"/>
              </p:cNvSpPr>
              <p:nvPr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43" name="Rectangle 54"/>
              <p:cNvSpPr>
                <a:spLocks noChangeArrowheads="1"/>
              </p:cNvSpPr>
              <p:nvPr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44" name="Rectangle 55"/>
              <p:cNvSpPr>
                <a:spLocks noChangeArrowheads="1"/>
              </p:cNvSpPr>
              <p:nvPr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45" name="Rectangle 56"/>
              <p:cNvSpPr>
                <a:spLocks noChangeArrowheads="1"/>
              </p:cNvSpPr>
              <p:nvPr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46" name="Rectangle 57"/>
              <p:cNvSpPr>
                <a:spLocks noChangeArrowheads="1"/>
              </p:cNvSpPr>
              <p:nvPr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47" name="Rectangle 58"/>
              <p:cNvSpPr>
                <a:spLocks noChangeArrowheads="1"/>
              </p:cNvSpPr>
              <p:nvPr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48" name="Rectangle 59"/>
              <p:cNvSpPr>
                <a:spLocks noChangeArrowheads="1"/>
              </p:cNvSpPr>
              <p:nvPr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49" name="Rectangle 60"/>
              <p:cNvSpPr>
                <a:spLocks noChangeArrowheads="1"/>
              </p:cNvSpPr>
              <p:nvPr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50" name="Rectangle 61"/>
              <p:cNvSpPr>
                <a:spLocks noChangeArrowheads="1"/>
              </p:cNvSpPr>
              <p:nvPr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51" name="Rectangle 62"/>
              <p:cNvSpPr>
                <a:spLocks noChangeArrowheads="1"/>
              </p:cNvSpPr>
              <p:nvPr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52" name="Rectangle 63"/>
              <p:cNvSpPr>
                <a:spLocks noChangeArrowheads="1"/>
              </p:cNvSpPr>
              <p:nvPr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53" name="Rectangle 64"/>
              <p:cNvSpPr>
                <a:spLocks noChangeArrowheads="1"/>
              </p:cNvSpPr>
              <p:nvPr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54" name="Rectangle 65"/>
              <p:cNvSpPr>
                <a:spLocks noChangeArrowheads="1"/>
              </p:cNvSpPr>
              <p:nvPr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55" name="Rectangle 66"/>
              <p:cNvSpPr>
                <a:spLocks noChangeArrowheads="1"/>
              </p:cNvSpPr>
              <p:nvPr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56" name="Rectangle 67"/>
              <p:cNvSpPr>
                <a:spLocks noChangeArrowheads="1"/>
              </p:cNvSpPr>
              <p:nvPr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57" name="Rectangle 68"/>
              <p:cNvSpPr>
                <a:spLocks noChangeArrowheads="1"/>
              </p:cNvSpPr>
              <p:nvPr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58" name="Rectangle 69"/>
              <p:cNvSpPr>
                <a:spLocks noChangeArrowheads="1"/>
              </p:cNvSpPr>
              <p:nvPr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59" name="Rectangle 70"/>
              <p:cNvSpPr>
                <a:spLocks noChangeArrowheads="1"/>
              </p:cNvSpPr>
              <p:nvPr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60" name="Rectangle 71"/>
              <p:cNvSpPr>
                <a:spLocks noChangeArrowheads="1"/>
              </p:cNvSpPr>
              <p:nvPr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61" name="Rectangle 72"/>
              <p:cNvSpPr>
                <a:spLocks noChangeArrowheads="1"/>
              </p:cNvSpPr>
              <p:nvPr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62" name="Rectangle 73"/>
              <p:cNvSpPr>
                <a:spLocks noChangeArrowheads="1"/>
              </p:cNvSpPr>
              <p:nvPr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63" name="Rectangle 74"/>
              <p:cNvSpPr>
                <a:spLocks noChangeArrowheads="1"/>
              </p:cNvSpPr>
              <p:nvPr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64" name="Rectangle 75"/>
              <p:cNvSpPr>
                <a:spLocks noChangeArrowheads="1"/>
              </p:cNvSpPr>
              <p:nvPr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65" name="Rectangle 76"/>
              <p:cNvSpPr>
                <a:spLocks noChangeArrowheads="1"/>
              </p:cNvSpPr>
              <p:nvPr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66" name="Rectangle 77"/>
              <p:cNvSpPr>
                <a:spLocks noChangeArrowheads="1"/>
              </p:cNvSpPr>
              <p:nvPr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67" name="Rectangle 78"/>
              <p:cNvSpPr>
                <a:spLocks noChangeArrowheads="1"/>
              </p:cNvSpPr>
              <p:nvPr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68" name="Rectangle 79"/>
              <p:cNvSpPr>
                <a:spLocks noChangeArrowheads="1"/>
              </p:cNvSpPr>
              <p:nvPr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69" name="Rectangle 80"/>
              <p:cNvSpPr>
                <a:spLocks noChangeArrowheads="1"/>
              </p:cNvSpPr>
              <p:nvPr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70" name="Freeform 81"/>
              <p:cNvSpPr/>
              <p:nvPr/>
            </p:nvSpPr>
            <p:spPr bwMode="ltGray">
              <a:xfrm>
                <a:off x="486" y="2563"/>
                <a:ext cx="180" cy="151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28" y="147"/>
                  </a:cxn>
                  <a:cxn ang="0">
                    <a:pos x="64" y="46"/>
                  </a:cxn>
                  <a:cxn ang="0">
                    <a:pos x="94" y="151"/>
                  </a:cxn>
                  <a:cxn ang="0">
                    <a:pos x="129" y="151"/>
                  </a:cxn>
                  <a:cxn ang="0">
                    <a:pos x="180" y="9"/>
                  </a:cxn>
                  <a:cxn ang="0">
                    <a:pos x="148" y="10"/>
                  </a:cxn>
                  <a:cxn ang="0">
                    <a:pos x="112" y="112"/>
                  </a:cxn>
                  <a:cxn ang="0">
                    <a:pos x="79" y="0"/>
                  </a:cxn>
                  <a:cxn ang="0">
                    <a:pos x="48" y="0"/>
                  </a:cxn>
                  <a:cxn ang="0">
                    <a:pos x="0" y="144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71" name="Rectangle 82"/>
              <p:cNvSpPr>
                <a:spLocks noChangeArrowheads="1"/>
              </p:cNvSpPr>
              <p:nvPr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72" name="Rectangle 83"/>
              <p:cNvSpPr>
                <a:spLocks noChangeArrowheads="1"/>
              </p:cNvSpPr>
              <p:nvPr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73" name="Rectangle 84"/>
              <p:cNvSpPr>
                <a:spLocks noChangeArrowheads="1"/>
              </p:cNvSpPr>
              <p:nvPr/>
            </p:nvSpPr>
            <p:spPr bwMode="ltGray">
              <a:xfrm rot="-2957028">
                <a:off x="886" y="24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74" name="Rectangle 85"/>
              <p:cNvSpPr>
                <a:spLocks noChangeArrowheads="1"/>
              </p:cNvSpPr>
              <p:nvPr/>
            </p:nvSpPr>
            <p:spPr bwMode="ltGray">
              <a:xfrm rot="-2957028">
                <a:off x="909" y="2464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75" name="Rectangle 86"/>
              <p:cNvSpPr>
                <a:spLocks noChangeArrowheads="1"/>
              </p:cNvSpPr>
              <p:nvPr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76" name="Rectangle 87"/>
              <p:cNvSpPr>
                <a:spLocks noChangeArrowheads="1"/>
              </p:cNvSpPr>
              <p:nvPr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77" name="Rectangle 88"/>
              <p:cNvSpPr>
                <a:spLocks noChangeArrowheads="1"/>
              </p:cNvSpPr>
              <p:nvPr/>
            </p:nvSpPr>
            <p:spPr bwMode="ltGray">
              <a:xfrm rot="-3638503">
                <a:off x="768" y="24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78" name="Rectangle 89"/>
              <p:cNvSpPr>
                <a:spLocks noChangeArrowheads="1"/>
              </p:cNvSpPr>
              <p:nvPr/>
            </p:nvSpPr>
            <p:spPr bwMode="ltGray">
              <a:xfrm rot="-3638503">
                <a:off x="794" y="241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79" name="Rectangle 90"/>
              <p:cNvSpPr>
                <a:spLocks noChangeArrowheads="1"/>
              </p:cNvSpPr>
              <p:nvPr/>
            </p:nvSpPr>
            <p:spPr bwMode="ltGray">
              <a:xfrm rot="-3514633">
                <a:off x="816" y="2418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80" name="Rectangle 91"/>
              <p:cNvSpPr>
                <a:spLocks noChangeArrowheads="1"/>
              </p:cNvSpPr>
              <p:nvPr/>
            </p:nvSpPr>
            <p:spPr bwMode="ltGray">
              <a:xfrm rot="-3220799">
                <a:off x="841" y="243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81" name="Rectangle 92"/>
              <p:cNvSpPr>
                <a:spLocks noChangeArrowheads="1"/>
              </p:cNvSpPr>
              <p:nvPr/>
            </p:nvSpPr>
            <p:spPr bwMode="ltGray">
              <a:xfrm rot="-4338250">
                <a:off x="629" y="237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82" name="Rectangle 93"/>
              <p:cNvSpPr>
                <a:spLocks noChangeArrowheads="1"/>
              </p:cNvSpPr>
              <p:nvPr/>
            </p:nvSpPr>
            <p:spPr bwMode="ltGray">
              <a:xfrm rot="-4250359">
                <a:off x="656" y="23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83" name="Rectangle 94"/>
              <p:cNvSpPr>
                <a:spLocks noChangeArrowheads="1"/>
              </p:cNvSpPr>
              <p:nvPr/>
            </p:nvSpPr>
            <p:spPr bwMode="ltGray">
              <a:xfrm rot="-4250359">
                <a:off x="688" y="238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84" name="Rectangle 95"/>
              <p:cNvSpPr>
                <a:spLocks noChangeArrowheads="1"/>
              </p:cNvSpPr>
              <p:nvPr/>
            </p:nvSpPr>
            <p:spPr bwMode="ltGray">
              <a:xfrm rot="-3989246">
                <a:off x="718" y="2388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85" name="Rectangle 96"/>
              <p:cNvSpPr>
                <a:spLocks noChangeArrowheads="1"/>
              </p:cNvSpPr>
              <p:nvPr/>
            </p:nvSpPr>
            <p:spPr bwMode="ltGray">
              <a:xfrm rot="-4862215">
                <a:off x="483" y="23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86" name="Rectangle 97"/>
              <p:cNvSpPr>
                <a:spLocks noChangeArrowheads="1"/>
              </p:cNvSpPr>
              <p:nvPr/>
            </p:nvSpPr>
            <p:spPr bwMode="ltGray">
              <a:xfrm rot="-4673370">
                <a:off x="514" y="237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87" name="Rectangle 98"/>
              <p:cNvSpPr>
                <a:spLocks noChangeArrowheads="1"/>
              </p:cNvSpPr>
              <p:nvPr/>
            </p:nvSpPr>
            <p:spPr bwMode="ltGray">
              <a:xfrm rot="-4646721">
                <a:off x="543" y="2368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88" name="Rectangle 99"/>
              <p:cNvSpPr>
                <a:spLocks noChangeArrowheads="1"/>
              </p:cNvSpPr>
              <p:nvPr/>
            </p:nvSpPr>
            <p:spPr bwMode="ltGray">
              <a:xfrm rot="-4580623">
                <a:off x="575" y="2368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89" name="Rectangle 100"/>
              <p:cNvSpPr>
                <a:spLocks noChangeArrowheads="1"/>
              </p:cNvSpPr>
              <p:nvPr/>
            </p:nvSpPr>
            <p:spPr bwMode="ltGray">
              <a:xfrm rot="-5195129">
                <a:off x="335" y="239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90" name="Rectangle 101"/>
              <p:cNvSpPr>
                <a:spLocks noChangeArrowheads="1"/>
              </p:cNvSpPr>
              <p:nvPr/>
            </p:nvSpPr>
            <p:spPr bwMode="ltGray">
              <a:xfrm rot="-5360484">
                <a:off x="365" y="23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91" name="Rectangle 102"/>
              <p:cNvSpPr>
                <a:spLocks noChangeArrowheads="1"/>
              </p:cNvSpPr>
              <p:nvPr/>
            </p:nvSpPr>
            <p:spPr bwMode="ltGray">
              <a:xfrm rot="-5288939">
                <a:off x="399" y="23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92" name="Rectangle 103"/>
              <p:cNvSpPr>
                <a:spLocks noChangeArrowheads="1"/>
              </p:cNvSpPr>
              <p:nvPr/>
            </p:nvSpPr>
            <p:spPr bwMode="ltGray">
              <a:xfrm rot="-5164854">
                <a:off x="429" y="2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93" name="Rectangle 104"/>
              <p:cNvSpPr>
                <a:spLocks noChangeArrowheads="1"/>
              </p:cNvSpPr>
              <p:nvPr/>
            </p:nvSpPr>
            <p:spPr bwMode="ltGray">
              <a:xfrm rot="-6132163">
                <a:off x="186" y="243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94" name="Rectangle 105"/>
              <p:cNvSpPr>
                <a:spLocks noChangeArrowheads="1"/>
              </p:cNvSpPr>
              <p:nvPr/>
            </p:nvSpPr>
            <p:spPr bwMode="ltGray">
              <a:xfrm rot="-6220433">
                <a:off x="217" y="242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95" name="Rectangle 106"/>
              <p:cNvSpPr>
                <a:spLocks noChangeArrowheads="1"/>
              </p:cNvSpPr>
              <p:nvPr/>
            </p:nvSpPr>
            <p:spPr bwMode="ltGray">
              <a:xfrm rot="-6110943">
                <a:off x="246" y="24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96" name="Rectangle 107"/>
              <p:cNvSpPr>
                <a:spLocks noChangeArrowheads="1"/>
              </p:cNvSpPr>
              <p:nvPr/>
            </p:nvSpPr>
            <p:spPr bwMode="ltGray">
              <a:xfrm rot="-5919570">
                <a:off x="273" y="2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97" name="Rectangle 108"/>
              <p:cNvSpPr>
                <a:spLocks noChangeArrowheads="1"/>
              </p:cNvSpPr>
              <p:nvPr/>
            </p:nvSpPr>
            <p:spPr bwMode="ltGray">
              <a:xfrm rot="-7376291">
                <a:off x="0" y="252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98" name="Rectangle 109"/>
              <p:cNvSpPr>
                <a:spLocks noChangeArrowheads="1"/>
              </p:cNvSpPr>
              <p:nvPr/>
            </p:nvSpPr>
            <p:spPr bwMode="ltGray">
              <a:xfrm rot="-7168347">
                <a:off x="45" y="249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99" name="Rectangle 110"/>
              <p:cNvSpPr>
                <a:spLocks noChangeArrowheads="1"/>
              </p:cNvSpPr>
              <p:nvPr/>
            </p:nvSpPr>
            <p:spPr bwMode="ltGray">
              <a:xfrm rot="-6802416">
                <a:off x="72" y="24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00" name="Rectangle 111"/>
              <p:cNvSpPr>
                <a:spLocks noChangeArrowheads="1"/>
              </p:cNvSpPr>
              <p:nvPr/>
            </p:nvSpPr>
            <p:spPr bwMode="ltGray">
              <a:xfrm rot="-6802416">
                <a:off x="99" y="247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01" name="Rectangle 112"/>
              <p:cNvSpPr>
                <a:spLocks noChangeArrowheads="1"/>
              </p:cNvSpPr>
              <p:nvPr/>
            </p:nvSpPr>
            <p:spPr bwMode="ltGray">
              <a:xfrm rot="-6457704">
                <a:off x="130" y="245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02" name="Rectangle 113"/>
              <p:cNvSpPr>
                <a:spLocks noChangeArrowheads="1"/>
              </p:cNvSpPr>
              <p:nvPr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03" name="Rectangle 114"/>
              <p:cNvSpPr>
                <a:spLocks noChangeArrowheads="1"/>
              </p:cNvSpPr>
              <p:nvPr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04" name="Rectangle 115"/>
              <p:cNvSpPr>
                <a:spLocks noChangeArrowheads="1"/>
              </p:cNvSpPr>
              <p:nvPr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05" name="Rectangle 116"/>
              <p:cNvSpPr>
                <a:spLocks noChangeArrowheads="1"/>
              </p:cNvSpPr>
              <p:nvPr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06" name="Rectangle 117"/>
              <p:cNvSpPr>
                <a:spLocks noChangeArrowheads="1"/>
              </p:cNvSpPr>
              <p:nvPr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07" name="Rectangle 118"/>
              <p:cNvSpPr>
                <a:spLocks noChangeArrowheads="1"/>
              </p:cNvSpPr>
              <p:nvPr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08" name="Rectangle 119"/>
              <p:cNvSpPr>
                <a:spLocks noChangeArrowheads="1"/>
              </p:cNvSpPr>
              <p:nvPr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09" name="Rectangle 120"/>
              <p:cNvSpPr>
                <a:spLocks noChangeArrowheads="1"/>
              </p:cNvSpPr>
              <p:nvPr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10" name="Rectangle 121"/>
              <p:cNvSpPr>
                <a:spLocks noChangeArrowheads="1"/>
              </p:cNvSpPr>
              <p:nvPr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11" name="Rectangle 122"/>
              <p:cNvSpPr>
                <a:spLocks noChangeArrowheads="1"/>
              </p:cNvSpPr>
              <p:nvPr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12" name="Rectangle 123"/>
              <p:cNvSpPr>
                <a:spLocks noChangeArrowheads="1"/>
              </p:cNvSpPr>
              <p:nvPr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13" name="Rectangle 124"/>
              <p:cNvSpPr>
                <a:spLocks noChangeArrowheads="1"/>
              </p:cNvSpPr>
              <p:nvPr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14" name="Rectangle 125"/>
              <p:cNvSpPr>
                <a:spLocks noChangeArrowheads="1"/>
              </p:cNvSpPr>
              <p:nvPr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15" name="Rectangle 126"/>
              <p:cNvSpPr>
                <a:spLocks noChangeArrowheads="1"/>
              </p:cNvSpPr>
              <p:nvPr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16" name="Rectangle 127"/>
              <p:cNvSpPr>
                <a:spLocks noChangeArrowheads="1"/>
              </p:cNvSpPr>
              <p:nvPr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17" name="Rectangle 128"/>
              <p:cNvSpPr>
                <a:spLocks noChangeArrowheads="1"/>
              </p:cNvSpPr>
              <p:nvPr/>
            </p:nvSpPr>
            <p:spPr bwMode="ltGray">
              <a:xfrm rot="-3676305">
                <a:off x="718" y="2364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18" name="Rectangle 129"/>
              <p:cNvSpPr>
                <a:spLocks noChangeArrowheads="1"/>
              </p:cNvSpPr>
              <p:nvPr/>
            </p:nvSpPr>
            <p:spPr bwMode="ltGray">
              <a:xfrm rot="-3188616">
                <a:off x="848" y="240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19" name="Rectangle 130"/>
              <p:cNvSpPr>
                <a:spLocks noChangeArrowheads="1"/>
              </p:cNvSpPr>
              <p:nvPr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20" name="Rectangle 131"/>
              <p:cNvSpPr>
                <a:spLocks noChangeArrowheads="1"/>
              </p:cNvSpPr>
              <p:nvPr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21" name="Rectangle 132"/>
              <p:cNvSpPr>
                <a:spLocks noChangeArrowheads="1"/>
              </p:cNvSpPr>
              <p:nvPr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22" name="Rectangle 133"/>
              <p:cNvSpPr>
                <a:spLocks noChangeArrowheads="1"/>
              </p:cNvSpPr>
              <p:nvPr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23" name="Rectangle 134"/>
              <p:cNvSpPr>
                <a:spLocks noChangeArrowheads="1"/>
              </p:cNvSpPr>
              <p:nvPr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24" name="Rectangle 135"/>
              <p:cNvSpPr>
                <a:spLocks noChangeArrowheads="1"/>
              </p:cNvSpPr>
              <p:nvPr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25" name="Rectangle 136"/>
              <p:cNvSpPr>
                <a:spLocks noChangeArrowheads="1"/>
              </p:cNvSpPr>
              <p:nvPr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26" name="Rectangle 137"/>
              <p:cNvSpPr>
                <a:spLocks noChangeArrowheads="1"/>
              </p:cNvSpPr>
              <p:nvPr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27" name="Freeform 138"/>
              <p:cNvSpPr/>
              <p:nvPr/>
            </p:nvSpPr>
            <p:spPr bwMode="ltGray">
              <a:xfrm>
                <a:off x="850" y="3136"/>
                <a:ext cx="204" cy="120"/>
              </a:xfrm>
              <a:custGeom>
                <a:avLst/>
                <a:gdLst/>
                <a:ahLst/>
                <a:cxnLst>
                  <a:cxn ang="0">
                    <a:pos x="168" y="120"/>
                  </a:cxn>
                  <a:cxn ang="0">
                    <a:pos x="204" y="12"/>
                  </a:cxn>
                  <a:cxn ang="0">
                    <a:pos x="42" y="0"/>
                  </a:cxn>
                  <a:cxn ang="0">
                    <a:pos x="0" y="108"/>
                  </a:cxn>
                  <a:cxn ang="0">
                    <a:pos x="30" y="114"/>
                  </a:cxn>
                  <a:cxn ang="0">
                    <a:pos x="60" y="30"/>
                  </a:cxn>
                  <a:cxn ang="0">
                    <a:pos x="102" y="36"/>
                  </a:cxn>
                  <a:cxn ang="0">
                    <a:pos x="78" y="108"/>
                  </a:cxn>
                  <a:cxn ang="0">
                    <a:pos x="102" y="108"/>
                  </a:cxn>
                  <a:cxn ang="0">
                    <a:pos x="132" y="36"/>
                  </a:cxn>
                  <a:cxn ang="0">
                    <a:pos x="162" y="36"/>
                  </a:cxn>
                  <a:cxn ang="0">
                    <a:pos x="138" y="114"/>
                  </a:cxn>
                  <a:cxn ang="0">
                    <a:pos x="168" y="120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28" name="Freeform 139"/>
              <p:cNvSpPr/>
              <p:nvPr/>
            </p:nvSpPr>
            <p:spPr bwMode="ltGray">
              <a:xfrm>
                <a:off x="19" y="2722"/>
                <a:ext cx="90" cy="78"/>
              </a:xfrm>
              <a:custGeom>
                <a:avLst/>
                <a:gdLst/>
                <a:ahLst/>
                <a:cxnLst>
                  <a:cxn ang="0">
                    <a:pos x="66" y="36"/>
                  </a:cxn>
                  <a:cxn ang="0">
                    <a:pos x="66" y="36"/>
                  </a:cxn>
                  <a:cxn ang="0">
                    <a:pos x="18" y="24"/>
                  </a:cxn>
                  <a:cxn ang="0">
                    <a:pos x="0" y="30"/>
                  </a:cxn>
                  <a:cxn ang="0">
                    <a:pos x="36" y="78"/>
                  </a:cxn>
                  <a:cxn ang="0">
                    <a:pos x="48" y="72"/>
                  </a:cxn>
                  <a:cxn ang="0">
                    <a:pos x="24" y="36"/>
                  </a:cxn>
                  <a:cxn ang="0">
                    <a:pos x="24" y="36"/>
                  </a:cxn>
                  <a:cxn ang="0">
                    <a:pos x="72" y="54"/>
                  </a:cxn>
                  <a:cxn ang="0">
                    <a:pos x="90" y="42"/>
                  </a:cxn>
                  <a:cxn ang="0">
                    <a:pos x="54" y="0"/>
                  </a:cxn>
                  <a:cxn ang="0">
                    <a:pos x="42" y="6"/>
                  </a:cxn>
                  <a:cxn ang="0">
                    <a:pos x="66" y="36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29" name="Freeform 140"/>
              <p:cNvSpPr/>
              <p:nvPr/>
            </p:nvSpPr>
            <p:spPr bwMode="ltGray">
              <a:xfrm>
                <a:off x="97" y="2651"/>
                <a:ext cx="101" cy="89"/>
              </a:xfrm>
              <a:custGeom>
                <a:avLst/>
                <a:gdLst/>
                <a:ahLst/>
                <a:cxnLst>
                  <a:cxn ang="0">
                    <a:pos x="54" y="89"/>
                  </a:cxn>
                  <a:cxn ang="0">
                    <a:pos x="65" y="83"/>
                  </a:cxn>
                  <a:cxn ang="0">
                    <a:pos x="48" y="35"/>
                  </a:cxn>
                  <a:cxn ang="0">
                    <a:pos x="89" y="65"/>
                  </a:cxn>
                  <a:cxn ang="0">
                    <a:pos x="101" y="59"/>
                  </a:cxn>
                  <a:cxn ang="0">
                    <a:pos x="83" y="0"/>
                  </a:cxn>
                  <a:cxn ang="0">
                    <a:pos x="71" y="12"/>
                  </a:cxn>
                  <a:cxn ang="0">
                    <a:pos x="83" y="41"/>
                  </a:cxn>
                  <a:cxn ang="0">
                    <a:pos x="48" y="23"/>
                  </a:cxn>
                  <a:cxn ang="0">
                    <a:pos x="36" y="29"/>
                  </a:cxn>
                  <a:cxn ang="0">
                    <a:pos x="45" y="68"/>
                  </a:cxn>
                  <a:cxn ang="0">
                    <a:pos x="18" y="41"/>
                  </a:cxn>
                  <a:cxn ang="0">
                    <a:pos x="0" y="53"/>
                  </a:cxn>
                  <a:cxn ang="0">
                    <a:pos x="54" y="89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30" name="Freeform 141"/>
              <p:cNvSpPr/>
              <p:nvPr/>
            </p:nvSpPr>
            <p:spPr bwMode="ltGray">
              <a:xfrm>
                <a:off x="677" y="3502"/>
                <a:ext cx="83" cy="78"/>
              </a:xfrm>
              <a:custGeom>
                <a:avLst/>
                <a:gdLst/>
                <a:ahLst/>
                <a:cxnLst>
                  <a:cxn ang="0">
                    <a:pos x="36" y="78"/>
                  </a:cxn>
                  <a:cxn ang="0">
                    <a:pos x="83" y="48"/>
                  </a:cxn>
                  <a:cxn ang="0">
                    <a:pos x="54" y="0"/>
                  </a:cxn>
                  <a:cxn ang="0">
                    <a:pos x="0" y="30"/>
                  </a:cxn>
                  <a:cxn ang="0">
                    <a:pos x="6" y="36"/>
                  </a:cxn>
                  <a:cxn ang="0">
                    <a:pos x="42" y="18"/>
                  </a:cxn>
                  <a:cxn ang="0">
                    <a:pos x="54" y="30"/>
                  </a:cxn>
                  <a:cxn ang="0">
                    <a:pos x="24" y="48"/>
                  </a:cxn>
                  <a:cxn ang="0">
                    <a:pos x="30" y="54"/>
                  </a:cxn>
                  <a:cxn ang="0">
                    <a:pos x="60" y="36"/>
                  </a:cxn>
                  <a:cxn ang="0">
                    <a:pos x="66" y="48"/>
                  </a:cxn>
                  <a:cxn ang="0">
                    <a:pos x="30" y="66"/>
                  </a:cxn>
                  <a:cxn ang="0">
                    <a:pos x="36" y="78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31" name="Freeform 142"/>
              <p:cNvSpPr/>
              <p:nvPr/>
            </p:nvSpPr>
            <p:spPr bwMode="ltGray">
              <a:xfrm>
                <a:off x="940" y="2782"/>
                <a:ext cx="90" cy="72"/>
              </a:xfrm>
              <a:custGeom>
                <a:avLst/>
                <a:gdLst/>
                <a:ahLst/>
                <a:cxnLst>
                  <a:cxn ang="0">
                    <a:pos x="90" y="30"/>
                  </a:cxn>
                  <a:cxn ang="0">
                    <a:pos x="66" y="0"/>
                  </a:cxn>
                  <a:cxn ang="0">
                    <a:pos x="0" y="36"/>
                  </a:cxn>
                  <a:cxn ang="0">
                    <a:pos x="24" y="72"/>
                  </a:cxn>
                  <a:cxn ang="0">
                    <a:pos x="36" y="66"/>
                  </a:cxn>
                  <a:cxn ang="0">
                    <a:pos x="18" y="42"/>
                  </a:cxn>
                  <a:cxn ang="0">
                    <a:pos x="36" y="30"/>
                  </a:cxn>
                  <a:cxn ang="0">
                    <a:pos x="54" y="54"/>
                  </a:cxn>
                  <a:cxn ang="0">
                    <a:pos x="60" y="48"/>
                  </a:cxn>
                  <a:cxn ang="0">
                    <a:pos x="48" y="24"/>
                  </a:cxn>
                  <a:cxn ang="0">
                    <a:pos x="60" y="12"/>
                  </a:cxn>
                  <a:cxn ang="0">
                    <a:pos x="78" y="42"/>
                  </a:cxn>
                  <a:cxn ang="0">
                    <a:pos x="90" y="30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32" name="Freeform 143"/>
              <p:cNvSpPr/>
              <p:nvPr/>
            </p:nvSpPr>
            <p:spPr bwMode="ltGray">
              <a:xfrm>
                <a:off x="898" y="2716"/>
                <a:ext cx="90" cy="84"/>
              </a:xfrm>
              <a:custGeom>
                <a:avLst/>
                <a:gdLst/>
                <a:ahLst/>
                <a:cxnLst>
                  <a:cxn ang="0">
                    <a:pos x="42" y="60"/>
                  </a:cxn>
                  <a:cxn ang="0">
                    <a:pos x="42" y="60"/>
                  </a:cxn>
                  <a:cxn ang="0">
                    <a:pos x="72" y="12"/>
                  </a:cxn>
                  <a:cxn ang="0">
                    <a:pos x="66" y="0"/>
                  </a:cxn>
                  <a:cxn ang="0">
                    <a:pos x="0" y="42"/>
                  </a:cxn>
                  <a:cxn ang="0">
                    <a:pos x="6" y="54"/>
                  </a:cxn>
                  <a:cxn ang="0">
                    <a:pos x="54" y="24"/>
                  </a:cxn>
                  <a:cxn ang="0">
                    <a:pos x="54" y="24"/>
                  </a:cxn>
                  <a:cxn ang="0">
                    <a:pos x="18" y="72"/>
                  </a:cxn>
                  <a:cxn ang="0">
                    <a:pos x="24" y="84"/>
                  </a:cxn>
                  <a:cxn ang="0">
                    <a:pos x="90" y="42"/>
                  </a:cxn>
                  <a:cxn ang="0">
                    <a:pos x="84" y="30"/>
                  </a:cxn>
                  <a:cxn ang="0">
                    <a:pos x="42" y="60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33" name="Freeform 144"/>
              <p:cNvSpPr/>
              <p:nvPr/>
            </p:nvSpPr>
            <p:spPr bwMode="ltGray">
              <a:xfrm>
                <a:off x="7" y="3837"/>
                <a:ext cx="6" cy="12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34" name="Freeform 145"/>
              <p:cNvSpPr/>
              <p:nvPr/>
            </p:nvSpPr>
            <p:spPr bwMode="ltGray">
              <a:xfrm>
                <a:off x="7" y="2555"/>
                <a:ext cx="30" cy="48"/>
              </a:xfrm>
              <a:custGeom>
                <a:avLst/>
                <a:gdLst/>
                <a:ahLst/>
                <a:cxnLst>
                  <a:cxn ang="0">
                    <a:pos x="18" y="48"/>
                  </a:cxn>
                  <a:cxn ang="0">
                    <a:pos x="18" y="48"/>
                  </a:cxn>
                  <a:cxn ang="0">
                    <a:pos x="30" y="42"/>
                  </a:cxn>
                  <a:cxn ang="0">
                    <a:pos x="0" y="0"/>
                  </a:cxn>
                  <a:cxn ang="0">
                    <a:pos x="0" y="24"/>
                  </a:cxn>
                  <a:cxn ang="0">
                    <a:pos x="18" y="48"/>
                  </a:cxn>
                  <a:cxn ang="0">
                    <a:pos x="18" y="48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35" name="Freeform 146"/>
              <p:cNvSpPr/>
              <p:nvPr/>
            </p:nvSpPr>
            <p:spPr bwMode="ltGray">
              <a:xfrm>
                <a:off x="7" y="3843"/>
                <a:ext cx="36" cy="66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24" y="0"/>
                  </a:cxn>
                  <a:cxn ang="0">
                    <a:pos x="24" y="0"/>
                  </a:cxn>
                  <a:cxn ang="0">
                    <a:pos x="0" y="36"/>
                  </a:cxn>
                  <a:cxn ang="0">
                    <a:pos x="0" y="66"/>
                  </a:cxn>
                  <a:cxn ang="0">
                    <a:pos x="36" y="0"/>
                  </a:cxn>
                  <a:cxn ang="0">
                    <a:pos x="36" y="0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36" name="Rectangle 147"/>
              <p:cNvSpPr>
                <a:spLocks noChangeArrowheads="1"/>
              </p:cNvSpPr>
              <p:nvPr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37" name="Rectangle 148"/>
              <p:cNvSpPr>
                <a:spLocks noChangeArrowheads="1"/>
              </p:cNvSpPr>
              <p:nvPr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38" name="Freeform 149"/>
              <p:cNvSpPr/>
              <p:nvPr/>
            </p:nvSpPr>
            <p:spPr bwMode="ltGray">
              <a:xfrm>
                <a:off x="139" y="3573"/>
                <a:ext cx="144" cy="154"/>
              </a:xfrm>
              <a:custGeom>
                <a:avLst/>
                <a:gdLst/>
                <a:ahLst/>
                <a:cxnLst>
                  <a:cxn ang="0">
                    <a:pos x="0" y="102"/>
                  </a:cxn>
                  <a:cxn ang="0">
                    <a:pos x="59" y="154"/>
                  </a:cxn>
                  <a:cxn ang="0">
                    <a:pos x="117" y="120"/>
                  </a:cxn>
                  <a:cxn ang="0">
                    <a:pos x="62" y="55"/>
                  </a:cxn>
                  <a:cxn ang="0">
                    <a:pos x="104" y="34"/>
                  </a:cxn>
                  <a:cxn ang="0">
                    <a:pos x="117" y="53"/>
                  </a:cxn>
                  <a:cxn ang="0">
                    <a:pos x="141" y="47"/>
                  </a:cxn>
                  <a:cxn ang="0">
                    <a:pos x="97" y="2"/>
                  </a:cxn>
                  <a:cxn ang="0">
                    <a:pos x="36" y="33"/>
                  </a:cxn>
                  <a:cxn ang="0">
                    <a:pos x="90" y="107"/>
                  </a:cxn>
                  <a:cxn ang="0">
                    <a:pos x="28" y="101"/>
                  </a:cxn>
                  <a:cxn ang="0">
                    <a:pos x="0" y="102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39" name="Freeform 150"/>
              <p:cNvSpPr/>
              <p:nvPr/>
            </p:nvSpPr>
            <p:spPr bwMode="ltGray">
              <a:xfrm rot="-2857037">
                <a:off x="598" y="3529"/>
                <a:ext cx="68" cy="69"/>
              </a:xfrm>
              <a:custGeom>
                <a:avLst/>
                <a:gdLst/>
                <a:ahLst/>
                <a:cxnLst>
                  <a:cxn ang="0">
                    <a:pos x="0" y="102"/>
                  </a:cxn>
                  <a:cxn ang="0">
                    <a:pos x="59" y="154"/>
                  </a:cxn>
                  <a:cxn ang="0">
                    <a:pos x="117" y="120"/>
                  </a:cxn>
                  <a:cxn ang="0">
                    <a:pos x="62" y="55"/>
                  </a:cxn>
                  <a:cxn ang="0">
                    <a:pos x="104" y="34"/>
                  </a:cxn>
                  <a:cxn ang="0">
                    <a:pos x="117" y="53"/>
                  </a:cxn>
                  <a:cxn ang="0">
                    <a:pos x="141" y="47"/>
                  </a:cxn>
                  <a:cxn ang="0">
                    <a:pos x="97" y="2"/>
                  </a:cxn>
                  <a:cxn ang="0">
                    <a:pos x="36" y="33"/>
                  </a:cxn>
                  <a:cxn ang="0">
                    <a:pos x="90" y="107"/>
                  </a:cxn>
                  <a:cxn ang="0">
                    <a:pos x="28" y="101"/>
                  </a:cxn>
                  <a:cxn ang="0">
                    <a:pos x="0" y="102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40" name="Freeform 151"/>
              <p:cNvSpPr/>
              <p:nvPr/>
            </p:nvSpPr>
            <p:spPr bwMode="ltGray">
              <a:xfrm>
                <a:off x="235" y="2503"/>
                <a:ext cx="348" cy="12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7" y="582"/>
                  </a:cxn>
                  <a:cxn ang="0">
                    <a:pos x="348" y="1272"/>
                  </a:cxn>
                  <a:cxn ang="0">
                    <a:pos x="54" y="676"/>
                  </a:cxn>
                  <a:cxn ang="0">
                    <a:pos x="0" y="0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141" name="Oval 152"/>
              <p:cNvSpPr>
                <a:spLocks noChangeArrowheads="1"/>
              </p:cNvSpPr>
              <p:nvPr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</p:grpSp>
      </p:grpSp>
      <p:sp>
        <p:nvSpPr>
          <p:cNvPr id="2021529" name="Rectangle 153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021530" name="Rectangle 15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55" name="Rectangle 155"/>
          <p:cNvSpPr>
            <a:spLocks noGrp="1" noChangeArrowheads="1"/>
          </p:cNvSpPr>
          <p:nvPr>
            <p:ph type="dt" sz="quarter" idx="10"/>
          </p:nvPr>
        </p:nvSpPr>
        <p:spPr>
          <a:xfrm>
            <a:off x="3048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10B357A1-5B7F-42E8-89B3-7A4C85FADD5A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156" name="Rectangle 15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7" name="Rectangle 15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</a:defRPr>
            </a:lvl1pPr>
          </a:lstStyle>
          <a:p>
            <a:fld id="{2E825AE7-BBA9-43E7-B487-6668612C3D5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7967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7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91BA12-C2A8-4F60-A823-5FE34B5B801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5" name="Rectangle 117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8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0EB3F8-3E5C-416E-AB75-C9CF77FB6E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186794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7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91BA12-C2A8-4F60-A823-5FE34B5B801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5" name="Rectangle 117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8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8CF8F4-0BD5-4422-B78C-00AAEDE6CEC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866837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7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91BA12-C2A8-4F60-A823-5FE34B5B801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6" name="Rectangle 117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8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DD3802-6429-4078-BAD1-221845570C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131177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7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91BA12-C2A8-4F60-A823-5FE34B5B801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8" name="Rectangle 117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18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3A1378-E3DA-4B8A-812B-904B5D5365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553743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7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91BA12-C2A8-4F60-A823-5FE34B5B801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4" name="Rectangle 117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8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EF1594-5F04-4046-9A94-734A76239F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90791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7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91BA12-C2A8-4F60-A823-5FE34B5B801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3" name="Rectangle 117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18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9AAEA1-8369-4799-BC93-A421E65495D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271080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7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91BA12-C2A8-4F60-A823-5FE34B5B801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6" name="Rectangle 117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8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51D227-A82B-459A-84DF-AAD3A220233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038978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7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91BA12-C2A8-4F60-A823-5FE34B5B801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6" name="Rectangle 117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8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A42B67-E545-483E-9646-B565570D5D5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510865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7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91BA12-C2A8-4F60-A823-5FE34B5B801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5" name="Rectangle 117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8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58E589-06E9-4A6D-A54E-18C16E8A50F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390494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7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91BA12-C2A8-4F60-A823-5FE34B5B801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5" name="Rectangle 117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8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C01EA1-CFFE-498F-A0E1-CA790565243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47351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ffectLst/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sp>
        <p:nvSpPr>
          <p:cNvPr id="2186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186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DF77DD-3F9A-47C7-BD22-35FC7D8D265F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9D0B3E-72CB-4E05-9E0E-3E4B9BB45A3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797328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76A02A-6DCB-432E-BA12-44B41E4DE5F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8162B3-7C5D-49EB-8A67-875A944F10A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748982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76A02A-6DCB-432E-BA12-44B41E4DE5F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50A3F-B55B-4983-8E8E-AF30898217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760722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76A02A-6DCB-432E-BA12-44B41E4DE5F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68B3BD-6C61-487A-A37A-944F74CD867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50199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76A02A-6DCB-432E-BA12-44B41E4DE5F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78DDE5-90CF-432F-BCC8-B97A41A215E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615522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76A02A-6DCB-432E-BA12-44B41E4DE5F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7A26AD-1BAA-492B-9C4B-5B65A6D5E2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446996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76A02A-6DCB-432E-BA12-44B41E4DE5F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1FF6FD-09C1-4810-BFCD-101233F01F1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815283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76A02A-6DCB-432E-BA12-44B41E4DE5F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A47B13-5024-4863-BAC0-BE67AF42364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719783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76A02A-6DCB-432E-BA12-44B41E4DE5F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7B1BAE-36CD-4731-9456-614796C2E4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712447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76A02A-6DCB-432E-BA12-44B41E4DE5F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41EA0A-E2E0-4ADE-AF9D-0724293CFCA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135786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76A02A-6DCB-432E-BA12-44B41E4DE5F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C5D7CD-3E76-4733-A8EF-CC90582CD64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880986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1888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81463"/>
            <a:ext cx="1131888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6888"/>
            <a:ext cx="914400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5363"/>
            <a:ext cx="914400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0"/>
            <a:ext cx="1123950" cy="1192213"/>
          </a:xfrm>
          <a:prstGeom prst="rect">
            <a:avLst/>
          </a:prstGeom>
          <a:solidFill>
            <a:srgbClr val="BB97C8"/>
          </a:solidFill>
          <a:ln w="0">
            <a:noFill/>
            <a:miter lim="800000"/>
          </a:ln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pic>
        <p:nvPicPr>
          <p:cNvPr id="10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00138" cy="11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1" descr="CB0259_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lum bright="18000" contrast="-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225" y="1990725"/>
            <a:ext cx="808038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0466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371600" y="2971800"/>
            <a:ext cx="7239000" cy="990600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lang="ko-KR" altLang="en-US" noProof="1"/>
              <a:t>마스터 제목 스타일 편집</a:t>
            </a:r>
          </a:p>
        </p:txBody>
      </p:sp>
      <p:sp>
        <p:nvSpPr>
          <p:cNvPr id="83046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71600" y="3962400"/>
            <a:ext cx="7229475" cy="685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0"/>
              </a:spcBef>
              <a:buFontTx/>
              <a:buNone/>
              <a:defRPr sz="3200">
                <a:solidFill>
                  <a:srgbClr val="4A5C30"/>
                </a:solidFill>
              </a:defRPr>
            </a:lvl1pPr>
          </a:lstStyle>
          <a:p>
            <a:r>
              <a:rPr lang="ko-KR" altLang="en-US" noProof="1"/>
              <a:t>마스터 부제목 스타일 편집</a:t>
            </a:r>
          </a:p>
        </p:txBody>
      </p:sp>
      <p:sp>
        <p:nvSpPr>
          <p:cNvPr id="12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31888" y="628491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17A81-4B41-4C1C-9769-9375CCD7111C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248025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77025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FBAB8FD-6956-4B5E-88F6-270E1C4ECA9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44736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55DFD7-E5F4-4982-AEFC-0F890B4D1AB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85593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F90E2A-E302-439D-AC2D-64BCBC3C40C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36705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388" y="1143000"/>
            <a:ext cx="3706812" cy="4302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35600" y="1143000"/>
            <a:ext cx="3708400" cy="4302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A08A82-F5DC-4993-9AD6-46A805138DB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18027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13952A-019E-4846-B670-8FFA6C2015E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0312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93BD8D-5641-49F9-8A6A-94692952209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46556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D7380A-B123-471D-8896-13E8FEDE28A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307732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DF4974-61D5-4B51-8D0B-50A67D5F866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24078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615704-5F80-4BFC-B885-CB0CC2503D5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62052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7B68F1-DC10-428E-A7CC-93FB15A884C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333768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53288" y="285750"/>
            <a:ext cx="1890712" cy="51593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76388" y="285750"/>
            <a:ext cx="5524500" cy="51593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4AC7F1-11DE-419B-B456-E7333DFA31E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11691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2738" y="285750"/>
            <a:ext cx="7561262" cy="85725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76388" y="1143000"/>
            <a:ext cx="7567612" cy="43021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D68062-0A4C-461F-B1F1-29814F6EE09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87299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76388" y="285750"/>
            <a:ext cx="7567612" cy="51593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78769C-2AF5-4020-8BA7-7CEC4314EEE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50185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2738" y="285750"/>
            <a:ext cx="7561262" cy="85725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388" y="1143000"/>
            <a:ext cx="3706812" cy="43021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435600" y="1143000"/>
            <a:ext cx="3708400" cy="20748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435600" y="3370263"/>
            <a:ext cx="3708400" cy="20748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859265-1E2E-4408-8CB0-5AB54E1D6A6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90148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2738" y="285750"/>
            <a:ext cx="7561262" cy="85725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388" y="1143000"/>
            <a:ext cx="3706812" cy="43021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35600" y="1143000"/>
            <a:ext cx="3708400" cy="43021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18E946-435F-4615-A3FD-2088E7B4369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80284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1888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81463"/>
            <a:ext cx="1131888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6888"/>
            <a:ext cx="914400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5363"/>
            <a:ext cx="9144000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0" y="0"/>
            <a:ext cx="1123950" cy="1192213"/>
          </a:xfrm>
          <a:prstGeom prst="rect">
            <a:avLst/>
          </a:prstGeom>
          <a:solidFill>
            <a:srgbClr val="BB97C8"/>
          </a:solidFill>
          <a:ln w="0">
            <a:noFill/>
            <a:miter lim="800000"/>
          </a:ln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pic>
        <p:nvPicPr>
          <p:cNvPr id="10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00138" cy="11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1" descr="CB0259_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lum bright="18000" contrast="-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225" y="1990725"/>
            <a:ext cx="808038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0466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371600" y="2971800"/>
            <a:ext cx="7239000" cy="990600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lang="ko-KR" altLang="en-US" noProof="1"/>
              <a:t>마스터 제목 스타일 편집</a:t>
            </a:r>
          </a:p>
        </p:txBody>
      </p:sp>
      <p:sp>
        <p:nvSpPr>
          <p:cNvPr id="83046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71600" y="3962400"/>
            <a:ext cx="7229475" cy="685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0"/>
              </a:spcBef>
              <a:buFontTx/>
              <a:buNone/>
              <a:defRPr sz="3200">
                <a:solidFill>
                  <a:srgbClr val="4A5C30"/>
                </a:solidFill>
              </a:defRPr>
            </a:lvl1pPr>
          </a:lstStyle>
          <a:p>
            <a:r>
              <a:rPr lang="ko-KR" altLang="en-US" noProof="1"/>
              <a:t>마스터 부제목 스타일 편집</a:t>
            </a:r>
          </a:p>
        </p:txBody>
      </p:sp>
      <p:sp>
        <p:nvSpPr>
          <p:cNvPr id="12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31888" y="628491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17A81-4B41-4C1C-9769-9375CCD7111C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248025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77025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2B3D51C-0F09-4F32-B794-113BAE4ECE5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2186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F6DC07-74ED-46AB-BC12-79D48E3C897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030045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0B202E-E805-453F-A7AC-9BAAE8E51DB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095554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388" y="1143000"/>
            <a:ext cx="3706812" cy="4302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35600" y="1143000"/>
            <a:ext cx="3708400" cy="4302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5AA06F-DCBB-47F0-BE1B-8DA7F5B36A5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26533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14ABB9-1C1E-466B-8793-6EB395C5334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94071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73BF7B-6696-4F97-B2BC-4D9E69313C1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22078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703B6-27B4-4A05-BFEE-875CE8E2D9E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50793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90807E-72AB-4C35-AEFF-0DFE931B065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5321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A1259C-80D7-419F-B9C6-BD2F89BE34D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50235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B3948F-04D6-42E9-8994-FA45D27FE0C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54539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53288" y="285750"/>
            <a:ext cx="1890712" cy="51593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76388" y="285750"/>
            <a:ext cx="5524500" cy="51593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81CBED-133F-48E3-9387-B0407409E95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02357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2738" y="285750"/>
            <a:ext cx="7561262" cy="85725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76388" y="1143000"/>
            <a:ext cx="7567612" cy="43021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03FC26-9D05-48BA-A30B-A3F3EBE2598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54634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76388" y="285750"/>
            <a:ext cx="7567612" cy="51593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DCC8E9-2EA9-4D69-AD74-E13046CC001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622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2738" y="285750"/>
            <a:ext cx="7561262" cy="85725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388" y="1143000"/>
            <a:ext cx="3706812" cy="43021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435600" y="1143000"/>
            <a:ext cx="3708400" cy="20748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435600" y="3370263"/>
            <a:ext cx="3708400" cy="20748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51BDE7-406B-4504-8E66-3FEF3F0F1C1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84529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2738" y="285750"/>
            <a:ext cx="7561262" cy="85725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388" y="1143000"/>
            <a:ext cx="3706812" cy="43021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35600" y="1143000"/>
            <a:ext cx="3708400" cy="43021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0C1E54-EC4C-46CF-93B6-06281FAF333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14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7.jpe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image" Target="../media/image10.gif"/><Relationship Id="rId2" Type="http://schemas.openxmlformats.org/officeDocument/2006/relationships/slideLayout" Target="../slideLayouts/slideLayout37.xml"/><Relationship Id="rId16" Type="http://schemas.openxmlformats.org/officeDocument/2006/relationships/image" Target="../media/image9.jpe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image" Target="../media/image12.jpeg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image" Target="../media/image13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image" Target="../media/image17.png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image" Target="../media/image16.png"/><Relationship Id="rId2" Type="http://schemas.openxmlformats.org/officeDocument/2006/relationships/slideLayout" Target="../slideLayouts/slideLayout62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19" Type="http://schemas.openxmlformats.org/officeDocument/2006/relationships/image" Target="../media/image18.emf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image" Target="../media/image16.png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25.emf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image" Target="../media/image17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4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9.xml"/><Relationship Id="rId1" Type="http://schemas.openxmlformats.org/officeDocument/2006/relationships/slideLayout" Target="../slideLayouts/slideLayout98.xml"/><Relationship Id="rId6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6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21.xml"/><Relationship Id="rId18" Type="http://schemas.openxmlformats.org/officeDocument/2006/relationships/image" Target="../media/image17.png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17" Type="http://schemas.openxmlformats.org/officeDocument/2006/relationships/image" Target="../media/image16.png"/><Relationship Id="rId2" Type="http://schemas.openxmlformats.org/officeDocument/2006/relationships/slideLayout" Target="../slideLayouts/slideLayout110.xml"/><Relationship Id="rId16" Type="http://schemas.openxmlformats.org/officeDocument/2006/relationships/theme" Target="../theme/theme10.xml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5" Type="http://schemas.openxmlformats.org/officeDocument/2006/relationships/slideLayout" Target="../slideLayouts/slideLayout123.xml"/><Relationship Id="rId10" Type="http://schemas.openxmlformats.org/officeDocument/2006/relationships/slideLayout" Target="../slideLayouts/slideLayout118.xml"/><Relationship Id="rId19" Type="http://schemas.openxmlformats.org/officeDocument/2006/relationships/image" Target="../media/image18.emf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22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6.xml"/><Relationship Id="rId18" Type="http://schemas.openxmlformats.org/officeDocument/2006/relationships/image" Target="../media/image17.png"/><Relationship Id="rId3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5.xml"/><Relationship Id="rId17" Type="http://schemas.openxmlformats.org/officeDocument/2006/relationships/image" Target="../media/image16.png"/><Relationship Id="rId2" Type="http://schemas.openxmlformats.org/officeDocument/2006/relationships/slideLayout" Target="../slideLayouts/slideLayout125.xml"/><Relationship Id="rId16" Type="http://schemas.openxmlformats.org/officeDocument/2006/relationships/theme" Target="../theme/theme11.xml"/><Relationship Id="rId1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28.xml"/><Relationship Id="rId15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133.xml"/><Relationship Id="rId19" Type="http://schemas.openxmlformats.org/officeDocument/2006/relationships/image" Target="../media/image18.emf"/><Relationship Id="rId4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일반 copy1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7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>
            <a:noFill/>
          </a:ln>
          <a:effectLst>
            <a:outerShdw dist="28398" dir="3806097" algn="ctr" rotWithShape="0">
              <a:srgbClr val="A9D52D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98500" y="1371600"/>
            <a:ext cx="7772400" cy="387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latinLnBrk="1">
              <a:spcBef>
                <a:spcPct val="0"/>
              </a:spcBef>
              <a:buClrTx/>
              <a:buSzTx/>
              <a:buFontTx/>
              <a:buNone/>
              <a:defRPr kumimoji="1" sz="14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>
              <a:defRPr/>
            </a:pPr>
            <a:fld id="{43B58A51-F6F3-4D48-87B7-131AE4DA398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latinLnBrk="1">
              <a:spcBef>
                <a:spcPct val="0"/>
              </a:spcBef>
              <a:buClrTx/>
              <a:buSzTx/>
              <a:buFontTx/>
              <a:buNone/>
              <a:defRPr kumimoji="1" sz="140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89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latinLnBrk="1">
              <a:spcBef>
                <a:spcPct val="0"/>
              </a:spcBef>
              <a:buClrTx/>
              <a:buFont typeface="Arial" panose="020B0604020202020204" pitchFamily="34" charset="0"/>
              <a:buNone/>
              <a:defRPr sz="1400" noProof="1" dirty="0">
                <a:solidFill>
                  <a:schemeClr val="tx1"/>
                </a:solidFill>
                <a:latin typeface="-머리정체M" pitchFamily="18" charset="-127"/>
                <a:ea typeface="-머리정체M" pitchFamily="18" charset="-127"/>
              </a:defRPr>
            </a:lvl1pPr>
          </a:lstStyle>
          <a:p>
            <a:fld id="{BAA627BC-6F4B-4191-9A93-00C72DE1D6D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3915" r:id="rId2"/>
    <p:sldLayoutId id="2147483914" r:id="rId3"/>
    <p:sldLayoutId id="2147483913" r:id="rId4"/>
    <p:sldLayoutId id="2147483912" r:id="rId5"/>
    <p:sldLayoutId id="2147483911" r:id="rId6"/>
    <p:sldLayoutId id="2147483910" r:id="rId7"/>
    <p:sldLayoutId id="2147483909" r:id="rId8"/>
    <p:sldLayoutId id="2147483908" r:id="rId9"/>
    <p:sldLayoutId id="2147483907" r:id="rId10"/>
    <p:sldLayoutId id="2147483906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rgbClr val="0033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rgbClr val="003300"/>
          </a:solidFill>
          <a:latin typeface="-머리정체M" pitchFamily="18" charset="-127"/>
          <a:ea typeface="-머리정체M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rgbClr val="003300"/>
          </a:solidFill>
          <a:latin typeface="-머리정체M" pitchFamily="18" charset="-127"/>
          <a:ea typeface="-머리정체M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rgbClr val="003300"/>
          </a:solidFill>
          <a:latin typeface="-머리정체M" pitchFamily="18" charset="-127"/>
          <a:ea typeface="-머리정체M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rgbClr val="003300"/>
          </a:solidFill>
          <a:latin typeface="-머리정체M" pitchFamily="18" charset="-127"/>
          <a:ea typeface="-머리정체M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3200">
          <a:solidFill>
            <a:srgbClr val="003300"/>
          </a:solidFill>
          <a:latin typeface="-머리정체M" pitchFamily="18" charset="-127"/>
          <a:ea typeface="-머리정체M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3200">
          <a:solidFill>
            <a:srgbClr val="003300"/>
          </a:solidFill>
          <a:latin typeface="-머리정체M" pitchFamily="18" charset="-127"/>
          <a:ea typeface="-머리정체M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3200">
          <a:solidFill>
            <a:srgbClr val="003300"/>
          </a:solidFill>
          <a:latin typeface="-머리정체M" pitchFamily="18" charset="-127"/>
          <a:ea typeface="-머리정체M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3200">
          <a:solidFill>
            <a:srgbClr val="003300"/>
          </a:solidFill>
          <a:latin typeface="-머리정체M" pitchFamily="18" charset="-127"/>
          <a:ea typeface="-머리정체M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sz="2200">
          <a:solidFill>
            <a:srgbClr val="003300"/>
          </a:solidFill>
          <a:latin typeface="+mn-lt"/>
          <a:ea typeface="+mn-ea"/>
          <a:cs typeface="-윤고딕140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•"/>
        <a:defRPr sz="2000">
          <a:solidFill>
            <a:srgbClr val="003300"/>
          </a:solidFill>
          <a:latin typeface="+mn-lt"/>
          <a:ea typeface="+mn-ea"/>
          <a:cs typeface="-윤고딕140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sz="2000">
          <a:solidFill>
            <a:srgbClr val="003300"/>
          </a:solidFill>
          <a:latin typeface="+mn-lt"/>
          <a:ea typeface="+mn-ea"/>
          <a:cs typeface="-윤고딕140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sz="1600">
          <a:solidFill>
            <a:srgbClr val="003300"/>
          </a:solidFill>
          <a:latin typeface="+mn-lt"/>
          <a:ea typeface="+mn-ea"/>
          <a:cs typeface="-윤고딕140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sz="1400">
          <a:solidFill>
            <a:srgbClr val="003300"/>
          </a:solidFill>
          <a:latin typeface="+mn-lt"/>
          <a:ea typeface="+mn-ea"/>
          <a:cs typeface="-윤고딕140" charset="0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•"/>
        <a:defRPr kumimoji="1" sz="1400">
          <a:solidFill>
            <a:srgbClr val="003300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•"/>
        <a:defRPr kumimoji="1" sz="1400">
          <a:solidFill>
            <a:srgbClr val="003300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•"/>
        <a:defRPr kumimoji="1" sz="1400">
          <a:solidFill>
            <a:srgbClr val="003300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•"/>
        <a:defRPr kumimoji="1" sz="1400">
          <a:solidFill>
            <a:srgbClr val="0033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bl10_1_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 descr="nbl10_1_2_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9144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Rectangle 4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703263" y="152400"/>
            <a:ext cx="7772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703263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2016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latinLnBrk="1">
              <a:spcBef>
                <a:spcPct val="0"/>
              </a:spcBef>
              <a:buClrTx/>
              <a:buSzTx/>
              <a:buFontTx/>
              <a:buNone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0D56FA0-4C5C-4D32-840C-81A6D28492A1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22016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latinLnBrk="1">
              <a:spcBef>
                <a:spcPct val="0"/>
              </a:spcBef>
              <a:buClrTx/>
              <a:buSzTx/>
              <a:buFontTx/>
              <a:buNone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2016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latinLnBrk="1">
              <a:spcBef>
                <a:spcPct val="0"/>
              </a:spcBef>
              <a:buClrTx/>
              <a:buFont typeface="Arial" panose="020B0604020202020204" pitchFamily="34" charset="0"/>
              <a:buNone/>
              <a:defRPr sz="1400" noProof="1" dirty="0">
                <a:solidFill>
                  <a:schemeClr val="tx1"/>
                </a:solidFill>
                <a:latin typeface="-소망M" pitchFamily="18" charset="-127"/>
                <a:ea typeface="-소망M" pitchFamily="18" charset="-127"/>
              </a:defRPr>
            </a:lvl1pPr>
          </a:lstStyle>
          <a:p>
            <a:fld id="{FE7B2BAA-65E1-4255-8998-D9D94109F56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3925" r:id="rId2"/>
    <p:sldLayoutId id="2147483924" r:id="rId3"/>
    <p:sldLayoutId id="2147483923" r:id="rId4"/>
    <p:sldLayoutId id="2147483922" r:id="rId5"/>
    <p:sldLayoutId id="2147483921" r:id="rId6"/>
    <p:sldLayoutId id="2147483920" r:id="rId7"/>
    <p:sldLayoutId id="2147483919" r:id="rId8"/>
    <p:sldLayoutId id="2147483918" r:id="rId9"/>
    <p:sldLayoutId id="2147483917" r:id="rId10"/>
    <p:sldLayoutId id="2147483916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-소망B" pitchFamily="18" charset="-127"/>
          <a:ea typeface="-소망B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-소망B" pitchFamily="18" charset="-127"/>
          <a:ea typeface="-소망B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-소망B" pitchFamily="18" charset="-127"/>
          <a:ea typeface="-소망B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-소망B" pitchFamily="18" charset="-127"/>
          <a:ea typeface="-소망B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>
          <a:solidFill>
            <a:srgbClr val="000066"/>
          </a:solidFill>
          <a:latin typeface="-소망B" pitchFamily="18" charset="-127"/>
          <a:ea typeface="-소망B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>
          <a:solidFill>
            <a:srgbClr val="000066"/>
          </a:solidFill>
          <a:latin typeface="-소망B" pitchFamily="18" charset="-127"/>
          <a:ea typeface="-소망B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>
          <a:solidFill>
            <a:srgbClr val="000066"/>
          </a:solidFill>
          <a:latin typeface="-소망B" pitchFamily="18" charset="-127"/>
          <a:ea typeface="-소망B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>
          <a:solidFill>
            <a:srgbClr val="000066"/>
          </a:solidFill>
          <a:latin typeface="-소망B" pitchFamily="18" charset="-127"/>
          <a:ea typeface="-소망B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Rot="1" noChangeArrowheads="1"/>
          </p:cNvSpPr>
          <p:nvPr>
            <p:ph type="title" idx="4294967295"/>
          </p:nvPr>
        </p:nvSpPr>
        <p:spPr bwMode="auto">
          <a:xfrm>
            <a:off x="301625" y="6096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3"/>
          <p:cNvSpPr>
            <a:spLocks noGrp="1" noRot="1" noChangeArrowheads="1"/>
          </p:cNvSpPr>
          <p:nvPr>
            <p:ph type="body" idx="4294967295"/>
          </p:nvPr>
        </p:nvSpPr>
        <p:spPr bwMode="auto">
          <a:xfrm>
            <a:off x="301625" y="1905000"/>
            <a:ext cx="8540750" cy="419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64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597C7DF-7F65-4AAE-B6B3-9FB78A96F0F8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2764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4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Font typeface="Arial" panose="020B0604020202020204" pitchFamily="34" charset="0"/>
              <a:buNone/>
              <a:defRPr sz="1400" noProof="1" dirty="0">
                <a:solidFill>
                  <a:schemeClr val="tx1"/>
                </a:solidFill>
              </a:defRPr>
            </a:lvl1pPr>
          </a:lstStyle>
          <a:p>
            <a:fld id="{EF6931D5-D11E-4606-90EC-E0FD31512D9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3937" r:id="rId2"/>
    <p:sldLayoutId id="2147483936" r:id="rId3"/>
    <p:sldLayoutId id="2147483935" r:id="rId4"/>
    <p:sldLayoutId id="2147483934" r:id="rId5"/>
    <p:sldLayoutId id="2147483933" r:id="rId6"/>
    <p:sldLayoutId id="2147483932" r:id="rId7"/>
    <p:sldLayoutId id="2147483931" r:id="rId8"/>
    <p:sldLayoutId id="2147483930" r:id="rId9"/>
    <p:sldLayoutId id="2147483929" r:id="rId10"/>
    <p:sldLayoutId id="2147483928" r:id="rId11"/>
    <p:sldLayoutId id="2147483927" r:id="rId12"/>
    <p:sldLayoutId id="2147483926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9875" cy="686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 descr="CBA02_1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04800"/>
            <a:ext cx="5334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Rectangle 4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19200" y="304800"/>
            <a:ext cx="7620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219200" y="1295400"/>
            <a:ext cx="76200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379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latinLnBrk="1">
              <a:spcBef>
                <a:spcPct val="0"/>
              </a:spcBef>
              <a:buClrTx/>
              <a:buSzTx/>
              <a:buFontTx/>
              <a:buNone/>
              <a:defRPr kumimoji="1" sz="1400">
                <a:solidFill>
                  <a:srgbClr val="5E5D2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DDBE279-5C5B-49CD-89D6-6F52DD4B45B3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3379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latinLnBrk="1">
              <a:spcBef>
                <a:spcPct val="0"/>
              </a:spcBef>
              <a:buClrTx/>
              <a:buSzTx/>
              <a:buFontTx/>
              <a:buNone/>
              <a:defRPr kumimoji="1" sz="1400">
                <a:solidFill>
                  <a:srgbClr val="5E5D2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379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latinLnBrk="1">
              <a:spcBef>
                <a:spcPct val="0"/>
              </a:spcBef>
              <a:buClrTx/>
              <a:buFont typeface="Arial" panose="020B0604020202020204" pitchFamily="34" charset="0"/>
              <a:buNone/>
              <a:defRPr sz="1400" noProof="1" dirty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defRPr>
            </a:lvl1pPr>
          </a:lstStyle>
          <a:p>
            <a:fld id="{BFEA237E-AC49-4E71-BC5E-408CB232E956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3950" r:id="rId2"/>
    <p:sldLayoutId id="2147483949" r:id="rId3"/>
    <p:sldLayoutId id="2147483948" r:id="rId4"/>
    <p:sldLayoutId id="2147483947" r:id="rId5"/>
    <p:sldLayoutId id="2147483946" r:id="rId6"/>
    <p:sldLayoutId id="2147483945" r:id="rId7"/>
    <p:sldLayoutId id="2147483944" r:id="rId8"/>
    <p:sldLayoutId id="2147483943" r:id="rId9"/>
    <p:sldLayoutId id="2147483942" r:id="rId10"/>
    <p:sldLayoutId id="2147483941" r:id="rId11"/>
    <p:sldLayoutId id="2147483940" r:id="rId12"/>
    <p:sldLayoutId id="2147483939" r:id="rId13"/>
    <p:sldLayoutId id="2147483938" r:id="rId14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2E5C00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2E5C00"/>
          </a:solidFill>
          <a:latin typeface="-쉬리B" pitchFamily="18" charset="-127"/>
          <a:ea typeface="-쉬리B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2E5C00"/>
          </a:solidFill>
          <a:latin typeface="-쉬리B" pitchFamily="18" charset="-127"/>
          <a:ea typeface="-쉬리B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2E5C00"/>
          </a:solidFill>
          <a:latin typeface="-쉬리B" pitchFamily="18" charset="-127"/>
          <a:ea typeface="-쉬리B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2E5C00"/>
          </a:solidFill>
          <a:latin typeface="-쉬리B" pitchFamily="18" charset="-127"/>
          <a:ea typeface="-쉬리B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4400">
          <a:solidFill>
            <a:srgbClr val="2E5C00"/>
          </a:solidFill>
          <a:latin typeface="-쉬리B" pitchFamily="18" charset="-127"/>
          <a:ea typeface="-쉬리B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4400">
          <a:solidFill>
            <a:srgbClr val="2E5C00"/>
          </a:solidFill>
          <a:latin typeface="-쉬리B" pitchFamily="18" charset="-127"/>
          <a:ea typeface="-쉬리B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4400">
          <a:solidFill>
            <a:srgbClr val="2E5C00"/>
          </a:solidFill>
          <a:latin typeface="-쉬리B" pitchFamily="18" charset="-127"/>
          <a:ea typeface="-쉬리B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4400">
          <a:solidFill>
            <a:srgbClr val="2E5C00"/>
          </a:solidFill>
          <a:latin typeface="-쉬리B" pitchFamily="18" charset="-127"/>
          <a:ea typeface="-쉬리B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sz="3200">
          <a:solidFill>
            <a:srgbClr val="5E5D2F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sz="2800">
          <a:solidFill>
            <a:srgbClr val="5E5D2F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sz="2400">
          <a:solidFill>
            <a:srgbClr val="5E5D2F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sz="2000">
          <a:solidFill>
            <a:srgbClr val="5E5D2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rgbClr val="5E5D2F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rgbClr val="5E5D2F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rgbClr val="5E5D2F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rgbClr val="5E5D2F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rgbClr val="5E5D2F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nnbl08_2_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 descr="nbl08_2_1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088" y="0"/>
            <a:ext cx="2093912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Rectangle 4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76200"/>
            <a:ext cx="7772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6045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latinLnBrk="1">
              <a:spcBef>
                <a:spcPct val="0"/>
              </a:spcBef>
              <a:buClrTx/>
              <a:buSzTx/>
              <a:buFontTx/>
              <a:buNone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5D5D731-6ACE-4CA1-80E4-A4755B23AA6D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36045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latinLnBrk="1">
              <a:spcBef>
                <a:spcPct val="0"/>
              </a:spcBef>
              <a:buClrTx/>
              <a:buSzTx/>
              <a:buFontTx/>
              <a:buNone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604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latinLnBrk="1">
              <a:spcBef>
                <a:spcPct val="0"/>
              </a:spcBef>
              <a:buClrTx/>
              <a:buFont typeface="Arial" panose="020B0604020202020204" pitchFamily="34" charset="0"/>
              <a:buNone/>
              <a:defRPr sz="1400" noProof="1" dirty="0">
                <a:solidFill>
                  <a:schemeClr val="tx1"/>
                </a:solidFill>
                <a:latin typeface="-소망M" pitchFamily="18" charset="-127"/>
                <a:ea typeface="-소망M" pitchFamily="18" charset="-127"/>
              </a:defRPr>
            </a:lvl1pPr>
          </a:lstStyle>
          <a:p>
            <a:fld id="{C0A6DA25-0F6D-429A-9702-50A1F2E2A405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3960" r:id="rId2"/>
    <p:sldLayoutId id="2147483959" r:id="rId3"/>
    <p:sldLayoutId id="2147483958" r:id="rId4"/>
    <p:sldLayoutId id="2147483957" r:id="rId5"/>
    <p:sldLayoutId id="2147483956" r:id="rId6"/>
    <p:sldLayoutId id="2147483955" r:id="rId7"/>
    <p:sldLayoutId id="2147483954" r:id="rId8"/>
    <p:sldLayoutId id="2147483953" r:id="rId9"/>
    <p:sldLayoutId id="2147483952" r:id="rId10"/>
    <p:sldLayoutId id="2147483951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500">
          <a:solidFill>
            <a:srgbClr val="660066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500">
          <a:solidFill>
            <a:srgbClr val="660066"/>
          </a:solidFill>
          <a:latin typeface="-소망M" pitchFamily="18" charset="-127"/>
          <a:ea typeface="-소망M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500">
          <a:solidFill>
            <a:srgbClr val="660066"/>
          </a:solidFill>
          <a:latin typeface="-소망M" pitchFamily="18" charset="-127"/>
          <a:ea typeface="-소망M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500">
          <a:solidFill>
            <a:srgbClr val="660066"/>
          </a:solidFill>
          <a:latin typeface="-소망M" pitchFamily="18" charset="-127"/>
          <a:ea typeface="-소망M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500">
          <a:solidFill>
            <a:srgbClr val="660066"/>
          </a:solidFill>
          <a:latin typeface="-소망M" pitchFamily="18" charset="-127"/>
          <a:ea typeface="-소망M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3500">
          <a:solidFill>
            <a:srgbClr val="660066"/>
          </a:solidFill>
          <a:latin typeface="-소망M" pitchFamily="18" charset="-127"/>
          <a:ea typeface="-소망M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3500">
          <a:solidFill>
            <a:srgbClr val="660066"/>
          </a:solidFill>
          <a:latin typeface="-소망M" pitchFamily="18" charset="-127"/>
          <a:ea typeface="-소망M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3500">
          <a:solidFill>
            <a:srgbClr val="660066"/>
          </a:solidFill>
          <a:latin typeface="-소망M" pitchFamily="18" charset="-127"/>
          <a:ea typeface="-소망M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3500">
          <a:solidFill>
            <a:srgbClr val="660066"/>
          </a:solidFill>
          <a:latin typeface="-소망M" pitchFamily="18" charset="-127"/>
          <a:ea typeface="-소망M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200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200">
          <a:solidFill>
            <a:srgbClr val="000066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200">
          <a:solidFill>
            <a:srgbClr val="000066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200">
          <a:solidFill>
            <a:srgbClr val="000066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200">
          <a:solidFill>
            <a:srgbClr val="000066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kumimoji="1" sz="2200">
          <a:solidFill>
            <a:srgbClr val="000066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kumimoji="1" sz="2200">
          <a:solidFill>
            <a:srgbClr val="000066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kumimoji="1" sz="2200">
          <a:solidFill>
            <a:srgbClr val="000066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kumimoji="1" sz="2200">
          <a:solidFill>
            <a:srgbClr val="00006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82738" y="285750"/>
            <a:ext cx="7561262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576388" y="1143000"/>
            <a:ext cx="7567612" cy="430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294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81150" y="5953125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latinLnBrk="1">
              <a:spcBef>
                <a:spcPct val="0"/>
              </a:spcBef>
              <a:buClrTx/>
              <a:buSzTx/>
              <a:buFontTx/>
              <a:buNone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8294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43325" y="5961063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latinLnBrk="1">
              <a:spcBef>
                <a:spcPct val="0"/>
              </a:spcBef>
              <a:buClrTx/>
              <a:buSzTx/>
              <a:buFontTx/>
              <a:buNone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294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92938" y="596265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latinLnBrk="1">
              <a:spcBef>
                <a:spcPct val="0"/>
              </a:spcBef>
              <a:buClrTx/>
              <a:buFont typeface="Arial" panose="020B0604020202020204" pitchFamily="34" charset="0"/>
              <a:buNone/>
              <a:defRPr sz="1400" noProof="1" dirty="0">
                <a:solidFill>
                  <a:schemeClr val="tx1"/>
                </a:solidFill>
                <a:latin typeface="-윤명조240" pitchFamily="18" charset="-127"/>
                <a:ea typeface="-윤명조240" pitchFamily="18" charset="-127"/>
              </a:defRPr>
            </a:lvl1pPr>
          </a:lstStyle>
          <a:p>
            <a:fld id="{DDB8AA9B-10F3-4744-A8A4-9C9C2545F27B}" type="slidenum">
              <a:rPr lang="ko-KR" altLang="en-US"/>
              <a:pPr/>
              <a:t>‹#›</a:t>
            </a:fld>
            <a:endParaRPr lang="ko-KR" altLang="en-US"/>
          </a:p>
        </p:txBody>
      </p:sp>
      <p:pic>
        <p:nvPicPr>
          <p:cNvPr id="6151" name="Picture 7"/>
          <p:cNvPicPr preferRelativeResize="0"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66800" cy="437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8"/>
          <p:cNvPicPr preferRelativeResize="0"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60863"/>
            <a:ext cx="1079500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49" name="Rectangle 9"/>
          <p:cNvSpPr>
            <a:spLocks noChangeArrowheads="1"/>
          </p:cNvSpPr>
          <p:nvPr/>
        </p:nvSpPr>
        <p:spPr bwMode="auto">
          <a:xfrm>
            <a:off x="0" y="0"/>
            <a:ext cx="1057275" cy="1131888"/>
          </a:xfrm>
          <a:prstGeom prst="rect">
            <a:avLst/>
          </a:prstGeom>
          <a:solidFill>
            <a:srgbClr val="636581"/>
          </a:solidFill>
          <a:ln w="0">
            <a:noFill/>
            <a:miter lim="800000"/>
          </a:ln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sp>
        <p:nvSpPr>
          <p:cNvPr id="829450" name="Rectangle 10"/>
          <p:cNvSpPr>
            <a:spLocks noChangeArrowheads="1"/>
          </p:cNvSpPr>
          <p:nvPr/>
        </p:nvSpPr>
        <p:spPr bwMode="auto">
          <a:xfrm>
            <a:off x="0" y="6589713"/>
            <a:ext cx="9159875" cy="266700"/>
          </a:xfrm>
          <a:prstGeom prst="rect">
            <a:avLst/>
          </a:prstGeom>
          <a:solidFill>
            <a:srgbClr val="C0C0C0"/>
          </a:solidFill>
          <a:ln w="0">
            <a:noFill/>
            <a:miter lim="800000"/>
          </a:ln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sp>
        <p:nvSpPr>
          <p:cNvPr id="829451" name="Line 11"/>
          <p:cNvSpPr>
            <a:spLocks noChangeShapeType="1"/>
          </p:cNvSpPr>
          <p:nvPr/>
        </p:nvSpPr>
        <p:spPr bwMode="auto">
          <a:xfrm>
            <a:off x="0" y="1123950"/>
            <a:ext cx="9158288" cy="0"/>
          </a:xfrm>
          <a:prstGeom prst="line">
            <a:avLst/>
          </a:prstGeom>
          <a:noFill/>
          <a:ln w="9525">
            <a:solidFill>
              <a:srgbClr val="3F3B91"/>
            </a:solidFill>
            <a:round/>
          </a:ln>
          <a:effectLst/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pic>
        <p:nvPicPr>
          <p:cNvPr id="6156" name="Picture 12" descr="CB0259_5"/>
          <p:cNvPicPr>
            <a:picLocks noChangeAspect="1" noChangeArrowheads="1"/>
          </p:cNvPicPr>
          <p:nvPr/>
        </p:nvPicPr>
        <p:blipFill>
          <a:blip r:embed="rId19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lum bright="18000" contrast="-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171450"/>
            <a:ext cx="7508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3974" r:id="rId2"/>
    <p:sldLayoutId id="2147483973" r:id="rId3"/>
    <p:sldLayoutId id="2147483972" r:id="rId4"/>
    <p:sldLayoutId id="2147483971" r:id="rId5"/>
    <p:sldLayoutId id="2147483970" r:id="rId6"/>
    <p:sldLayoutId id="2147483969" r:id="rId7"/>
    <p:sldLayoutId id="2147483968" r:id="rId8"/>
    <p:sldLayoutId id="2147483967" r:id="rId9"/>
    <p:sldLayoutId id="2147483966" r:id="rId10"/>
    <p:sldLayoutId id="2147483965" r:id="rId11"/>
    <p:sldLayoutId id="2147483964" r:id="rId12"/>
    <p:sldLayoutId id="2147483963" r:id="rId13"/>
    <p:sldLayoutId id="2147483962" r:id="rId14"/>
    <p:sldLayoutId id="2147483961" r:id="rId15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9pPr>
    </p:titleStyle>
    <p:bodyStyle>
      <a:lvl1pPr marL="342900" indent="-34290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lnSpc>
          <a:spcPts val="2400"/>
        </a:lnSpc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lnSpc>
          <a:spcPts val="2400"/>
        </a:lnSpc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lnSpc>
          <a:spcPts val="2400"/>
        </a:lnSpc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lnSpc>
          <a:spcPts val="2400"/>
        </a:lnSpc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82738" y="285750"/>
            <a:ext cx="7561262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576388" y="1143000"/>
            <a:ext cx="7567612" cy="430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1417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81150" y="5953125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latinLnBrk="1">
              <a:spcBef>
                <a:spcPct val="0"/>
              </a:spcBef>
              <a:buClrTx/>
              <a:buSzTx/>
              <a:buFontTx/>
              <a:buNone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DFA45D7-B0B9-4125-A7EA-E1C6FC3CA769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11417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43325" y="5961063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latinLnBrk="1">
              <a:spcBef>
                <a:spcPct val="0"/>
              </a:spcBef>
              <a:buClrTx/>
              <a:buSzTx/>
              <a:buFontTx/>
              <a:buNone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417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92938" y="596265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latinLnBrk="1">
              <a:spcBef>
                <a:spcPct val="0"/>
              </a:spcBef>
              <a:buClrTx/>
              <a:buFont typeface="Arial" panose="020B0604020202020204" pitchFamily="34" charset="0"/>
              <a:buNone/>
              <a:defRPr sz="1400" noProof="1" dirty="0">
                <a:solidFill>
                  <a:schemeClr val="tx1"/>
                </a:solidFill>
                <a:latin typeface="-윤명조240" pitchFamily="18" charset="-127"/>
                <a:ea typeface="-윤명조240" pitchFamily="18" charset="-127"/>
              </a:defRPr>
            </a:lvl1pPr>
          </a:lstStyle>
          <a:p>
            <a:fld id="{E15EEAD7-7A08-4749-B753-6505D3EA0B72}" type="slidenum">
              <a:rPr lang="ko-KR" altLang="en-US"/>
              <a:pPr/>
              <a:t>‹#›</a:t>
            </a:fld>
            <a:endParaRPr lang="ko-KR" altLang="en-US"/>
          </a:p>
        </p:txBody>
      </p:sp>
      <p:pic>
        <p:nvPicPr>
          <p:cNvPr id="7175" name="Picture 7"/>
          <p:cNvPicPr preferRelativeResize="0"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66800" cy="437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8"/>
          <p:cNvPicPr preferRelativeResize="0"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60863"/>
            <a:ext cx="1079500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1769" name="Rectangle 9"/>
          <p:cNvSpPr>
            <a:spLocks noChangeArrowheads="1"/>
          </p:cNvSpPr>
          <p:nvPr/>
        </p:nvSpPr>
        <p:spPr bwMode="auto">
          <a:xfrm>
            <a:off x="0" y="0"/>
            <a:ext cx="1057275" cy="1131888"/>
          </a:xfrm>
          <a:prstGeom prst="rect">
            <a:avLst/>
          </a:prstGeom>
          <a:solidFill>
            <a:srgbClr val="636581"/>
          </a:solidFill>
          <a:ln w="0">
            <a:noFill/>
            <a:miter lim="800000"/>
          </a:ln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sp>
        <p:nvSpPr>
          <p:cNvPr id="1141770" name="Rectangle 10"/>
          <p:cNvSpPr>
            <a:spLocks noChangeArrowheads="1"/>
          </p:cNvSpPr>
          <p:nvPr/>
        </p:nvSpPr>
        <p:spPr bwMode="auto">
          <a:xfrm>
            <a:off x="0" y="6589713"/>
            <a:ext cx="9159875" cy="266700"/>
          </a:xfrm>
          <a:prstGeom prst="rect">
            <a:avLst/>
          </a:prstGeom>
          <a:solidFill>
            <a:srgbClr val="C0C0C0"/>
          </a:solidFill>
          <a:ln w="0">
            <a:noFill/>
            <a:miter lim="800000"/>
          </a:ln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sp>
        <p:nvSpPr>
          <p:cNvPr id="1141771" name="Line 11"/>
          <p:cNvSpPr>
            <a:spLocks noChangeShapeType="1"/>
          </p:cNvSpPr>
          <p:nvPr/>
        </p:nvSpPr>
        <p:spPr bwMode="auto">
          <a:xfrm>
            <a:off x="0" y="1123950"/>
            <a:ext cx="9158288" cy="0"/>
          </a:xfrm>
          <a:prstGeom prst="line">
            <a:avLst/>
          </a:prstGeom>
          <a:noFill/>
          <a:ln w="9525">
            <a:solidFill>
              <a:srgbClr val="3F3B91"/>
            </a:solidFill>
            <a:round/>
          </a:ln>
          <a:effectLst/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pic>
        <p:nvPicPr>
          <p:cNvPr id="7180" name="Picture 12" descr="CB0259_5"/>
          <p:cNvPicPr>
            <a:picLocks noChangeAspect="1" noChangeArrowheads="1"/>
          </p:cNvPicPr>
          <p:nvPr/>
        </p:nvPicPr>
        <p:blipFill>
          <a:blip r:embed="rId15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lum bright="18000" contrast="-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171450"/>
            <a:ext cx="7508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  <p:sldLayoutId id="2147483984" r:id="rId2"/>
    <p:sldLayoutId id="2147483983" r:id="rId3"/>
    <p:sldLayoutId id="2147483982" r:id="rId4"/>
    <p:sldLayoutId id="2147483981" r:id="rId5"/>
    <p:sldLayoutId id="2147483980" r:id="rId6"/>
    <p:sldLayoutId id="2147483979" r:id="rId7"/>
    <p:sldLayoutId id="2147483978" r:id="rId8"/>
    <p:sldLayoutId id="2147483977" r:id="rId9"/>
    <p:sldLayoutId id="2147483976" r:id="rId10"/>
    <p:sldLayoutId id="2147483975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9pPr>
    </p:titleStyle>
    <p:bodyStyle>
      <a:lvl1pPr marL="342900" indent="-34290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lnSpc>
          <a:spcPts val="2400"/>
        </a:lnSpc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lnSpc>
          <a:spcPts val="2400"/>
        </a:lnSpc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lnSpc>
          <a:spcPts val="2400"/>
        </a:lnSpc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lnSpc>
          <a:spcPts val="2400"/>
        </a:lnSpc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chemeClr val="bg1"/>
            </a:gs>
            <a:gs pos="100000">
              <a:srgbClr val="52546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1026"/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8195" name="Group 1027"/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2020356" name="Freeform 1028"/>
              <p:cNvSpPr/>
              <p:nvPr/>
            </p:nvSpPr>
            <p:spPr bwMode="hidden">
              <a:xfrm>
                <a:off x="1399" y="1116"/>
                <a:ext cx="2815" cy="2110"/>
              </a:xfrm>
              <a:custGeom>
                <a:avLst/>
                <a:gdLst/>
                <a:ahLst/>
                <a:cxnLst>
                  <a:cxn ang="0">
                    <a:pos x="950" y="85"/>
                  </a:cxn>
                  <a:cxn ang="0">
                    <a:pos x="628" y="438"/>
                  </a:cxn>
                  <a:cxn ang="0">
                    <a:pos x="66" y="471"/>
                  </a:cxn>
                  <a:cxn ang="0">
                    <a:pos x="0" y="627"/>
                  </a:cxn>
                  <a:cxn ang="0">
                    <a:pos x="372" y="1026"/>
                  </a:cxn>
                  <a:cxn ang="0">
                    <a:pos x="611" y="902"/>
                  </a:cxn>
                  <a:cxn ang="0">
                    <a:pos x="992" y="1085"/>
                  </a:cxn>
                  <a:cxn ang="0">
                    <a:pos x="1116" y="1339"/>
                  </a:cxn>
                  <a:cxn ang="0">
                    <a:pos x="1083" y="1450"/>
                  </a:cxn>
                  <a:cxn ang="0">
                    <a:pos x="1124" y="1659"/>
                  </a:cxn>
                  <a:cxn ang="0">
                    <a:pos x="1149" y="1999"/>
                  </a:cxn>
                  <a:cxn ang="0">
                    <a:pos x="1463" y="2110"/>
                  </a:cxn>
                  <a:cxn ang="0">
                    <a:pos x="1686" y="2025"/>
                  </a:cxn>
                  <a:cxn ang="0">
                    <a:pos x="1603" y="1777"/>
                  </a:cxn>
                  <a:cxn ang="0">
                    <a:pos x="1991" y="1555"/>
                  </a:cxn>
                  <a:cxn ang="0">
                    <a:pos x="2281" y="1542"/>
                  </a:cxn>
                  <a:cxn ang="0">
                    <a:pos x="2446" y="1359"/>
                  </a:cxn>
                  <a:cxn ang="0">
                    <a:pos x="2361" y="1001"/>
                  </a:cxn>
                  <a:cxn ang="0">
                    <a:pos x="2606" y="893"/>
                  </a:cxn>
                  <a:cxn ang="0">
                    <a:pos x="2815" y="454"/>
                  </a:cxn>
                  <a:cxn ang="0">
                    <a:pos x="2518" y="0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57" name="Freeform 1029"/>
              <p:cNvSpPr/>
              <p:nvPr/>
            </p:nvSpPr>
            <p:spPr bwMode="hidden">
              <a:xfrm>
                <a:off x="672" y="1116"/>
                <a:ext cx="3966" cy="2366"/>
              </a:xfrm>
              <a:custGeom>
                <a:avLst/>
                <a:gdLst/>
                <a:ahLst/>
                <a:cxnLst>
                  <a:cxn ang="0">
                    <a:pos x="1423" y="65"/>
                  </a:cxn>
                  <a:cxn ang="0">
                    <a:pos x="1148" y="262"/>
                  </a:cxn>
                  <a:cxn ang="0">
                    <a:pos x="934" y="216"/>
                  </a:cxn>
                  <a:cxn ang="0">
                    <a:pos x="529" y="314"/>
                  </a:cxn>
                  <a:cxn ang="0">
                    <a:pos x="174" y="327"/>
                  </a:cxn>
                  <a:cxn ang="0">
                    <a:pos x="0" y="628"/>
                  </a:cxn>
                  <a:cxn ang="0">
                    <a:pos x="91" y="726"/>
                  </a:cxn>
                  <a:cxn ang="0">
                    <a:pos x="231" y="654"/>
                  </a:cxn>
                  <a:cxn ang="0">
                    <a:pos x="430" y="687"/>
                  </a:cxn>
                  <a:cxn ang="0">
                    <a:pos x="504" y="850"/>
                  </a:cxn>
                  <a:cxn ang="0">
                    <a:pos x="347" y="1020"/>
                  </a:cxn>
                  <a:cxn ang="0">
                    <a:pos x="529" y="1144"/>
                  </a:cxn>
                  <a:cxn ang="0">
                    <a:pos x="727" y="1105"/>
                  </a:cxn>
                  <a:cxn ang="0">
                    <a:pos x="901" y="1216"/>
                  </a:cxn>
                  <a:cxn ang="0">
                    <a:pos x="1256" y="1229"/>
                  </a:cxn>
                  <a:cxn ang="0">
                    <a:pos x="1611" y="1425"/>
                  </a:cxn>
                  <a:cxn ang="0">
                    <a:pos x="1694" y="1673"/>
                  </a:cxn>
                  <a:cxn ang="0">
                    <a:pos x="1619" y="2118"/>
                  </a:cxn>
                  <a:cxn ang="0">
                    <a:pos x="1694" y="2268"/>
                  </a:cxn>
                  <a:cxn ang="0">
                    <a:pos x="2132" y="2242"/>
                  </a:cxn>
                  <a:cxn ang="0">
                    <a:pos x="2289" y="2366"/>
                  </a:cxn>
                  <a:cxn ang="0">
                    <a:pos x="2594" y="2046"/>
                  </a:cxn>
                  <a:cxn ang="0">
                    <a:pos x="2537" y="1817"/>
                  </a:cxn>
                  <a:cxn ang="0">
                    <a:pos x="2818" y="1673"/>
                  </a:cxn>
                  <a:cxn ang="0">
                    <a:pos x="3016" y="1719"/>
                  </a:cxn>
                  <a:cxn ang="0">
                    <a:pos x="3280" y="1615"/>
                  </a:cxn>
                  <a:cxn ang="0">
                    <a:pos x="3405" y="1174"/>
                  </a:cxn>
                  <a:cxn ang="0">
                    <a:pos x="3643" y="922"/>
                  </a:cxn>
                  <a:cxn ang="0">
                    <a:pos x="3966" y="896"/>
                  </a:cxn>
                  <a:cxn ang="0">
                    <a:pos x="3908" y="733"/>
                  </a:cxn>
                  <a:cxn ang="0">
                    <a:pos x="3669" y="563"/>
                  </a:cxn>
                  <a:cxn ang="0">
                    <a:pos x="3817" y="210"/>
                  </a:cxn>
                  <a:cxn ang="0">
                    <a:pos x="3590" y="0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58" name="Freeform 1030"/>
              <p:cNvSpPr/>
              <p:nvPr/>
            </p:nvSpPr>
            <p:spPr bwMode="hidden">
              <a:xfrm>
                <a:off x="20" y="1069"/>
                <a:ext cx="5732" cy="3107"/>
              </a:xfrm>
              <a:custGeom>
                <a:avLst/>
                <a:gdLst/>
                <a:ahLst/>
                <a:cxnLst>
                  <a:cxn ang="0">
                    <a:pos x="81" y="0"/>
                  </a:cxn>
                  <a:cxn ang="0">
                    <a:pos x="133" y="328"/>
                  </a:cxn>
                  <a:cxn ang="0">
                    <a:pos x="0" y="666"/>
                  </a:cxn>
                  <a:cxn ang="0">
                    <a:pos x="83" y="1221"/>
                  </a:cxn>
                  <a:cxn ang="0">
                    <a:pos x="413" y="1515"/>
                  </a:cxn>
                  <a:cxn ang="0">
                    <a:pos x="881" y="1700"/>
                  </a:cxn>
                  <a:cxn ang="0">
                    <a:pos x="1440" y="1651"/>
                  </a:cxn>
                  <a:cxn ang="0">
                    <a:pos x="1755" y="1940"/>
                  </a:cxn>
                  <a:cxn ang="0">
                    <a:pos x="1653" y="2126"/>
                  </a:cxn>
                  <a:cxn ang="0">
                    <a:pos x="1136" y="2142"/>
                  </a:cxn>
                  <a:cxn ang="0">
                    <a:pos x="911" y="2021"/>
                  </a:cxn>
                  <a:cxn ang="0">
                    <a:pos x="739" y="2142"/>
                  </a:cxn>
                  <a:cxn ang="0">
                    <a:pos x="954" y="2524"/>
                  </a:cxn>
                  <a:cxn ang="0">
                    <a:pos x="973" y="2905"/>
                  </a:cxn>
                  <a:cxn ang="0">
                    <a:pos x="1511" y="3107"/>
                  </a:cxn>
                  <a:cxn ang="0">
                    <a:pos x="1644" y="2922"/>
                  </a:cxn>
                  <a:cxn ang="0">
                    <a:pos x="2077" y="2797"/>
                  </a:cxn>
                  <a:cxn ang="0">
                    <a:pos x="2610" y="2962"/>
                  </a:cxn>
                  <a:cxn ang="0">
                    <a:pos x="3222" y="2812"/>
                  </a:cxn>
                  <a:cxn ang="0">
                    <a:pos x="3443" y="2922"/>
                  </a:cxn>
                  <a:cxn ang="0">
                    <a:pos x="3861" y="2648"/>
                  </a:cxn>
                  <a:cxn ang="0">
                    <a:pos x="4125" y="2311"/>
                  </a:cxn>
                  <a:cxn ang="0">
                    <a:pos x="4369" y="2318"/>
                  </a:cxn>
                  <a:cxn ang="0">
                    <a:pos x="4554" y="2445"/>
                  </a:cxn>
                  <a:cxn ang="0">
                    <a:pos x="5015" y="2142"/>
                  </a:cxn>
                  <a:cxn ang="0">
                    <a:pos x="5404" y="2185"/>
                  </a:cxn>
                  <a:cxn ang="0">
                    <a:pos x="5732" y="2069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59" name="Freeform 1031"/>
              <p:cNvSpPr/>
              <p:nvPr/>
            </p:nvSpPr>
            <p:spPr bwMode="hidden">
              <a:xfrm>
                <a:off x="242" y="1145"/>
                <a:ext cx="5512" cy="2760"/>
              </a:xfrm>
              <a:custGeom>
                <a:avLst/>
                <a:gdLst/>
                <a:ahLst/>
                <a:cxnLst>
                  <a:cxn ang="0">
                    <a:pos x="240" y="0"/>
                  </a:cxn>
                  <a:cxn ang="0">
                    <a:pos x="0" y="336"/>
                  </a:cxn>
                  <a:cxn ang="0">
                    <a:pos x="82" y="821"/>
                  </a:cxn>
                  <a:cxn ang="0">
                    <a:pos x="243" y="873"/>
                  </a:cxn>
                  <a:cxn ang="0">
                    <a:pos x="473" y="1087"/>
                  </a:cxn>
                  <a:cxn ang="0">
                    <a:pos x="557" y="1441"/>
                  </a:cxn>
                  <a:cxn ang="0">
                    <a:pos x="839" y="1499"/>
                  </a:cxn>
                  <a:cxn ang="0">
                    <a:pos x="1258" y="1349"/>
                  </a:cxn>
                  <a:cxn ang="0">
                    <a:pos x="1307" y="1493"/>
                  </a:cxn>
                  <a:cxn ang="0">
                    <a:pos x="1621" y="1513"/>
                  </a:cxn>
                  <a:cxn ang="0">
                    <a:pos x="1862" y="1865"/>
                  </a:cxn>
                  <a:cxn ang="0">
                    <a:pos x="1668" y="2166"/>
                  </a:cxn>
                  <a:cxn ang="0">
                    <a:pos x="1308" y="2217"/>
                  </a:cxn>
                  <a:cxn ang="0">
                    <a:pos x="992" y="2172"/>
                  </a:cxn>
                  <a:cxn ang="0">
                    <a:pos x="903" y="2244"/>
                  </a:cxn>
                  <a:cxn ang="0">
                    <a:pos x="1008" y="2415"/>
                  </a:cxn>
                  <a:cxn ang="0">
                    <a:pos x="992" y="2538"/>
                  </a:cxn>
                  <a:cxn ang="0">
                    <a:pos x="1137" y="2760"/>
                  </a:cxn>
                  <a:cxn ang="0">
                    <a:pos x="1661" y="2623"/>
                  </a:cxn>
                  <a:cxn ang="0">
                    <a:pos x="1725" y="2492"/>
                  </a:cxn>
                  <a:cxn ang="0">
                    <a:pos x="1895" y="2551"/>
                  </a:cxn>
                  <a:cxn ang="0">
                    <a:pos x="2338" y="2448"/>
                  </a:cxn>
                  <a:cxn ang="0">
                    <a:pos x="2443" y="2714"/>
                  </a:cxn>
                  <a:cxn ang="0">
                    <a:pos x="2870" y="2541"/>
                  </a:cxn>
                  <a:cxn ang="0">
                    <a:pos x="3264" y="2591"/>
                  </a:cxn>
                  <a:cxn ang="0">
                    <a:pos x="3522" y="2427"/>
                  </a:cxn>
                  <a:cxn ang="0">
                    <a:pos x="3594" y="2081"/>
                  </a:cxn>
                  <a:cxn ang="0">
                    <a:pos x="4013" y="2087"/>
                  </a:cxn>
                  <a:cxn ang="0">
                    <a:pos x="4070" y="1924"/>
                  </a:cxn>
                  <a:cxn ang="0">
                    <a:pos x="4239" y="1931"/>
                  </a:cxn>
                  <a:cxn ang="0">
                    <a:pos x="4465" y="2094"/>
                  </a:cxn>
                  <a:cxn ang="0">
                    <a:pos x="4836" y="1814"/>
                  </a:cxn>
                  <a:cxn ang="0">
                    <a:pos x="5225" y="1785"/>
                  </a:cxn>
                  <a:cxn ang="0">
                    <a:pos x="5367" y="1571"/>
                  </a:cxn>
                  <a:cxn ang="0">
                    <a:pos x="5512" y="1585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60" name="Freeform 1032"/>
              <p:cNvSpPr/>
              <p:nvPr/>
            </p:nvSpPr>
            <p:spPr bwMode="hidden">
              <a:xfrm>
                <a:off x="4840" y="984"/>
                <a:ext cx="790" cy="1189"/>
              </a:xfrm>
              <a:custGeom>
                <a:avLst/>
                <a:gdLst/>
                <a:ahLst/>
                <a:cxnLst>
                  <a:cxn ang="0">
                    <a:pos x="139" y="0"/>
                  </a:cxn>
                  <a:cxn ang="0">
                    <a:pos x="210" y="233"/>
                  </a:cxn>
                  <a:cxn ang="0">
                    <a:pos x="159" y="643"/>
                  </a:cxn>
                  <a:cxn ang="0">
                    <a:pos x="454" y="771"/>
                  </a:cxn>
                  <a:cxn ang="0">
                    <a:pos x="605" y="1046"/>
                  </a:cxn>
                  <a:cxn ang="0">
                    <a:pos x="790" y="1189"/>
                  </a:cxn>
                  <a:cxn ang="0">
                    <a:pos x="540" y="1111"/>
                  </a:cxn>
                  <a:cxn ang="0">
                    <a:pos x="363" y="883"/>
                  </a:cxn>
                  <a:cxn ang="0">
                    <a:pos x="139" y="852"/>
                  </a:cxn>
                  <a:cxn ang="0">
                    <a:pos x="0" y="499"/>
                  </a:cxn>
                  <a:cxn ang="0">
                    <a:pos x="48" y="209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61" name="Freeform 1033"/>
              <p:cNvSpPr/>
              <p:nvPr/>
            </p:nvSpPr>
            <p:spPr bwMode="hidden">
              <a:xfrm>
                <a:off x="5173" y="896"/>
                <a:ext cx="579" cy="111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28" y="328"/>
                  </a:cxn>
                  <a:cxn ang="0">
                    <a:pos x="9" y="659"/>
                  </a:cxn>
                  <a:cxn ang="0">
                    <a:pos x="40" y="763"/>
                  </a:cxn>
                  <a:cxn ang="0">
                    <a:pos x="234" y="739"/>
                  </a:cxn>
                  <a:cxn ang="0">
                    <a:pos x="344" y="1055"/>
                  </a:cxn>
                  <a:cxn ang="0">
                    <a:pos x="579" y="1117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62" name="Freeform 1034"/>
              <p:cNvSpPr/>
              <p:nvPr/>
            </p:nvSpPr>
            <p:spPr bwMode="hidden">
              <a:xfrm>
                <a:off x="3291" y="968"/>
                <a:ext cx="2471" cy="2396"/>
              </a:xfrm>
              <a:custGeom>
                <a:avLst/>
                <a:gdLst/>
                <a:ahLst/>
                <a:cxnLst>
                  <a:cxn ang="0">
                    <a:pos x="1118" y="0"/>
                  </a:cxn>
                  <a:cxn ang="0">
                    <a:pos x="1179" y="225"/>
                  </a:cxn>
                  <a:cxn ang="0">
                    <a:pos x="1393" y="339"/>
                  </a:cxn>
                  <a:cxn ang="0">
                    <a:pos x="1404" y="548"/>
                  </a:cxn>
                  <a:cxn ang="0">
                    <a:pos x="1342" y="732"/>
                  </a:cxn>
                  <a:cxn ang="0">
                    <a:pos x="1434" y="925"/>
                  </a:cxn>
                  <a:cxn ang="0">
                    <a:pos x="1455" y="1109"/>
                  </a:cxn>
                  <a:cxn ang="0">
                    <a:pos x="1311" y="1142"/>
                  </a:cxn>
                  <a:cxn ang="0">
                    <a:pos x="926" y="1384"/>
                  </a:cxn>
                  <a:cxn ang="0">
                    <a:pos x="975" y="1456"/>
                  </a:cxn>
                  <a:cxn ang="0">
                    <a:pos x="956" y="1624"/>
                  </a:cxn>
                  <a:cxn ang="0">
                    <a:pos x="782" y="1817"/>
                  </a:cxn>
                  <a:cxn ang="0">
                    <a:pos x="539" y="1978"/>
                  </a:cxn>
                  <a:cxn ang="0">
                    <a:pos x="152" y="2026"/>
                  </a:cxn>
                  <a:cxn ang="0">
                    <a:pos x="19" y="2251"/>
                  </a:cxn>
                  <a:cxn ang="0">
                    <a:pos x="0" y="2396"/>
                  </a:cxn>
                  <a:cxn ang="0">
                    <a:pos x="213" y="2179"/>
                  </a:cxn>
                  <a:cxn ang="0">
                    <a:pos x="629" y="2090"/>
                  </a:cxn>
                  <a:cxn ang="0">
                    <a:pos x="894" y="1906"/>
                  </a:cxn>
                  <a:cxn ang="0">
                    <a:pos x="1230" y="1986"/>
                  </a:cxn>
                  <a:cxn ang="0">
                    <a:pos x="1668" y="1906"/>
                  </a:cxn>
                  <a:cxn ang="0">
                    <a:pos x="1983" y="1745"/>
                  </a:cxn>
                  <a:cxn ang="0">
                    <a:pos x="2014" y="1600"/>
                  </a:cxn>
                  <a:cxn ang="0">
                    <a:pos x="2237" y="1496"/>
                  </a:cxn>
                  <a:cxn ang="0">
                    <a:pos x="2359" y="1552"/>
                  </a:cxn>
                  <a:cxn ang="0">
                    <a:pos x="2471" y="1479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63" name="Freeform 1035"/>
              <p:cNvSpPr/>
              <p:nvPr/>
            </p:nvSpPr>
            <p:spPr bwMode="hidden">
              <a:xfrm>
                <a:off x="2366" y="1067"/>
                <a:ext cx="1399" cy="1349"/>
              </a:xfrm>
              <a:custGeom>
                <a:avLst/>
                <a:gdLst/>
                <a:ahLst/>
                <a:cxnLst>
                  <a:cxn ang="0">
                    <a:pos x="620" y="155"/>
                  </a:cxn>
                  <a:cxn ang="0">
                    <a:pos x="421" y="155"/>
                  </a:cxn>
                  <a:cxn ang="0">
                    <a:pos x="205" y="507"/>
                  </a:cxn>
                  <a:cxn ang="0">
                    <a:pos x="0" y="673"/>
                  </a:cxn>
                  <a:cxn ang="0">
                    <a:pos x="487" y="783"/>
                  </a:cxn>
                  <a:cxn ang="0">
                    <a:pos x="425" y="1009"/>
                  </a:cxn>
                  <a:cxn ang="0">
                    <a:pos x="617" y="1086"/>
                  </a:cxn>
                  <a:cxn ang="0">
                    <a:pos x="498" y="1349"/>
                  </a:cxn>
                  <a:cxn ang="0">
                    <a:pos x="961" y="1035"/>
                  </a:cxn>
                  <a:cxn ang="0">
                    <a:pos x="926" y="776"/>
                  </a:cxn>
                  <a:cxn ang="0">
                    <a:pos x="1181" y="749"/>
                  </a:cxn>
                  <a:cxn ang="0">
                    <a:pos x="1399" y="601"/>
                  </a:cxn>
                  <a:cxn ang="0">
                    <a:pos x="1315" y="416"/>
                  </a:cxn>
                  <a:cxn ang="0">
                    <a:pos x="1341" y="196"/>
                  </a:cxn>
                  <a:cxn ang="0">
                    <a:pos x="1171" y="164"/>
                  </a:cxn>
                  <a:cxn ang="0">
                    <a:pos x="928" y="0"/>
                  </a:cxn>
                  <a:cxn ang="0">
                    <a:pos x="620" y="155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64" name="Freeform 1036"/>
              <p:cNvSpPr/>
              <p:nvPr/>
            </p:nvSpPr>
            <p:spPr bwMode="hidden">
              <a:xfrm>
                <a:off x="4275" y="2031"/>
                <a:ext cx="1256" cy="810"/>
              </a:xfrm>
              <a:custGeom>
                <a:avLst/>
                <a:gdLst/>
                <a:ahLst/>
                <a:cxnLst>
                  <a:cxn ang="0">
                    <a:pos x="719" y="183"/>
                  </a:cxn>
                  <a:cxn ang="0">
                    <a:pos x="760" y="33"/>
                  </a:cxn>
                  <a:cxn ang="0">
                    <a:pos x="884" y="0"/>
                  </a:cxn>
                  <a:cxn ang="0">
                    <a:pos x="983" y="78"/>
                  </a:cxn>
                  <a:cxn ang="0">
                    <a:pos x="1082" y="248"/>
                  </a:cxn>
                  <a:cxn ang="0">
                    <a:pos x="1256" y="229"/>
                  </a:cxn>
                  <a:cxn ang="0">
                    <a:pos x="1248" y="359"/>
                  </a:cxn>
                  <a:cxn ang="0">
                    <a:pos x="1016" y="431"/>
                  </a:cxn>
                  <a:cxn ang="0">
                    <a:pos x="879" y="417"/>
                  </a:cxn>
                  <a:cxn ang="0">
                    <a:pos x="719" y="481"/>
                  </a:cxn>
                  <a:cxn ang="0">
                    <a:pos x="591" y="633"/>
                  </a:cxn>
                  <a:cxn ang="0">
                    <a:pos x="423" y="537"/>
                  </a:cxn>
                  <a:cxn ang="0">
                    <a:pos x="256" y="810"/>
                  </a:cxn>
                  <a:cxn ang="0">
                    <a:pos x="66" y="764"/>
                  </a:cxn>
                  <a:cxn ang="0">
                    <a:pos x="0" y="601"/>
                  </a:cxn>
                  <a:cxn ang="0">
                    <a:pos x="157" y="483"/>
                  </a:cxn>
                  <a:cxn ang="0">
                    <a:pos x="248" y="281"/>
                  </a:cxn>
                  <a:cxn ang="0">
                    <a:pos x="438" y="150"/>
                  </a:cxn>
                  <a:cxn ang="0">
                    <a:pos x="719" y="189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65" name="Freeform 1037"/>
              <p:cNvSpPr/>
              <p:nvPr/>
            </p:nvSpPr>
            <p:spPr bwMode="hidden">
              <a:xfrm>
                <a:off x="2914" y="3476"/>
                <a:ext cx="2848" cy="788"/>
              </a:xfrm>
              <a:custGeom>
                <a:avLst/>
                <a:gdLst/>
                <a:ahLst/>
                <a:cxnLst>
                  <a:cxn ang="0">
                    <a:pos x="2838" y="16"/>
                  </a:cxn>
                  <a:cxn ang="0">
                    <a:pos x="2493" y="0"/>
                  </a:cxn>
                  <a:cxn ang="0">
                    <a:pos x="2278" y="81"/>
                  </a:cxn>
                  <a:cxn ang="0">
                    <a:pos x="1936" y="44"/>
                  </a:cxn>
                  <a:cxn ang="0">
                    <a:pos x="1739" y="354"/>
                  </a:cxn>
                  <a:cxn ang="0">
                    <a:pos x="1600" y="212"/>
                  </a:cxn>
                  <a:cxn ang="0">
                    <a:pos x="1352" y="308"/>
                  </a:cxn>
                  <a:cxn ang="0">
                    <a:pos x="1445" y="515"/>
                  </a:cxn>
                  <a:cxn ang="0">
                    <a:pos x="1072" y="412"/>
                  </a:cxn>
                  <a:cxn ang="0">
                    <a:pos x="888" y="540"/>
                  </a:cxn>
                  <a:cxn ang="0">
                    <a:pos x="0" y="660"/>
                  </a:cxn>
                  <a:cxn ang="0">
                    <a:pos x="288" y="788"/>
                  </a:cxn>
                  <a:cxn ang="0">
                    <a:pos x="1040" y="676"/>
                  </a:cxn>
                  <a:cxn ang="0">
                    <a:pos x="1272" y="748"/>
                  </a:cxn>
                  <a:cxn ang="0">
                    <a:pos x="2096" y="691"/>
                  </a:cxn>
                  <a:cxn ang="0">
                    <a:pos x="2320" y="748"/>
                  </a:cxn>
                  <a:cxn ang="0">
                    <a:pos x="2456" y="596"/>
                  </a:cxn>
                  <a:cxn ang="0">
                    <a:pos x="2712" y="716"/>
                  </a:cxn>
                  <a:cxn ang="0">
                    <a:pos x="2716" y="339"/>
                  </a:cxn>
                  <a:cxn ang="0">
                    <a:pos x="2848" y="258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66" name="Freeform 1038"/>
              <p:cNvSpPr/>
              <p:nvPr/>
            </p:nvSpPr>
            <p:spPr bwMode="hidden">
              <a:xfrm>
                <a:off x="5443" y="922"/>
                <a:ext cx="319" cy="85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6" y="313"/>
                  </a:cxn>
                  <a:cxn ang="0">
                    <a:pos x="106" y="634"/>
                  </a:cxn>
                  <a:cxn ang="0">
                    <a:pos x="268" y="854"/>
                  </a:cxn>
                  <a:cxn ang="0">
                    <a:pos x="278" y="577"/>
                  </a:cxn>
                  <a:cxn ang="0">
                    <a:pos x="238" y="400"/>
                  </a:cxn>
                  <a:cxn ang="0">
                    <a:pos x="319" y="240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67" name="Freeform 1039"/>
              <p:cNvSpPr/>
              <p:nvPr/>
            </p:nvSpPr>
            <p:spPr bwMode="hidden">
              <a:xfrm>
                <a:off x="4954" y="3568"/>
                <a:ext cx="646" cy="392"/>
              </a:xfrm>
              <a:custGeom>
                <a:avLst/>
                <a:gdLst/>
                <a:ahLst/>
                <a:cxnLst>
                  <a:cxn ang="0">
                    <a:pos x="504" y="0"/>
                  </a:cxn>
                  <a:cxn ang="0">
                    <a:pos x="320" y="61"/>
                  </a:cxn>
                  <a:cxn ang="0">
                    <a:pos x="238" y="109"/>
                  </a:cxn>
                  <a:cxn ang="0">
                    <a:pos x="144" y="216"/>
                  </a:cxn>
                  <a:cxn ang="0">
                    <a:pos x="0" y="392"/>
                  </a:cxn>
                  <a:cxn ang="0">
                    <a:pos x="360" y="263"/>
                  </a:cxn>
                  <a:cxn ang="0">
                    <a:pos x="432" y="182"/>
                  </a:cxn>
                  <a:cxn ang="0">
                    <a:pos x="646" y="142"/>
                  </a:cxn>
                  <a:cxn ang="0">
                    <a:pos x="504" y="0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68" name="Freeform 1040"/>
              <p:cNvSpPr/>
              <p:nvPr/>
            </p:nvSpPr>
            <p:spPr bwMode="hidden">
              <a:xfrm>
                <a:off x="50" y="2400"/>
                <a:ext cx="2736" cy="19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336"/>
                  </a:cxn>
                  <a:cxn ang="0">
                    <a:pos x="384" y="384"/>
                  </a:cxn>
                  <a:cxn ang="0">
                    <a:pos x="576" y="720"/>
                  </a:cxn>
                  <a:cxn ang="0">
                    <a:pos x="528" y="960"/>
                  </a:cxn>
                  <a:cxn ang="0">
                    <a:pos x="672" y="1104"/>
                  </a:cxn>
                  <a:cxn ang="0">
                    <a:pos x="576" y="1392"/>
                  </a:cxn>
                  <a:cxn ang="0">
                    <a:pos x="624" y="1632"/>
                  </a:cxn>
                  <a:cxn ang="0">
                    <a:pos x="1488" y="1872"/>
                  </a:cxn>
                  <a:cxn ang="0">
                    <a:pos x="1680" y="1728"/>
                  </a:cxn>
                  <a:cxn ang="0">
                    <a:pos x="2208" y="1728"/>
                  </a:cxn>
                  <a:cxn ang="0">
                    <a:pos x="2304" y="1632"/>
                  </a:cxn>
                  <a:cxn ang="0">
                    <a:pos x="2736" y="1872"/>
                  </a:cxn>
                  <a:cxn ang="0">
                    <a:pos x="2640" y="1920"/>
                  </a:cxn>
                  <a:cxn ang="0">
                    <a:pos x="2304" y="1824"/>
                  </a:cxn>
                  <a:cxn ang="0">
                    <a:pos x="2160" y="1872"/>
                  </a:cxn>
                  <a:cxn ang="0">
                    <a:pos x="1632" y="1920"/>
                  </a:cxn>
                  <a:cxn ang="0">
                    <a:pos x="1440" y="1920"/>
                  </a:cxn>
                  <a:cxn ang="0">
                    <a:pos x="480" y="1824"/>
                  </a:cxn>
                  <a:cxn ang="0">
                    <a:pos x="192" y="1872"/>
                  </a:cxn>
                  <a:cxn ang="0">
                    <a:pos x="96" y="1680"/>
                  </a:cxn>
                  <a:cxn ang="0">
                    <a:pos x="288" y="1440"/>
                  </a:cxn>
                  <a:cxn ang="0">
                    <a:pos x="336" y="1104"/>
                  </a:cxn>
                  <a:cxn ang="0">
                    <a:pos x="144" y="864"/>
                  </a:cxn>
                  <a:cxn ang="0">
                    <a:pos x="240" y="624"/>
                  </a:cxn>
                  <a:cxn ang="0">
                    <a:pos x="48" y="528"/>
                  </a:cxn>
                  <a:cxn ang="0">
                    <a:pos x="0" y="0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</p:grpSp>
        <p:grpSp>
          <p:nvGrpSpPr>
            <p:cNvPr id="8209" name="Group 1041"/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2020370" name="Rectangle 1042"/>
              <p:cNvSpPr>
                <a:spLocks noChangeArrowheads="1"/>
              </p:cNvSpPr>
              <p:nvPr/>
            </p:nvSpPr>
            <p:spPr bwMode="ltGray">
              <a:xfrm rot="6798887">
                <a:off x="43" y="386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71" name="Rectangle 1043"/>
              <p:cNvSpPr>
                <a:spLocks noChangeArrowheads="1"/>
              </p:cNvSpPr>
              <p:nvPr/>
            </p:nvSpPr>
            <p:spPr bwMode="ltGray">
              <a:xfrm rot="6798887">
                <a:off x="13" y="3858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72" name="Rectangle 1044"/>
              <p:cNvSpPr>
                <a:spLocks noChangeArrowheads="1"/>
              </p:cNvSpPr>
              <p:nvPr/>
            </p:nvSpPr>
            <p:spPr bwMode="ltGray">
              <a:xfrm rot="6798887">
                <a:off x="0" y="385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73" name="Rectangle 1045"/>
              <p:cNvSpPr>
                <a:spLocks noChangeArrowheads="1"/>
              </p:cNvSpPr>
              <p:nvPr/>
            </p:nvSpPr>
            <p:spPr bwMode="ltGray">
              <a:xfrm rot="5999912">
                <a:off x="189" y="386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74" name="Rectangle 1046"/>
              <p:cNvSpPr>
                <a:spLocks noChangeArrowheads="1"/>
              </p:cNvSpPr>
              <p:nvPr/>
            </p:nvSpPr>
            <p:spPr bwMode="ltGray">
              <a:xfrm rot="5999912">
                <a:off x="163" y="386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75" name="Rectangle 1047"/>
              <p:cNvSpPr>
                <a:spLocks noChangeArrowheads="1"/>
              </p:cNvSpPr>
              <p:nvPr/>
            </p:nvSpPr>
            <p:spPr bwMode="ltGray">
              <a:xfrm rot="6250138">
                <a:off x="133" y="386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76" name="Rectangle 1048"/>
              <p:cNvSpPr>
                <a:spLocks noChangeArrowheads="1"/>
              </p:cNvSpPr>
              <p:nvPr/>
            </p:nvSpPr>
            <p:spPr bwMode="ltGray">
              <a:xfrm rot="6238076">
                <a:off x="103" y="386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77" name="Rectangle 1049"/>
              <p:cNvSpPr>
                <a:spLocks noChangeArrowheads="1"/>
              </p:cNvSpPr>
              <p:nvPr/>
            </p:nvSpPr>
            <p:spPr bwMode="ltGray">
              <a:xfrm rot="5380717">
                <a:off x="343" y="384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78" name="Rectangle 1050"/>
              <p:cNvSpPr>
                <a:spLocks noChangeArrowheads="1"/>
              </p:cNvSpPr>
              <p:nvPr/>
            </p:nvSpPr>
            <p:spPr bwMode="ltGray">
              <a:xfrm rot="5380717">
                <a:off x="313" y="385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79" name="Rectangle 1051"/>
              <p:cNvSpPr>
                <a:spLocks noChangeArrowheads="1"/>
              </p:cNvSpPr>
              <p:nvPr/>
            </p:nvSpPr>
            <p:spPr bwMode="ltGray">
              <a:xfrm rot="5583200">
                <a:off x="283" y="385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80" name="Rectangle 1052"/>
              <p:cNvSpPr>
                <a:spLocks noChangeArrowheads="1"/>
              </p:cNvSpPr>
              <p:nvPr/>
            </p:nvSpPr>
            <p:spPr bwMode="ltGray">
              <a:xfrm rot="5737625">
                <a:off x="251" y="386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81" name="Rectangle 1053"/>
              <p:cNvSpPr>
                <a:spLocks noChangeArrowheads="1"/>
              </p:cNvSpPr>
              <p:nvPr/>
            </p:nvSpPr>
            <p:spPr bwMode="ltGray">
              <a:xfrm rot="4715477">
                <a:off x="497" y="380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82" name="Rectangle 1054"/>
              <p:cNvSpPr>
                <a:spLocks noChangeArrowheads="1"/>
              </p:cNvSpPr>
              <p:nvPr/>
            </p:nvSpPr>
            <p:spPr bwMode="ltGray">
              <a:xfrm rot="4924949">
                <a:off x="466" y="381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83" name="Rectangle 1055"/>
              <p:cNvSpPr>
                <a:spLocks noChangeArrowheads="1"/>
              </p:cNvSpPr>
              <p:nvPr/>
            </p:nvSpPr>
            <p:spPr bwMode="ltGray">
              <a:xfrm rot="4924949">
                <a:off x="436" y="382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84" name="Rectangle 1056"/>
              <p:cNvSpPr>
                <a:spLocks noChangeArrowheads="1"/>
              </p:cNvSpPr>
              <p:nvPr/>
            </p:nvSpPr>
            <p:spPr bwMode="ltGray">
              <a:xfrm rot="5041352">
                <a:off x="407" y="382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85" name="Rectangle 1057"/>
              <p:cNvSpPr>
                <a:spLocks noChangeArrowheads="1"/>
              </p:cNvSpPr>
              <p:nvPr/>
            </p:nvSpPr>
            <p:spPr bwMode="ltGray">
              <a:xfrm rot="3816889">
                <a:off x="644" y="374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86" name="Rectangle 1058"/>
              <p:cNvSpPr>
                <a:spLocks noChangeArrowheads="1"/>
              </p:cNvSpPr>
              <p:nvPr/>
            </p:nvSpPr>
            <p:spPr bwMode="ltGray">
              <a:xfrm rot="3816889">
                <a:off x="614" y="37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87" name="Rectangle 1059"/>
              <p:cNvSpPr>
                <a:spLocks noChangeArrowheads="1"/>
              </p:cNvSpPr>
              <p:nvPr/>
            </p:nvSpPr>
            <p:spPr bwMode="ltGray">
              <a:xfrm rot="4104184">
                <a:off x="586" y="376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88" name="Rectangle 1060"/>
              <p:cNvSpPr>
                <a:spLocks noChangeArrowheads="1"/>
              </p:cNvSpPr>
              <p:nvPr/>
            </p:nvSpPr>
            <p:spPr bwMode="ltGray">
              <a:xfrm rot="4325343">
                <a:off x="555" y="378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89" name="Rectangle 1061"/>
              <p:cNvSpPr>
                <a:spLocks noChangeArrowheads="1"/>
              </p:cNvSpPr>
              <p:nvPr/>
            </p:nvSpPr>
            <p:spPr bwMode="ltGray">
              <a:xfrm rot="3368036">
                <a:off x="780" y="366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90" name="Rectangle 1062"/>
              <p:cNvSpPr>
                <a:spLocks noChangeArrowheads="1"/>
              </p:cNvSpPr>
              <p:nvPr/>
            </p:nvSpPr>
            <p:spPr bwMode="ltGray">
              <a:xfrm rot="3368036">
                <a:off x="752" y="367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91" name="Rectangle 1063"/>
              <p:cNvSpPr>
                <a:spLocks noChangeArrowheads="1"/>
              </p:cNvSpPr>
              <p:nvPr/>
            </p:nvSpPr>
            <p:spPr bwMode="ltGray">
              <a:xfrm rot="3368036">
                <a:off x="726" y="369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92" name="Rectangle 1064"/>
              <p:cNvSpPr>
                <a:spLocks noChangeArrowheads="1"/>
              </p:cNvSpPr>
              <p:nvPr/>
            </p:nvSpPr>
            <p:spPr bwMode="ltGray">
              <a:xfrm rot="3816889">
                <a:off x="696" y="371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93" name="Rectangle 1065"/>
              <p:cNvSpPr>
                <a:spLocks noChangeArrowheads="1"/>
              </p:cNvSpPr>
              <p:nvPr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94" name="Rectangle 1066"/>
              <p:cNvSpPr>
                <a:spLocks noChangeArrowheads="1"/>
              </p:cNvSpPr>
              <p:nvPr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95" name="Rectangle 1067"/>
              <p:cNvSpPr>
                <a:spLocks noChangeArrowheads="1"/>
              </p:cNvSpPr>
              <p:nvPr/>
            </p:nvSpPr>
            <p:spPr bwMode="ltGray">
              <a:xfrm rot="2707562">
                <a:off x="855" y="36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96" name="Rectangle 1068"/>
              <p:cNvSpPr>
                <a:spLocks noChangeArrowheads="1"/>
              </p:cNvSpPr>
              <p:nvPr/>
            </p:nvSpPr>
            <p:spPr bwMode="ltGray">
              <a:xfrm rot="2707562">
                <a:off x="830" y="362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97" name="Rectangle 1069"/>
              <p:cNvSpPr>
                <a:spLocks noChangeArrowheads="1"/>
              </p:cNvSpPr>
              <p:nvPr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98" name="Rectangle 1070"/>
              <p:cNvSpPr>
                <a:spLocks noChangeArrowheads="1"/>
              </p:cNvSpPr>
              <p:nvPr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399" name="Rectangle 1071"/>
              <p:cNvSpPr>
                <a:spLocks noChangeArrowheads="1"/>
              </p:cNvSpPr>
              <p:nvPr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00" name="Rectangle 1072"/>
              <p:cNvSpPr>
                <a:spLocks noChangeArrowheads="1"/>
              </p:cNvSpPr>
              <p:nvPr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01" name="Rectangle 1073"/>
              <p:cNvSpPr>
                <a:spLocks noChangeArrowheads="1"/>
              </p:cNvSpPr>
              <p:nvPr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02" name="Rectangle 1074"/>
              <p:cNvSpPr>
                <a:spLocks noChangeArrowheads="1"/>
              </p:cNvSpPr>
              <p:nvPr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03" name="Rectangle 1075"/>
              <p:cNvSpPr>
                <a:spLocks noChangeArrowheads="1"/>
              </p:cNvSpPr>
              <p:nvPr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04" name="Rectangle 1076"/>
              <p:cNvSpPr>
                <a:spLocks noChangeArrowheads="1"/>
              </p:cNvSpPr>
              <p:nvPr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05" name="Rectangle 1077"/>
              <p:cNvSpPr>
                <a:spLocks noChangeArrowheads="1"/>
              </p:cNvSpPr>
              <p:nvPr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06" name="Rectangle 1078"/>
              <p:cNvSpPr>
                <a:spLocks noChangeArrowheads="1"/>
              </p:cNvSpPr>
              <p:nvPr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07" name="Rectangle 1079"/>
              <p:cNvSpPr>
                <a:spLocks noChangeArrowheads="1"/>
              </p:cNvSpPr>
              <p:nvPr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08" name="Rectangle 1080"/>
              <p:cNvSpPr>
                <a:spLocks noChangeArrowheads="1"/>
              </p:cNvSpPr>
              <p:nvPr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09" name="Rectangle 1081"/>
              <p:cNvSpPr>
                <a:spLocks noChangeArrowheads="1"/>
              </p:cNvSpPr>
              <p:nvPr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10" name="Rectangle 1082"/>
              <p:cNvSpPr>
                <a:spLocks noChangeArrowheads="1"/>
              </p:cNvSpPr>
              <p:nvPr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11" name="Rectangle 1083"/>
              <p:cNvSpPr>
                <a:spLocks noChangeArrowheads="1"/>
              </p:cNvSpPr>
              <p:nvPr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12" name="Rectangle 1084"/>
              <p:cNvSpPr>
                <a:spLocks noChangeArrowheads="1"/>
              </p:cNvSpPr>
              <p:nvPr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13" name="Rectangle 1085"/>
              <p:cNvSpPr>
                <a:spLocks noChangeArrowheads="1"/>
              </p:cNvSpPr>
              <p:nvPr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14" name="Rectangle 1086"/>
              <p:cNvSpPr>
                <a:spLocks noChangeArrowheads="1"/>
              </p:cNvSpPr>
              <p:nvPr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15" name="Rectangle 1087"/>
              <p:cNvSpPr>
                <a:spLocks noChangeArrowheads="1"/>
              </p:cNvSpPr>
              <p:nvPr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16" name="Rectangle 1088"/>
              <p:cNvSpPr>
                <a:spLocks noChangeArrowheads="1"/>
              </p:cNvSpPr>
              <p:nvPr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17" name="Rectangle 1089"/>
              <p:cNvSpPr>
                <a:spLocks noChangeArrowheads="1"/>
              </p:cNvSpPr>
              <p:nvPr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18" name="Rectangle 1090"/>
              <p:cNvSpPr>
                <a:spLocks noChangeArrowheads="1"/>
              </p:cNvSpPr>
              <p:nvPr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19" name="Rectangle 1091"/>
              <p:cNvSpPr>
                <a:spLocks noChangeArrowheads="1"/>
              </p:cNvSpPr>
              <p:nvPr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20" name="Rectangle 1092"/>
              <p:cNvSpPr>
                <a:spLocks noChangeArrowheads="1"/>
              </p:cNvSpPr>
              <p:nvPr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21" name="Rectangle 1093"/>
              <p:cNvSpPr>
                <a:spLocks noChangeArrowheads="1"/>
              </p:cNvSpPr>
              <p:nvPr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22" name="Rectangle 1094"/>
              <p:cNvSpPr>
                <a:spLocks noChangeArrowheads="1"/>
              </p:cNvSpPr>
              <p:nvPr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23" name="Rectangle 1095"/>
              <p:cNvSpPr>
                <a:spLocks noChangeArrowheads="1"/>
              </p:cNvSpPr>
              <p:nvPr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24" name="Rectangle 1096"/>
              <p:cNvSpPr>
                <a:spLocks noChangeArrowheads="1"/>
              </p:cNvSpPr>
              <p:nvPr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25" name="Rectangle 1097"/>
              <p:cNvSpPr>
                <a:spLocks noChangeArrowheads="1"/>
              </p:cNvSpPr>
              <p:nvPr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26" name="Rectangle 1098"/>
              <p:cNvSpPr>
                <a:spLocks noChangeArrowheads="1"/>
              </p:cNvSpPr>
              <p:nvPr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27" name="Rectangle 1099"/>
              <p:cNvSpPr>
                <a:spLocks noChangeArrowheads="1"/>
              </p:cNvSpPr>
              <p:nvPr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28" name="Rectangle 1100"/>
              <p:cNvSpPr>
                <a:spLocks noChangeArrowheads="1"/>
              </p:cNvSpPr>
              <p:nvPr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29" name="Rectangle 1101"/>
              <p:cNvSpPr>
                <a:spLocks noChangeArrowheads="1"/>
              </p:cNvSpPr>
              <p:nvPr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30" name="Rectangle 1102"/>
              <p:cNvSpPr>
                <a:spLocks noChangeArrowheads="1"/>
              </p:cNvSpPr>
              <p:nvPr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31" name="Rectangle 1103"/>
              <p:cNvSpPr>
                <a:spLocks noChangeArrowheads="1"/>
              </p:cNvSpPr>
              <p:nvPr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32" name="Rectangle 1104"/>
              <p:cNvSpPr>
                <a:spLocks noChangeArrowheads="1"/>
              </p:cNvSpPr>
              <p:nvPr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33" name="Freeform 1105"/>
              <p:cNvSpPr/>
              <p:nvPr/>
            </p:nvSpPr>
            <p:spPr bwMode="ltGray">
              <a:xfrm>
                <a:off x="486" y="2563"/>
                <a:ext cx="180" cy="151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28" y="147"/>
                  </a:cxn>
                  <a:cxn ang="0">
                    <a:pos x="64" y="46"/>
                  </a:cxn>
                  <a:cxn ang="0">
                    <a:pos x="94" y="151"/>
                  </a:cxn>
                  <a:cxn ang="0">
                    <a:pos x="129" y="151"/>
                  </a:cxn>
                  <a:cxn ang="0">
                    <a:pos x="180" y="9"/>
                  </a:cxn>
                  <a:cxn ang="0">
                    <a:pos x="148" y="10"/>
                  </a:cxn>
                  <a:cxn ang="0">
                    <a:pos x="112" y="112"/>
                  </a:cxn>
                  <a:cxn ang="0">
                    <a:pos x="79" y="0"/>
                  </a:cxn>
                  <a:cxn ang="0">
                    <a:pos x="48" y="0"/>
                  </a:cxn>
                  <a:cxn ang="0">
                    <a:pos x="0" y="144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34" name="Rectangle 1106"/>
              <p:cNvSpPr>
                <a:spLocks noChangeArrowheads="1"/>
              </p:cNvSpPr>
              <p:nvPr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35" name="Rectangle 1107"/>
              <p:cNvSpPr>
                <a:spLocks noChangeArrowheads="1"/>
              </p:cNvSpPr>
              <p:nvPr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36" name="Rectangle 1108"/>
              <p:cNvSpPr>
                <a:spLocks noChangeArrowheads="1"/>
              </p:cNvSpPr>
              <p:nvPr/>
            </p:nvSpPr>
            <p:spPr bwMode="ltGray">
              <a:xfrm rot="-2957028">
                <a:off x="886" y="24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37" name="Rectangle 1109"/>
              <p:cNvSpPr>
                <a:spLocks noChangeArrowheads="1"/>
              </p:cNvSpPr>
              <p:nvPr/>
            </p:nvSpPr>
            <p:spPr bwMode="ltGray">
              <a:xfrm rot="-2957028">
                <a:off x="909" y="2464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38" name="Rectangle 1110"/>
              <p:cNvSpPr>
                <a:spLocks noChangeArrowheads="1"/>
              </p:cNvSpPr>
              <p:nvPr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39" name="Rectangle 1111"/>
              <p:cNvSpPr>
                <a:spLocks noChangeArrowheads="1"/>
              </p:cNvSpPr>
              <p:nvPr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40" name="Rectangle 1112"/>
              <p:cNvSpPr>
                <a:spLocks noChangeArrowheads="1"/>
              </p:cNvSpPr>
              <p:nvPr/>
            </p:nvSpPr>
            <p:spPr bwMode="ltGray">
              <a:xfrm rot="-3638503">
                <a:off x="768" y="24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41" name="Rectangle 1113"/>
              <p:cNvSpPr>
                <a:spLocks noChangeArrowheads="1"/>
              </p:cNvSpPr>
              <p:nvPr/>
            </p:nvSpPr>
            <p:spPr bwMode="ltGray">
              <a:xfrm rot="-3638503">
                <a:off x="794" y="241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42" name="Rectangle 1114"/>
              <p:cNvSpPr>
                <a:spLocks noChangeArrowheads="1"/>
              </p:cNvSpPr>
              <p:nvPr/>
            </p:nvSpPr>
            <p:spPr bwMode="ltGray">
              <a:xfrm rot="-3514633">
                <a:off x="816" y="2418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43" name="Rectangle 1115"/>
              <p:cNvSpPr>
                <a:spLocks noChangeArrowheads="1"/>
              </p:cNvSpPr>
              <p:nvPr/>
            </p:nvSpPr>
            <p:spPr bwMode="ltGray">
              <a:xfrm rot="-3220799">
                <a:off x="841" y="243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44" name="Rectangle 1116"/>
              <p:cNvSpPr>
                <a:spLocks noChangeArrowheads="1"/>
              </p:cNvSpPr>
              <p:nvPr/>
            </p:nvSpPr>
            <p:spPr bwMode="ltGray">
              <a:xfrm rot="-4338250">
                <a:off x="629" y="237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45" name="Rectangle 1117"/>
              <p:cNvSpPr>
                <a:spLocks noChangeArrowheads="1"/>
              </p:cNvSpPr>
              <p:nvPr/>
            </p:nvSpPr>
            <p:spPr bwMode="ltGray">
              <a:xfrm rot="-4250359">
                <a:off x="656" y="23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46" name="Rectangle 1118"/>
              <p:cNvSpPr>
                <a:spLocks noChangeArrowheads="1"/>
              </p:cNvSpPr>
              <p:nvPr/>
            </p:nvSpPr>
            <p:spPr bwMode="ltGray">
              <a:xfrm rot="-4250359">
                <a:off x="688" y="238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47" name="Rectangle 1119"/>
              <p:cNvSpPr>
                <a:spLocks noChangeArrowheads="1"/>
              </p:cNvSpPr>
              <p:nvPr/>
            </p:nvSpPr>
            <p:spPr bwMode="ltGray">
              <a:xfrm rot="-3989246">
                <a:off x="718" y="2388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48" name="Rectangle 1120"/>
              <p:cNvSpPr>
                <a:spLocks noChangeArrowheads="1"/>
              </p:cNvSpPr>
              <p:nvPr/>
            </p:nvSpPr>
            <p:spPr bwMode="ltGray">
              <a:xfrm rot="-4862215">
                <a:off x="483" y="23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49" name="Rectangle 1121"/>
              <p:cNvSpPr>
                <a:spLocks noChangeArrowheads="1"/>
              </p:cNvSpPr>
              <p:nvPr/>
            </p:nvSpPr>
            <p:spPr bwMode="ltGray">
              <a:xfrm rot="-4673370">
                <a:off x="514" y="237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50" name="Rectangle 1122"/>
              <p:cNvSpPr>
                <a:spLocks noChangeArrowheads="1"/>
              </p:cNvSpPr>
              <p:nvPr/>
            </p:nvSpPr>
            <p:spPr bwMode="ltGray">
              <a:xfrm rot="-4646721">
                <a:off x="543" y="2368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51" name="Rectangle 1123"/>
              <p:cNvSpPr>
                <a:spLocks noChangeArrowheads="1"/>
              </p:cNvSpPr>
              <p:nvPr/>
            </p:nvSpPr>
            <p:spPr bwMode="ltGray">
              <a:xfrm rot="-4580623">
                <a:off x="575" y="2368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52" name="Rectangle 1124"/>
              <p:cNvSpPr>
                <a:spLocks noChangeArrowheads="1"/>
              </p:cNvSpPr>
              <p:nvPr/>
            </p:nvSpPr>
            <p:spPr bwMode="ltGray">
              <a:xfrm rot="-5195129">
                <a:off x="335" y="239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53" name="Rectangle 1125"/>
              <p:cNvSpPr>
                <a:spLocks noChangeArrowheads="1"/>
              </p:cNvSpPr>
              <p:nvPr/>
            </p:nvSpPr>
            <p:spPr bwMode="ltGray">
              <a:xfrm rot="-5360484">
                <a:off x="365" y="23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54" name="Rectangle 1126"/>
              <p:cNvSpPr>
                <a:spLocks noChangeArrowheads="1"/>
              </p:cNvSpPr>
              <p:nvPr/>
            </p:nvSpPr>
            <p:spPr bwMode="ltGray">
              <a:xfrm rot="-5288939">
                <a:off x="399" y="23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55" name="Rectangle 1127"/>
              <p:cNvSpPr>
                <a:spLocks noChangeArrowheads="1"/>
              </p:cNvSpPr>
              <p:nvPr/>
            </p:nvSpPr>
            <p:spPr bwMode="ltGray">
              <a:xfrm rot="-5164854">
                <a:off x="429" y="2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56" name="Rectangle 1128"/>
              <p:cNvSpPr>
                <a:spLocks noChangeArrowheads="1"/>
              </p:cNvSpPr>
              <p:nvPr/>
            </p:nvSpPr>
            <p:spPr bwMode="ltGray">
              <a:xfrm rot="-6132163">
                <a:off x="186" y="243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57" name="Rectangle 1129"/>
              <p:cNvSpPr>
                <a:spLocks noChangeArrowheads="1"/>
              </p:cNvSpPr>
              <p:nvPr/>
            </p:nvSpPr>
            <p:spPr bwMode="ltGray">
              <a:xfrm rot="-6220433">
                <a:off x="217" y="242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58" name="Rectangle 1130"/>
              <p:cNvSpPr>
                <a:spLocks noChangeArrowheads="1"/>
              </p:cNvSpPr>
              <p:nvPr/>
            </p:nvSpPr>
            <p:spPr bwMode="ltGray">
              <a:xfrm rot="-6110943">
                <a:off x="246" y="24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59" name="Rectangle 1131"/>
              <p:cNvSpPr>
                <a:spLocks noChangeArrowheads="1"/>
              </p:cNvSpPr>
              <p:nvPr/>
            </p:nvSpPr>
            <p:spPr bwMode="ltGray">
              <a:xfrm rot="-5919570">
                <a:off x="273" y="2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60" name="Rectangle 1132"/>
              <p:cNvSpPr>
                <a:spLocks noChangeArrowheads="1"/>
              </p:cNvSpPr>
              <p:nvPr/>
            </p:nvSpPr>
            <p:spPr bwMode="ltGray">
              <a:xfrm rot="-7376291">
                <a:off x="0" y="252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61" name="Rectangle 1133"/>
              <p:cNvSpPr>
                <a:spLocks noChangeArrowheads="1"/>
              </p:cNvSpPr>
              <p:nvPr/>
            </p:nvSpPr>
            <p:spPr bwMode="ltGray">
              <a:xfrm rot="-7168347">
                <a:off x="45" y="249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62" name="Rectangle 1134"/>
              <p:cNvSpPr>
                <a:spLocks noChangeArrowheads="1"/>
              </p:cNvSpPr>
              <p:nvPr/>
            </p:nvSpPr>
            <p:spPr bwMode="ltGray">
              <a:xfrm rot="-6802416">
                <a:off x="72" y="24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63" name="Rectangle 1135"/>
              <p:cNvSpPr>
                <a:spLocks noChangeArrowheads="1"/>
              </p:cNvSpPr>
              <p:nvPr/>
            </p:nvSpPr>
            <p:spPr bwMode="ltGray">
              <a:xfrm rot="-6802416">
                <a:off x="99" y="247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64" name="Rectangle 1136"/>
              <p:cNvSpPr>
                <a:spLocks noChangeArrowheads="1"/>
              </p:cNvSpPr>
              <p:nvPr/>
            </p:nvSpPr>
            <p:spPr bwMode="ltGray">
              <a:xfrm rot="-6457704">
                <a:off x="130" y="245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65" name="Rectangle 1137"/>
              <p:cNvSpPr>
                <a:spLocks noChangeArrowheads="1"/>
              </p:cNvSpPr>
              <p:nvPr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66" name="Rectangle 1138"/>
              <p:cNvSpPr>
                <a:spLocks noChangeArrowheads="1"/>
              </p:cNvSpPr>
              <p:nvPr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67" name="Rectangle 1139"/>
              <p:cNvSpPr>
                <a:spLocks noChangeArrowheads="1"/>
              </p:cNvSpPr>
              <p:nvPr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68" name="Rectangle 1140"/>
              <p:cNvSpPr>
                <a:spLocks noChangeArrowheads="1"/>
              </p:cNvSpPr>
              <p:nvPr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69" name="Rectangle 1141"/>
              <p:cNvSpPr>
                <a:spLocks noChangeArrowheads="1"/>
              </p:cNvSpPr>
              <p:nvPr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70" name="Rectangle 1142"/>
              <p:cNvSpPr>
                <a:spLocks noChangeArrowheads="1"/>
              </p:cNvSpPr>
              <p:nvPr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71" name="Rectangle 1143"/>
              <p:cNvSpPr>
                <a:spLocks noChangeArrowheads="1"/>
              </p:cNvSpPr>
              <p:nvPr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72" name="Rectangle 1144"/>
              <p:cNvSpPr>
                <a:spLocks noChangeArrowheads="1"/>
              </p:cNvSpPr>
              <p:nvPr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73" name="Rectangle 1145"/>
              <p:cNvSpPr>
                <a:spLocks noChangeArrowheads="1"/>
              </p:cNvSpPr>
              <p:nvPr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74" name="Rectangle 1146"/>
              <p:cNvSpPr>
                <a:spLocks noChangeArrowheads="1"/>
              </p:cNvSpPr>
              <p:nvPr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75" name="Rectangle 1147"/>
              <p:cNvSpPr>
                <a:spLocks noChangeArrowheads="1"/>
              </p:cNvSpPr>
              <p:nvPr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76" name="Rectangle 1148"/>
              <p:cNvSpPr>
                <a:spLocks noChangeArrowheads="1"/>
              </p:cNvSpPr>
              <p:nvPr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77" name="Rectangle 1149"/>
              <p:cNvSpPr>
                <a:spLocks noChangeArrowheads="1"/>
              </p:cNvSpPr>
              <p:nvPr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78" name="Rectangle 1150"/>
              <p:cNvSpPr>
                <a:spLocks noChangeArrowheads="1"/>
              </p:cNvSpPr>
              <p:nvPr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79" name="Rectangle 1151"/>
              <p:cNvSpPr>
                <a:spLocks noChangeArrowheads="1"/>
              </p:cNvSpPr>
              <p:nvPr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80" name="Rectangle 1152"/>
              <p:cNvSpPr>
                <a:spLocks noChangeArrowheads="1"/>
              </p:cNvSpPr>
              <p:nvPr/>
            </p:nvSpPr>
            <p:spPr bwMode="ltGray">
              <a:xfrm rot="-3676305">
                <a:off x="718" y="2364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81" name="Rectangle 1153"/>
              <p:cNvSpPr>
                <a:spLocks noChangeArrowheads="1"/>
              </p:cNvSpPr>
              <p:nvPr/>
            </p:nvSpPr>
            <p:spPr bwMode="ltGray">
              <a:xfrm rot="-3188616">
                <a:off x="848" y="240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82" name="Rectangle 1154"/>
              <p:cNvSpPr>
                <a:spLocks noChangeArrowheads="1"/>
              </p:cNvSpPr>
              <p:nvPr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83" name="Rectangle 1155"/>
              <p:cNvSpPr>
                <a:spLocks noChangeArrowheads="1"/>
              </p:cNvSpPr>
              <p:nvPr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84" name="Rectangle 1156"/>
              <p:cNvSpPr>
                <a:spLocks noChangeArrowheads="1"/>
              </p:cNvSpPr>
              <p:nvPr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85" name="Rectangle 1157"/>
              <p:cNvSpPr>
                <a:spLocks noChangeArrowheads="1"/>
              </p:cNvSpPr>
              <p:nvPr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86" name="Rectangle 1158"/>
              <p:cNvSpPr>
                <a:spLocks noChangeArrowheads="1"/>
              </p:cNvSpPr>
              <p:nvPr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87" name="Rectangle 1159"/>
              <p:cNvSpPr>
                <a:spLocks noChangeArrowheads="1"/>
              </p:cNvSpPr>
              <p:nvPr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88" name="Rectangle 1160"/>
              <p:cNvSpPr>
                <a:spLocks noChangeArrowheads="1"/>
              </p:cNvSpPr>
              <p:nvPr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89" name="Rectangle 1161"/>
              <p:cNvSpPr>
                <a:spLocks noChangeArrowheads="1"/>
              </p:cNvSpPr>
              <p:nvPr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90" name="Freeform 1162"/>
              <p:cNvSpPr/>
              <p:nvPr/>
            </p:nvSpPr>
            <p:spPr bwMode="ltGray">
              <a:xfrm>
                <a:off x="850" y="3136"/>
                <a:ext cx="204" cy="120"/>
              </a:xfrm>
              <a:custGeom>
                <a:avLst/>
                <a:gdLst/>
                <a:ahLst/>
                <a:cxnLst>
                  <a:cxn ang="0">
                    <a:pos x="168" y="120"/>
                  </a:cxn>
                  <a:cxn ang="0">
                    <a:pos x="204" y="12"/>
                  </a:cxn>
                  <a:cxn ang="0">
                    <a:pos x="42" y="0"/>
                  </a:cxn>
                  <a:cxn ang="0">
                    <a:pos x="0" y="108"/>
                  </a:cxn>
                  <a:cxn ang="0">
                    <a:pos x="30" y="114"/>
                  </a:cxn>
                  <a:cxn ang="0">
                    <a:pos x="60" y="30"/>
                  </a:cxn>
                  <a:cxn ang="0">
                    <a:pos x="102" y="36"/>
                  </a:cxn>
                  <a:cxn ang="0">
                    <a:pos x="78" y="108"/>
                  </a:cxn>
                  <a:cxn ang="0">
                    <a:pos x="102" y="108"/>
                  </a:cxn>
                  <a:cxn ang="0">
                    <a:pos x="132" y="36"/>
                  </a:cxn>
                  <a:cxn ang="0">
                    <a:pos x="162" y="36"/>
                  </a:cxn>
                  <a:cxn ang="0">
                    <a:pos x="138" y="114"/>
                  </a:cxn>
                  <a:cxn ang="0">
                    <a:pos x="168" y="120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91" name="Freeform 1163"/>
              <p:cNvSpPr/>
              <p:nvPr/>
            </p:nvSpPr>
            <p:spPr bwMode="ltGray">
              <a:xfrm>
                <a:off x="19" y="2722"/>
                <a:ext cx="90" cy="78"/>
              </a:xfrm>
              <a:custGeom>
                <a:avLst/>
                <a:gdLst/>
                <a:ahLst/>
                <a:cxnLst>
                  <a:cxn ang="0">
                    <a:pos x="66" y="36"/>
                  </a:cxn>
                  <a:cxn ang="0">
                    <a:pos x="66" y="36"/>
                  </a:cxn>
                  <a:cxn ang="0">
                    <a:pos x="18" y="24"/>
                  </a:cxn>
                  <a:cxn ang="0">
                    <a:pos x="0" y="30"/>
                  </a:cxn>
                  <a:cxn ang="0">
                    <a:pos x="36" y="78"/>
                  </a:cxn>
                  <a:cxn ang="0">
                    <a:pos x="48" y="72"/>
                  </a:cxn>
                  <a:cxn ang="0">
                    <a:pos x="24" y="36"/>
                  </a:cxn>
                  <a:cxn ang="0">
                    <a:pos x="24" y="36"/>
                  </a:cxn>
                  <a:cxn ang="0">
                    <a:pos x="72" y="54"/>
                  </a:cxn>
                  <a:cxn ang="0">
                    <a:pos x="90" y="42"/>
                  </a:cxn>
                  <a:cxn ang="0">
                    <a:pos x="54" y="0"/>
                  </a:cxn>
                  <a:cxn ang="0">
                    <a:pos x="42" y="6"/>
                  </a:cxn>
                  <a:cxn ang="0">
                    <a:pos x="66" y="36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92" name="Freeform 1164"/>
              <p:cNvSpPr/>
              <p:nvPr/>
            </p:nvSpPr>
            <p:spPr bwMode="ltGray">
              <a:xfrm>
                <a:off x="97" y="2651"/>
                <a:ext cx="101" cy="89"/>
              </a:xfrm>
              <a:custGeom>
                <a:avLst/>
                <a:gdLst/>
                <a:ahLst/>
                <a:cxnLst>
                  <a:cxn ang="0">
                    <a:pos x="54" y="89"/>
                  </a:cxn>
                  <a:cxn ang="0">
                    <a:pos x="65" y="83"/>
                  </a:cxn>
                  <a:cxn ang="0">
                    <a:pos x="48" y="35"/>
                  </a:cxn>
                  <a:cxn ang="0">
                    <a:pos x="89" y="65"/>
                  </a:cxn>
                  <a:cxn ang="0">
                    <a:pos x="101" y="59"/>
                  </a:cxn>
                  <a:cxn ang="0">
                    <a:pos x="83" y="0"/>
                  </a:cxn>
                  <a:cxn ang="0">
                    <a:pos x="71" y="12"/>
                  </a:cxn>
                  <a:cxn ang="0">
                    <a:pos x="83" y="41"/>
                  </a:cxn>
                  <a:cxn ang="0">
                    <a:pos x="48" y="23"/>
                  </a:cxn>
                  <a:cxn ang="0">
                    <a:pos x="36" y="29"/>
                  </a:cxn>
                  <a:cxn ang="0">
                    <a:pos x="45" y="68"/>
                  </a:cxn>
                  <a:cxn ang="0">
                    <a:pos x="18" y="41"/>
                  </a:cxn>
                  <a:cxn ang="0">
                    <a:pos x="0" y="53"/>
                  </a:cxn>
                  <a:cxn ang="0">
                    <a:pos x="54" y="89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93" name="Freeform 1165"/>
              <p:cNvSpPr/>
              <p:nvPr/>
            </p:nvSpPr>
            <p:spPr bwMode="ltGray">
              <a:xfrm>
                <a:off x="677" y="3502"/>
                <a:ext cx="83" cy="78"/>
              </a:xfrm>
              <a:custGeom>
                <a:avLst/>
                <a:gdLst/>
                <a:ahLst/>
                <a:cxnLst>
                  <a:cxn ang="0">
                    <a:pos x="36" y="78"/>
                  </a:cxn>
                  <a:cxn ang="0">
                    <a:pos x="83" y="48"/>
                  </a:cxn>
                  <a:cxn ang="0">
                    <a:pos x="54" y="0"/>
                  </a:cxn>
                  <a:cxn ang="0">
                    <a:pos x="0" y="30"/>
                  </a:cxn>
                  <a:cxn ang="0">
                    <a:pos x="6" y="36"/>
                  </a:cxn>
                  <a:cxn ang="0">
                    <a:pos x="42" y="18"/>
                  </a:cxn>
                  <a:cxn ang="0">
                    <a:pos x="54" y="30"/>
                  </a:cxn>
                  <a:cxn ang="0">
                    <a:pos x="24" y="48"/>
                  </a:cxn>
                  <a:cxn ang="0">
                    <a:pos x="30" y="54"/>
                  </a:cxn>
                  <a:cxn ang="0">
                    <a:pos x="60" y="36"/>
                  </a:cxn>
                  <a:cxn ang="0">
                    <a:pos x="66" y="48"/>
                  </a:cxn>
                  <a:cxn ang="0">
                    <a:pos x="30" y="66"/>
                  </a:cxn>
                  <a:cxn ang="0">
                    <a:pos x="36" y="78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94" name="Freeform 1166"/>
              <p:cNvSpPr/>
              <p:nvPr/>
            </p:nvSpPr>
            <p:spPr bwMode="ltGray">
              <a:xfrm>
                <a:off x="940" y="2782"/>
                <a:ext cx="90" cy="72"/>
              </a:xfrm>
              <a:custGeom>
                <a:avLst/>
                <a:gdLst/>
                <a:ahLst/>
                <a:cxnLst>
                  <a:cxn ang="0">
                    <a:pos x="90" y="30"/>
                  </a:cxn>
                  <a:cxn ang="0">
                    <a:pos x="66" y="0"/>
                  </a:cxn>
                  <a:cxn ang="0">
                    <a:pos x="0" y="36"/>
                  </a:cxn>
                  <a:cxn ang="0">
                    <a:pos x="24" y="72"/>
                  </a:cxn>
                  <a:cxn ang="0">
                    <a:pos x="36" y="66"/>
                  </a:cxn>
                  <a:cxn ang="0">
                    <a:pos x="18" y="42"/>
                  </a:cxn>
                  <a:cxn ang="0">
                    <a:pos x="36" y="30"/>
                  </a:cxn>
                  <a:cxn ang="0">
                    <a:pos x="54" y="54"/>
                  </a:cxn>
                  <a:cxn ang="0">
                    <a:pos x="60" y="48"/>
                  </a:cxn>
                  <a:cxn ang="0">
                    <a:pos x="48" y="24"/>
                  </a:cxn>
                  <a:cxn ang="0">
                    <a:pos x="60" y="12"/>
                  </a:cxn>
                  <a:cxn ang="0">
                    <a:pos x="78" y="42"/>
                  </a:cxn>
                  <a:cxn ang="0">
                    <a:pos x="90" y="30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95" name="Freeform 1167"/>
              <p:cNvSpPr/>
              <p:nvPr/>
            </p:nvSpPr>
            <p:spPr bwMode="ltGray">
              <a:xfrm>
                <a:off x="898" y="2716"/>
                <a:ext cx="90" cy="84"/>
              </a:xfrm>
              <a:custGeom>
                <a:avLst/>
                <a:gdLst/>
                <a:ahLst/>
                <a:cxnLst>
                  <a:cxn ang="0">
                    <a:pos x="42" y="60"/>
                  </a:cxn>
                  <a:cxn ang="0">
                    <a:pos x="42" y="60"/>
                  </a:cxn>
                  <a:cxn ang="0">
                    <a:pos x="72" y="12"/>
                  </a:cxn>
                  <a:cxn ang="0">
                    <a:pos x="66" y="0"/>
                  </a:cxn>
                  <a:cxn ang="0">
                    <a:pos x="0" y="42"/>
                  </a:cxn>
                  <a:cxn ang="0">
                    <a:pos x="6" y="54"/>
                  </a:cxn>
                  <a:cxn ang="0">
                    <a:pos x="54" y="24"/>
                  </a:cxn>
                  <a:cxn ang="0">
                    <a:pos x="54" y="24"/>
                  </a:cxn>
                  <a:cxn ang="0">
                    <a:pos x="18" y="72"/>
                  </a:cxn>
                  <a:cxn ang="0">
                    <a:pos x="24" y="84"/>
                  </a:cxn>
                  <a:cxn ang="0">
                    <a:pos x="90" y="42"/>
                  </a:cxn>
                  <a:cxn ang="0">
                    <a:pos x="84" y="30"/>
                  </a:cxn>
                  <a:cxn ang="0">
                    <a:pos x="42" y="60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96" name="Freeform 1168"/>
              <p:cNvSpPr/>
              <p:nvPr/>
            </p:nvSpPr>
            <p:spPr bwMode="ltGray">
              <a:xfrm>
                <a:off x="7" y="3837"/>
                <a:ext cx="6" cy="12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97" name="Freeform 1169"/>
              <p:cNvSpPr/>
              <p:nvPr/>
            </p:nvSpPr>
            <p:spPr bwMode="ltGray">
              <a:xfrm>
                <a:off x="7" y="2555"/>
                <a:ext cx="30" cy="48"/>
              </a:xfrm>
              <a:custGeom>
                <a:avLst/>
                <a:gdLst/>
                <a:ahLst/>
                <a:cxnLst>
                  <a:cxn ang="0">
                    <a:pos x="18" y="48"/>
                  </a:cxn>
                  <a:cxn ang="0">
                    <a:pos x="18" y="48"/>
                  </a:cxn>
                  <a:cxn ang="0">
                    <a:pos x="30" y="42"/>
                  </a:cxn>
                  <a:cxn ang="0">
                    <a:pos x="0" y="0"/>
                  </a:cxn>
                  <a:cxn ang="0">
                    <a:pos x="0" y="24"/>
                  </a:cxn>
                  <a:cxn ang="0">
                    <a:pos x="18" y="48"/>
                  </a:cxn>
                  <a:cxn ang="0">
                    <a:pos x="18" y="48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98" name="Freeform 1170"/>
              <p:cNvSpPr/>
              <p:nvPr/>
            </p:nvSpPr>
            <p:spPr bwMode="ltGray">
              <a:xfrm>
                <a:off x="7" y="3843"/>
                <a:ext cx="36" cy="66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24" y="0"/>
                  </a:cxn>
                  <a:cxn ang="0">
                    <a:pos x="24" y="0"/>
                  </a:cxn>
                  <a:cxn ang="0">
                    <a:pos x="0" y="36"/>
                  </a:cxn>
                  <a:cxn ang="0">
                    <a:pos x="0" y="66"/>
                  </a:cxn>
                  <a:cxn ang="0">
                    <a:pos x="36" y="0"/>
                  </a:cxn>
                  <a:cxn ang="0">
                    <a:pos x="36" y="0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499" name="Rectangle 1171"/>
              <p:cNvSpPr>
                <a:spLocks noChangeArrowheads="1"/>
              </p:cNvSpPr>
              <p:nvPr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500" name="Rectangle 1172"/>
              <p:cNvSpPr>
                <a:spLocks noChangeArrowheads="1"/>
              </p:cNvSpPr>
              <p:nvPr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501" name="Freeform 1173"/>
              <p:cNvSpPr/>
              <p:nvPr/>
            </p:nvSpPr>
            <p:spPr bwMode="ltGray">
              <a:xfrm>
                <a:off x="139" y="3573"/>
                <a:ext cx="144" cy="154"/>
              </a:xfrm>
              <a:custGeom>
                <a:avLst/>
                <a:gdLst/>
                <a:ahLst/>
                <a:cxnLst>
                  <a:cxn ang="0">
                    <a:pos x="0" y="102"/>
                  </a:cxn>
                  <a:cxn ang="0">
                    <a:pos x="59" y="154"/>
                  </a:cxn>
                  <a:cxn ang="0">
                    <a:pos x="117" y="120"/>
                  </a:cxn>
                  <a:cxn ang="0">
                    <a:pos x="62" y="55"/>
                  </a:cxn>
                  <a:cxn ang="0">
                    <a:pos x="104" y="34"/>
                  </a:cxn>
                  <a:cxn ang="0">
                    <a:pos x="117" y="53"/>
                  </a:cxn>
                  <a:cxn ang="0">
                    <a:pos x="141" y="47"/>
                  </a:cxn>
                  <a:cxn ang="0">
                    <a:pos x="97" y="2"/>
                  </a:cxn>
                  <a:cxn ang="0">
                    <a:pos x="36" y="33"/>
                  </a:cxn>
                  <a:cxn ang="0">
                    <a:pos x="90" y="107"/>
                  </a:cxn>
                  <a:cxn ang="0">
                    <a:pos x="28" y="101"/>
                  </a:cxn>
                  <a:cxn ang="0">
                    <a:pos x="0" y="102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502" name="Freeform 1174"/>
              <p:cNvSpPr/>
              <p:nvPr/>
            </p:nvSpPr>
            <p:spPr bwMode="ltGray">
              <a:xfrm rot="-2857037">
                <a:off x="598" y="3529"/>
                <a:ext cx="68" cy="69"/>
              </a:xfrm>
              <a:custGeom>
                <a:avLst/>
                <a:gdLst/>
                <a:ahLst/>
                <a:cxnLst>
                  <a:cxn ang="0">
                    <a:pos x="0" y="102"/>
                  </a:cxn>
                  <a:cxn ang="0">
                    <a:pos x="59" y="154"/>
                  </a:cxn>
                  <a:cxn ang="0">
                    <a:pos x="117" y="120"/>
                  </a:cxn>
                  <a:cxn ang="0">
                    <a:pos x="62" y="55"/>
                  </a:cxn>
                  <a:cxn ang="0">
                    <a:pos x="104" y="34"/>
                  </a:cxn>
                  <a:cxn ang="0">
                    <a:pos x="117" y="53"/>
                  </a:cxn>
                  <a:cxn ang="0">
                    <a:pos x="141" y="47"/>
                  </a:cxn>
                  <a:cxn ang="0">
                    <a:pos x="97" y="2"/>
                  </a:cxn>
                  <a:cxn ang="0">
                    <a:pos x="36" y="33"/>
                  </a:cxn>
                  <a:cxn ang="0">
                    <a:pos x="90" y="107"/>
                  </a:cxn>
                  <a:cxn ang="0">
                    <a:pos x="28" y="101"/>
                  </a:cxn>
                  <a:cxn ang="0">
                    <a:pos x="0" y="102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503" name="Freeform 1175"/>
              <p:cNvSpPr/>
              <p:nvPr/>
            </p:nvSpPr>
            <p:spPr bwMode="ltGray">
              <a:xfrm>
                <a:off x="235" y="2503"/>
                <a:ext cx="348" cy="12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7" y="582"/>
                  </a:cxn>
                  <a:cxn ang="0">
                    <a:pos x="348" y="1272"/>
                  </a:cxn>
                  <a:cxn ang="0">
                    <a:pos x="54" y="676"/>
                  </a:cxn>
                  <a:cxn ang="0">
                    <a:pos x="0" y="0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  <p:sp>
            <p:nvSpPr>
              <p:cNvPr id="2020504" name="Oval 1176"/>
              <p:cNvSpPr>
                <a:spLocks noChangeArrowheads="1"/>
              </p:cNvSpPr>
              <p:nvPr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/>
              <a:lstStyle/>
              <a:p>
                <a:pPr>
                  <a:buFontTx/>
                  <a:buChar char="•"/>
                  <a:defRPr/>
                </a:pPr>
                <a:endParaRPr lang="zh-CN" altLang="en-US"/>
              </a:p>
            </p:txBody>
          </p:sp>
        </p:grpSp>
      </p:grpSp>
      <p:sp>
        <p:nvSpPr>
          <p:cNvPr id="2020505" name="Rectangle 1177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2020506" name="Rectangle 117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91BA12-C2A8-4F60-A823-5FE34B5B801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2020507" name="Rectangle 117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20508" name="Rectangle 118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Font typeface="Arial" panose="020B0604020202020204" pitchFamily="34" charset="0"/>
              <a:buNone/>
              <a:defRPr sz="1000" noProof="1" dirty="0">
                <a:solidFill>
                  <a:schemeClr val="tx1"/>
                </a:solidFill>
              </a:defRPr>
            </a:lvl1pPr>
          </a:lstStyle>
          <a:p>
            <a:fld id="{2D981703-2205-417D-8426-200B7C75B08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020509" name="Rectangle 1181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040" r:id="rId1"/>
    <p:sldLayoutId id="2147483994" r:id="rId2"/>
    <p:sldLayoutId id="2147483993" r:id="rId3"/>
    <p:sldLayoutId id="2147483992" r:id="rId4"/>
    <p:sldLayoutId id="2147483991" r:id="rId5"/>
    <p:sldLayoutId id="2147483990" r:id="rId6"/>
    <p:sldLayoutId id="2147483989" r:id="rId7"/>
    <p:sldLayoutId id="2147483988" r:id="rId8"/>
    <p:sldLayoutId id="2147483987" r:id="rId9"/>
    <p:sldLayoutId id="2147483986" r:id="rId10"/>
    <p:sldLayoutId id="214748398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85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D176A02A-6DCB-432E-BA12-44B41E4DE5F6}" type="datetime1">
              <a:rPr lang="zh-CN" altLang="en-US"/>
              <a:pPr>
                <a:defRPr/>
              </a:pPr>
              <a:t>2023/9/20</a:t>
            </a:fld>
            <a:endParaRPr lang="en-US" altLang="zh-CN"/>
          </a:p>
        </p:txBody>
      </p:sp>
      <p:sp>
        <p:nvSpPr>
          <p:cNvPr id="2185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85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ClrTx/>
              <a:buFont typeface="Arial" panose="020B0604020202020204" pitchFamily="34" charset="0"/>
              <a:buNone/>
              <a:defRPr sz="1200" noProof="1" dirty="0">
                <a:solidFill>
                  <a:schemeClr val="tx1"/>
                </a:solidFill>
                <a:latin typeface="Garamond" pitchFamily="18" charset="0"/>
              </a:defRPr>
            </a:lvl1pPr>
          </a:lstStyle>
          <a:p>
            <a:fld id="{0E3C7949-BEB9-42EA-90B3-D353585070C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185223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sp>
        <p:nvSpPr>
          <p:cNvPr id="2185224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ffectLst/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04" r:id="rId2"/>
    <p:sldLayoutId id="2147484003" r:id="rId3"/>
    <p:sldLayoutId id="2147484002" r:id="rId4"/>
    <p:sldLayoutId id="2147484001" r:id="rId5"/>
    <p:sldLayoutId id="2147484000" r:id="rId6"/>
    <p:sldLayoutId id="2147483999" r:id="rId7"/>
    <p:sldLayoutId id="2147483998" r:id="rId8"/>
    <p:sldLayoutId id="2147483997" r:id="rId9"/>
    <p:sldLayoutId id="2147483996" r:id="rId10"/>
    <p:sldLayoutId id="214748399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  <a:ea typeface="+mn-ea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ea typeface="+mn-ea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  <a:ea typeface="+mn-ea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1386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8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30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102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82738" y="285750"/>
            <a:ext cx="7561262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576388" y="1143000"/>
            <a:ext cx="7567612" cy="430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294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81150" y="5953125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latinLnBrk="1">
              <a:spcBef>
                <a:spcPct val="0"/>
              </a:spcBef>
              <a:buClrTx/>
              <a:buSzTx/>
              <a:buFontTx/>
              <a:buNone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8294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43325" y="5961063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latinLnBrk="1">
              <a:spcBef>
                <a:spcPct val="0"/>
              </a:spcBef>
              <a:buClrTx/>
              <a:buSzTx/>
              <a:buFontTx/>
              <a:buNone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294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92938" y="596265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latinLnBrk="1">
              <a:spcBef>
                <a:spcPct val="0"/>
              </a:spcBef>
              <a:buClrTx/>
              <a:buFont typeface="Arial" panose="020B0604020202020204" pitchFamily="34" charset="0"/>
              <a:buNone/>
              <a:defRPr sz="1400" noProof="1" dirty="0">
                <a:solidFill>
                  <a:schemeClr val="tx1"/>
                </a:solidFill>
                <a:latin typeface="-윤명조240" pitchFamily="18" charset="-127"/>
                <a:ea typeface="-윤명조240" pitchFamily="18" charset="-127"/>
              </a:defRPr>
            </a:lvl1pPr>
          </a:lstStyle>
          <a:p>
            <a:fld id="{D731BA0C-D18A-4ECB-A39A-AB9664ACC19C}" type="slidenum">
              <a:rPr lang="ko-KR" altLang="en-US"/>
              <a:pPr/>
              <a:t>‹#›</a:t>
            </a:fld>
            <a:endParaRPr lang="ko-KR" altLang="en-US"/>
          </a:p>
        </p:txBody>
      </p:sp>
      <p:pic>
        <p:nvPicPr>
          <p:cNvPr id="10247" name="Picture 7"/>
          <p:cNvPicPr preferRelativeResize="0"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66800" cy="437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8"/>
          <p:cNvPicPr preferRelativeResize="0"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60863"/>
            <a:ext cx="1079500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49" name="Rectangle 9"/>
          <p:cNvSpPr>
            <a:spLocks noChangeArrowheads="1"/>
          </p:cNvSpPr>
          <p:nvPr/>
        </p:nvSpPr>
        <p:spPr bwMode="auto">
          <a:xfrm>
            <a:off x="0" y="0"/>
            <a:ext cx="1057275" cy="1131888"/>
          </a:xfrm>
          <a:prstGeom prst="rect">
            <a:avLst/>
          </a:prstGeom>
          <a:solidFill>
            <a:srgbClr val="636581"/>
          </a:solidFill>
          <a:ln w="0">
            <a:noFill/>
            <a:miter lim="800000"/>
          </a:ln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sp>
        <p:nvSpPr>
          <p:cNvPr id="829450" name="Rectangle 10"/>
          <p:cNvSpPr>
            <a:spLocks noChangeArrowheads="1"/>
          </p:cNvSpPr>
          <p:nvPr/>
        </p:nvSpPr>
        <p:spPr bwMode="auto">
          <a:xfrm>
            <a:off x="0" y="6589713"/>
            <a:ext cx="9159875" cy="266700"/>
          </a:xfrm>
          <a:prstGeom prst="rect">
            <a:avLst/>
          </a:prstGeom>
          <a:solidFill>
            <a:srgbClr val="C0C0C0"/>
          </a:solidFill>
          <a:ln w="0">
            <a:noFill/>
            <a:miter lim="800000"/>
          </a:ln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sp>
        <p:nvSpPr>
          <p:cNvPr id="829451" name="Line 11"/>
          <p:cNvSpPr>
            <a:spLocks noChangeShapeType="1"/>
          </p:cNvSpPr>
          <p:nvPr/>
        </p:nvSpPr>
        <p:spPr bwMode="auto">
          <a:xfrm>
            <a:off x="0" y="1123950"/>
            <a:ext cx="9158288" cy="0"/>
          </a:xfrm>
          <a:prstGeom prst="line">
            <a:avLst/>
          </a:prstGeom>
          <a:noFill/>
          <a:ln w="9525">
            <a:solidFill>
              <a:srgbClr val="3F3B91"/>
            </a:solidFill>
            <a:round/>
          </a:ln>
          <a:effectLst/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pic>
        <p:nvPicPr>
          <p:cNvPr id="10252" name="Picture 12" descr="CB0259_5"/>
          <p:cNvPicPr>
            <a:picLocks noChangeAspect="1" noChangeArrowheads="1"/>
          </p:cNvPicPr>
          <p:nvPr/>
        </p:nvPicPr>
        <p:blipFill>
          <a:blip r:embed="rId19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lum bright="18000" contrast="-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171450"/>
            <a:ext cx="7508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2" r:id="rId1"/>
    <p:sldLayoutId id="2147484018" r:id="rId2"/>
    <p:sldLayoutId id="2147484017" r:id="rId3"/>
    <p:sldLayoutId id="2147484016" r:id="rId4"/>
    <p:sldLayoutId id="2147484015" r:id="rId5"/>
    <p:sldLayoutId id="2147484014" r:id="rId6"/>
    <p:sldLayoutId id="2147484013" r:id="rId7"/>
    <p:sldLayoutId id="2147484012" r:id="rId8"/>
    <p:sldLayoutId id="2147484011" r:id="rId9"/>
    <p:sldLayoutId id="2147484010" r:id="rId10"/>
    <p:sldLayoutId id="2147484009" r:id="rId11"/>
    <p:sldLayoutId id="2147484008" r:id="rId12"/>
    <p:sldLayoutId id="2147484007" r:id="rId13"/>
    <p:sldLayoutId id="2147484006" r:id="rId14"/>
    <p:sldLayoutId id="2147484005" r:id="rId15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9pPr>
    </p:titleStyle>
    <p:bodyStyle>
      <a:lvl1pPr marL="342900" indent="-34290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lnSpc>
          <a:spcPts val="2400"/>
        </a:lnSpc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lnSpc>
          <a:spcPts val="2400"/>
        </a:lnSpc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lnSpc>
          <a:spcPts val="2400"/>
        </a:lnSpc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lnSpc>
          <a:spcPts val="2400"/>
        </a:lnSpc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82738" y="285750"/>
            <a:ext cx="7561262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576388" y="1143000"/>
            <a:ext cx="7567612" cy="430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294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81150" y="5953125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latinLnBrk="1">
              <a:spcBef>
                <a:spcPct val="0"/>
              </a:spcBef>
              <a:buClrTx/>
              <a:buSzTx/>
              <a:buFontTx/>
              <a:buNone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3294898-F477-4D7D-AA13-2D63F8836325}" type="datetime1">
              <a:rPr lang="zh-CN" altLang="en-US"/>
              <a:pPr>
                <a:defRPr/>
              </a:pPr>
              <a:t>2023/9/20</a:t>
            </a:fld>
            <a:endParaRPr lang="en-US" altLang="ko-KR"/>
          </a:p>
        </p:txBody>
      </p:sp>
      <p:sp>
        <p:nvSpPr>
          <p:cNvPr id="8294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43325" y="5961063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latinLnBrk="1">
              <a:spcBef>
                <a:spcPct val="0"/>
              </a:spcBef>
              <a:buClrTx/>
              <a:buSzTx/>
              <a:buFontTx/>
              <a:buNone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294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92938" y="596265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latinLnBrk="1">
              <a:spcBef>
                <a:spcPct val="0"/>
              </a:spcBef>
              <a:buClrTx/>
              <a:buFont typeface="Arial" panose="020B0604020202020204" pitchFamily="34" charset="0"/>
              <a:buNone/>
              <a:defRPr sz="1400" noProof="1" dirty="0">
                <a:solidFill>
                  <a:schemeClr val="tx1"/>
                </a:solidFill>
                <a:latin typeface="-윤명조240" pitchFamily="18" charset="-127"/>
                <a:ea typeface="-윤명조240" pitchFamily="18" charset="-127"/>
              </a:defRPr>
            </a:lvl1pPr>
          </a:lstStyle>
          <a:p>
            <a:fld id="{64EDADDC-A24E-40A8-9653-315012D5EA7E}" type="slidenum">
              <a:rPr lang="ko-KR" altLang="en-US"/>
              <a:pPr/>
              <a:t>‹#›</a:t>
            </a:fld>
            <a:endParaRPr lang="ko-KR" altLang="en-US"/>
          </a:p>
        </p:txBody>
      </p:sp>
      <p:pic>
        <p:nvPicPr>
          <p:cNvPr id="11271" name="Picture 7"/>
          <p:cNvPicPr preferRelativeResize="0"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66800" cy="437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Picture 8"/>
          <p:cNvPicPr preferRelativeResize="0"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60863"/>
            <a:ext cx="1079500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49" name="Rectangle 9"/>
          <p:cNvSpPr>
            <a:spLocks noChangeArrowheads="1"/>
          </p:cNvSpPr>
          <p:nvPr/>
        </p:nvSpPr>
        <p:spPr bwMode="auto">
          <a:xfrm>
            <a:off x="0" y="0"/>
            <a:ext cx="1057275" cy="1131888"/>
          </a:xfrm>
          <a:prstGeom prst="rect">
            <a:avLst/>
          </a:prstGeom>
          <a:solidFill>
            <a:srgbClr val="636581"/>
          </a:solidFill>
          <a:ln w="0">
            <a:noFill/>
            <a:miter lim="800000"/>
          </a:ln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sp>
        <p:nvSpPr>
          <p:cNvPr id="829450" name="Rectangle 10"/>
          <p:cNvSpPr>
            <a:spLocks noChangeArrowheads="1"/>
          </p:cNvSpPr>
          <p:nvPr/>
        </p:nvSpPr>
        <p:spPr bwMode="auto">
          <a:xfrm>
            <a:off x="0" y="6589713"/>
            <a:ext cx="9159875" cy="266700"/>
          </a:xfrm>
          <a:prstGeom prst="rect">
            <a:avLst/>
          </a:prstGeom>
          <a:solidFill>
            <a:srgbClr val="C0C0C0"/>
          </a:solidFill>
          <a:ln w="0">
            <a:noFill/>
            <a:miter lim="800000"/>
          </a:ln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sp>
        <p:nvSpPr>
          <p:cNvPr id="829451" name="Line 11"/>
          <p:cNvSpPr>
            <a:spLocks noChangeShapeType="1"/>
          </p:cNvSpPr>
          <p:nvPr/>
        </p:nvSpPr>
        <p:spPr bwMode="auto">
          <a:xfrm>
            <a:off x="0" y="1123950"/>
            <a:ext cx="9158288" cy="0"/>
          </a:xfrm>
          <a:prstGeom prst="line">
            <a:avLst/>
          </a:prstGeom>
          <a:noFill/>
          <a:ln w="9525">
            <a:solidFill>
              <a:srgbClr val="3F3B91"/>
            </a:solidFill>
            <a:round/>
          </a:ln>
          <a:effectLst/>
        </p:spPr>
        <p:txBody>
          <a:bodyPr/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pic>
        <p:nvPicPr>
          <p:cNvPr id="11276" name="Picture 12" descr="CB0259_5"/>
          <p:cNvPicPr>
            <a:picLocks noChangeAspect="1" noChangeArrowheads="1"/>
          </p:cNvPicPr>
          <p:nvPr/>
        </p:nvPicPr>
        <p:blipFill>
          <a:blip r:embed="rId19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lum bright="18000" contrast="-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171450"/>
            <a:ext cx="7508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3" r:id="rId1"/>
    <p:sldLayoutId id="2147484032" r:id="rId2"/>
    <p:sldLayoutId id="2147484031" r:id="rId3"/>
    <p:sldLayoutId id="2147484030" r:id="rId4"/>
    <p:sldLayoutId id="2147484029" r:id="rId5"/>
    <p:sldLayoutId id="2147484028" r:id="rId6"/>
    <p:sldLayoutId id="2147484027" r:id="rId7"/>
    <p:sldLayoutId id="2147484026" r:id="rId8"/>
    <p:sldLayoutId id="2147484025" r:id="rId9"/>
    <p:sldLayoutId id="2147484024" r:id="rId10"/>
    <p:sldLayoutId id="2147484023" r:id="rId11"/>
    <p:sldLayoutId id="2147484022" r:id="rId12"/>
    <p:sldLayoutId id="2147484021" r:id="rId13"/>
    <p:sldLayoutId id="2147484020" r:id="rId14"/>
    <p:sldLayoutId id="2147484019" r:id="rId15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>
          <a:solidFill>
            <a:srgbClr val="3F3B91"/>
          </a:solidFill>
          <a:latin typeface="-윤명조240" pitchFamily="18" charset="-127"/>
          <a:ea typeface="-윤명조240" pitchFamily="18" charset="-127"/>
        </a:defRPr>
      </a:lvl9pPr>
    </p:titleStyle>
    <p:bodyStyle>
      <a:lvl1pPr marL="342900" indent="-34290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ts val="2400"/>
        </a:lnSpc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lnSpc>
          <a:spcPts val="2400"/>
        </a:lnSpc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lnSpc>
          <a:spcPts val="2400"/>
        </a:lnSpc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lnSpc>
          <a:spcPts val="2400"/>
        </a:lnSpc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lnSpc>
          <a:spcPts val="2400"/>
        </a:lnSpc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gi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50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9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12" Type="http://schemas.openxmlformats.org/officeDocument/2006/relationships/image" Target="../media/image4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9.xml"/><Relationship Id="rId6" Type="http://schemas.openxmlformats.org/officeDocument/2006/relationships/image" Target="../media/image36.jpeg"/><Relationship Id="rId11" Type="http://schemas.openxmlformats.org/officeDocument/2006/relationships/image" Target="../media/image41.jpeg"/><Relationship Id="rId5" Type="http://schemas.openxmlformats.org/officeDocument/2006/relationships/image" Target="../media/image35.jpeg"/><Relationship Id="rId10" Type="http://schemas.openxmlformats.org/officeDocument/2006/relationships/image" Target="../media/image40.png"/><Relationship Id="rId4" Type="http://schemas.openxmlformats.org/officeDocument/2006/relationships/image" Target="../media/image34.jpeg"/><Relationship Id="rId9" Type="http://schemas.openxmlformats.org/officeDocument/2006/relationships/image" Target="../media/image39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13" Type="http://schemas.openxmlformats.org/officeDocument/2006/relationships/slide" Target="slide82.xml"/><Relationship Id="rId3" Type="http://schemas.openxmlformats.org/officeDocument/2006/relationships/slide" Target="slide13.xml"/><Relationship Id="rId7" Type="http://schemas.openxmlformats.org/officeDocument/2006/relationships/slide" Target="slide32.xml"/><Relationship Id="rId12" Type="http://schemas.openxmlformats.org/officeDocument/2006/relationships/slide" Target="slide6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6.xml"/><Relationship Id="rId11" Type="http://schemas.openxmlformats.org/officeDocument/2006/relationships/slide" Target="slide66.xml"/><Relationship Id="rId5" Type="http://schemas.openxmlformats.org/officeDocument/2006/relationships/slide" Target="slide21.xml"/><Relationship Id="rId15" Type="http://schemas.openxmlformats.org/officeDocument/2006/relationships/slide" Target="slide103.xml"/><Relationship Id="rId10" Type="http://schemas.openxmlformats.org/officeDocument/2006/relationships/slide" Target="slide65.xml"/><Relationship Id="rId4" Type="http://schemas.openxmlformats.org/officeDocument/2006/relationships/slide" Target="slide14.xml"/><Relationship Id="rId9" Type="http://schemas.openxmlformats.org/officeDocument/2006/relationships/slide" Target="slide52.xml"/><Relationship Id="rId14" Type="http://schemas.openxmlformats.org/officeDocument/2006/relationships/slide" Target="slide8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46.png"/><Relationship Id="rId4" Type="http://schemas.openxmlformats.org/officeDocument/2006/relationships/hyperlink" Target="https://zh.wikipedia.org/wiki/%E4%BA%8C%E8%BF%9B%E5%88%B6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8.jpe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4.png"/><Relationship Id="rId4" Type="http://schemas.openxmlformats.org/officeDocument/2006/relationships/image" Target="../media/image27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0.gif"/><Relationship Id="rId5" Type="http://schemas.openxmlformats.org/officeDocument/2006/relationships/image" Target="../media/image44.png"/><Relationship Id="rId4" Type="http://schemas.openxmlformats.org/officeDocument/2006/relationships/image" Target="../media/image4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54.wmf"/><Relationship Id="rId3" Type="http://schemas.openxmlformats.org/officeDocument/2006/relationships/image" Target="../media/image44.png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8.bin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53.wmf"/><Relationship Id="rId5" Type="http://schemas.openxmlformats.org/officeDocument/2006/relationships/image" Target="../media/image27.wmf"/><Relationship Id="rId15" Type="http://schemas.openxmlformats.org/officeDocument/2006/relationships/image" Target="../media/image55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60.wmf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13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65.wmf"/><Relationship Id="rId18" Type="http://schemas.openxmlformats.org/officeDocument/2006/relationships/oleObject" Target="../embeddings/oleObject22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69.wmf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67.wmf"/><Relationship Id="rId2" Type="http://schemas.openxmlformats.org/officeDocument/2006/relationships/slideLayout" Target="../slideLayouts/slideLayout34.xml"/><Relationship Id="rId16" Type="http://schemas.openxmlformats.org/officeDocument/2006/relationships/oleObject" Target="../embeddings/oleObject21.bin"/><Relationship Id="rId20" Type="http://schemas.openxmlformats.org/officeDocument/2006/relationships/oleObject" Target="../embeddings/oleObject23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64.wmf"/><Relationship Id="rId5" Type="http://schemas.openxmlformats.org/officeDocument/2006/relationships/image" Target="../media/image61.wmf"/><Relationship Id="rId15" Type="http://schemas.openxmlformats.org/officeDocument/2006/relationships/image" Target="../media/image66.wmf"/><Relationship Id="rId23" Type="http://schemas.openxmlformats.org/officeDocument/2006/relationships/image" Target="../media/image70.w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68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63.wmf"/><Relationship Id="rId14" Type="http://schemas.openxmlformats.org/officeDocument/2006/relationships/oleObject" Target="../embeddings/oleObject20.bin"/><Relationship Id="rId22" Type="http://schemas.openxmlformats.org/officeDocument/2006/relationships/oleObject" Target="../embeddings/oleObject24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75.wmf"/><Relationship Id="rId3" Type="http://schemas.openxmlformats.org/officeDocument/2006/relationships/image" Target="../media/image44.png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29.bin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74.wmf"/><Relationship Id="rId5" Type="http://schemas.openxmlformats.org/officeDocument/2006/relationships/image" Target="../media/image71.wmf"/><Relationship Id="rId15" Type="http://schemas.openxmlformats.org/officeDocument/2006/relationships/image" Target="../media/image76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73.wmf"/><Relationship Id="rId14" Type="http://schemas.openxmlformats.org/officeDocument/2006/relationships/oleObject" Target="../embeddings/oleObject30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7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7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78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82.wmf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81.wmf"/><Relationship Id="rId4" Type="http://schemas.openxmlformats.org/officeDocument/2006/relationships/image" Target="../media/image83.png"/><Relationship Id="rId9" Type="http://schemas.openxmlformats.org/officeDocument/2006/relationships/oleObject" Target="../embeddings/oleObject35.bin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8.wmf"/><Relationship Id="rId18" Type="http://schemas.openxmlformats.org/officeDocument/2006/relationships/oleObject" Target="../embeddings/oleObject44.bin"/><Relationship Id="rId26" Type="http://schemas.openxmlformats.org/officeDocument/2006/relationships/oleObject" Target="../embeddings/oleObject48.bin"/><Relationship Id="rId21" Type="http://schemas.openxmlformats.org/officeDocument/2006/relationships/image" Target="../media/image92.wmf"/><Relationship Id="rId34" Type="http://schemas.openxmlformats.org/officeDocument/2006/relationships/oleObject" Target="../embeddings/oleObject52.bin"/><Relationship Id="rId7" Type="http://schemas.openxmlformats.org/officeDocument/2006/relationships/oleObject" Target="../embeddings/oleObject39.bin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90.wmf"/><Relationship Id="rId25" Type="http://schemas.openxmlformats.org/officeDocument/2006/relationships/image" Target="../media/image94.wmf"/><Relationship Id="rId33" Type="http://schemas.openxmlformats.org/officeDocument/2006/relationships/image" Target="../media/image98.wmf"/><Relationship Id="rId2" Type="http://schemas.openxmlformats.org/officeDocument/2006/relationships/slideLayout" Target="../slideLayouts/slideLayout34.xml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29" Type="http://schemas.openxmlformats.org/officeDocument/2006/relationships/image" Target="../media/image96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5.wmf"/><Relationship Id="rId11" Type="http://schemas.openxmlformats.org/officeDocument/2006/relationships/image" Target="../media/image87.wmf"/><Relationship Id="rId24" Type="http://schemas.openxmlformats.org/officeDocument/2006/relationships/oleObject" Target="../embeddings/oleObject47.bin"/><Relationship Id="rId32" Type="http://schemas.openxmlformats.org/officeDocument/2006/relationships/oleObject" Target="../embeddings/oleObject51.bin"/><Relationship Id="rId37" Type="http://schemas.openxmlformats.org/officeDocument/2006/relationships/image" Target="../media/image100.wmf"/><Relationship Id="rId5" Type="http://schemas.openxmlformats.org/officeDocument/2006/relationships/oleObject" Target="../embeddings/oleObject38.bin"/><Relationship Id="rId15" Type="http://schemas.openxmlformats.org/officeDocument/2006/relationships/image" Target="../media/image89.wmf"/><Relationship Id="rId23" Type="http://schemas.openxmlformats.org/officeDocument/2006/relationships/image" Target="../media/image93.wmf"/><Relationship Id="rId28" Type="http://schemas.openxmlformats.org/officeDocument/2006/relationships/oleObject" Target="../embeddings/oleObject49.bin"/><Relationship Id="rId36" Type="http://schemas.openxmlformats.org/officeDocument/2006/relationships/oleObject" Target="../embeddings/oleObject53.bin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91.wmf"/><Relationship Id="rId31" Type="http://schemas.openxmlformats.org/officeDocument/2006/relationships/image" Target="../media/image97.wmf"/><Relationship Id="rId4" Type="http://schemas.openxmlformats.org/officeDocument/2006/relationships/image" Target="../media/image84.wmf"/><Relationship Id="rId9" Type="http://schemas.openxmlformats.org/officeDocument/2006/relationships/image" Target="../media/image101.png"/><Relationship Id="rId14" Type="http://schemas.openxmlformats.org/officeDocument/2006/relationships/oleObject" Target="../embeddings/oleObject42.bin"/><Relationship Id="rId22" Type="http://schemas.openxmlformats.org/officeDocument/2006/relationships/oleObject" Target="../embeddings/oleObject46.bin"/><Relationship Id="rId27" Type="http://schemas.openxmlformats.org/officeDocument/2006/relationships/image" Target="../media/image95.wmf"/><Relationship Id="rId30" Type="http://schemas.openxmlformats.org/officeDocument/2006/relationships/oleObject" Target="../embeddings/oleObject50.bin"/><Relationship Id="rId35" Type="http://schemas.openxmlformats.org/officeDocument/2006/relationships/image" Target="../media/image99.wmf"/><Relationship Id="rId8" Type="http://schemas.openxmlformats.org/officeDocument/2006/relationships/image" Target="../media/image86.wmf"/><Relationship Id="rId3" Type="http://schemas.openxmlformats.org/officeDocument/2006/relationships/oleObject" Target="../embeddings/oleObject37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02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03.wmf"/><Relationship Id="rId4" Type="http://schemas.openxmlformats.org/officeDocument/2006/relationships/oleObject" Target="../embeddings/oleObject55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3" Type="http://schemas.openxmlformats.org/officeDocument/2006/relationships/image" Target="../media/image44.png"/><Relationship Id="rId7" Type="http://schemas.openxmlformats.org/officeDocument/2006/relationships/image" Target="../media/image105.wmf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104.w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106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image" Target="../media/image44.png"/><Relationship Id="rId7" Type="http://schemas.openxmlformats.org/officeDocument/2006/relationships/image" Target="../media/image109.wmf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108.w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110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35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11.wmf"/><Relationship Id="rId4" Type="http://schemas.openxmlformats.org/officeDocument/2006/relationships/oleObject" Target="../embeddings/oleObject62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image" Target="../media/image44.png"/><Relationship Id="rId7" Type="http://schemas.openxmlformats.org/officeDocument/2006/relationships/image" Target="../media/image113.wmf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115.wmf"/><Relationship Id="rId5" Type="http://schemas.openxmlformats.org/officeDocument/2006/relationships/image" Target="../media/image112.wmf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114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119.wmf"/><Relationship Id="rId18" Type="http://schemas.openxmlformats.org/officeDocument/2006/relationships/oleObject" Target="../embeddings/oleObject74.bin"/><Relationship Id="rId3" Type="http://schemas.openxmlformats.org/officeDocument/2006/relationships/notesSlide" Target="../notesSlides/notesSlide7.xml"/><Relationship Id="rId21" Type="http://schemas.openxmlformats.org/officeDocument/2006/relationships/image" Target="../media/image123.w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121.wmf"/><Relationship Id="rId2" Type="http://schemas.openxmlformats.org/officeDocument/2006/relationships/slideLayout" Target="../slideLayouts/slideLayout34.xml"/><Relationship Id="rId16" Type="http://schemas.openxmlformats.org/officeDocument/2006/relationships/oleObject" Target="../embeddings/oleObject73.bin"/><Relationship Id="rId20" Type="http://schemas.openxmlformats.org/officeDocument/2006/relationships/oleObject" Target="../embeddings/oleObject75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118.wmf"/><Relationship Id="rId5" Type="http://schemas.openxmlformats.org/officeDocument/2006/relationships/image" Target="../media/image116.wmf"/><Relationship Id="rId15" Type="http://schemas.openxmlformats.org/officeDocument/2006/relationships/image" Target="../media/image120.wmf"/><Relationship Id="rId23" Type="http://schemas.openxmlformats.org/officeDocument/2006/relationships/image" Target="../media/image124.wmf"/><Relationship Id="rId10" Type="http://schemas.openxmlformats.org/officeDocument/2006/relationships/oleObject" Target="../embeddings/oleObject70.bin"/><Relationship Id="rId19" Type="http://schemas.openxmlformats.org/officeDocument/2006/relationships/image" Target="../media/image122.w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117.wmf"/><Relationship Id="rId14" Type="http://schemas.openxmlformats.org/officeDocument/2006/relationships/oleObject" Target="../embeddings/oleObject72.bin"/><Relationship Id="rId22" Type="http://schemas.openxmlformats.org/officeDocument/2006/relationships/oleObject" Target="../embeddings/oleObject76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125.wmf"/><Relationship Id="rId2" Type="http://schemas.openxmlformats.org/officeDocument/2006/relationships/slideLayout" Target="../slideLayouts/slideLayout35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78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77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84.bin"/><Relationship Id="rId18" Type="http://schemas.openxmlformats.org/officeDocument/2006/relationships/image" Target="../media/image132.wmf"/><Relationship Id="rId3" Type="http://schemas.openxmlformats.org/officeDocument/2006/relationships/oleObject" Target="../embeddings/oleObject79.bin"/><Relationship Id="rId21" Type="http://schemas.openxmlformats.org/officeDocument/2006/relationships/oleObject" Target="../embeddings/oleObject88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129.wmf"/><Relationship Id="rId17" Type="http://schemas.openxmlformats.org/officeDocument/2006/relationships/oleObject" Target="../embeddings/oleObject86.bin"/><Relationship Id="rId2" Type="http://schemas.openxmlformats.org/officeDocument/2006/relationships/slideLayout" Target="../slideLayouts/slideLayout34.xml"/><Relationship Id="rId16" Type="http://schemas.openxmlformats.org/officeDocument/2006/relationships/image" Target="../media/image131.wmf"/><Relationship Id="rId20" Type="http://schemas.openxmlformats.org/officeDocument/2006/relationships/image" Target="../media/image133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5" Type="http://schemas.openxmlformats.org/officeDocument/2006/relationships/oleObject" Target="../embeddings/oleObject85.bin"/><Relationship Id="rId10" Type="http://schemas.openxmlformats.org/officeDocument/2006/relationships/image" Target="../media/image128.wmf"/><Relationship Id="rId19" Type="http://schemas.openxmlformats.org/officeDocument/2006/relationships/oleObject" Target="../embeddings/oleObject87.bin"/><Relationship Id="rId4" Type="http://schemas.openxmlformats.org/officeDocument/2006/relationships/image" Target="../media/image27.w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130.wmf"/><Relationship Id="rId22" Type="http://schemas.openxmlformats.org/officeDocument/2006/relationships/image" Target="../media/image134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138.wmf"/><Relationship Id="rId18" Type="http://schemas.openxmlformats.org/officeDocument/2006/relationships/oleObject" Target="../embeddings/oleObject96.bin"/><Relationship Id="rId3" Type="http://schemas.openxmlformats.org/officeDocument/2006/relationships/image" Target="../media/image44.png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93.bin"/><Relationship Id="rId17" Type="http://schemas.openxmlformats.org/officeDocument/2006/relationships/image" Target="../media/image140.wmf"/><Relationship Id="rId2" Type="http://schemas.openxmlformats.org/officeDocument/2006/relationships/slideLayout" Target="../slideLayouts/slideLayout34.xml"/><Relationship Id="rId16" Type="http://schemas.openxmlformats.org/officeDocument/2006/relationships/oleObject" Target="../embeddings/oleObject95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137.wmf"/><Relationship Id="rId5" Type="http://schemas.openxmlformats.org/officeDocument/2006/relationships/image" Target="../media/image135.wmf"/><Relationship Id="rId15" Type="http://schemas.openxmlformats.org/officeDocument/2006/relationships/image" Target="../media/image139.wmf"/><Relationship Id="rId10" Type="http://schemas.openxmlformats.org/officeDocument/2006/relationships/oleObject" Target="../embeddings/oleObject92.bin"/><Relationship Id="rId19" Type="http://schemas.openxmlformats.org/officeDocument/2006/relationships/image" Target="../media/image141.wmf"/><Relationship Id="rId4" Type="http://schemas.openxmlformats.org/officeDocument/2006/relationships/oleObject" Target="../embeddings/oleObject89.bin"/><Relationship Id="rId9" Type="http://schemas.openxmlformats.org/officeDocument/2006/relationships/image" Target="../media/image136.wmf"/><Relationship Id="rId14" Type="http://schemas.openxmlformats.org/officeDocument/2006/relationships/oleObject" Target="../embeddings/oleObject94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13" Type="http://schemas.openxmlformats.org/officeDocument/2006/relationships/image" Target="../media/image145.wmf"/><Relationship Id="rId18" Type="http://schemas.openxmlformats.org/officeDocument/2006/relationships/oleObject" Target="../embeddings/oleObject104.bin"/><Relationship Id="rId3" Type="http://schemas.openxmlformats.org/officeDocument/2006/relationships/image" Target="../media/image44.png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101.bin"/><Relationship Id="rId17" Type="http://schemas.openxmlformats.org/officeDocument/2006/relationships/image" Target="../media/image147.wmf"/><Relationship Id="rId2" Type="http://schemas.openxmlformats.org/officeDocument/2006/relationships/slideLayout" Target="../slideLayouts/slideLayout34.xml"/><Relationship Id="rId16" Type="http://schemas.openxmlformats.org/officeDocument/2006/relationships/oleObject" Target="../embeddings/oleObject103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98.bin"/><Relationship Id="rId11" Type="http://schemas.openxmlformats.org/officeDocument/2006/relationships/image" Target="../media/image144.wmf"/><Relationship Id="rId5" Type="http://schemas.openxmlformats.org/officeDocument/2006/relationships/image" Target="../media/image142.wmf"/><Relationship Id="rId15" Type="http://schemas.openxmlformats.org/officeDocument/2006/relationships/image" Target="../media/image146.wmf"/><Relationship Id="rId10" Type="http://schemas.openxmlformats.org/officeDocument/2006/relationships/oleObject" Target="../embeddings/oleObject100.bin"/><Relationship Id="rId19" Type="http://schemas.openxmlformats.org/officeDocument/2006/relationships/image" Target="../media/image148.wmf"/><Relationship Id="rId4" Type="http://schemas.openxmlformats.org/officeDocument/2006/relationships/oleObject" Target="../embeddings/oleObject97.bin"/><Relationship Id="rId9" Type="http://schemas.openxmlformats.org/officeDocument/2006/relationships/image" Target="../media/image143.wmf"/><Relationship Id="rId14" Type="http://schemas.openxmlformats.org/officeDocument/2006/relationships/oleObject" Target="../embeddings/oleObject102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13" Type="http://schemas.openxmlformats.org/officeDocument/2006/relationships/image" Target="../media/image152.wmf"/><Relationship Id="rId18" Type="http://schemas.openxmlformats.org/officeDocument/2006/relationships/oleObject" Target="../embeddings/oleObject112.bin"/><Relationship Id="rId3" Type="http://schemas.openxmlformats.org/officeDocument/2006/relationships/image" Target="../media/image44.png"/><Relationship Id="rId7" Type="http://schemas.openxmlformats.org/officeDocument/2006/relationships/image" Target="../media/image149.wmf"/><Relationship Id="rId12" Type="http://schemas.openxmlformats.org/officeDocument/2006/relationships/oleObject" Target="../embeddings/oleObject109.bin"/><Relationship Id="rId17" Type="http://schemas.openxmlformats.org/officeDocument/2006/relationships/image" Target="../media/image154.wmf"/><Relationship Id="rId2" Type="http://schemas.openxmlformats.org/officeDocument/2006/relationships/slideLayout" Target="../slideLayouts/slideLayout34.xml"/><Relationship Id="rId16" Type="http://schemas.openxmlformats.org/officeDocument/2006/relationships/oleObject" Target="../embeddings/oleObject111.bin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151.wmf"/><Relationship Id="rId5" Type="http://schemas.openxmlformats.org/officeDocument/2006/relationships/image" Target="../media/image27.wmf"/><Relationship Id="rId15" Type="http://schemas.openxmlformats.org/officeDocument/2006/relationships/image" Target="../media/image153.wmf"/><Relationship Id="rId10" Type="http://schemas.openxmlformats.org/officeDocument/2006/relationships/oleObject" Target="../embeddings/oleObject108.bin"/><Relationship Id="rId19" Type="http://schemas.openxmlformats.org/officeDocument/2006/relationships/image" Target="../media/image155.wmf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50.wmf"/><Relationship Id="rId14" Type="http://schemas.openxmlformats.org/officeDocument/2006/relationships/oleObject" Target="../embeddings/oleObject110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57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156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oleObject" Target="../embeddings/oleObject120.bin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62.wmf"/><Relationship Id="rId17" Type="http://schemas.openxmlformats.org/officeDocument/2006/relationships/image" Target="../media/image165.png"/><Relationship Id="rId2" Type="http://schemas.openxmlformats.org/officeDocument/2006/relationships/slideLayout" Target="../slideLayouts/slideLayout34.xml"/><Relationship Id="rId16" Type="http://schemas.openxmlformats.org/officeDocument/2006/relationships/image" Target="../media/image164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59.wmf"/><Relationship Id="rId11" Type="http://schemas.openxmlformats.org/officeDocument/2006/relationships/oleObject" Target="../embeddings/oleObject119.bin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10" Type="http://schemas.openxmlformats.org/officeDocument/2006/relationships/image" Target="../media/image161.wmf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63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2.bin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66.wmf"/><Relationship Id="rId5" Type="http://schemas.openxmlformats.org/officeDocument/2006/relationships/oleObject" Target="../embeddings/oleObject123.bin"/><Relationship Id="rId4" Type="http://schemas.openxmlformats.org/officeDocument/2006/relationships/image" Target="../media/image165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13" Type="http://schemas.openxmlformats.org/officeDocument/2006/relationships/oleObject" Target="../embeddings/oleObject129.bin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71.wmf"/><Relationship Id="rId2" Type="http://schemas.openxmlformats.org/officeDocument/2006/relationships/slideLayout" Target="../slideLayouts/slideLayout34.xml"/><Relationship Id="rId16" Type="http://schemas.openxmlformats.org/officeDocument/2006/relationships/image" Target="../media/image173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68.wmf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5.bin"/><Relationship Id="rId15" Type="http://schemas.openxmlformats.org/officeDocument/2006/relationships/oleObject" Target="../embeddings/oleObject130.bin"/><Relationship Id="rId10" Type="http://schemas.openxmlformats.org/officeDocument/2006/relationships/image" Target="../media/image170.wmf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127.bin"/><Relationship Id="rId14" Type="http://schemas.openxmlformats.org/officeDocument/2006/relationships/image" Target="../media/image172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3" Type="http://schemas.openxmlformats.org/officeDocument/2006/relationships/image" Target="../media/image44.png"/><Relationship Id="rId7" Type="http://schemas.openxmlformats.org/officeDocument/2006/relationships/image" Target="../media/image175.wmf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32.bin"/><Relationship Id="rId5" Type="http://schemas.openxmlformats.org/officeDocument/2006/relationships/image" Target="../media/image174.wmf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76.w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34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6.bin"/><Relationship Id="rId3" Type="http://schemas.openxmlformats.org/officeDocument/2006/relationships/image" Target="../media/image44.png"/><Relationship Id="rId7" Type="http://schemas.openxmlformats.org/officeDocument/2006/relationships/image" Target="../media/image179.wmf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35.bin"/><Relationship Id="rId5" Type="http://schemas.openxmlformats.org/officeDocument/2006/relationships/image" Target="../media/image178.wmf"/><Relationship Id="rId10" Type="http://schemas.openxmlformats.org/officeDocument/2006/relationships/image" Target="../media/image181.gif"/><Relationship Id="rId4" Type="http://schemas.openxmlformats.org/officeDocument/2006/relationships/oleObject" Target="../embeddings/oleObject134.bin"/><Relationship Id="rId9" Type="http://schemas.openxmlformats.org/officeDocument/2006/relationships/image" Target="../media/image180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39.bin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83.wmf"/><Relationship Id="rId5" Type="http://schemas.openxmlformats.org/officeDocument/2006/relationships/oleObject" Target="../embeddings/oleObject138.bin"/><Relationship Id="rId10" Type="http://schemas.openxmlformats.org/officeDocument/2006/relationships/image" Target="../media/image185.wmf"/><Relationship Id="rId4" Type="http://schemas.openxmlformats.org/officeDocument/2006/relationships/image" Target="../media/image182.wmf"/><Relationship Id="rId9" Type="http://schemas.openxmlformats.org/officeDocument/2006/relationships/oleObject" Target="../embeddings/oleObject140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emf"/><Relationship Id="rId3" Type="http://schemas.openxmlformats.org/officeDocument/2006/relationships/image" Target="../media/image44.png"/><Relationship Id="rId7" Type="http://schemas.openxmlformats.org/officeDocument/2006/relationships/image" Target="../media/image187.wmf"/><Relationship Id="rId2" Type="http://schemas.openxmlformats.org/officeDocument/2006/relationships/slideLayout" Target="../slideLayouts/slideLayout34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42.bin"/><Relationship Id="rId5" Type="http://schemas.openxmlformats.org/officeDocument/2006/relationships/image" Target="../media/image186.wmf"/><Relationship Id="rId4" Type="http://schemas.openxmlformats.org/officeDocument/2006/relationships/oleObject" Target="../embeddings/oleObject141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13" Type="http://schemas.openxmlformats.org/officeDocument/2006/relationships/image" Target="../media/image193.wmf"/><Relationship Id="rId3" Type="http://schemas.openxmlformats.org/officeDocument/2006/relationships/image" Target="../media/image44.png"/><Relationship Id="rId7" Type="http://schemas.openxmlformats.org/officeDocument/2006/relationships/image" Target="../media/image190.wmf"/><Relationship Id="rId12" Type="http://schemas.openxmlformats.org/officeDocument/2006/relationships/oleObject" Target="../embeddings/oleObject147.bin"/><Relationship Id="rId2" Type="http://schemas.openxmlformats.org/officeDocument/2006/relationships/slideLayout" Target="../slideLayouts/slideLayout74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44.bin"/><Relationship Id="rId11" Type="http://schemas.openxmlformats.org/officeDocument/2006/relationships/image" Target="../media/image192.wmf"/><Relationship Id="rId5" Type="http://schemas.openxmlformats.org/officeDocument/2006/relationships/image" Target="../media/image189.wmf"/><Relationship Id="rId10" Type="http://schemas.openxmlformats.org/officeDocument/2006/relationships/oleObject" Target="../embeddings/oleObject146.bin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91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13" Type="http://schemas.openxmlformats.org/officeDocument/2006/relationships/image" Target="../media/image198.wmf"/><Relationship Id="rId3" Type="http://schemas.openxmlformats.org/officeDocument/2006/relationships/image" Target="../media/image44.png"/><Relationship Id="rId7" Type="http://schemas.openxmlformats.org/officeDocument/2006/relationships/image" Target="../media/image195.wmf"/><Relationship Id="rId12" Type="http://schemas.openxmlformats.org/officeDocument/2006/relationships/oleObject" Target="../embeddings/oleObject152.bin"/><Relationship Id="rId17" Type="http://schemas.openxmlformats.org/officeDocument/2006/relationships/image" Target="../media/image200.wmf"/><Relationship Id="rId2" Type="http://schemas.openxmlformats.org/officeDocument/2006/relationships/slideLayout" Target="../slideLayouts/slideLayout75.xml"/><Relationship Id="rId16" Type="http://schemas.openxmlformats.org/officeDocument/2006/relationships/oleObject" Target="../embeddings/oleObject154.bin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49.bin"/><Relationship Id="rId11" Type="http://schemas.openxmlformats.org/officeDocument/2006/relationships/image" Target="../media/image197.wmf"/><Relationship Id="rId5" Type="http://schemas.openxmlformats.org/officeDocument/2006/relationships/image" Target="../media/image194.wmf"/><Relationship Id="rId15" Type="http://schemas.openxmlformats.org/officeDocument/2006/relationships/image" Target="../media/image199.wmf"/><Relationship Id="rId10" Type="http://schemas.openxmlformats.org/officeDocument/2006/relationships/oleObject" Target="../embeddings/oleObject151.bin"/><Relationship Id="rId4" Type="http://schemas.openxmlformats.org/officeDocument/2006/relationships/oleObject" Target="../embeddings/oleObject148.bin"/><Relationship Id="rId9" Type="http://schemas.openxmlformats.org/officeDocument/2006/relationships/image" Target="../media/image196.wmf"/><Relationship Id="rId14" Type="http://schemas.openxmlformats.org/officeDocument/2006/relationships/oleObject" Target="../embeddings/oleObject153.bin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5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201.wm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6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6.bin"/><Relationship Id="rId2" Type="http://schemas.openxmlformats.org/officeDocument/2006/relationships/slideLayout" Target="../slideLayouts/slideLayout6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04.wmf"/><Relationship Id="rId5" Type="http://schemas.openxmlformats.org/officeDocument/2006/relationships/oleObject" Target="../embeddings/oleObject157.bin"/><Relationship Id="rId4" Type="http://schemas.openxmlformats.org/officeDocument/2006/relationships/image" Target="../media/image203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8.bin"/><Relationship Id="rId2" Type="http://schemas.openxmlformats.org/officeDocument/2006/relationships/slideLayout" Target="../slideLayouts/slideLayout75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205.w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206.w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13" Type="http://schemas.openxmlformats.org/officeDocument/2006/relationships/oleObject" Target="../embeddings/oleObject164.bin"/><Relationship Id="rId18" Type="http://schemas.openxmlformats.org/officeDocument/2006/relationships/image" Target="../media/image214.wmf"/><Relationship Id="rId3" Type="http://schemas.openxmlformats.org/officeDocument/2006/relationships/oleObject" Target="../embeddings/oleObject159.bin"/><Relationship Id="rId21" Type="http://schemas.openxmlformats.org/officeDocument/2006/relationships/oleObject" Target="../embeddings/oleObject168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211.wmf"/><Relationship Id="rId17" Type="http://schemas.openxmlformats.org/officeDocument/2006/relationships/oleObject" Target="../embeddings/oleObject166.bin"/><Relationship Id="rId2" Type="http://schemas.openxmlformats.org/officeDocument/2006/relationships/slideLayout" Target="../slideLayouts/slideLayout47.xml"/><Relationship Id="rId16" Type="http://schemas.openxmlformats.org/officeDocument/2006/relationships/image" Target="../media/image213.wmf"/><Relationship Id="rId20" Type="http://schemas.openxmlformats.org/officeDocument/2006/relationships/image" Target="../media/image215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08.wmf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60.bin"/><Relationship Id="rId15" Type="http://schemas.openxmlformats.org/officeDocument/2006/relationships/oleObject" Target="../embeddings/oleObject165.bin"/><Relationship Id="rId10" Type="http://schemas.openxmlformats.org/officeDocument/2006/relationships/image" Target="../media/image210.wmf"/><Relationship Id="rId19" Type="http://schemas.openxmlformats.org/officeDocument/2006/relationships/oleObject" Target="../embeddings/oleObject167.bin"/><Relationship Id="rId4" Type="http://schemas.openxmlformats.org/officeDocument/2006/relationships/image" Target="../media/image207.w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212.wmf"/><Relationship Id="rId22" Type="http://schemas.openxmlformats.org/officeDocument/2006/relationships/image" Target="../media/image216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1.bin"/><Relationship Id="rId13" Type="http://schemas.openxmlformats.org/officeDocument/2006/relationships/image" Target="../media/image221.wmf"/><Relationship Id="rId3" Type="http://schemas.openxmlformats.org/officeDocument/2006/relationships/image" Target="../media/image44.png"/><Relationship Id="rId7" Type="http://schemas.openxmlformats.org/officeDocument/2006/relationships/image" Target="../media/image218.wmf"/><Relationship Id="rId12" Type="http://schemas.openxmlformats.org/officeDocument/2006/relationships/oleObject" Target="../embeddings/oleObject173.bin"/><Relationship Id="rId2" Type="http://schemas.openxmlformats.org/officeDocument/2006/relationships/slideLayout" Target="../slideLayouts/slideLayout47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170.bin"/><Relationship Id="rId11" Type="http://schemas.openxmlformats.org/officeDocument/2006/relationships/image" Target="../media/image220.wmf"/><Relationship Id="rId5" Type="http://schemas.openxmlformats.org/officeDocument/2006/relationships/image" Target="../media/image217.wmf"/><Relationship Id="rId10" Type="http://schemas.openxmlformats.org/officeDocument/2006/relationships/oleObject" Target="../embeddings/oleObject172.bin"/><Relationship Id="rId4" Type="http://schemas.openxmlformats.org/officeDocument/2006/relationships/oleObject" Target="../embeddings/oleObject169.bin"/><Relationship Id="rId9" Type="http://schemas.openxmlformats.org/officeDocument/2006/relationships/image" Target="../media/image219.wmf"/><Relationship Id="rId14" Type="http://schemas.openxmlformats.org/officeDocument/2006/relationships/image" Target="../media/image222.gi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47.xml"/><Relationship Id="rId1" Type="http://schemas.openxmlformats.org/officeDocument/2006/relationships/vmlDrawing" Target="../drawings/vmlDrawing39.vml"/><Relationship Id="rId5" Type="http://schemas.openxmlformats.org/officeDocument/2006/relationships/image" Target="../media/image223.wmf"/><Relationship Id="rId4" Type="http://schemas.openxmlformats.org/officeDocument/2006/relationships/oleObject" Target="../embeddings/oleObject174.bin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5.bin"/><Relationship Id="rId2" Type="http://schemas.openxmlformats.org/officeDocument/2006/relationships/slideLayout" Target="../slideLayouts/slideLayout4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25.wmf"/><Relationship Id="rId5" Type="http://schemas.openxmlformats.org/officeDocument/2006/relationships/oleObject" Target="../embeddings/oleObject176.bin"/><Relationship Id="rId4" Type="http://schemas.openxmlformats.org/officeDocument/2006/relationships/image" Target="../media/image224.w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0.bin"/><Relationship Id="rId3" Type="http://schemas.openxmlformats.org/officeDocument/2006/relationships/oleObject" Target="../embeddings/oleObject177.bin"/><Relationship Id="rId7" Type="http://schemas.openxmlformats.org/officeDocument/2006/relationships/image" Target="../media/image227.wmf"/><Relationship Id="rId2" Type="http://schemas.openxmlformats.org/officeDocument/2006/relationships/slideLayout" Target="../slideLayouts/slideLayout47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179.bin"/><Relationship Id="rId11" Type="http://schemas.openxmlformats.org/officeDocument/2006/relationships/image" Target="../media/image229.wmf"/><Relationship Id="rId5" Type="http://schemas.openxmlformats.org/officeDocument/2006/relationships/oleObject" Target="../embeddings/oleObject178.bin"/><Relationship Id="rId10" Type="http://schemas.openxmlformats.org/officeDocument/2006/relationships/oleObject" Target="../embeddings/oleObject181.bin"/><Relationship Id="rId4" Type="http://schemas.openxmlformats.org/officeDocument/2006/relationships/image" Target="../media/image226.wmf"/><Relationship Id="rId9" Type="http://schemas.openxmlformats.org/officeDocument/2006/relationships/image" Target="../media/image228.w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4.bin"/><Relationship Id="rId13" Type="http://schemas.openxmlformats.org/officeDocument/2006/relationships/image" Target="../media/image234.wmf"/><Relationship Id="rId3" Type="http://schemas.openxmlformats.org/officeDocument/2006/relationships/image" Target="../media/image237.png"/><Relationship Id="rId7" Type="http://schemas.openxmlformats.org/officeDocument/2006/relationships/image" Target="../media/image231.wmf"/><Relationship Id="rId12" Type="http://schemas.openxmlformats.org/officeDocument/2006/relationships/oleObject" Target="../embeddings/oleObject186.bin"/><Relationship Id="rId17" Type="http://schemas.openxmlformats.org/officeDocument/2006/relationships/image" Target="../media/image236.wmf"/><Relationship Id="rId2" Type="http://schemas.openxmlformats.org/officeDocument/2006/relationships/slideLayout" Target="../slideLayouts/slideLayout47.xml"/><Relationship Id="rId16" Type="http://schemas.openxmlformats.org/officeDocument/2006/relationships/oleObject" Target="../embeddings/oleObject188.bin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183.bin"/><Relationship Id="rId11" Type="http://schemas.openxmlformats.org/officeDocument/2006/relationships/image" Target="../media/image233.wmf"/><Relationship Id="rId5" Type="http://schemas.openxmlformats.org/officeDocument/2006/relationships/image" Target="../media/image230.wmf"/><Relationship Id="rId15" Type="http://schemas.openxmlformats.org/officeDocument/2006/relationships/image" Target="../media/image235.wmf"/><Relationship Id="rId10" Type="http://schemas.openxmlformats.org/officeDocument/2006/relationships/oleObject" Target="../embeddings/oleObject185.bin"/><Relationship Id="rId4" Type="http://schemas.openxmlformats.org/officeDocument/2006/relationships/oleObject" Target="../embeddings/oleObject182.bin"/><Relationship Id="rId9" Type="http://schemas.openxmlformats.org/officeDocument/2006/relationships/image" Target="../media/image232.wmf"/><Relationship Id="rId14" Type="http://schemas.openxmlformats.org/officeDocument/2006/relationships/oleObject" Target="../embeddings/oleObject187.bin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7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13" Type="http://schemas.openxmlformats.org/officeDocument/2006/relationships/oleObject" Target="../embeddings/oleObject194.bin"/><Relationship Id="rId18" Type="http://schemas.openxmlformats.org/officeDocument/2006/relationships/image" Target="../media/image245.wmf"/><Relationship Id="rId3" Type="http://schemas.openxmlformats.org/officeDocument/2006/relationships/oleObject" Target="../embeddings/oleObject189.bin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242.wmf"/><Relationship Id="rId17" Type="http://schemas.openxmlformats.org/officeDocument/2006/relationships/oleObject" Target="../embeddings/oleObject196.bin"/><Relationship Id="rId2" Type="http://schemas.openxmlformats.org/officeDocument/2006/relationships/slideLayout" Target="../slideLayouts/slideLayout37.xml"/><Relationship Id="rId16" Type="http://schemas.openxmlformats.org/officeDocument/2006/relationships/image" Target="../media/image244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39.wmf"/><Relationship Id="rId11" Type="http://schemas.openxmlformats.org/officeDocument/2006/relationships/oleObject" Target="../embeddings/oleObject193.bin"/><Relationship Id="rId5" Type="http://schemas.openxmlformats.org/officeDocument/2006/relationships/oleObject" Target="../embeddings/oleObject190.bin"/><Relationship Id="rId15" Type="http://schemas.openxmlformats.org/officeDocument/2006/relationships/oleObject" Target="../embeddings/oleObject195.bin"/><Relationship Id="rId10" Type="http://schemas.openxmlformats.org/officeDocument/2006/relationships/image" Target="../media/image241.wmf"/><Relationship Id="rId4" Type="http://schemas.openxmlformats.org/officeDocument/2006/relationships/image" Target="../media/image238.wmf"/><Relationship Id="rId9" Type="http://schemas.openxmlformats.org/officeDocument/2006/relationships/oleObject" Target="../embeddings/oleObject192.bin"/><Relationship Id="rId14" Type="http://schemas.openxmlformats.org/officeDocument/2006/relationships/image" Target="../media/image243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gif"/><Relationship Id="rId3" Type="http://schemas.openxmlformats.org/officeDocument/2006/relationships/image" Target="../media/image44.png"/><Relationship Id="rId7" Type="http://schemas.openxmlformats.org/officeDocument/2006/relationships/image" Target="../media/image247.wmf"/><Relationship Id="rId2" Type="http://schemas.openxmlformats.org/officeDocument/2006/relationships/slideLayout" Target="../slideLayouts/slideLayout47.xml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198.bin"/><Relationship Id="rId5" Type="http://schemas.openxmlformats.org/officeDocument/2006/relationships/image" Target="../media/image246.wmf"/><Relationship Id="rId4" Type="http://schemas.openxmlformats.org/officeDocument/2006/relationships/oleObject" Target="../embeddings/oleObject197.bin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1.bin"/><Relationship Id="rId3" Type="http://schemas.openxmlformats.org/officeDocument/2006/relationships/image" Target="../media/image44.png"/><Relationship Id="rId7" Type="http://schemas.openxmlformats.org/officeDocument/2006/relationships/image" Target="../media/image249.wmf"/><Relationship Id="rId2" Type="http://schemas.openxmlformats.org/officeDocument/2006/relationships/slideLayout" Target="../slideLayouts/slideLayout47.xml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200.bin"/><Relationship Id="rId5" Type="http://schemas.openxmlformats.org/officeDocument/2006/relationships/image" Target="../media/image248.wmf"/><Relationship Id="rId10" Type="http://schemas.openxmlformats.org/officeDocument/2006/relationships/image" Target="../media/image251.gif"/><Relationship Id="rId4" Type="http://schemas.openxmlformats.org/officeDocument/2006/relationships/oleObject" Target="../embeddings/oleObject199.bin"/><Relationship Id="rId9" Type="http://schemas.openxmlformats.org/officeDocument/2006/relationships/image" Target="../media/image250.w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4.bin"/><Relationship Id="rId13" Type="http://schemas.openxmlformats.org/officeDocument/2006/relationships/image" Target="../media/image255.wmf"/><Relationship Id="rId3" Type="http://schemas.openxmlformats.org/officeDocument/2006/relationships/image" Target="../media/image44.png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206.bin"/><Relationship Id="rId17" Type="http://schemas.openxmlformats.org/officeDocument/2006/relationships/image" Target="../media/image257.wmf"/><Relationship Id="rId2" Type="http://schemas.openxmlformats.org/officeDocument/2006/relationships/slideLayout" Target="../slideLayouts/slideLayout47.xml"/><Relationship Id="rId16" Type="http://schemas.openxmlformats.org/officeDocument/2006/relationships/oleObject" Target="../embeddings/oleObject208.bin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203.bin"/><Relationship Id="rId11" Type="http://schemas.openxmlformats.org/officeDocument/2006/relationships/image" Target="../media/image254.wmf"/><Relationship Id="rId5" Type="http://schemas.openxmlformats.org/officeDocument/2006/relationships/image" Target="../media/image252.wmf"/><Relationship Id="rId15" Type="http://schemas.openxmlformats.org/officeDocument/2006/relationships/image" Target="../media/image256.wmf"/><Relationship Id="rId10" Type="http://schemas.openxmlformats.org/officeDocument/2006/relationships/oleObject" Target="../embeddings/oleObject205.bin"/><Relationship Id="rId4" Type="http://schemas.openxmlformats.org/officeDocument/2006/relationships/oleObject" Target="../embeddings/oleObject202.bin"/><Relationship Id="rId9" Type="http://schemas.openxmlformats.org/officeDocument/2006/relationships/image" Target="../media/image253.wmf"/><Relationship Id="rId14" Type="http://schemas.openxmlformats.org/officeDocument/2006/relationships/oleObject" Target="../embeddings/oleObject207.bin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wmf"/><Relationship Id="rId13" Type="http://schemas.openxmlformats.org/officeDocument/2006/relationships/image" Target="../media/image44.png"/><Relationship Id="rId3" Type="http://schemas.openxmlformats.org/officeDocument/2006/relationships/oleObject" Target="../embeddings/oleObject209.bin"/><Relationship Id="rId7" Type="http://schemas.openxmlformats.org/officeDocument/2006/relationships/oleObject" Target="../embeddings/oleObject211.bin"/><Relationship Id="rId12" Type="http://schemas.openxmlformats.org/officeDocument/2006/relationships/image" Target="../media/image262.wmf"/><Relationship Id="rId2" Type="http://schemas.openxmlformats.org/officeDocument/2006/relationships/slideLayout" Target="../slideLayouts/slideLayout4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59.wmf"/><Relationship Id="rId11" Type="http://schemas.openxmlformats.org/officeDocument/2006/relationships/oleObject" Target="../embeddings/oleObject213.bin"/><Relationship Id="rId5" Type="http://schemas.openxmlformats.org/officeDocument/2006/relationships/oleObject" Target="../embeddings/oleObject210.bin"/><Relationship Id="rId10" Type="http://schemas.openxmlformats.org/officeDocument/2006/relationships/image" Target="../media/image261.wmf"/><Relationship Id="rId4" Type="http://schemas.openxmlformats.org/officeDocument/2006/relationships/image" Target="../media/image258.wmf"/><Relationship Id="rId9" Type="http://schemas.openxmlformats.org/officeDocument/2006/relationships/oleObject" Target="../embeddings/oleObject212.bin"/><Relationship Id="rId14" Type="http://schemas.openxmlformats.org/officeDocument/2006/relationships/image" Target="../media/image263.gif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4.bin"/><Relationship Id="rId2" Type="http://schemas.openxmlformats.org/officeDocument/2006/relationships/slideLayout" Target="../slideLayouts/slideLayout37.xml"/><Relationship Id="rId1" Type="http://schemas.openxmlformats.org/officeDocument/2006/relationships/vmlDrawing" Target="../drawings/vmlDrawing48.vml"/><Relationship Id="rId4" Type="http://schemas.openxmlformats.org/officeDocument/2006/relationships/image" Target="../media/image264.wmf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wmf"/><Relationship Id="rId13" Type="http://schemas.openxmlformats.org/officeDocument/2006/relationships/oleObject" Target="../embeddings/oleObject220.bin"/><Relationship Id="rId18" Type="http://schemas.openxmlformats.org/officeDocument/2006/relationships/image" Target="../media/image271.wmf"/><Relationship Id="rId3" Type="http://schemas.openxmlformats.org/officeDocument/2006/relationships/oleObject" Target="../embeddings/oleObject215.bin"/><Relationship Id="rId7" Type="http://schemas.openxmlformats.org/officeDocument/2006/relationships/oleObject" Target="../embeddings/oleObject217.bin"/><Relationship Id="rId12" Type="http://schemas.openxmlformats.org/officeDocument/2006/relationships/image" Target="../media/image269.wmf"/><Relationship Id="rId17" Type="http://schemas.openxmlformats.org/officeDocument/2006/relationships/oleObject" Target="../embeddings/oleObject222.bin"/><Relationship Id="rId2" Type="http://schemas.openxmlformats.org/officeDocument/2006/relationships/slideLayout" Target="../slideLayouts/slideLayout47.xml"/><Relationship Id="rId16" Type="http://schemas.openxmlformats.org/officeDocument/2006/relationships/image" Target="../media/image216.wmf"/><Relationship Id="rId20" Type="http://schemas.openxmlformats.org/officeDocument/2006/relationships/image" Target="../media/image272.w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266.wmf"/><Relationship Id="rId11" Type="http://schemas.openxmlformats.org/officeDocument/2006/relationships/oleObject" Target="../embeddings/oleObject219.bin"/><Relationship Id="rId5" Type="http://schemas.openxmlformats.org/officeDocument/2006/relationships/oleObject" Target="../embeddings/oleObject216.bin"/><Relationship Id="rId15" Type="http://schemas.openxmlformats.org/officeDocument/2006/relationships/oleObject" Target="../embeddings/oleObject221.bin"/><Relationship Id="rId10" Type="http://schemas.openxmlformats.org/officeDocument/2006/relationships/image" Target="../media/image268.wmf"/><Relationship Id="rId19" Type="http://schemas.openxmlformats.org/officeDocument/2006/relationships/oleObject" Target="../embeddings/oleObject223.bin"/><Relationship Id="rId4" Type="http://schemas.openxmlformats.org/officeDocument/2006/relationships/image" Target="../media/image265.wmf"/><Relationship Id="rId9" Type="http://schemas.openxmlformats.org/officeDocument/2006/relationships/oleObject" Target="../embeddings/oleObject218.bin"/><Relationship Id="rId14" Type="http://schemas.openxmlformats.org/officeDocument/2006/relationships/image" Target="../media/image270.wmf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6.bin"/><Relationship Id="rId13" Type="http://schemas.openxmlformats.org/officeDocument/2006/relationships/image" Target="../media/image277.wmf"/><Relationship Id="rId3" Type="http://schemas.openxmlformats.org/officeDocument/2006/relationships/image" Target="../media/image44.png"/><Relationship Id="rId7" Type="http://schemas.openxmlformats.org/officeDocument/2006/relationships/image" Target="../media/image274.wmf"/><Relationship Id="rId12" Type="http://schemas.openxmlformats.org/officeDocument/2006/relationships/oleObject" Target="../embeddings/oleObject228.bin"/><Relationship Id="rId2" Type="http://schemas.openxmlformats.org/officeDocument/2006/relationships/slideLayout" Target="../slideLayouts/slideLayout47.xml"/><Relationship Id="rId1" Type="http://schemas.openxmlformats.org/officeDocument/2006/relationships/vmlDrawing" Target="../drawings/vmlDrawing50.vml"/><Relationship Id="rId6" Type="http://schemas.openxmlformats.org/officeDocument/2006/relationships/oleObject" Target="../embeddings/oleObject225.bin"/><Relationship Id="rId11" Type="http://schemas.openxmlformats.org/officeDocument/2006/relationships/image" Target="../media/image276.wmf"/><Relationship Id="rId5" Type="http://schemas.openxmlformats.org/officeDocument/2006/relationships/image" Target="../media/image273.wmf"/><Relationship Id="rId15" Type="http://schemas.openxmlformats.org/officeDocument/2006/relationships/image" Target="../media/image278.wmf"/><Relationship Id="rId10" Type="http://schemas.openxmlformats.org/officeDocument/2006/relationships/oleObject" Target="../embeddings/oleObject227.bin"/><Relationship Id="rId4" Type="http://schemas.openxmlformats.org/officeDocument/2006/relationships/oleObject" Target="../embeddings/oleObject224.bin"/><Relationship Id="rId9" Type="http://schemas.openxmlformats.org/officeDocument/2006/relationships/image" Target="../media/image275.wmf"/><Relationship Id="rId14" Type="http://schemas.openxmlformats.org/officeDocument/2006/relationships/oleObject" Target="../embeddings/oleObject229.bin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wmf"/><Relationship Id="rId3" Type="http://schemas.openxmlformats.org/officeDocument/2006/relationships/oleObject" Target="../embeddings/oleObject230.bin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283.wmf"/><Relationship Id="rId2" Type="http://schemas.openxmlformats.org/officeDocument/2006/relationships/slideLayout" Target="../slideLayouts/slideLayout4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280.wmf"/><Relationship Id="rId11" Type="http://schemas.openxmlformats.org/officeDocument/2006/relationships/oleObject" Target="../embeddings/oleObject234.bin"/><Relationship Id="rId5" Type="http://schemas.openxmlformats.org/officeDocument/2006/relationships/oleObject" Target="../embeddings/oleObject231.bin"/><Relationship Id="rId10" Type="http://schemas.openxmlformats.org/officeDocument/2006/relationships/image" Target="../media/image282.wmf"/><Relationship Id="rId4" Type="http://schemas.openxmlformats.org/officeDocument/2006/relationships/image" Target="../media/image279.wmf"/><Relationship Id="rId9" Type="http://schemas.openxmlformats.org/officeDocument/2006/relationships/oleObject" Target="../embeddings/oleObject233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wmf"/><Relationship Id="rId13" Type="http://schemas.openxmlformats.org/officeDocument/2006/relationships/oleObject" Target="../embeddings/oleObject240.bin"/><Relationship Id="rId18" Type="http://schemas.openxmlformats.org/officeDocument/2006/relationships/image" Target="../media/image291.wmf"/><Relationship Id="rId26" Type="http://schemas.openxmlformats.org/officeDocument/2006/relationships/image" Target="../media/image295.wmf"/><Relationship Id="rId3" Type="http://schemas.openxmlformats.org/officeDocument/2006/relationships/oleObject" Target="../embeddings/oleObject235.bin"/><Relationship Id="rId21" Type="http://schemas.openxmlformats.org/officeDocument/2006/relationships/oleObject" Target="../embeddings/oleObject244.bin"/><Relationship Id="rId7" Type="http://schemas.openxmlformats.org/officeDocument/2006/relationships/oleObject" Target="../embeddings/oleObject237.bin"/><Relationship Id="rId12" Type="http://schemas.openxmlformats.org/officeDocument/2006/relationships/image" Target="../media/image288.wmf"/><Relationship Id="rId17" Type="http://schemas.openxmlformats.org/officeDocument/2006/relationships/oleObject" Target="../embeddings/oleObject242.bin"/><Relationship Id="rId25" Type="http://schemas.openxmlformats.org/officeDocument/2006/relationships/oleObject" Target="../embeddings/oleObject246.bin"/><Relationship Id="rId2" Type="http://schemas.openxmlformats.org/officeDocument/2006/relationships/slideLayout" Target="../slideLayouts/slideLayout47.xml"/><Relationship Id="rId16" Type="http://schemas.openxmlformats.org/officeDocument/2006/relationships/image" Target="../media/image290.wmf"/><Relationship Id="rId20" Type="http://schemas.openxmlformats.org/officeDocument/2006/relationships/image" Target="../media/image292.wmf"/><Relationship Id="rId29" Type="http://schemas.openxmlformats.org/officeDocument/2006/relationships/oleObject" Target="../embeddings/oleObject248.bin"/><Relationship Id="rId1" Type="http://schemas.openxmlformats.org/officeDocument/2006/relationships/vmlDrawing" Target="../drawings/vmlDrawing52.vml"/><Relationship Id="rId6" Type="http://schemas.openxmlformats.org/officeDocument/2006/relationships/image" Target="../media/image285.wmf"/><Relationship Id="rId11" Type="http://schemas.openxmlformats.org/officeDocument/2006/relationships/oleObject" Target="../embeddings/oleObject239.bin"/><Relationship Id="rId24" Type="http://schemas.openxmlformats.org/officeDocument/2006/relationships/image" Target="../media/image294.wmf"/><Relationship Id="rId5" Type="http://schemas.openxmlformats.org/officeDocument/2006/relationships/oleObject" Target="../embeddings/oleObject236.bin"/><Relationship Id="rId15" Type="http://schemas.openxmlformats.org/officeDocument/2006/relationships/oleObject" Target="../embeddings/oleObject241.bin"/><Relationship Id="rId23" Type="http://schemas.openxmlformats.org/officeDocument/2006/relationships/oleObject" Target="../embeddings/oleObject245.bin"/><Relationship Id="rId28" Type="http://schemas.openxmlformats.org/officeDocument/2006/relationships/image" Target="../media/image296.wmf"/><Relationship Id="rId10" Type="http://schemas.openxmlformats.org/officeDocument/2006/relationships/image" Target="../media/image287.wmf"/><Relationship Id="rId19" Type="http://schemas.openxmlformats.org/officeDocument/2006/relationships/oleObject" Target="../embeddings/oleObject243.bin"/><Relationship Id="rId4" Type="http://schemas.openxmlformats.org/officeDocument/2006/relationships/image" Target="../media/image284.wmf"/><Relationship Id="rId9" Type="http://schemas.openxmlformats.org/officeDocument/2006/relationships/oleObject" Target="../embeddings/oleObject238.bin"/><Relationship Id="rId14" Type="http://schemas.openxmlformats.org/officeDocument/2006/relationships/image" Target="../media/image289.wmf"/><Relationship Id="rId22" Type="http://schemas.openxmlformats.org/officeDocument/2006/relationships/image" Target="../media/image293.wmf"/><Relationship Id="rId27" Type="http://schemas.openxmlformats.org/officeDocument/2006/relationships/oleObject" Target="../embeddings/oleObject247.bin"/><Relationship Id="rId30" Type="http://schemas.openxmlformats.org/officeDocument/2006/relationships/image" Target="../media/image297.wmf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1.bin"/><Relationship Id="rId13" Type="http://schemas.openxmlformats.org/officeDocument/2006/relationships/image" Target="../media/image302.wmf"/><Relationship Id="rId18" Type="http://schemas.openxmlformats.org/officeDocument/2006/relationships/oleObject" Target="../embeddings/oleObject256.bin"/><Relationship Id="rId3" Type="http://schemas.openxmlformats.org/officeDocument/2006/relationships/image" Target="../media/image44.png"/><Relationship Id="rId21" Type="http://schemas.openxmlformats.org/officeDocument/2006/relationships/image" Target="../media/image306.wmf"/><Relationship Id="rId7" Type="http://schemas.openxmlformats.org/officeDocument/2006/relationships/image" Target="../media/image299.wmf"/><Relationship Id="rId12" Type="http://schemas.openxmlformats.org/officeDocument/2006/relationships/oleObject" Target="../embeddings/oleObject253.bin"/><Relationship Id="rId17" Type="http://schemas.openxmlformats.org/officeDocument/2006/relationships/image" Target="../media/image304.wmf"/><Relationship Id="rId2" Type="http://schemas.openxmlformats.org/officeDocument/2006/relationships/slideLayout" Target="../slideLayouts/slideLayout47.xml"/><Relationship Id="rId16" Type="http://schemas.openxmlformats.org/officeDocument/2006/relationships/oleObject" Target="../embeddings/oleObject255.bin"/><Relationship Id="rId20" Type="http://schemas.openxmlformats.org/officeDocument/2006/relationships/oleObject" Target="../embeddings/oleObject257.bin"/><Relationship Id="rId1" Type="http://schemas.openxmlformats.org/officeDocument/2006/relationships/vmlDrawing" Target="../drawings/vmlDrawing53.vml"/><Relationship Id="rId6" Type="http://schemas.openxmlformats.org/officeDocument/2006/relationships/oleObject" Target="../embeddings/oleObject250.bin"/><Relationship Id="rId11" Type="http://schemas.openxmlformats.org/officeDocument/2006/relationships/image" Target="../media/image301.wmf"/><Relationship Id="rId5" Type="http://schemas.openxmlformats.org/officeDocument/2006/relationships/image" Target="../media/image298.wmf"/><Relationship Id="rId15" Type="http://schemas.openxmlformats.org/officeDocument/2006/relationships/image" Target="../media/image303.wmf"/><Relationship Id="rId23" Type="http://schemas.openxmlformats.org/officeDocument/2006/relationships/image" Target="../media/image307.wmf"/><Relationship Id="rId10" Type="http://schemas.openxmlformats.org/officeDocument/2006/relationships/oleObject" Target="../embeddings/oleObject252.bin"/><Relationship Id="rId19" Type="http://schemas.openxmlformats.org/officeDocument/2006/relationships/image" Target="../media/image305.wmf"/><Relationship Id="rId4" Type="http://schemas.openxmlformats.org/officeDocument/2006/relationships/oleObject" Target="../embeddings/oleObject249.bin"/><Relationship Id="rId9" Type="http://schemas.openxmlformats.org/officeDocument/2006/relationships/image" Target="../media/image300.wmf"/><Relationship Id="rId14" Type="http://schemas.openxmlformats.org/officeDocument/2006/relationships/oleObject" Target="../embeddings/oleObject254.bin"/><Relationship Id="rId22" Type="http://schemas.openxmlformats.org/officeDocument/2006/relationships/oleObject" Target="../embeddings/oleObject258.bin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wmf"/><Relationship Id="rId13" Type="http://schemas.openxmlformats.org/officeDocument/2006/relationships/oleObject" Target="../embeddings/oleObject264.bin"/><Relationship Id="rId18" Type="http://schemas.openxmlformats.org/officeDocument/2006/relationships/image" Target="../media/image315.wmf"/><Relationship Id="rId26" Type="http://schemas.openxmlformats.org/officeDocument/2006/relationships/oleObject" Target="../embeddings/oleObject272.bin"/><Relationship Id="rId3" Type="http://schemas.openxmlformats.org/officeDocument/2006/relationships/oleObject" Target="../embeddings/oleObject259.bin"/><Relationship Id="rId21" Type="http://schemas.openxmlformats.org/officeDocument/2006/relationships/oleObject" Target="../embeddings/oleObject268.bin"/><Relationship Id="rId7" Type="http://schemas.openxmlformats.org/officeDocument/2006/relationships/oleObject" Target="../embeddings/oleObject261.bin"/><Relationship Id="rId12" Type="http://schemas.openxmlformats.org/officeDocument/2006/relationships/image" Target="../media/image312.wmf"/><Relationship Id="rId17" Type="http://schemas.openxmlformats.org/officeDocument/2006/relationships/oleObject" Target="../embeddings/oleObject266.bin"/><Relationship Id="rId25" Type="http://schemas.openxmlformats.org/officeDocument/2006/relationships/oleObject" Target="../embeddings/oleObject271.bin"/><Relationship Id="rId2" Type="http://schemas.openxmlformats.org/officeDocument/2006/relationships/slideLayout" Target="../slideLayouts/slideLayout47.xml"/><Relationship Id="rId16" Type="http://schemas.openxmlformats.org/officeDocument/2006/relationships/image" Target="../media/image314.wmf"/><Relationship Id="rId20" Type="http://schemas.openxmlformats.org/officeDocument/2006/relationships/image" Target="../media/image316.wmf"/><Relationship Id="rId1" Type="http://schemas.openxmlformats.org/officeDocument/2006/relationships/vmlDrawing" Target="../drawings/vmlDrawing54.vml"/><Relationship Id="rId6" Type="http://schemas.openxmlformats.org/officeDocument/2006/relationships/image" Target="../media/image309.wmf"/><Relationship Id="rId11" Type="http://schemas.openxmlformats.org/officeDocument/2006/relationships/oleObject" Target="../embeddings/oleObject263.bin"/><Relationship Id="rId24" Type="http://schemas.openxmlformats.org/officeDocument/2006/relationships/oleObject" Target="../embeddings/oleObject270.bin"/><Relationship Id="rId5" Type="http://schemas.openxmlformats.org/officeDocument/2006/relationships/oleObject" Target="../embeddings/oleObject260.bin"/><Relationship Id="rId15" Type="http://schemas.openxmlformats.org/officeDocument/2006/relationships/oleObject" Target="../embeddings/oleObject265.bin"/><Relationship Id="rId23" Type="http://schemas.openxmlformats.org/officeDocument/2006/relationships/oleObject" Target="../embeddings/oleObject269.bin"/><Relationship Id="rId28" Type="http://schemas.openxmlformats.org/officeDocument/2006/relationships/image" Target="../media/image318.wmf"/><Relationship Id="rId10" Type="http://schemas.openxmlformats.org/officeDocument/2006/relationships/image" Target="../media/image311.wmf"/><Relationship Id="rId19" Type="http://schemas.openxmlformats.org/officeDocument/2006/relationships/oleObject" Target="../embeddings/oleObject267.bin"/><Relationship Id="rId4" Type="http://schemas.openxmlformats.org/officeDocument/2006/relationships/image" Target="../media/image308.wmf"/><Relationship Id="rId9" Type="http://schemas.openxmlformats.org/officeDocument/2006/relationships/oleObject" Target="../embeddings/oleObject262.bin"/><Relationship Id="rId14" Type="http://schemas.openxmlformats.org/officeDocument/2006/relationships/image" Target="../media/image313.wmf"/><Relationship Id="rId22" Type="http://schemas.openxmlformats.org/officeDocument/2006/relationships/image" Target="../media/image317.wmf"/><Relationship Id="rId27" Type="http://schemas.openxmlformats.org/officeDocument/2006/relationships/oleObject" Target="../embeddings/oleObject273.bin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6.bin"/><Relationship Id="rId13" Type="http://schemas.openxmlformats.org/officeDocument/2006/relationships/image" Target="../media/image323.wmf"/><Relationship Id="rId3" Type="http://schemas.openxmlformats.org/officeDocument/2006/relationships/image" Target="../media/image44.png"/><Relationship Id="rId7" Type="http://schemas.openxmlformats.org/officeDocument/2006/relationships/image" Target="../media/image320.wmf"/><Relationship Id="rId12" Type="http://schemas.openxmlformats.org/officeDocument/2006/relationships/oleObject" Target="../embeddings/oleObject278.bin"/><Relationship Id="rId2" Type="http://schemas.openxmlformats.org/officeDocument/2006/relationships/slideLayout" Target="../slideLayouts/slideLayout37.xml"/><Relationship Id="rId1" Type="http://schemas.openxmlformats.org/officeDocument/2006/relationships/vmlDrawing" Target="../drawings/vmlDrawing55.vml"/><Relationship Id="rId6" Type="http://schemas.openxmlformats.org/officeDocument/2006/relationships/oleObject" Target="../embeddings/oleObject275.bin"/><Relationship Id="rId11" Type="http://schemas.openxmlformats.org/officeDocument/2006/relationships/image" Target="../media/image322.wmf"/><Relationship Id="rId5" Type="http://schemas.openxmlformats.org/officeDocument/2006/relationships/image" Target="../media/image319.wmf"/><Relationship Id="rId10" Type="http://schemas.openxmlformats.org/officeDocument/2006/relationships/oleObject" Target="../embeddings/oleObject277.bin"/><Relationship Id="rId4" Type="http://schemas.openxmlformats.org/officeDocument/2006/relationships/oleObject" Target="../embeddings/oleObject274.bin"/><Relationship Id="rId9" Type="http://schemas.openxmlformats.org/officeDocument/2006/relationships/image" Target="../media/image321.wmf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wmf"/><Relationship Id="rId13" Type="http://schemas.openxmlformats.org/officeDocument/2006/relationships/oleObject" Target="../embeddings/oleObject284.bin"/><Relationship Id="rId18" Type="http://schemas.openxmlformats.org/officeDocument/2006/relationships/image" Target="../media/image331.wmf"/><Relationship Id="rId3" Type="http://schemas.openxmlformats.org/officeDocument/2006/relationships/oleObject" Target="../embeddings/oleObject279.bin"/><Relationship Id="rId7" Type="http://schemas.openxmlformats.org/officeDocument/2006/relationships/oleObject" Target="../embeddings/oleObject281.bin"/><Relationship Id="rId12" Type="http://schemas.openxmlformats.org/officeDocument/2006/relationships/image" Target="../media/image328.wmf"/><Relationship Id="rId17" Type="http://schemas.openxmlformats.org/officeDocument/2006/relationships/oleObject" Target="../embeddings/oleObject286.bin"/><Relationship Id="rId2" Type="http://schemas.openxmlformats.org/officeDocument/2006/relationships/slideLayout" Target="../slideLayouts/slideLayout47.xml"/><Relationship Id="rId16" Type="http://schemas.openxmlformats.org/officeDocument/2006/relationships/image" Target="../media/image330.wmf"/><Relationship Id="rId20" Type="http://schemas.openxmlformats.org/officeDocument/2006/relationships/image" Target="../media/image333.png"/><Relationship Id="rId1" Type="http://schemas.openxmlformats.org/officeDocument/2006/relationships/vmlDrawing" Target="../drawings/vmlDrawing56.vml"/><Relationship Id="rId6" Type="http://schemas.openxmlformats.org/officeDocument/2006/relationships/image" Target="../media/image325.wmf"/><Relationship Id="rId11" Type="http://schemas.openxmlformats.org/officeDocument/2006/relationships/oleObject" Target="../embeddings/oleObject283.bin"/><Relationship Id="rId5" Type="http://schemas.openxmlformats.org/officeDocument/2006/relationships/oleObject" Target="../embeddings/oleObject280.bin"/><Relationship Id="rId15" Type="http://schemas.openxmlformats.org/officeDocument/2006/relationships/oleObject" Target="../embeddings/oleObject285.bin"/><Relationship Id="rId10" Type="http://schemas.openxmlformats.org/officeDocument/2006/relationships/image" Target="../media/image327.wmf"/><Relationship Id="rId19" Type="http://schemas.openxmlformats.org/officeDocument/2006/relationships/image" Target="../media/image332.png"/><Relationship Id="rId4" Type="http://schemas.openxmlformats.org/officeDocument/2006/relationships/image" Target="../media/image324.wmf"/><Relationship Id="rId9" Type="http://schemas.openxmlformats.org/officeDocument/2006/relationships/oleObject" Target="../embeddings/oleObject282.bin"/><Relationship Id="rId14" Type="http://schemas.openxmlformats.org/officeDocument/2006/relationships/image" Target="../media/image329.w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png"/><Relationship Id="rId2" Type="http://schemas.openxmlformats.org/officeDocument/2006/relationships/image" Target="../media/image334.png"/><Relationship Id="rId1" Type="http://schemas.openxmlformats.org/officeDocument/2006/relationships/slideLayout" Target="../slideLayouts/slideLayout47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9.bin"/><Relationship Id="rId13" Type="http://schemas.openxmlformats.org/officeDocument/2006/relationships/image" Target="../media/image340.wmf"/><Relationship Id="rId3" Type="http://schemas.openxmlformats.org/officeDocument/2006/relationships/image" Target="../media/image44.png"/><Relationship Id="rId7" Type="http://schemas.openxmlformats.org/officeDocument/2006/relationships/image" Target="../media/image337.wmf"/><Relationship Id="rId12" Type="http://schemas.openxmlformats.org/officeDocument/2006/relationships/oleObject" Target="../embeddings/oleObject291.bin"/><Relationship Id="rId17" Type="http://schemas.openxmlformats.org/officeDocument/2006/relationships/image" Target="../media/image258.wmf"/><Relationship Id="rId2" Type="http://schemas.openxmlformats.org/officeDocument/2006/relationships/slideLayout" Target="../slideLayouts/slideLayout37.xml"/><Relationship Id="rId16" Type="http://schemas.openxmlformats.org/officeDocument/2006/relationships/oleObject" Target="../embeddings/oleObject209.bin"/><Relationship Id="rId1" Type="http://schemas.openxmlformats.org/officeDocument/2006/relationships/vmlDrawing" Target="../drawings/vmlDrawing57.vml"/><Relationship Id="rId6" Type="http://schemas.openxmlformats.org/officeDocument/2006/relationships/oleObject" Target="../embeddings/oleObject288.bin"/><Relationship Id="rId11" Type="http://schemas.openxmlformats.org/officeDocument/2006/relationships/image" Target="../media/image339.wmf"/><Relationship Id="rId5" Type="http://schemas.openxmlformats.org/officeDocument/2006/relationships/image" Target="../media/image336.wmf"/><Relationship Id="rId15" Type="http://schemas.openxmlformats.org/officeDocument/2006/relationships/image" Target="../media/image341.wmf"/><Relationship Id="rId10" Type="http://schemas.openxmlformats.org/officeDocument/2006/relationships/oleObject" Target="../embeddings/oleObject290.bin"/><Relationship Id="rId4" Type="http://schemas.openxmlformats.org/officeDocument/2006/relationships/oleObject" Target="../embeddings/oleObject287.bin"/><Relationship Id="rId9" Type="http://schemas.openxmlformats.org/officeDocument/2006/relationships/image" Target="../media/image338.wmf"/><Relationship Id="rId14" Type="http://schemas.openxmlformats.org/officeDocument/2006/relationships/oleObject" Target="../embeddings/oleObject292.bin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2.png"/><Relationship Id="rId2" Type="http://schemas.openxmlformats.org/officeDocument/2006/relationships/slideLayout" Target="../slideLayouts/slideLayout37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258.wmf"/><Relationship Id="rId5" Type="http://schemas.openxmlformats.org/officeDocument/2006/relationships/oleObject" Target="../embeddings/oleObject209.bin"/><Relationship Id="rId4" Type="http://schemas.openxmlformats.org/officeDocument/2006/relationships/image" Target="../media/image343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4.png"/><Relationship Id="rId1" Type="http://schemas.openxmlformats.org/officeDocument/2006/relationships/slideLayout" Target="../slideLayouts/slideLayout3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wmf"/><Relationship Id="rId13" Type="http://schemas.openxmlformats.org/officeDocument/2006/relationships/oleObject" Target="../embeddings/oleObject298.bin"/><Relationship Id="rId18" Type="http://schemas.openxmlformats.org/officeDocument/2006/relationships/image" Target="../media/image352.wmf"/><Relationship Id="rId26" Type="http://schemas.openxmlformats.org/officeDocument/2006/relationships/image" Target="../media/image356.wmf"/><Relationship Id="rId3" Type="http://schemas.openxmlformats.org/officeDocument/2006/relationships/oleObject" Target="../embeddings/oleObject293.bin"/><Relationship Id="rId21" Type="http://schemas.openxmlformats.org/officeDocument/2006/relationships/oleObject" Target="../embeddings/oleObject302.bin"/><Relationship Id="rId7" Type="http://schemas.openxmlformats.org/officeDocument/2006/relationships/oleObject" Target="../embeddings/oleObject295.bin"/><Relationship Id="rId12" Type="http://schemas.openxmlformats.org/officeDocument/2006/relationships/image" Target="../media/image349.wmf"/><Relationship Id="rId17" Type="http://schemas.openxmlformats.org/officeDocument/2006/relationships/oleObject" Target="../embeddings/oleObject300.bin"/><Relationship Id="rId25" Type="http://schemas.openxmlformats.org/officeDocument/2006/relationships/oleObject" Target="../embeddings/oleObject304.bin"/><Relationship Id="rId2" Type="http://schemas.openxmlformats.org/officeDocument/2006/relationships/slideLayout" Target="../slideLayouts/slideLayout47.xml"/><Relationship Id="rId16" Type="http://schemas.openxmlformats.org/officeDocument/2006/relationships/image" Target="../media/image351.wmf"/><Relationship Id="rId20" Type="http://schemas.openxmlformats.org/officeDocument/2006/relationships/image" Target="../media/image353.wmf"/><Relationship Id="rId1" Type="http://schemas.openxmlformats.org/officeDocument/2006/relationships/vmlDrawing" Target="../drawings/vmlDrawing59.vml"/><Relationship Id="rId6" Type="http://schemas.openxmlformats.org/officeDocument/2006/relationships/image" Target="../media/image346.wmf"/><Relationship Id="rId11" Type="http://schemas.openxmlformats.org/officeDocument/2006/relationships/oleObject" Target="../embeddings/oleObject297.bin"/><Relationship Id="rId24" Type="http://schemas.openxmlformats.org/officeDocument/2006/relationships/image" Target="../media/image355.wmf"/><Relationship Id="rId5" Type="http://schemas.openxmlformats.org/officeDocument/2006/relationships/oleObject" Target="../embeddings/oleObject294.bin"/><Relationship Id="rId15" Type="http://schemas.openxmlformats.org/officeDocument/2006/relationships/oleObject" Target="../embeddings/oleObject299.bin"/><Relationship Id="rId23" Type="http://schemas.openxmlformats.org/officeDocument/2006/relationships/oleObject" Target="../embeddings/oleObject303.bin"/><Relationship Id="rId28" Type="http://schemas.openxmlformats.org/officeDocument/2006/relationships/image" Target="../media/image357.wmf"/><Relationship Id="rId10" Type="http://schemas.openxmlformats.org/officeDocument/2006/relationships/image" Target="../media/image348.wmf"/><Relationship Id="rId19" Type="http://schemas.openxmlformats.org/officeDocument/2006/relationships/oleObject" Target="../embeddings/oleObject301.bin"/><Relationship Id="rId4" Type="http://schemas.openxmlformats.org/officeDocument/2006/relationships/image" Target="../media/image345.wmf"/><Relationship Id="rId9" Type="http://schemas.openxmlformats.org/officeDocument/2006/relationships/oleObject" Target="../embeddings/oleObject296.bin"/><Relationship Id="rId14" Type="http://schemas.openxmlformats.org/officeDocument/2006/relationships/image" Target="../media/image350.wmf"/><Relationship Id="rId22" Type="http://schemas.openxmlformats.org/officeDocument/2006/relationships/image" Target="../media/image354.wmf"/><Relationship Id="rId27" Type="http://schemas.openxmlformats.org/officeDocument/2006/relationships/oleObject" Target="../embeddings/oleObject305.bin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8.bin"/><Relationship Id="rId13" Type="http://schemas.openxmlformats.org/officeDocument/2006/relationships/image" Target="../media/image362.wmf"/><Relationship Id="rId3" Type="http://schemas.openxmlformats.org/officeDocument/2006/relationships/slide" Target="slide42.xml"/><Relationship Id="rId7" Type="http://schemas.openxmlformats.org/officeDocument/2006/relationships/image" Target="../media/image359.wmf"/><Relationship Id="rId12" Type="http://schemas.openxmlformats.org/officeDocument/2006/relationships/oleObject" Target="../embeddings/oleObject310.bin"/><Relationship Id="rId17" Type="http://schemas.openxmlformats.org/officeDocument/2006/relationships/image" Target="../media/image364.wmf"/><Relationship Id="rId2" Type="http://schemas.openxmlformats.org/officeDocument/2006/relationships/slideLayout" Target="../slideLayouts/slideLayout42.xml"/><Relationship Id="rId16" Type="http://schemas.openxmlformats.org/officeDocument/2006/relationships/oleObject" Target="../embeddings/oleObject312.bin"/><Relationship Id="rId1" Type="http://schemas.openxmlformats.org/officeDocument/2006/relationships/vmlDrawing" Target="../drawings/vmlDrawing60.vml"/><Relationship Id="rId6" Type="http://schemas.openxmlformats.org/officeDocument/2006/relationships/oleObject" Target="../embeddings/oleObject307.bin"/><Relationship Id="rId11" Type="http://schemas.openxmlformats.org/officeDocument/2006/relationships/image" Target="../media/image361.wmf"/><Relationship Id="rId5" Type="http://schemas.openxmlformats.org/officeDocument/2006/relationships/image" Target="../media/image358.wmf"/><Relationship Id="rId15" Type="http://schemas.openxmlformats.org/officeDocument/2006/relationships/image" Target="../media/image363.wmf"/><Relationship Id="rId10" Type="http://schemas.openxmlformats.org/officeDocument/2006/relationships/oleObject" Target="../embeddings/oleObject309.bin"/><Relationship Id="rId4" Type="http://schemas.openxmlformats.org/officeDocument/2006/relationships/oleObject" Target="../embeddings/oleObject306.bin"/><Relationship Id="rId9" Type="http://schemas.openxmlformats.org/officeDocument/2006/relationships/image" Target="../media/image360.wmf"/><Relationship Id="rId14" Type="http://schemas.openxmlformats.org/officeDocument/2006/relationships/oleObject" Target="../embeddings/oleObject311.bin"/></Relationships>
</file>

<file path=ppt/slides/_rels/slide9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18.bin"/><Relationship Id="rId18" Type="http://schemas.openxmlformats.org/officeDocument/2006/relationships/image" Target="../media/image372.wmf"/><Relationship Id="rId26" Type="http://schemas.openxmlformats.org/officeDocument/2006/relationships/image" Target="../media/image376.wmf"/><Relationship Id="rId21" Type="http://schemas.openxmlformats.org/officeDocument/2006/relationships/oleObject" Target="../embeddings/oleObject322.bin"/><Relationship Id="rId34" Type="http://schemas.openxmlformats.org/officeDocument/2006/relationships/oleObject" Target="../embeddings/oleObject329.bin"/><Relationship Id="rId7" Type="http://schemas.openxmlformats.org/officeDocument/2006/relationships/oleObject" Target="../embeddings/oleObject315.bin"/><Relationship Id="rId12" Type="http://schemas.openxmlformats.org/officeDocument/2006/relationships/image" Target="../media/image369.wmf"/><Relationship Id="rId17" Type="http://schemas.openxmlformats.org/officeDocument/2006/relationships/oleObject" Target="../embeddings/oleObject320.bin"/><Relationship Id="rId25" Type="http://schemas.openxmlformats.org/officeDocument/2006/relationships/oleObject" Target="../embeddings/oleObject324.bin"/><Relationship Id="rId33" Type="http://schemas.openxmlformats.org/officeDocument/2006/relationships/image" Target="../media/image379.wmf"/><Relationship Id="rId2" Type="http://schemas.openxmlformats.org/officeDocument/2006/relationships/slideLayout" Target="../slideLayouts/slideLayout48.xml"/><Relationship Id="rId16" Type="http://schemas.openxmlformats.org/officeDocument/2006/relationships/image" Target="../media/image371.wmf"/><Relationship Id="rId20" Type="http://schemas.openxmlformats.org/officeDocument/2006/relationships/image" Target="../media/image373.wmf"/><Relationship Id="rId29" Type="http://schemas.openxmlformats.org/officeDocument/2006/relationships/image" Target="../media/image377.wmf"/><Relationship Id="rId1" Type="http://schemas.openxmlformats.org/officeDocument/2006/relationships/vmlDrawing" Target="../drawings/vmlDrawing61.vml"/><Relationship Id="rId6" Type="http://schemas.openxmlformats.org/officeDocument/2006/relationships/image" Target="../media/image366.wmf"/><Relationship Id="rId11" Type="http://schemas.openxmlformats.org/officeDocument/2006/relationships/oleObject" Target="../embeddings/oleObject317.bin"/><Relationship Id="rId24" Type="http://schemas.openxmlformats.org/officeDocument/2006/relationships/image" Target="../media/image375.wmf"/><Relationship Id="rId32" Type="http://schemas.openxmlformats.org/officeDocument/2006/relationships/oleObject" Target="../embeddings/oleObject328.bin"/><Relationship Id="rId37" Type="http://schemas.openxmlformats.org/officeDocument/2006/relationships/image" Target="../media/image381.wmf"/><Relationship Id="rId5" Type="http://schemas.openxmlformats.org/officeDocument/2006/relationships/oleObject" Target="../embeddings/oleObject314.bin"/><Relationship Id="rId15" Type="http://schemas.openxmlformats.org/officeDocument/2006/relationships/oleObject" Target="../embeddings/oleObject319.bin"/><Relationship Id="rId23" Type="http://schemas.openxmlformats.org/officeDocument/2006/relationships/oleObject" Target="../embeddings/oleObject323.bin"/><Relationship Id="rId28" Type="http://schemas.openxmlformats.org/officeDocument/2006/relationships/oleObject" Target="../embeddings/oleObject326.bin"/><Relationship Id="rId36" Type="http://schemas.openxmlformats.org/officeDocument/2006/relationships/oleObject" Target="../embeddings/oleObject330.bin"/><Relationship Id="rId10" Type="http://schemas.openxmlformats.org/officeDocument/2006/relationships/image" Target="../media/image368.wmf"/><Relationship Id="rId19" Type="http://schemas.openxmlformats.org/officeDocument/2006/relationships/oleObject" Target="../embeddings/oleObject321.bin"/><Relationship Id="rId31" Type="http://schemas.openxmlformats.org/officeDocument/2006/relationships/image" Target="../media/image378.wmf"/><Relationship Id="rId4" Type="http://schemas.openxmlformats.org/officeDocument/2006/relationships/image" Target="../media/image365.wmf"/><Relationship Id="rId9" Type="http://schemas.openxmlformats.org/officeDocument/2006/relationships/oleObject" Target="../embeddings/oleObject316.bin"/><Relationship Id="rId14" Type="http://schemas.openxmlformats.org/officeDocument/2006/relationships/image" Target="../media/image370.wmf"/><Relationship Id="rId22" Type="http://schemas.openxmlformats.org/officeDocument/2006/relationships/image" Target="../media/image374.wmf"/><Relationship Id="rId27" Type="http://schemas.openxmlformats.org/officeDocument/2006/relationships/oleObject" Target="../embeddings/oleObject325.bin"/><Relationship Id="rId30" Type="http://schemas.openxmlformats.org/officeDocument/2006/relationships/oleObject" Target="../embeddings/oleObject327.bin"/><Relationship Id="rId35" Type="http://schemas.openxmlformats.org/officeDocument/2006/relationships/image" Target="../media/image380.wmf"/><Relationship Id="rId8" Type="http://schemas.openxmlformats.org/officeDocument/2006/relationships/image" Target="../media/image367.wmf"/><Relationship Id="rId3" Type="http://schemas.openxmlformats.org/officeDocument/2006/relationships/oleObject" Target="../embeddings/oleObject313.bin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36.bin"/><Relationship Id="rId18" Type="http://schemas.openxmlformats.org/officeDocument/2006/relationships/image" Target="../media/image389.wmf"/><Relationship Id="rId26" Type="http://schemas.openxmlformats.org/officeDocument/2006/relationships/image" Target="../media/image393.wmf"/><Relationship Id="rId39" Type="http://schemas.openxmlformats.org/officeDocument/2006/relationships/oleObject" Target="../embeddings/oleObject349.bin"/><Relationship Id="rId21" Type="http://schemas.openxmlformats.org/officeDocument/2006/relationships/oleObject" Target="../embeddings/oleObject340.bin"/><Relationship Id="rId34" Type="http://schemas.openxmlformats.org/officeDocument/2006/relationships/image" Target="../media/image397.wmf"/><Relationship Id="rId7" Type="http://schemas.openxmlformats.org/officeDocument/2006/relationships/oleObject" Target="../embeddings/oleObject333.bin"/><Relationship Id="rId12" Type="http://schemas.openxmlformats.org/officeDocument/2006/relationships/image" Target="../media/image386.wmf"/><Relationship Id="rId17" Type="http://schemas.openxmlformats.org/officeDocument/2006/relationships/oleObject" Target="../embeddings/oleObject338.bin"/><Relationship Id="rId25" Type="http://schemas.openxmlformats.org/officeDocument/2006/relationships/oleObject" Target="../embeddings/oleObject342.bin"/><Relationship Id="rId33" Type="http://schemas.openxmlformats.org/officeDocument/2006/relationships/oleObject" Target="../embeddings/oleObject346.bin"/><Relationship Id="rId38" Type="http://schemas.openxmlformats.org/officeDocument/2006/relationships/image" Target="../media/image398.wmf"/><Relationship Id="rId2" Type="http://schemas.openxmlformats.org/officeDocument/2006/relationships/slideLayout" Target="../slideLayouts/slideLayout49.xml"/><Relationship Id="rId16" Type="http://schemas.openxmlformats.org/officeDocument/2006/relationships/image" Target="../media/image388.wmf"/><Relationship Id="rId20" Type="http://schemas.openxmlformats.org/officeDocument/2006/relationships/image" Target="../media/image390.wmf"/><Relationship Id="rId29" Type="http://schemas.openxmlformats.org/officeDocument/2006/relationships/oleObject" Target="../embeddings/oleObject344.bin"/><Relationship Id="rId1" Type="http://schemas.openxmlformats.org/officeDocument/2006/relationships/vmlDrawing" Target="../drawings/vmlDrawing62.vml"/><Relationship Id="rId6" Type="http://schemas.openxmlformats.org/officeDocument/2006/relationships/image" Target="../media/image383.wmf"/><Relationship Id="rId11" Type="http://schemas.openxmlformats.org/officeDocument/2006/relationships/oleObject" Target="../embeddings/oleObject335.bin"/><Relationship Id="rId24" Type="http://schemas.openxmlformats.org/officeDocument/2006/relationships/image" Target="../media/image392.wmf"/><Relationship Id="rId32" Type="http://schemas.openxmlformats.org/officeDocument/2006/relationships/image" Target="../media/image396.wmf"/><Relationship Id="rId37" Type="http://schemas.openxmlformats.org/officeDocument/2006/relationships/oleObject" Target="../embeddings/oleObject348.bin"/><Relationship Id="rId40" Type="http://schemas.openxmlformats.org/officeDocument/2006/relationships/image" Target="../media/image399.wmf"/><Relationship Id="rId5" Type="http://schemas.openxmlformats.org/officeDocument/2006/relationships/oleObject" Target="../embeddings/oleObject332.bin"/><Relationship Id="rId15" Type="http://schemas.openxmlformats.org/officeDocument/2006/relationships/oleObject" Target="../embeddings/oleObject337.bin"/><Relationship Id="rId23" Type="http://schemas.openxmlformats.org/officeDocument/2006/relationships/oleObject" Target="../embeddings/oleObject341.bin"/><Relationship Id="rId28" Type="http://schemas.openxmlformats.org/officeDocument/2006/relationships/image" Target="../media/image394.wmf"/><Relationship Id="rId36" Type="http://schemas.openxmlformats.org/officeDocument/2006/relationships/image" Target="../media/image277.wmf"/><Relationship Id="rId10" Type="http://schemas.openxmlformats.org/officeDocument/2006/relationships/image" Target="../media/image385.wmf"/><Relationship Id="rId19" Type="http://schemas.openxmlformats.org/officeDocument/2006/relationships/oleObject" Target="../embeddings/oleObject339.bin"/><Relationship Id="rId31" Type="http://schemas.openxmlformats.org/officeDocument/2006/relationships/oleObject" Target="../embeddings/oleObject345.bin"/><Relationship Id="rId4" Type="http://schemas.openxmlformats.org/officeDocument/2006/relationships/image" Target="../media/image382.wmf"/><Relationship Id="rId9" Type="http://schemas.openxmlformats.org/officeDocument/2006/relationships/oleObject" Target="../embeddings/oleObject334.bin"/><Relationship Id="rId14" Type="http://schemas.openxmlformats.org/officeDocument/2006/relationships/image" Target="../media/image387.wmf"/><Relationship Id="rId22" Type="http://schemas.openxmlformats.org/officeDocument/2006/relationships/image" Target="../media/image391.wmf"/><Relationship Id="rId27" Type="http://schemas.openxmlformats.org/officeDocument/2006/relationships/oleObject" Target="../embeddings/oleObject343.bin"/><Relationship Id="rId30" Type="http://schemas.openxmlformats.org/officeDocument/2006/relationships/image" Target="../media/image395.wmf"/><Relationship Id="rId35" Type="http://schemas.openxmlformats.org/officeDocument/2006/relationships/oleObject" Target="../embeddings/oleObject347.bin"/><Relationship Id="rId8" Type="http://schemas.openxmlformats.org/officeDocument/2006/relationships/image" Target="../media/image384.wmf"/><Relationship Id="rId3" Type="http://schemas.openxmlformats.org/officeDocument/2006/relationships/oleObject" Target="../embeddings/oleObject331.bin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2.bin"/><Relationship Id="rId13" Type="http://schemas.openxmlformats.org/officeDocument/2006/relationships/image" Target="../media/image404.wmf"/><Relationship Id="rId18" Type="http://schemas.openxmlformats.org/officeDocument/2006/relationships/oleObject" Target="../embeddings/oleObject357.bin"/><Relationship Id="rId26" Type="http://schemas.openxmlformats.org/officeDocument/2006/relationships/oleObject" Target="../embeddings/oleObject361.bin"/><Relationship Id="rId3" Type="http://schemas.openxmlformats.org/officeDocument/2006/relationships/image" Target="../media/image44.png"/><Relationship Id="rId21" Type="http://schemas.openxmlformats.org/officeDocument/2006/relationships/image" Target="../media/image408.wmf"/><Relationship Id="rId7" Type="http://schemas.openxmlformats.org/officeDocument/2006/relationships/image" Target="../media/image401.wmf"/><Relationship Id="rId12" Type="http://schemas.openxmlformats.org/officeDocument/2006/relationships/oleObject" Target="../embeddings/oleObject354.bin"/><Relationship Id="rId17" Type="http://schemas.openxmlformats.org/officeDocument/2006/relationships/image" Target="../media/image406.wmf"/><Relationship Id="rId25" Type="http://schemas.openxmlformats.org/officeDocument/2006/relationships/image" Target="../media/image410.wmf"/><Relationship Id="rId2" Type="http://schemas.openxmlformats.org/officeDocument/2006/relationships/slideLayout" Target="../slideLayouts/slideLayout47.xml"/><Relationship Id="rId16" Type="http://schemas.openxmlformats.org/officeDocument/2006/relationships/oleObject" Target="../embeddings/oleObject356.bin"/><Relationship Id="rId20" Type="http://schemas.openxmlformats.org/officeDocument/2006/relationships/oleObject" Target="../embeddings/oleObject358.bin"/><Relationship Id="rId29" Type="http://schemas.openxmlformats.org/officeDocument/2006/relationships/image" Target="../media/image412.wmf"/><Relationship Id="rId1" Type="http://schemas.openxmlformats.org/officeDocument/2006/relationships/vmlDrawing" Target="../drawings/vmlDrawing63.vml"/><Relationship Id="rId6" Type="http://schemas.openxmlformats.org/officeDocument/2006/relationships/oleObject" Target="../embeddings/oleObject351.bin"/><Relationship Id="rId11" Type="http://schemas.openxmlformats.org/officeDocument/2006/relationships/image" Target="../media/image403.wmf"/><Relationship Id="rId24" Type="http://schemas.openxmlformats.org/officeDocument/2006/relationships/oleObject" Target="../embeddings/oleObject360.bin"/><Relationship Id="rId5" Type="http://schemas.openxmlformats.org/officeDocument/2006/relationships/image" Target="../media/image400.wmf"/><Relationship Id="rId15" Type="http://schemas.openxmlformats.org/officeDocument/2006/relationships/image" Target="../media/image405.wmf"/><Relationship Id="rId23" Type="http://schemas.openxmlformats.org/officeDocument/2006/relationships/image" Target="../media/image409.wmf"/><Relationship Id="rId28" Type="http://schemas.openxmlformats.org/officeDocument/2006/relationships/oleObject" Target="../embeddings/oleObject362.bin"/><Relationship Id="rId10" Type="http://schemas.openxmlformats.org/officeDocument/2006/relationships/oleObject" Target="../embeddings/oleObject353.bin"/><Relationship Id="rId19" Type="http://schemas.openxmlformats.org/officeDocument/2006/relationships/image" Target="../media/image407.wmf"/><Relationship Id="rId4" Type="http://schemas.openxmlformats.org/officeDocument/2006/relationships/oleObject" Target="../embeddings/oleObject350.bin"/><Relationship Id="rId9" Type="http://schemas.openxmlformats.org/officeDocument/2006/relationships/image" Target="../media/image402.wmf"/><Relationship Id="rId14" Type="http://schemas.openxmlformats.org/officeDocument/2006/relationships/oleObject" Target="../embeddings/oleObject355.bin"/><Relationship Id="rId22" Type="http://schemas.openxmlformats.org/officeDocument/2006/relationships/oleObject" Target="../embeddings/oleObject359.bin"/><Relationship Id="rId27" Type="http://schemas.openxmlformats.org/officeDocument/2006/relationships/image" Target="../media/image411.wmf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5.bin"/><Relationship Id="rId13" Type="http://schemas.openxmlformats.org/officeDocument/2006/relationships/image" Target="../media/image417.wmf"/><Relationship Id="rId18" Type="http://schemas.openxmlformats.org/officeDocument/2006/relationships/oleObject" Target="../embeddings/oleObject370.bin"/><Relationship Id="rId3" Type="http://schemas.openxmlformats.org/officeDocument/2006/relationships/image" Target="../media/image44.png"/><Relationship Id="rId21" Type="http://schemas.openxmlformats.org/officeDocument/2006/relationships/image" Target="../media/image421.wmf"/><Relationship Id="rId7" Type="http://schemas.openxmlformats.org/officeDocument/2006/relationships/image" Target="../media/image414.wmf"/><Relationship Id="rId12" Type="http://schemas.openxmlformats.org/officeDocument/2006/relationships/oleObject" Target="../embeddings/oleObject367.bin"/><Relationship Id="rId17" Type="http://schemas.openxmlformats.org/officeDocument/2006/relationships/image" Target="../media/image419.wmf"/><Relationship Id="rId2" Type="http://schemas.openxmlformats.org/officeDocument/2006/relationships/slideLayout" Target="../slideLayouts/slideLayout47.xml"/><Relationship Id="rId16" Type="http://schemas.openxmlformats.org/officeDocument/2006/relationships/oleObject" Target="../embeddings/oleObject369.bin"/><Relationship Id="rId20" Type="http://schemas.openxmlformats.org/officeDocument/2006/relationships/oleObject" Target="../embeddings/oleObject371.bin"/><Relationship Id="rId1" Type="http://schemas.openxmlformats.org/officeDocument/2006/relationships/vmlDrawing" Target="../drawings/vmlDrawing64.vml"/><Relationship Id="rId6" Type="http://schemas.openxmlformats.org/officeDocument/2006/relationships/oleObject" Target="../embeddings/oleObject364.bin"/><Relationship Id="rId11" Type="http://schemas.openxmlformats.org/officeDocument/2006/relationships/image" Target="../media/image416.wmf"/><Relationship Id="rId5" Type="http://schemas.openxmlformats.org/officeDocument/2006/relationships/image" Target="../media/image413.wmf"/><Relationship Id="rId15" Type="http://schemas.openxmlformats.org/officeDocument/2006/relationships/image" Target="../media/image418.wmf"/><Relationship Id="rId23" Type="http://schemas.openxmlformats.org/officeDocument/2006/relationships/image" Target="../media/image422.wmf"/><Relationship Id="rId10" Type="http://schemas.openxmlformats.org/officeDocument/2006/relationships/oleObject" Target="../embeddings/oleObject366.bin"/><Relationship Id="rId19" Type="http://schemas.openxmlformats.org/officeDocument/2006/relationships/image" Target="../media/image420.wmf"/><Relationship Id="rId4" Type="http://schemas.openxmlformats.org/officeDocument/2006/relationships/oleObject" Target="../embeddings/oleObject363.bin"/><Relationship Id="rId9" Type="http://schemas.openxmlformats.org/officeDocument/2006/relationships/image" Target="../media/image415.wmf"/><Relationship Id="rId14" Type="http://schemas.openxmlformats.org/officeDocument/2006/relationships/oleObject" Target="../embeddings/oleObject368.bin"/><Relationship Id="rId22" Type="http://schemas.openxmlformats.org/officeDocument/2006/relationships/oleObject" Target="../embeddings/oleObject372.bin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5.bin"/><Relationship Id="rId13" Type="http://schemas.openxmlformats.org/officeDocument/2006/relationships/image" Target="../media/image427.wmf"/><Relationship Id="rId18" Type="http://schemas.openxmlformats.org/officeDocument/2006/relationships/oleObject" Target="../embeddings/oleObject380.bin"/><Relationship Id="rId3" Type="http://schemas.openxmlformats.org/officeDocument/2006/relationships/image" Target="../media/image44.png"/><Relationship Id="rId7" Type="http://schemas.openxmlformats.org/officeDocument/2006/relationships/image" Target="../media/image424.wmf"/><Relationship Id="rId12" Type="http://schemas.openxmlformats.org/officeDocument/2006/relationships/oleObject" Target="../embeddings/oleObject377.bin"/><Relationship Id="rId17" Type="http://schemas.openxmlformats.org/officeDocument/2006/relationships/image" Target="../media/image429.wmf"/><Relationship Id="rId2" Type="http://schemas.openxmlformats.org/officeDocument/2006/relationships/slideLayout" Target="../slideLayouts/slideLayout47.xml"/><Relationship Id="rId16" Type="http://schemas.openxmlformats.org/officeDocument/2006/relationships/oleObject" Target="../embeddings/oleObject379.bin"/><Relationship Id="rId1" Type="http://schemas.openxmlformats.org/officeDocument/2006/relationships/vmlDrawing" Target="../drawings/vmlDrawing65.vml"/><Relationship Id="rId6" Type="http://schemas.openxmlformats.org/officeDocument/2006/relationships/oleObject" Target="../embeddings/oleObject374.bin"/><Relationship Id="rId11" Type="http://schemas.openxmlformats.org/officeDocument/2006/relationships/image" Target="../media/image426.wmf"/><Relationship Id="rId5" Type="http://schemas.openxmlformats.org/officeDocument/2006/relationships/image" Target="../media/image423.wmf"/><Relationship Id="rId15" Type="http://schemas.openxmlformats.org/officeDocument/2006/relationships/image" Target="../media/image428.wmf"/><Relationship Id="rId10" Type="http://schemas.openxmlformats.org/officeDocument/2006/relationships/oleObject" Target="../embeddings/oleObject376.bin"/><Relationship Id="rId19" Type="http://schemas.openxmlformats.org/officeDocument/2006/relationships/image" Target="../media/image430.wmf"/><Relationship Id="rId4" Type="http://schemas.openxmlformats.org/officeDocument/2006/relationships/oleObject" Target="../embeddings/oleObject373.bin"/><Relationship Id="rId9" Type="http://schemas.openxmlformats.org/officeDocument/2006/relationships/image" Target="../media/image425.wmf"/><Relationship Id="rId14" Type="http://schemas.openxmlformats.org/officeDocument/2006/relationships/oleObject" Target="../embeddings/oleObject378.bin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3.wmf"/><Relationship Id="rId13" Type="http://schemas.openxmlformats.org/officeDocument/2006/relationships/oleObject" Target="../embeddings/oleObject386.bin"/><Relationship Id="rId3" Type="http://schemas.openxmlformats.org/officeDocument/2006/relationships/oleObject" Target="../embeddings/oleObject381.bin"/><Relationship Id="rId7" Type="http://schemas.openxmlformats.org/officeDocument/2006/relationships/oleObject" Target="../embeddings/oleObject383.bin"/><Relationship Id="rId12" Type="http://schemas.openxmlformats.org/officeDocument/2006/relationships/image" Target="../media/image435.wmf"/><Relationship Id="rId2" Type="http://schemas.openxmlformats.org/officeDocument/2006/relationships/slideLayout" Target="../slideLayouts/slideLayout47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432.wmf"/><Relationship Id="rId11" Type="http://schemas.openxmlformats.org/officeDocument/2006/relationships/oleObject" Target="../embeddings/oleObject385.bin"/><Relationship Id="rId5" Type="http://schemas.openxmlformats.org/officeDocument/2006/relationships/oleObject" Target="../embeddings/oleObject382.bin"/><Relationship Id="rId10" Type="http://schemas.openxmlformats.org/officeDocument/2006/relationships/image" Target="../media/image434.wmf"/><Relationship Id="rId4" Type="http://schemas.openxmlformats.org/officeDocument/2006/relationships/image" Target="../media/image431.wmf"/><Relationship Id="rId9" Type="http://schemas.openxmlformats.org/officeDocument/2006/relationships/oleObject" Target="../embeddings/oleObject384.bin"/><Relationship Id="rId14" Type="http://schemas.openxmlformats.org/officeDocument/2006/relationships/image" Target="../media/image436.wmf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9.bin"/><Relationship Id="rId13" Type="http://schemas.openxmlformats.org/officeDocument/2006/relationships/image" Target="../media/image441.wmf"/><Relationship Id="rId18" Type="http://schemas.openxmlformats.org/officeDocument/2006/relationships/oleObject" Target="../embeddings/oleObject394.bin"/><Relationship Id="rId26" Type="http://schemas.openxmlformats.org/officeDocument/2006/relationships/oleObject" Target="../embeddings/oleObject398.bin"/><Relationship Id="rId3" Type="http://schemas.openxmlformats.org/officeDocument/2006/relationships/image" Target="../media/image44.png"/><Relationship Id="rId21" Type="http://schemas.openxmlformats.org/officeDocument/2006/relationships/image" Target="../media/image445.wmf"/><Relationship Id="rId7" Type="http://schemas.openxmlformats.org/officeDocument/2006/relationships/image" Target="../media/image438.wmf"/><Relationship Id="rId12" Type="http://schemas.openxmlformats.org/officeDocument/2006/relationships/oleObject" Target="../embeddings/oleObject391.bin"/><Relationship Id="rId17" Type="http://schemas.openxmlformats.org/officeDocument/2006/relationships/image" Target="../media/image443.wmf"/><Relationship Id="rId25" Type="http://schemas.openxmlformats.org/officeDocument/2006/relationships/image" Target="../media/image447.wmf"/><Relationship Id="rId2" Type="http://schemas.openxmlformats.org/officeDocument/2006/relationships/slideLayout" Target="../slideLayouts/slideLayout47.xml"/><Relationship Id="rId16" Type="http://schemas.openxmlformats.org/officeDocument/2006/relationships/oleObject" Target="../embeddings/oleObject393.bin"/><Relationship Id="rId20" Type="http://schemas.openxmlformats.org/officeDocument/2006/relationships/oleObject" Target="../embeddings/oleObject395.bin"/><Relationship Id="rId1" Type="http://schemas.openxmlformats.org/officeDocument/2006/relationships/vmlDrawing" Target="../drawings/vmlDrawing67.vml"/><Relationship Id="rId6" Type="http://schemas.openxmlformats.org/officeDocument/2006/relationships/oleObject" Target="../embeddings/oleObject388.bin"/><Relationship Id="rId11" Type="http://schemas.openxmlformats.org/officeDocument/2006/relationships/image" Target="../media/image440.wmf"/><Relationship Id="rId24" Type="http://schemas.openxmlformats.org/officeDocument/2006/relationships/oleObject" Target="../embeddings/oleObject397.bin"/><Relationship Id="rId5" Type="http://schemas.openxmlformats.org/officeDocument/2006/relationships/image" Target="../media/image437.wmf"/><Relationship Id="rId15" Type="http://schemas.openxmlformats.org/officeDocument/2006/relationships/image" Target="../media/image442.wmf"/><Relationship Id="rId23" Type="http://schemas.openxmlformats.org/officeDocument/2006/relationships/image" Target="../media/image446.wmf"/><Relationship Id="rId10" Type="http://schemas.openxmlformats.org/officeDocument/2006/relationships/oleObject" Target="../embeddings/oleObject390.bin"/><Relationship Id="rId19" Type="http://schemas.openxmlformats.org/officeDocument/2006/relationships/image" Target="../media/image444.wmf"/><Relationship Id="rId4" Type="http://schemas.openxmlformats.org/officeDocument/2006/relationships/oleObject" Target="../embeddings/oleObject387.bin"/><Relationship Id="rId9" Type="http://schemas.openxmlformats.org/officeDocument/2006/relationships/image" Target="../media/image439.wmf"/><Relationship Id="rId14" Type="http://schemas.openxmlformats.org/officeDocument/2006/relationships/oleObject" Target="../embeddings/oleObject392.bin"/><Relationship Id="rId22" Type="http://schemas.openxmlformats.org/officeDocument/2006/relationships/oleObject" Target="../embeddings/oleObject396.bin"/><Relationship Id="rId27" Type="http://schemas.openxmlformats.org/officeDocument/2006/relationships/image" Target="../media/image448.wmf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9.bin"/><Relationship Id="rId2" Type="http://schemas.openxmlformats.org/officeDocument/2006/relationships/slideLayout" Target="../slideLayouts/slideLayout47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450.wmf"/><Relationship Id="rId5" Type="http://schemas.openxmlformats.org/officeDocument/2006/relationships/oleObject" Target="../embeddings/oleObject400.bin"/><Relationship Id="rId4" Type="http://schemas.openxmlformats.org/officeDocument/2006/relationships/image" Target="../media/image449.wmf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4.bin"/><Relationship Id="rId13" Type="http://schemas.openxmlformats.org/officeDocument/2006/relationships/oleObject" Target="../embeddings/oleObject408.bin"/><Relationship Id="rId3" Type="http://schemas.openxmlformats.org/officeDocument/2006/relationships/image" Target="../media/image44.png"/><Relationship Id="rId7" Type="http://schemas.openxmlformats.org/officeDocument/2006/relationships/oleObject" Target="../embeddings/oleObject403.bin"/><Relationship Id="rId12" Type="http://schemas.openxmlformats.org/officeDocument/2006/relationships/oleObject" Target="../embeddings/oleObject407.bin"/><Relationship Id="rId2" Type="http://schemas.openxmlformats.org/officeDocument/2006/relationships/slideLayout" Target="../slideLayouts/slideLayout47.xml"/><Relationship Id="rId1" Type="http://schemas.openxmlformats.org/officeDocument/2006/relationships/vmlDrawing" Target="../drawings/vmlDrawing69.vml"/><Relationship Id="rId6" Type="http://schemas.openxmlformats.org/officeDocument/2006/relationships/oleObject" Target="../embeddings/oleObject402.bin"/><Relationship Id="rId11" Type="http://schemas.openxmlformats.org/officeDocument/2006/relationships/oleObject" Target="../embeddings/oleObject406.bin"/><Relationship Id="rId5" Type="http://schemas.openxmlformats.org/officeDocument/2006/relationships/image" Target="../media/image451.wmf"/><Relationship Id="rId10" Type="http://schemas.openxmlformats.org/officeDocument/2006/relationships/oleObject" Target="../embeddings/oleObject405.bin"/><Relationship Id="rId4" Type="http://schemas.openxmlformats.org/officeDocument/2006/relationships/oleObject" Target="../embeddings/oleObject401.bin"/><Relationship Id="rId9" Type="http://schemas.openxmlformats.org/officeDocument/2006/relationships/image" Target="../media/image452.wmf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1.bin"/><Relationship Id="rId13" Type="http://schemas.openxmlformats.org/officeDocument/2006/relationships/image" Target="../media/image457.wmf"/><Relationship Id="rId18" Type="http://schemas.openxmlformats.org/officeDocument/2006/relationships/oleObject" Target="../embeddings/oleObject416.bin"/><Relationship Id="rId3" Type="http://schemas.openxmlformats.org/officeDocument/2006/relationships/image" Target="../media/image44.png"/><Relationship Id="rId21" Type="http://schemas.openxmlformats.org/officeDocument/2006/relationships/image" Target="../media/image461.wmf"/><Relationship Id="rId7" Type="http://schemas.openxmlformats.org/officeDocument/2006/relationships/image" Target="../media/image454.wmf"/><Relationship Id="rId12" Type="http://schemas.openxmlformats.org/officeDocument/2006/relationships/oleObject" Target="../embeddings/oleObject413.bin"/><Relationship Id="rId17" Type="http://schemas.openxmlformats.org/officeDocument/2006/relationships/image" Target="../media/image459.wmf"/><Relationship Id="rId2" Type="http://schemas.openxmlformats.org/officeDocument/2006/relationships/slideLayout" Target="../slideLayouts/slideLayout47.xml"/><Relationship Id="rId16" Type="http://schemas.openxmlformats.org/officeDocument/2006/relationships/oleObject" Target="../embeddings/oleObject415.bin"/><Relationship Id="rId20" Type="http://schemas.openxmlformats.org/officeDocument/2006/relationships/oleObject" Target="../embeddings/oleObject417.bin"/><Relationship Id="rId1" Type="http://schemas.openxmlformats.org/officeDocument/2006/relationships/vmlDrawing" Target="../drawings/vmlDrawing70.vml"/><Relationship Id="rId6" Type="http://schemas.openxmlformats.org/officeDocument/2006/relationships/oleObject" Target="../embeddings/oleObject410.bin"/><Relationship Id="rId11" Type="http://schemas.openxmlformats.org/officeDocument/2006/relationships/image" Target="../media/image456.wmf"/><Relationship Id="rId5" Type="http://schemas.openxmlformats.org/officeDocument/2006/relationships/image" Target="../media/image453.wmf"/><Relationship Id="rId15" Type="http://schemas.openxmlformats.org/officeDocument/2006/relationships/image" Target="../media/image458.wmf"/><Relationship Id="rId10" Type="http://schemas.openxmlformats.org/officeDocument/2006/relationships/oleObject" Target="../embeddings/oleObject412.bin"/><Relationship Id="rId19" Type="http://schemas.openxmlformats.org/officeDocument/2006/relationships/image" Target="../media/image460.wmf"/><Relationship Id="rId4" Type="http://schemas.openxmlformats.org/officeDocument/2006/relationships/oleObject" Target="../embeddings/oleObject409.bin"/><Relationship Id="rId9" Type="http://schemas.openxmlformats.org/officeDocument/2006/relationships/image" Target="../media/image455.wmf"/><Relationship Id="rId14" Type="http://schemas.openxmlformats.org/officeDocument/2006/relationships/oleObject" Target="../embeddings/oleObject414.bin"/></Relationships>
</file>

<file path=ppt/slides/_rels/slide10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23.bin"/><Relationship Id="rId18" Type="http://schemas.openxmlformats.org/officeDocument/2006/relationships/image" Target="../media/image469.wmf"/><Relationship Id="rId26" Type="http://schemas.openxmlformats.org/officeDocument/2006/relationships/image" Target="../media/image473.wmf"/><Relationship Id="rId3" Type="http://schemas.openxmlformats.org/officeDocument/2006/relationships/oleObject" Target="../embeddings/oleObject418.bin"/><Relationship Id="rId21" Type="http://schemas.openxmlformats.org/officeDocument/2006/relationships/oleObject" Target="../embeddings/oleObject427.bin"/><Relationship Id="rId34" Type="http://schemas.openxmlformats.org/officeDocument/2006/relationships/image" Target="../media/image477.wmf"/><Relationship Id="rId7" Type="http://schemas.openxmlformats.org/officeDocument/2006/relationships/oleObject" Target="../embeddings/oleObject420.bin"/><Relationship Id="rId12" Type="http://schemas.openxmlformats.org/officeDocument/2006/relationships/image" Target="../media/image466.wmf"/><Relationship Id="rId17" Type="http://schemas.openxmlformats.org/officeDocument/2006/relationships/oleObject" Target="../embeddings/oleObject425.bin"/><Relationship Id="rId25" Type="http://schemas.openxmlformats.org/officeDocument/2006/relationships/oleObject" Target="../embeddings/oleObject429.bin"/><Relationship Id="rId33" Type="http://schemas.openxmlformats.org/officeDocument/2006/relationships/oleObject" Target="../embeddings/oleObject433.bin"/><Relationship Id="rId2" Type="http://schemas.openxmlformats.org/officeDocument/2006/relationships/slideLayout" Target="../slideLayouts/slideLayout47.xml"/><Relationship Id="rId16" Type="http://schemas.openxmlformats.org/officeDocument/2006/relationships/image" Target="../media/image468.wmf"/><Relationship Id="rId20" Type="http://schemas.openxmlformats.org/officeDocument/2006/relationships/image" Target="../media/image470.wmf"/><Relationship Id="rId29" Type="http://schemas.openxmlformats.org/officeDocument/2006/relationships/oleObject" Target="../embeddings/oleObject431.bin"/><Relationship Id="rId1" Type="http://schemas.openxmlformats.org/officeDocument/2006/relationships/vmlDrawing" Target="../drawings/vmlDrawing71.vml"/><Relationship Id="rId6" Type="http://schemas.openxmlformats.org/officeDocument/2006/relationships/image" Target="../media/image463.wmf"/><Relationship Id="rId11" Type="http://schemas.openxmlformats.org/officeDocument/2006/relationships/oleObject" Target="../embeddings/oleObject422.bin"/><Relationship Id="rId24" Type="http://schemas.openxmlformats.org/officeDocument/2006/relationships/image" Target="../media/image472.wmf"/><Relationship Id="rId32" Type="http://schemas.openxmlformats.org/officeDocument/2006/relationships/image" Target="../media/image476.wmf"/><Relationship Id="rId5" Type="http://schemas.openxmlformats.org/officeDocument/2006/relationships/oleObject" Target="../embeddings/oleObject419.bin"/><Relationship Id="rId15" Type="http://schemas.openxmlformats.org/officeDocument/2006/relationships/oleObject" Target="../embeddings/oleObject424.bin"/><Relationship Id="rId23" Type="http://schemas.openxmlformats.org/officeDocument/2006/relationships/oleObject" Target="../embeddings/oleObject428.bin"/><Relationship Id="rId28" Type="http://schemas.openxmlformats.org/officeDocument/2006/relationships/image" Target="../media/image474.wmf"/><Relationship Id="rId10" Type="http://schemas.openxmlformats.org/officeDocument/2006/relationships/image" Target="../media/image465.wmf"/><Relationship Id="rId19" Type="http://schemas.openxmlformats.org/officeDocument/2006/relationships/oleObject" Target="../embeddings/oleObject426.bin"/><Relationship Id="rId31" Type="http://schemas.openxmlformats.org/officeDocument/2006/relationships/oleObject" Target="../embeddings/oleObject432.bin"/><Relationship Id="rId4" Type="http://schemas.openxmlformats.org/officeDocument/2006/relationships/image" Target="../media/image462.wmf"/><Relationship Id="rId9" Type="http://schemas.openxmlformats.org/officeDocument/2006/relationships/oleObject" Target="../embeddings/oleObject421.bin"/><Relationship Id="rId14" Type="http://schemas.openxmlformats.org/officeDocument/2006/relationships/image" Target="../media/image467.wmf"/><Relationship Id="rId22" Type="http://schemas.openxmlformats.org/officeDocument/2006/relationships/image" Target="../media/image471.wmf"/><Relationship Id="rId27" Type="http://schemas.openxmlformats.org/officeDocument/2006/relationships/oleObject" Target="../embeddings/oleObject430.bin"/><Relationship Id="rId30" Type="http://schemas.openxmlformats.org/officeDocument/2006/relationships/image" Target="../media/image475.wmf"/><Relationship Id="rId8" Type="http://schemas.openxmlformats.org/officeDocument/2006/relationships/image" Target="../media/image464.wmf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4.bin"/><Relationship Id="rId2" Type="http://schemas.openxmlformats.org/officeDocument/2006/relationships/slideLayout" Target="../slideLayouts/slideLayout47.xml"/><Relationship Id="rId1" Type="http://schemas.openxmlformats.org/officeDocument/2006/relationships/vmlDrawing" Target="../drawings/vmlDrawing72.vml"/><Relationship Id="rId4" Type="http://schemas.openxmlformats.org/officeDocument/2006/relationships/image" Target="../media/image478.wmf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7.bin"/><Relationship Id="rId13" Type="http://schemas.openxmlformats.org/officeDocument/2006/relationships/image" Target="../media/image483.wmf"/><Relationship Id="rId18" Type="http://schemas.openxmlformats.org/officeDocument/2006/relationships/oleObject" Target="../embeddings/oleObject442.bin"/><Relationship Id="rId26" Type="http://schemas.openxmlformats.org/officeDocument/2006/relationships/oleObject" Target="../embeddings/oleObject446.bin"/><Relationship Id="rId3" Type="http://schemas.openxmlformats.org/officeDocument/2006/relationships/image" Target="../media/image44.png"/><Relationship Id="rId21" Type="http://schemas.openxmlformats.org/officeDocument/2006/relationships/image" Target="../media/image487.wmf"/><Relationship Id="rId7" Type="http://schemas.openxmlformats.org/officeDocument/2006/relationships/image" Target="../media/image480.wmf"/><Relationship Id="rId12" Type="http://schemas.openxmlformats.org/officeDocument/2006/relationships/oleObject" Target="../embeddings/oleObject439.bin"/><Relationship Id="rId17" Type="http://schemas.openxmlformats.org/officeDocument/2006/relationships/image" Target="../media/image485.wmf"/><Relationship Id="rId25" Type="http://schemas.openxmlformats.org/officeDocument/2006/relationships/image" Target="../media/image489.wmf"/><Relationship Id="rId2" Type="http://schemas.openxmlformats.org/officeDocument/2006/relationships/slideLayout" Target="../slideLayouts/slideLayout47.xml"/><Relationship Id="rId16" Type="http://schemas.openxmlformats.org/officeDocument/2006/relationships/oleObject" Target="../embeddings/oleObject441.bin"/><Relationship Id="rId20" Type="http://schemas.openxmlformats.org/officeDocument/2006/relationships/oleObject" Target="../embeddings/oleObject443.bin"/><Relationship Id="rId29" Type="http://schemas.openxmlformats.org/officeDocument/2006/relationships/image" Target="../media/image491.wmf"/><Relationship Id="rId1" Type="http://schemas.openxmlformats.org/officeDocument/2006/relationships/vmlDrawing" Target="../drawings/vmlDrawing73.vml"/><Relationship Id="rId6" Type="http://schemas.openxmlformats.org/officeDocument/2006/relationships/oleObject" Target="../embeddings/oleObject436.bin"/><Relationship Id="rId11" Type="http://schemas.openxmlformats.org/officeDocument/2006/relationships/image" Target="../media/image482.wmf"/><Relationship Id="rId24" Type="http://schemas.openxmlformats.org/officeDocument/2006/relationships/oleObject" Target="../embeddings/oleObject445.bin"/><Relationship Id="rId5" Type="http://schemas.openxmlformats.org/officeDocument/2006/relationships/image" Target="../media/image479.wmf"/><Relationship Id="rId15" Type="http://schemas.openxmlformats.org/officeDocument/2006/relationships/image" Target="../media/image484.wmf"/><Relationship Id="rId23" Type="http://schemas.openxmlformats.org/officeDocument/2006/relationships/image" Target="../media/image488.wmf"/><Relationship Id="rId28" Type="http://schemas.openxmlformats.org/officeDocument/2006/relationships/oleObject" Target="../embeddings/oleObject447.bin"/><Relationship Id="rId10" Type="http://schemas.openxmlformats.org/officeDocument/2006/relationships/oleObject" Target="../embeddings/oleObject438.bin"/><Relationship Id="rId19" Type="http://schemas.openxmlformats.org/officeDocument/2006/relationships/image" Target="../media/image486.wmf"/><Relationship Id="rId31" Type="http://schemas.openxmlformats.org/officeDocument/2006/relationships/image" Target="../media/image492.wmf"/><Relationship Id="rId4" Type="http://schemas.openxmlformats.org/officeDocument/2006/relationships/oleObject" Target="../embeddings/oleObject435.bin"/><Relationship Id="rId9" Type="http://schemas.openxmlformats.org/officeDocument/2006/relationships/image" Target="../media/image481.wmf"/><Relationship Id="rId14" Type="http://schemas.openxmlformats.org/officeDocument/2006/relationships/oleObject" Target="../embeddings/oleObject440.bin"/><Relationship Id="rId22" Type="http://schemas.openxmlformats.org/officeDocument/2006/relationships/oleObject" Target="../embeddings/oleObject444.bin"/><Relationship Id="rId27" Type="http://schemas.openxmlformats.org/officeDocument/2006/relationships/image" Target="../media/image490.wmf"/><Relationship Id="rId30" Type="http://schemas.openxmlformats.org/officeDocument/2006/relationships/oleObject" Target="../embeddings/oleObject448.bin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1.bin"/><Relationship Id="rId13" Type="http://schemas.openxmlformats.org/officeDocument/2006/relationships/image" Target="../media/image497.wmf"/><Relationship Id="rId18" Type="http://schemas.openxmlformats.org/officeDocument/2006/relationships/oleObject" Target="../embeddings/oleObject456.bin"/><Relationship Id="rId26" Type="http://schemas.openxmlformats.org/officeDocument/2006/relationships/oleObject" Target="../embeddings/oleObject460.bin"/><Relationship Id="rId3" Type="http://schemas.openxmlformats.org/officeDocument/2006/relationships/image" Target="../media/image44.png"/><Relationship Id="rId21" Type="http://schemas.openxmlformats.org/officeDocument/2006/relationships/image" Target="../media/image501.wmf"/><Relationship Id="rId7" Type="http://schemas.openxmlformats.org/officeDocument/2006/relationships/image" Target="../media/image494.wmf"/><Relationship Id="rId12" Type="http://schemas.openxmlformats.org/officeDocument/2006/relationships/oleObject" Target="../embeddings/oleObject453.bin"/><Relationship Id="rId17" Type="http://schemas.openxmlformats.org/officeDocument/2006/relationships/image" Target="../media/image499.wmf"/><Relationship Id="rId25" Type="http://schemas.openxmlformats.org/officeDocument/2006/relationships/image" Target="../media/image503.wmf"/><Relationship Id="rId2" Type="http://schemas.openxmlformats.org/officeDocument/2006/relationships/slideLayout" Target="../slideLayouts/slideLayout48.xml"/><Relationship Id="rId16" Type="http://schemas.openxmlformats.org/officeDocument/2006/relationships/oleObject" Target="../embeddings/oleObject455.bin"/><Relationship Id="rId20" Type="http://schemas.openxmlformats.org/officeDocument/2006/relationships/oleObject" Target="../embeddings/oleObject457.bin"/><Relationship Id="rId29" Type="http://schemas.openxmlformats.org/officeDocument/2006/relationships/image" Target="../media/image505.wmf"/><Relationship Id="rId1" Type="http://schemas.openxmlformats.org/officeDocument/2006/relationships/vmlDrawing" Target="../drawings/vmlDrawing74.vml"/><Relationship Id="rId6" Type="http://schemas.openxmlformats.org/officeDocument/2006/relationships/oleObject" Target="../embeddings/oleObject450.bin"/><Relationship Id="rId11" Type="http://schemas.openxmlformats.org/officeDocument/2006/relationships/image" Target="../media/image496.wmf"/><Relationship Id="rId24" Type="http://schemas.openxmlformats.org/officeDocument/2006/relationships/oleObject" Target="../embeddings/oleObject459.bin"/><Relationship Id="rId5" Type="http://schemas.openxmlformats.org/officeDocument/2006/relationships/image" Target="../media/image493.wmf"/><Relationship Id="rId15" Type="http://schemas.openxmlformats.org/officeDocument/2006/relationships/image" Target="../media/image498.wmf"/><Relationship Id="rId23" Type="http://schemas.openxmlformats.org/officeDocument/2006/relationships/image" Target="../media/image502.wmf"/><Relationship Id="rId28" Type="http://schemas.openxmlformats.org/officeDocument/2006/relationships/oleObject" Target="../embeddings/oleObject461.bin"/><Relationship Id="rId10" Type="http://schemas.openxmlformats.org/officeDocument/2006/relationships/oleObject" Target="../embeddings/oleObject452.bin"/><Relationship Id="rId19" Type="http://schemas.openxmlformats.org/officeDocument/2006/relationships/image" Target="../media/image500.wmf"/><Relationship Id="rId4" Type="http://schemas.openxmlformats.org/officeDocument/2006/relationships/oleObject" Target="../embeddings/oleObject449.bin"/><Relationship Id="rId9" Type="http://schemas.openxmlformats.org/officeDocument/2006/relationships/image" Target="../media/image495.wmf"/><Relationship Id="rId14" Type="http://schemas.openxmlformats.org/officeDocument/2006/relationships/oleObject" Target="../embeddings/oleObject454.bin"/><Relationship Id="rId22" Type="http://schemas.openxmlformats.org/officeDocument/2006/relationships/oleObject" Target="../embeddings/oleObject458.bin"/><Relationship Id="rId27" Type="http://schemas.openxmlformats.org/officeDocument/2006/relationships/image" Target="../media/image504.wmf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2.bin"/><Relationship Id="rId2" Type="http://schemas.openxmlformats.org/officeDocument/2006/relationships/slideLayout" Target="../slideLayouts/slideLayout77.xml"/><Relationship Id="rId1" Type="http://schemas.openxmlformats.org/officeDocument/2006/relationships/vmlDrawing" Target="../drawings/vmlDrawing75.vml"/><Relationship Id="rId4" Type="http://schemas.openxmlformats.org/officeDocument/2006/relationships/image" Target="../media/image506.wmf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4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5" name="Picture 9" descr="âProbability &amp; Statisticsâçå¾çæç´¢ç»æ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/>
          <p:cNvSpPr>
            <a:spLocks noGrp="1" noChangeArrowheads="1"/>
          </p:cNvSpPr>
          <p:nvPr>
            <p:ph type="dt" sz="quarter" idx="10"/>
          </p:nvPr>
        </p:nvSpPr>
        <p:spPr>
          <a:xfrm>
            <a:off x="8524" y="6547686"/>
            <a:ext cx="984082" cy="310314"/>
          </a:xfrm>
        </p:spPr>
        <p:txBody>
          <a:bodyPr/>
          <a:lstStyle/>
          <a:p>
            <a:pPr>
              <a:defRPr/>
            </a:pPr>
            <a:fld id="{2C7AF58B-3265-4FE3-8EC7-47C61B9305BF}" type="datetime1">
              <a:rPr lang="zh-CN" altLang="en-US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2023/9/20</a:t>
            </a:fld>
            <a:endParaRPr lang="en-US" altLang="ko-KR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78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EAA7C400-44DB-4ACA-A841-138E20A8C3D9}" type="slidenum">
              <a:rPr lang="ko-KR" altLang="en-US" sz="1400" smtClean="0">
                <a:solidFill>
                  <a:schemeClr val="tx1"/>
                </a:solidFill>
                <a:latin typeface="-소망M" pitchFamily="18" charset="-127"/>
                <a:ea typeface="-소망M" pitchFamily="18" charset="-127"/>
              </a:rPr>
              <a:pPr>
                <a:buClr>
                  <a:schemeClr val="tx1"/>
                </a:buClr>
              </a:pPr>
              <a:t>1</a:t>
            </a:fld>
            <a:endParaRPr lang="ko-KR" altLang="en-US" sz="1400">
              <a:solidFill>
                <a:schemeClr val="tx1"/>
              </a:solidFill>
              <a:latin typeface="-소망M" pitchFamily="18" charset="-127"/>
              <a:ea typeface="-소망M" pitchFamily="18" charset="-127"/>
            </a:endParaRPr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ctrTitle"/>
          </p:nvPr>
        </p:nvSpPr>
        <p:spPr>
          <a:xfrm>
            <a:off x="1939591" y="1360905"/>
            <a:ext cx="5387641" cy="1447800"/>
          </a:xfrm>
          <a:noFill/>
        </p:spPr>
        <p:txBody>
          <a:bodyPr/>
          <a:lstStyle/>
          <a:p>
            <a:pPr eaLnBrk="1" hangingPunct="1"/>
            <a:r>
              <a:rPr lang="zh-CN" altLang="en-US" sz="4800" b="1" spc="1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概率论与数理统计</a:t>
            </a:r>
            <a:r>
              <a:rPr lang="zh-CN" altLang="en-US" b="1" spc="1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</a:p>
        </p:txBody>
      </p:sp>
      <p:graphicFrame>
        <p:nvGraphicFramePr>
          <p:cNvPr id="24580" name="Object 10"/>
          <p:cNvGraphicFramePr>
            <a:graphicFrameLocks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1" r:id="rId6" imgW="127776" imgH="198763" progId="Equation.DSMT4">
                  <p:embed/>
                </p:oleObj>
              </mc:Choice>
              <mc:Fallback>
                <p:oleObj r:id="rId6" imgW="127776" imgH="198763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581" name="Picture 15" descr="welcome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" y="142875"/>
            <a:ext cx="1714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7373854" y="5394660"/>
            <a:ext cx="1192630" cy="3103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 kern="12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 kern="12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 kern="12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 kern="12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教师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王翀</a:t>
            </a:r>
            <a:endParaRPr lang="en-US" altLang="ko-KR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6" grpId="0" build="p" autoUpdateAnimBg="0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1B0707EF-C7AF-4161-9500-28DA52A3EFD5}" type="slidenum">
              <a:rPr lang="en-US" altLang="zh-CN" sz="1200" smtClean="0">
                <a:solidFill>
                  <a:schemeClr val="tx1"/>
                </a:solidFill>
                <a:latin typeface="Garamond" panose="02020404030301010803" pitchFamily="18" charset="0"/>
              </a:rPr>
              <a:pPr>
                <a:buClr>
                  <a:schemeClr val="tx1"/>
                </a:buClr>
              </a:pPr>
              <a:t>2</a:t>
            </a:fld>
            <a:endParaRPr lang="en-US" altLang="zh-CN" sz="120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6626" name="Rectangle 1027"/>
          <p:cNvSpPr>
            <a:spLocks noGrp="1" noChangeArrowheads="1"/>
          </p:cNvSpPr>
          <p:nvPr>
            <p:ph idx="1"/>
          </p:nvPr>
        </p:nvSpPr>
        <p:spPr>
          <a:xfrm>
            <a:off x="482350" y="677196"/>
            <a:ext cx="8115300" cy="21304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9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什么是概率论</a:t>
            </a:r>
            <a:r>
              <a:rPr lang="en-US" altLang="zh-CN" sz="39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(Probability)</a:t>
            </a:r>
            <a:r>
              <a:rPr lang="zh-CN" altLang="en-US" sz="39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en-US" altLang="zh-CN" sz="3900" b="1" i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集中研究概率及随机现象的数学分支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是研究随机性或不确定性等现象的数学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 eaLnBrk="1" hangingPunct="1">
              <a:lnSpc>
                <a:spcPct val="150000"/>
              </a:lnSpc>
            </a:pPr>
            <a:endParaRPr lang="en-US" altLang="zh-CN" sz="2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630" name="Picture 6" descr="ç¸å³å¾ç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00" y="3067304"/>
            <a:ext cx="7620000" cy="308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1B0707EF-C7AF-4161-9500-28DA52A3EFD5}" type="slidenum">
              <a:rPr lang="en-US" altLang="zh-CN" sz="1200" smtClean="0">
                <a:solidFill>
                  <a:schemeClr val="tx1"/>
                </a:solidFill>
                <a:latin typeface="Garamond" panose="02020404030301010803" pitchFamily="18" charset="0"/>
              </a:rPr>
              <a:pPr>
                <a:buClr>
                  <a:schemeClr val="tx1"/>
                </a:buClr>
              </a:pPr>
              <a:t>3</a:t>
            </a:fld>
            <a:endParaRPr lang="en-US" altLang="zh-CN" sz="120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6626" name="Rectangle 1027"/>
          <p:cNvSpPr>
            <a:spLocks noGrp="1" noChangeArrowheads="1"/>
          </p:cNvSpPr>
          <p:nvPr>
            <p:ph idx="1"/>
          </p:nvPr>
        </p:nvSpPr>
        <p:spPr>
          <a:xfrm>
            <a:off x="482350" y="629067"/>
            <a:ext cx="8115300" cy="21304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None/>
            </a:pPr>
            <a:r>
              <a:rPr lang="zh-CN" altLang="en-US" sz="39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什么是数理统计（</a:t>
            </a:r>
            <a:r>
              <a:rPr lang="en-US" altLang="zh-CN" sz="39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Statistics</a:t>
            </a:r>
            <a:r>
              <a:rPr lang="zh-CN" altLang="en-US" sz="39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）？</a:t>
            </a:r>
            <a:endParaRPr lang="en-US" altLang="zh-CN" sz="3900" b="1" i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以概率论为基础，研究大量随机现象的统计规律性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研究测定、收集、整理、归纳和分析反映数据，以便给出正确消息的科学</a:t>
            </a:r>
          </a:p>
          <a:p>
            <a:pPr lvl="1" eaLnBrk="1" hangingPunct="1"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5218" name="Picture 2" descr="ç¸å³å¾ç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060" y="3158294"/>
            <a:ext cx="77152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9751370"/>
      </p:ext>
    </p:extLst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8" name="Picture 28" descr="âæ§å«âçå¾çæç´¢ç»æ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763" y="2390040"/>
            <a:ext cx="1702678" cy="136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60" name="Picture 20" descr="ç¸å³å¾ç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705" y="2607380"/>
            <a:ext cx="1645500" cy="164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72" name="Picture 32" descr="ç¸å³å¾ç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524" y="3751131"/>
            <a:ext cx="3478322" cy="2318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42" name="Picture 2" descr="âå½©ç¥¨ åè²ç æµæ±çâçå¾çæç´¢ç»æ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88108">
            <a:off x="723566" y="625557"/>
            <a:ext cx="1205829" cy="157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50" name="Picture 10" descr="ç¸å³å¾ç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024" y="581817"/>
            <a:ext cx="2496115" cy="166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52" name="Picture 12" descr="âéª°å­âçå¾çæç´¢ç»æ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047" y="557710"/>
            <a:ext cx="2049670" cy="204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9882">
            <a:off x="6546492" y="681649"/>
            <a:ext cx="1694741" cy="1173765"/>
          </a:xfrm>
          <a:prstGeom prst="rect">
            <a:avLst/>
          </a:prstGeom>
        </p:spPr>
      </p:pic>
      <p:sp>
        <p:nvSpPr>
          <p:cNvPr id="12" name="AutoShape 16" descr="https://encrypted-tbn0.gstatic.com/images?q=tbn:ANd9GcQNzp3BVBXNLtoriW74UpFMa5hXl5IUfDnsf35XctnYAvjf1HaF"/>
          <p:cNvSpPr>
            <a:spLocks noChangeAspect="1" noChangeArrowheads="1"/>
          </p:cNvSpPr>
          <p:nvPr/>
        </p:nvSpPr>
        <p:spPr bwMode="auto">
          <a:xfrm>
            <a:off x="260350" y="-1825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66262" name="Picture 22" descr="âè¡ç¥¨ ææ¯åæ ææ âçå¾çæç´¢ç»æ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227" y="3917298"/>
            <a:ext cx="3582472" cy="2144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64" name="Picture 24" descr="âæç¡¬å¸âçå¾çæç´¢ç»æ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87" y="2611446"/>
            <a:ext cx="1992107" cy="2992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66" name="Picture 26" descr="ç¸å³å¾ç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494" y="2245517"/>
            <a:ext cx="2024269" cy="150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22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C291CC42-19CF-4CA4-B668-6981E4730EAA}" type="slidenum">
              <a:rPr lang="en-US" altLang="zh-CN" sz="1200" smtClean="0">
                <a:solidFill>
                  <a:schemeClr val="tx1"/>
                </a:solidFill>
                <a:latin typeface="Garamond" panose="02020404030301010803" pitchFamily="18" charset="0"/>
              </a:rPr>
              <a:pPr>
                <a:buClr>
                  <a:schemeClr val="tx1"/>
                </a:buClr>
              </a:pPr>
              <a:t>5</a:t>
            </a:fld>
            <a:endParaRPr lang="en-US" altLang="zh-CN" sz="120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2" name="内容占位符 -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2865185"/>
              </p:ext>
            </p:extLst>
          </p:nvPr>
        </p:nvGraphicFramePr>
        <p:xfrm>
          <a:off x="721895" y="2036763"/>
          <a:ext cx="7886700" cy="271571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765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3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7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83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考核方式</a:t>
                      </a:r>
                      <a:endParaRPr lang="zh-CN" altLang="en-US" sz="2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成绩比重（</a:t>
                      </a: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18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2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平时成绩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出勤、提问和作业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2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endParaRPr lang="en-US" altLang="zh-CN" sz="2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83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2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期中考试</a:t>
                      </a:r>
                      <a:endParaRPr lang="zh-CN" altLang="en-US" sz="2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en-US" altLang="zh-CN" sz="2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83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2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期末考试</a:t>
                      </a:r>
                      <a:endParaRPr lang="zh-CN" altLang="en-US" sz="2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en-US" altLang="zh-CN" sz="2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834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2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2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2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18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2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endParaRPr lang="en-US" altLang="zh-CN" sz="2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52897A0D-2296-464F-9B5A-990535B97E48}" type="slidenum">
              <a:rPr lang="en-US" altLang="zh-CN" sz="1200" smtClean="0">
                <a:solidFill>
                  <a:schemeClr val="tx1"/>
                </a:solidFill>
                <a:latin typeface="Garamond" panose="02020404030301010803" pitchFamily="18" charset="0"/>
              </a:rPr>
              <a:pPr>
                <a:buClr>
                  <a:schemeClr val="tx1"/>
                </a:buClr>
              </a:pPr>
              <a:t>6</a:t>
            </a:fld>
            <a:endParaRPr lang="en-US" altLang="zh-CN" sz="120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graphicFrame>
        <p:nvGraphicFramePr>
          <p:cNvPr id="2" name="表格 1"/>
          <p:cNvGraphicFramePr/>
          <p:nvPr>
            <p:extLst>
              <p:ext uri="{D42A27DB-BD31-4B8C-83A1-F6EECF244321}">
                <p14:modId xmlns:p14="http://schemas.microsoft.com/office/powerpoint/2010/main" val="4137195663"/>
              </p:ext>
            </p:extLst>
          </p:nvPr>
        </p:nvGraphicFramePr>
        <p:xfrm>
          <a:off x="727910" y="1230313"/>
          <a:ext cx="7754353" cy="421397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63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8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4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5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2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27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  <a:endParaRPr lang="zh-CN" altLang="en-US" sz="2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教材名称</a:t>
                      </a:r>
                      <a:endParaRPr lang="zh-CN" altLang="en-US" sz="2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编者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出版社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出版时间</a:t>
                      </a:r>
                      <a:endParaRPr lang="zh-CN" altLang="en-US" sz="20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419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教材</a:t>
                      </a:r>
                      <a:endParaRPr lang="zh-CN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概率论与数理统计</a:t>
                      </a:r>
                      <a:endParaRPr lang="zh-CN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盛骤，</a:t>
                      </a:r>
                      <a:endPara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谢式千，</a:t>
                      </a:r>
                      <a:endPara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潘承毅</a:t>
                      </a:r>
                      <a:endParaRPr lang="zh-CN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高等教育出版社</a:t>
                      </a:r>
                      <a:endParaRPr lang="zh-CN" altLang="en-US" sz="1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2010/11/1</a:t>
                      </a:r>
                      <a:endParaRPr lang="en-US" altLang="zh-CN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419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8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概率论与数理统计习题全解指南</a:t>
                      </a:r>
                      <a:endParaRPr lang="zh-CN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盛骤，</a:t>
                      </a:r>
                      <a:endPara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谢式千，</a:t>
                      </a:r>
                      <a:endPara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潘承毅</a:t>
                      </a:r>
                      <a:endParaRPr lang="zh-CN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高等教育出版社</a:t>
                      </a:r>
                      <a:endParaRPr lang="zh-CN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2008/6</a:t>
                      </a:r>
                      <a:endParaRPr lang="en-US" altLang="zh-CN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2796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参考书</a:t>
                      </a:r>
                      <a:endParaRPr lang="zh-CN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概率论与数理统计</a:t>
                      </a:r>
                      <a:endParaRPr lang="zh-CN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孔繁亮</a:t>
                      </a:r>
                      <a:endParaRPr lang="zh-CN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哈尔滨工业大学出版社</a:t>
                      </a:r>
                      <a:endParaRPr lang="zh-CN" altLang="en-US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2010/8/1</a:t>
                      </a:r>
                      <a:endParaRPr lang="en-US" altLang="zh-CN" sz="18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A0AEF24E-4B37-4876-8867-304AF717271E}" type="slidenum">
              <a:rPr lang="en-US" altLang="zh-CN" sz="1200" smtClean="0">
                <a:solidFill>
                  <a:schemeClr val="tx1"/>
                </a:solidFill>
                <a:latin typeface="Garamond" panose="02020404030301010803" pitchFamily="18" charset="0"/>
              </a:rPr>
              <a:pPr>
                <a:buClr>
                  <a:schemeClr val="tx1"/>
                </a:buClr>
              </a:pPr>
              <a:t>7</a:t>
            </a:fld>
            <a:endParaRPr lang="en-US" altLang="zh-CN" sz="120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9698" name="内容占位符 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研究方向：人机交互、图像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处理、人工智能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手机：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663535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wangchong@nbu.edu.cn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办公室：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509-2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C07ED11C-5C23-4641-8C06-9ED8935E68C9}" type="slidenum">
              <a:rPr lang="ko-KR" altLang="en-US" sz="1400" smtClean="0">
                <a:solidFill>
                  <a:schemeClr val="tx1"/>
                </a:solidFill>
                <a:latin typeface="-머리정체M" pitchFamily="18" charset="-127"/>
                <a:ea typeface="-머리정체M" pitchFamily="18" charset="-127"/>
              </a:rPr>
              <a:pPr>
                <a:buClr>
                  <a:schemeClr val="tx1"/>
                </a:buClr>
              </a:pPr>
              <a:t>8</a:t>
            </a:fld>
            <a:endParaRPr lang="ko-KR" altLang="en-US" sz="1400">
              <a:solidFill>
                <a:schemeClr val="tx1"/>
              </a:solidFill>
              <a:latin typeface="-머리정체M" pitchFamily="18" charset="-127"/>
              <a:ea typeface="-머리정체M" pitchFamily="18" charset="-127"/>
            </a:endParaRPr>
          </a:p>
        </p:txBody>
      </p:sp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706438" y="196850"/>
            <a:ext cx="7394575" cy="6661150"/>
          </a:xfrm>
        </p:spPr>
        <p:txBody>
          <a:bodyPr/>
          <a:lstStyle/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第一章  概率论的基本概念</a:t>
            </a:r>
            <a:endParaRPr lang="zh-CN" altLang="en-US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1.1 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随机试验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1.2 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样本空间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 lvl="2" eaLnBrk="1" hangingPunct="1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 action="ppaction://hlinksldjump"/>
              </a:rPr>
              <a:t>1.3 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 action="ppaction://hlinksldjump"/>
              </a:rPr>
              <a:t>概率和频率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 action="ppaction://hlinksldjump"/>
              </a:rPr>
              <a:t>1.4 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 action="ppaction://hlinksldjump"/>
              </a:rPr>
              <a:t>等可能概型（古典概型）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 action="ppaction://hlinksldjump"/>
              </a:rPr>
              <a:t>1.5 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 action="ppaction://hlinksldjump"/>
              </a:rPr>
              <a:t>条件概率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 action="ppaction://hlinksldjump"/>
              </a:rPr>
              <a:t>1.6 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 action="ppaction://hlinksldjump"/>
              </a:rPr>
              <a:t>独立性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/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 action="ppaction://hlinksldjump"/>
              </a:rPr>
              <a:t>第二章  随机变量及其分布</a:t>
            </a:r>
            <a:endParaRPr lang="zh-CN" altLang="en-US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 action="ppaction://hlinksldjump"/>
              </a:rPr>
              <a:t>2.1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 action="ppaction://hlinksldjump"/>
              </a:rPr>
              <a:t>随机变量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 action="ppaction://hlinksldjump"/>
              </a:rPr>
              <a:t>2.2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 action="ppaction://hlinksldjump"/>
              </a:rPr>
              <a:t>离散型随机变量及其分布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 action="ppaction://hlinksldjump"/>
              </a:rPr>
              <a:t>2.3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 action="ppaction://hlinksldjump"/>
              </a:rPr>
              <a:t>随机变量的分布函数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 action="ppaction://hlinksldjump"/>
              </a:rPr>
              <a:t>2.4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 action="ppaction://hlinksldjump"/>
              </a:rPr>
              <a:t>连续型随机变量及其概率密度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 action="ppaction://hlinksldjump"/>
              </a:rPr>
              <a:t>2.5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 action="ppaction://hlinksldjump"/>
              </a:rPr>
              <a:t>随机变量的函数的分布</a:t>
            </a:r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/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 多维随机变量及其分布</a:t>
            </a:r>
          </a:p>
          <a:p>
            <a:pPr lvl="2" eaLnBrk="1" hangingPunct="1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二维随机变量</a:t>
            </a:r>
          </a:p>
          <a:p>
            <a:pPr lvl="2" eaLnBrk="1" hangingPunct="1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边缘分布</a:t>
            </a:r>
          </a:p>
          <a:p>
            <a:pPr lvl="2" eaLnBrk="1" hangingPunct="1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条件分布</a:t>
            </a:r>
          </a:p>
          <a:p>
            <a:pPr lvl="2" eaLnBrk="1" hangingPunct="1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相互独立的随机变量</a:t>
            </a:r>
          </a:p>
          <a:p>
            <a:pPr lvl="2" eaLnBrk="1" hangingPunct="1"/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两个随机变量的函数的分布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</p:cSld>
  <p:clrMapOvr>
    <a:masterClrMapping/>
  </p:clrMapOvr>
  <p:transition>
    <p:cover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D148C667-CE4D-409F-BC55-B65B3CB3A5F1}" type="slidenum">
              <a:rPr lang="ko-KR" altLang="en-US" sz="1400" smtClean="0">
                <a:solidFill>
                  <a:schemeClr val="tx1"/>
                </a:solidFill>
                <a:latin typeface="-머리정체M" pitchFamily="18" charset="-127"/>
                <a:ea typeface="-머리정체M" pitchFamily="18" charset="-127"/>
              </a:rPr>
              <a:pPr>
                <a:buClr>
                  <a:schemeClr val="tx1"/>
                </a:buClr>
              </a:pPr>
              <a:t>9</a:t>
            </a:fld>
            <a:endParaRPr lang="ko-KR" altLang="en-US" sz="1400">
              <a:solidFill>
                <a:schemeClr val="tx1"/>
              </a:solidFill>
              <a:latin typeface="-머리정체M" pitchFamily="18" charset="-127"/>
              <a:ea typeface="-머리정체M" pitchFamily="18" charset="-127"/>
            </a:endParaRPr>
          </a:p>
        </p:txBody>
      </p:sp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>
          <a:xfrm>
            <a:off x="650875" y="676275"/>
            <a:ext cx="7372350" cy="5776913"/>
          </a:xfrm>
        </p:spPr>
        <p:txBody>
          <a:bodyPr/>
          <a:lstStyle/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第四章  随机变量的数字特征</a:t>
            </a:r>
          </a:p>
          <a:p>
            <a:pPr lvl="3" eaLnBrk="1" hangingPunct="1"/>
            <a:r>
              <a:rPr lang="en-US" altLang="zh-CN" sz="2000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2000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数学期望</a:t>
            </a:r>
          </a:p>
          <a:p>
            <a:pPr lvl="3" eaLnBrk="1" hangingPunct="1"/>
            <a:r>
              <a:rPr lang="en-US" altLang="zh-CN" sz="2000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2000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方差</a:t>
            </a:r>
          </a:p>
          <a:p>
            <a:pPr lvl="3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协方差及相关系数</a:t>
            </a:r>
          </a:p>
          <a:p>
            <a:pPr lvl="3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矩、协方差矩阵</a:t>
            </a:r>
          </a:p>
          <a:p>
            <a:pPr lvl="3" eaLnBrk="1" hangingPunct="1">
              <a:buFontTx/>
              <a:buNone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第五章  大数定律和中心极限定理</a:t>
            </a:r>
          </a:p>
          <a:p>
            <a:pPr lvl="3" eaLnBrk="1" hangingPunct="1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大数定律</a:t>
            </a:r>
          </a:p>
          <a:p>
            <a:pPr lvl="3" eaLnBrk="1" hangingPunct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中心极限定理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第六章  数理统计的基本概念</a:t>
            </a:r>
          </a:p>
          <a:p>
            <a:pPr lvl="3" eaLnBrk="1" hangingPunct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总体和样本</a:t>
            </a:r>
          </a:p>
          <a:p>
            <a:pPr lvl="3" eaLnBrk="1" hangingPunct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常用的分布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cover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708DC52C-BCB9-409C-A7A9-A1FE14831BAD}" type="slidenum">
              <a:rPr lang="ko-KR" altLang="en-US" sz="1400" smtClean="0">
                <a:solidFill>
                  <a:schemeClr val="tx1"/>
                </a:solidFill>
                <a:latin typeface="-머리정체M" pitchFamily="18" charset="-127"/>
                <a:ea typeface="-머리정체M" pitchFamily="18" charset="-127"/>
              </a:rPr>
              <a:pPr>
                <a:buClr>
                  <a:schemeClr val="tx1"/>
                </a:buClr>
              </a:pPr>
              <a:t>10</a:t>
            </a:fld>
            <a:endParaRPr lang="ko-KR" altLang="en-US" sz="1400">
              <a:solidFill>
                <a:schemeClr val="tx1"/>
              </a:solidFill>
              <a:latin typeface="-머리정체M" pitchFamily="18" charset="-127"/>
              <a:ea typeface="-머리정체M" pitchFamily="18" charset="-127"/>
            </a:endParaRPr>
          </a:p>
        </p:txBody>
      </p:sp>
      <p:sp>
        <p:nvSpPr>
          <p:cNvPr id="33794" name="Rectangle 1026"/>
          <p:cNvSpPr>
            <a:spLocks noGrp="1" noChangeArrowheads="1"/>
          </p:cNvSpPr>
          <p:nvPr>
            <p:ph idx="1"/>
          </p:nvPr>
        </p:nvSpPr>
        <p:spPr>
          <a:xfrm>
            <a:off x="538163" y="0"/>
            <a:ext cx="8188325" cy="6527800"/>
          </a:xfrm>
        </p:spPr>
        <p:txBody>
          <a:bodyPr/>
          <a:lstStyle/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第七章  参数估计</a:t>
            </a:r>
          </a:p>
          <a:p>
            <a:pPr lvl="3"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参数的点估计 </a:t>
            </a:r>
          </a:p>
          <a:p>
            <a:pPr lvl="3"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估计量的评选标准</a:t>
            </a:r>
          </a:p>
          <a:p>
            <a:pPr lvl="3"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区间估计 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u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第八章  假设检验</a:t>
            </a:r>
          </a:p>
          <a:p>
            <a:pPr lvl="3"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假设检验</a:t>
            </a:r>
          </a:p>
          <a:p>
            <a:pPr lvl="3"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正态总体均值的假设检验</a:t>
            </a:r>
          </a:p>
          <a:p>
            <a:pPr lvl="3"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正态总体方差的假设检验</a:t>
            </a:r>
          </a:p>
          <a:p>
            <a:pPr lvl="3"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置信区间与假设检验之间的关系</a:t>
            </a:r>
          </a:p>
          <a:p>
            <a:pPr lvl="3"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样本容量的选取</a:t>
            </a:r>
          </a:p>
          <a:p>
            <a:pPr lvl="3"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分布拟合检验</a:t>
            </a:r>
          </a:p>
          <a:p>
            <a:pPr lvl="3"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8.7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秩和检验</a:t>
            </a:r>
          </a:p>
          <a:p>
            <a:pPr lvl="3" eaLnBrk="1" hangingPunct="1">
              <a:buFontTx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u"/>
            </a:pPr>
            <a:r>
              <a:rPr lang="zh-CN" alt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 方差分析及回归分析</a:t>
            </a:r>
          </a:p>
          <a:p>
            <a:pPr lvl="3" eaLnBrk="1" hangingPunct="1"/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</a:t>
            </a: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单因素试验的方差分析 </a:t>
            </a:r>
          </a:p>
          <a:p>
            <a:pPr lvl="3" eaLnBrk="1" hangingPunct="1"/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双因素试验的方差分析</a:t>
            </a:r>
          </a:p>
          <a:p>
            <a:pPr lvl="3" eaLnBrk="1" hangingPunct="1"/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一元线性回归</a:t>
            </a:r>
          </a:p>
          <a:p>
            <a:pPr lvl="3" eaLnBrk="1" hangingPunct="1"/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9.4 </a:t>
            </a: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多元线性回归</a:t>
            </a:r>
          </a:p>
          <a:p>
            <a:pPr lvl="3" eaLnBrk="1" hangingPunct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cover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134CDCCE-1248-4C9F-AB99-48C8C04258AD}" type="slidenum">
              <a:rPr lang="ko-KR" altLang="en-US" sz="1400" smtClean="0">
                <a:solidFill>
                  <a:schemeClr val="tx1"/>
                </a:solidFill>
                <a:latin typeface="-머리정체M" pitchFamily="18" charset="-127"/>
                <a:ea typeface="-머리정체M" pitchFamily="18" charset="-127"/>
              </a:rPr>
              <a:pPr>
                <a:buClr>
                  <a:schemeClr val="tx1"/>
                </a:buClr>
              </a:pPr>
              <a:t>11</a:t>
            </a:fld>
            <a:endParaRPr lang="ko-KR" altLang="en-US" sz="1400">
              <a:solidFill>
                <a:schemeClr val="tx1"/>
              </a:solidFill>
              <a:latin typeface="-머리정체M" pitchFamily="18" charset="-127"/>
              <a:ea typeface="-머리정체M" pitchFamily="18" charset="-127"/>
            </a:endParaRPr>
          </a:p>
        </p:txBody>
      </p:sp>
      <p:sp>
        <p:nvSpPr>
          <p:cNvPr id="34818" name="Rectangle 1027"/>
          <p:cNvSpPr>
            <a:spLocks noGrp="1" noChangeArrowheads="1"/>
          </p:cNvSpPr>
          <p:nvPr>
            <p:ph idx="1"/>
          </p:nvPr>
        </p:nvSpPr>
        <p:spPr>
          <a:xfrm>
            <a:off x="698500" y="800100"/>
            <a:ext cx="7443788" cy="5318125"/>
          </a:xfrm>
        </p:spPr>
        <p:txBody>
          <a:bodyPr/>
          <a:lstStyle/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u"/>
            </a:pPr>
            <a:r>
              <a:rPr lang="zh-CN" alt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第十章  随机过程及其统计描述</a:t>
            </a:r>
          </a:p>
          <a:p>
            <a:pPr lvl="3" eaLnBrk="1" hangingPunct="1">
              <a:buClr>
                <a:srgbClr val="003300"/>
              </a:buClr>
            </a:pPr>
            <a:r>
              <a:rPr lang="en-US" altLang="zh-CN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 </a:t>
            </a: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随机过程的概念</a:t>
            </a:r>
          </a:p>
          <a:p>
            <a:pPr lvl="3" eaLnBrk="1" hangingPunct="1">
              <a:buClr>
                <a:srgbClr val="003300"/>
              </a:buClr>
            </a:pPr>
            <a:r>
              <a:rPr lang="en-US" altLang="zh-CN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10.2 </a:t>
            </a: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随机过程的统计描述</a:t>
            </a:r>
          </a:p>
          <a:p>
            <a:pPr lvl="3" eaLnBrk="1" hangingPunct="1">
              <a:buClr>
                <a:srgbClr val="003300"/>
              </a:buClr>
            </a:pPr>
            <a:r>
              <a:rPr lang="en-US" altLang="zh-CN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10.3 </a:t>
            </a: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泊松过程及维纳过程</a:t>
            </a:r>
          </a:p>
          <a:p>
            <a:pPr lvl="3" eaLnBrk="1" hangingPunct="1">
              <a:buClr>
                <a:srgbClr val="003300"/>
              </a:buClr>
              <a:buFontTx/>
              <a:buNone/>
            </a:pPr>
            <a:endParaRPr lang="zh-CN" altLang="en-US" sz="1500" i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u"/>
            </a:pPr>
            <a:r>
              <a:rPr lang="zh-CN" alt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第十一章  马尔可夫链</a:t>
            </a:r>
          </a:p>
          <a:p>
            <a:pPr lvl="3" eaLnBrk="1" hangingPunct="1">
              <a:buClr>
                <a:srgbClr val="003300"/>
              </a:buClr>
            </a:pPr>
            <a:r>
              <a:rPr lang="en-US" altLang="zh-CN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11.1 </a:t>
            </a: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马尔可夫过程及其概率分布</a:t>
            </a:r>
          </a:p>
          <a:p>
            <a:pPr lvl="3" eaLnBrk="1" hangingPunct="1">
              <a:buClr>
                <a:srgbClr val="003300"/>
              </a:buClr>
            </a:pPr>
            <a:r>
              <a:rPr lang="en-US" altLang="zh-CN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11.2 </a:t>
            </a: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多步转移概率的确定</a:t>
            </a:r>
          </a:p>
          <a:p>
            <a:pPr lvl="3" eaLnBrk="1" hangingPunct="1">
              <a:buClr>
                <a:srgbClr val="003300"/>
              </a:buClr>
            </a:pPr>
            <a:r>
              <a:rPr lang="en-US" altLang="zh-CN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11.3 </a:t>
            </a: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遍历性</a:t>
            </a:r>
          </a:p>
          <a:p>
            <a:pPr eaLnBrk="1" hangingPunct="1">
              <a:buClr>
                <a:srgbClr val="003300"/>
              </a:buClr>
              <a:buFont typeface="Wingdings" panose="05000000000000000000" pitchFamily="2" charset="2"/>
              <a:buChar char="l"/>
            </a:pPr>
            <a:endParaRPr lang="zh-CN" altLang="en-US" sz="1700" i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u"/>
            </a:pPr>
            <a:r>
              <a:rPr lang="zh-CN" alt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第十二章  平稳随机过程</a:t>
            </a:r>
          </a:p>
          <a:p>
            <a:pPr lvl="3" eaLnBrk="1" hangingPunct="1">
              <a:buClr>
                <a:srgbClr val="003300"/>
              </a:buClr>
            </a:pPr>
            <a:r>
              <a:rPr lang="en-US" altLang="zh-CN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12.1 </a:t>
            </a: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平稳随机过程的概念</a:t>
            </a:r>
          </a:p>
          <a:p>
            <a:pPr lvl="3" eaLnBrk="1" hangingPunct="1">
              <a:buClr>
                <a:srgbClr val="003300"/>
              </a:buClr>
            </a:pPr>
            <a:r>
              <a:rPr lang="en-US" altLang="zh-CN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12.2 </a:t>
            </a: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各态历经性</a:t>
            </a:r>
          </a:p>
          <a:p>
            <a:pPr lvl="3" eaLnBrk="1" hangingPunct="1">
              <a:buClr>
                <a:srgbClr val="003300"/>
              </a:buClr>
            </a:pPr>
            <a:r>
              <a:rPr lang="en-US" altLang="zh-CN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12.3 </a:t>
            </a: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相关函数的性质</a:t>
            </a:r>
          </a:p>
          <a:p>
            <a:pPr lvl="3" eaLnBrk="1" hangingPunct="1">
              <a:buClr>
                <a:srgbClr val="003300"/>
              </a:buClr>
            </a:pPr>
            <a:r>
              <a:rPr lang="en-US" altLang="zh-CN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12.4 </a:t>
            </a:r>
            <a:r>
              <a:rPr lang="zh-CN" alt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平稳过程的功率谱密度</a:t>
            </a:r>
          </a:p>
          <a:p>
            <a:pPr eaLnBrk="1" hangingPunct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cover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EA059A7E-57A6-457B-A210-6055D926F630}" type="slidenum">
              <a:rPr lang="en-US" altLang="zh-CN" sz="10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12</a:t>
            </a:fld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019331" name="Rectangle 1027"/>
          <p:cNvSpPr>
            <a:spLocks noGrp="1" noRot="1" noChangeArrowheads="1"/>
          </p:cNvSpPr>
          <p:nvPr>
            <p:ph idx="1"/>
          </p:nvPr>
        </p:nvSpPr>
        <p:spPr>
          <a:xfrm>
            <a:off x="1428750" y="1797050"/>
            <a:ext cx="6778625" cy="2098675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9600"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9600">
                <a:latin typeface="隶书" pitchFamily="49" charset="-122"/>
                <a:ea typeface="隶书" pitchFamily="49" charset="-122"/>
              </a:rPr>
              <a:t>概 率 论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wd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8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01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28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01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28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01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8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01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10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100000" y="5000"/>
                                    </p:animScale>
                                    <p:animScale>
                                      <p:cBhvr>
                                        <p:cTn id="11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01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5000"/>
                                      <p:to x="120000" y="150000"/>
                                    </p:animScale>
                                    <p:animScale>
                                      <p:cBhvr>
                                        <p:cTn id="12" dur="900" fill="hold">
                                          <p:stCondLst>
                                            <p:cond delay="2100"/>
                                          </p:stCondLst>
                                        </p:cTn>
                                        <p:tgtEl>
                                          <p:spTgt spid="201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2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933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419D3024-94F4-47C3-8D3E-D2302333FA4B}" type="slidenum">
              <a:rPr lang="ko-KR" altLang="en-US" sz="1400" smtClean="0">
                <a:solidFill>
                  <a:schemeClr val="tx1"/>
                </a:solidFill>
                <a:latin typeface="-소망M" pitchFamily="18" charset="-127"/>
                <a:ea typeface="-소망M" pitchFamily="18" charset="-127"/>
              </a:rPr>
              <a:pPr>
                <a:buClr>
                  <a:schemeClr val="tx1"/>
                </a:buClr>
              </a:pPr>
              <a:t>13</a:t>
            </a:fld>
            <a:endParaRPr lang="ko-KR" altLang="en-US" sz="1400">
              <a:solidFill>
                <a:schemeClr val="tx1"/>
              </a:solidFill>
              <a:latin typeface="-소망M" pitchFamily="18" charset="-127"/>
              <a:ea typeface="-소망M" pitchFamily="18" charset="-127"/>
            </a:endParaRPr>
          </a:p>
        </p:txBody>
      </p:sp>
      <p:sp>
        <p:nvSpPr>
          <p:cNvPr id="1082371" name="Rectangle 3"/>
          <p:cNvSpPr>
            <a:spLocks noGrp="1" noChangeArrowheads="1"/>
          </p:cNvSpPr>
          <p:nvPr>
            <p:ph idx="1"/>
          </p:nvPr>
        </p:nvSpPr>
        <p:spPr>
          <a:xfrm>
            <a:off x="1052513" y="1625600"/>
            <a:ext cx="7772400" cy="4724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关键词：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样本空间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随机事件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频率和概率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条件概率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事件的独立性</a:t>
            </a:r>
          </a:p>
        </p:txBody>
      </p:sp>
      <p:sp>
        <p:nvSpPr>
          <p:cNvPr id="1082372" name="Rectangle 4"/>
          <p:cNvSpPr>
            <a:spLocks noGrp="1" noChangeArrowheads="1"/>
          </p:cNvSpPr>
          <p:nvPr>
            <p:ph type="title"/>
          </p:nvPr>
        </p:nvSpPr>
        <p:spPr>
          <a:xfrm>
            <a:off x="163513" y="152400"/>
            <a:ext cx="7772400" cy="10668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第一章  概率论的基本概念</a:t>
            </a:r>
          </a:p>
        </p:txBody>
      </p:sp>
      <p:pic>
        <p:nvPicPr>
          <p:cNvPr id="36874" name="Picture 10" descr="âProbabilityâçå¾çæç´¢ç»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816" y="4797361"/>
            <a:ext cx="2781384" cy="139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8.33333E-7 -1.48148E-6 C 0.06892 -1.48148E-6 0.125 0.02847 0.125 0.06389 C 0.125 0.09908 0.06892 0.12778 8.33333E-7 0.12778 C -0.0691 0.12778 -0.125 0.09908 -0.125 0.06389 C -0.125 0.02847 -0.0691 -1.48148E-6 8.33333E-7 -1.48148E-6 Z " pathEditMode="relative" rAng="0" ptsTypes="fffff">
                                      <p:cBhvr>
                                        <p:cTn id="6" dur="1000" fill="hold"/>
                                        <p:tgtEl>
                                          <p:spTgt spid="1082372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6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82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82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8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82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82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82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237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A71E8085-8B0F-43BE-838C-79D7CC09B6E6}" type="slidenum">
              <a:rPr lang="en-US" altLang="zh-CN" sz="14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buClr>
                  <a:schemeClr val="tx1"/>
                </a:buClr>
              </a:pPr>
              <a:t>14</a:t>
            </a:fld>
            <a:endParaRPr lang="en-US" altLang="zh-CN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8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-2281238" y="-76200"/>
            <a:ext cx="8229601" cy="1143000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§1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随机试验</a:t>
            </a:r>
          </a:p>
        </p:txBody>
      </p:sp>
      <p:sp>
        <p:nvSpPr>
          <p:cNvPr id="1331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74650" y="2136775"/>
            <a:ext cx="8429625" cy="17827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确定性现象：结果确定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不确定性现象：结果不确定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288088" y="1079500"/>
            <a:ext cx="2016125" cy="1081088"/>
            <a:chOff x="3969" y="889"/>
            <a:chExt cx="1270" cy="681"/>
          </a:xfrm>
        </p:grpSpPr>
        <p:sp>
          <p:nvSpPr>
            <p:cNvPr id="37893" name="AutoShape 4"/>
            <p:cNvSpPr>
              <a:spLocks/>
            </p:cNvSpPr>
            <p:nvPr/>
          </p:nvSpPr>
          <p:spPr bwMode="auto">
            <a:xfrm>
              <a:off x="3969" y="976"/>
              <a:ext cx="136" cy="454"/>
            </a:xfrm>
            <a:prstGeom prst="leftBrace">
              <a:avLst>
                <a:gd name="adj1" fmla="val 2746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894" name="Text Box 5"/>
            <p:cNvSpPr txBox="1">
              <a:spLocks noChangeArrowheads="1"/>
            </p:cNvSpPr>
            <p:nvPr/>
          </p:nvSpPr>
          <p:spPr bwMode="auto">
            <a:xfrm>
              <a:off x="4137" y="889"/>
              <a:ext cx="96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确定性现象</a:t>
              </a:r>
            </a:p>
          </p:txBody>
        </p:sp>
        <p:sp>
          <p:nvSpPr>
            <p:cNvPr id="37895" name="Text Box 6"/>
            <p:cNvSpPr txBox="1">
              <a:spLocks noChangeArrowheads="1"/>
            </p:cNvSpPr>
            <p:nvPr/>
          </p:nvSpPr>
          <p:spPr bwMode="auto">
            <a:xfrm>
              <a:off x="4105" y="1339"/>
              <a:ext cx="11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不确定性现象</a:t>
              </a:r>
            </a:p>
          </p:txBody>
        </p:sp>
      </p:grp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6437313" y="4524375"/>
            <a:ext cx="1936666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2286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</a:t>
            </a: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4019298" y="5155530"/>
            <a:ext cx="2428875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2286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不确定</a:t>
            </a:r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4328276" y="5780673"/>
            <a:ext cx="21463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2286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不确定</a:t>
            </a:r>
          </a:p>
        </p:txBody>
      </p:sp>
      <p:sp>
        <p:nvSpPr>
          <p:cNvPr id="13325" name="Rectangle 13"/>
          <p:cNvSpPr>
            <a:spLocks noRot="1" noChangeArrowheads="1"/>
          </p:cNvSpPr>
          <p:nvPr/>
        </p:nvSpPr>
        <p:spPr bwMode="auto">
          <a:xfrm>
            <a:off x="468313" y="1393825"/>
            <a:ext cx="8429625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自然界与社会生活中的两类现象</a:t>
            </a:r>
          </a:p>
        </p:txBody>
      </p:sp>
      <p:sp>
        <p:nvSpPr>
          <p:cNvPr id="13326" name="Rectangle 14"/>
          <p:cNvSpPr>
            <a:spLocks noRot="1" noChangeArrowheads="1"/>
          </p:cNvSpPr>
          <p:nvPr/>
        </p:nvSpPr>
        <p:spPr bwMode="auto">
          <a:xfrm>
            <a:off x="315913" y="4043363"/>
            <a:ext cx="8429625" cy="102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</a:p>
          <a:p>
            <a:pPr lvl="2"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Blip>
                <a:blip r:embed="rId4"/>
              </a:buBlip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向上抛出的物体会掉落到地上</a:t>
            </a:r>
          </a:p>
        </p:txBody>
      </p:sp>
      <p:sp>
        <p:nvSpPr>
          <p:cNvPr id="13327" name="Rectangle 15"/>
          <p:cNvSpPr>
            <a:spLocks noRot="1" noChangeArrowheads="1"/>
          </p:cNvSpPr>
          <p:nvPr/>
        </p:nvSpPr>
        <p:spPr bwMode="auto">
          <a:xfrm>
            <a:off x="315913" y="4568825"/>
            <a:ext cx="607285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90000"/>
              </a:lnSpc>
              <a:spcBef>
                <a:spcPts val="1800"/>
              </a:spcBef>
              <a:buClr>
                <a:schemeClr val="hlink"/>
              </a:buClr>
              <a:buFont typeface="Wingdings" panose="05000000000000000000" pitchFamily="2" charset="2"/>
              <a:buBlip>
                <a:blip r:embed="rId4"/>
              </a:buBlip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明天天气状况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28" name="Rectangle 16"/>
          <p:cNvSpPr>
            <a:spLocks noRot="1" noChangeArrowheads="1"/>
          </p:cNvSpPr>
          <p:nvPr/>
        </p:nvSpPr>
        <p:spPr bwMode="auto">
          <a:xfrm>
            <a:off x="315913" y="5321886"/>
            <a:ext cx="4098925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</a:p>
          <a:p>
            <a:pPr lvl="2"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Blip>
                <a:blip r:embed="rId4"/>
              </a:buBlip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买了彩票会中奖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/>
      <p:bldP spid="13322" grpId="0"/>
      <p:bldP spid="13323" grpId="0"/>
      <p:bldP spid="13324" grpId="0"/>
      <p:bldP spid="13325" grpId="0"/>
      <p:bldP spid="13326" grpId="0"/>
      <p:bldP spid="13327" grpId="0"/>
      <p:bldP spid="133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412F2F73-827D-4CBC-930E-0DF7413784EF}" type="slidenum">
              <a:rPr lang="en-US" altLang="zh-CN" sz="14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buClr>
                  <a:schemeClr val="tx1"/>
                </a:buClr>
              </a:pPr>
              <a:t>15</a:t>
            </a:fld>
            <a:endParaRPr lang="en-US" altLang="zh-CN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2700" y="369888"/>
            <a:ext cx="8507413" cy="1143000"/>
          </a:xfrm>
        </p:spPr>
        <p:txBody>
          <a:bodyPr/>
          <a:lstStyle/>
          <a:p>
            <a:pPr eaLnBrk="1" hangingPunct="1"/>
            <a:b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概率统计中研究的对象：随机现象的数量规律</a:t>
            </a:r>
            <a:b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3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720725" y="1268413"/>
            <a:ext cx="8304213" cy="2284412"/>
          </a:xfrm>
        </p:spPr>
        <p:txBody>
          <a:bodyPr/>
          <a:lstStyle/>
          <a:p>
            <a:pPr marL="176213" indent="-176213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对随机现象的观察、记录、试验统称为</a:t>
            </a:r>
            <a:r>
              <a:rPr lang="zh-CN" altLang="en-US" sz="2400" b="1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随机试验。</a:t>
            </a:r>
          </a:p>
          <a:p>
            <a:pPr marL="176213" indent="-176213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它具有以下特性：</a:t>
            </a:r>
          </a:p>
          <a:p>
            <a:pPr marL="1338263" lvl="1" indent="-533400" eaLnBrk="1" hangingPunct="1">
              <a:lnSpc>
                <a:spcPct val="11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可以在相同条件下重复进行</a:t>
            </a:r>
          </a:p>
          <a:p>
            <a:pPr marL="1338263" lvl="1" indent="-533400" eaLnBrk="1" hangingPunct="1">
              <a:lnSpc>
                <a:spcPct val="11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事先知道可能出现的结果</a:t>
            </a:r>
          </a:p>
          <a:p>
            <a:pPr marL="1338263" lvl="1" indent="-533400" eaLnBrk="1" hangingPunct="1">
              <a:lnSpc>
                <a:spcPct val="11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进行试验前并不知道哪个试验结果会发生</a:t>
            </a:r>
          </a:p>
        </p:txBody>
      </p:sp>
      <p:sp>
        <p:nvSpPr>
          <p:cNvPr id="38916" name="Litebulb"/>
          <p:cNvSpPr>
            <a:spLocks noEditPoints="1" noChangeArrowheads="1"/>
          </p:cNvSpPr>
          <p:nvPr/>
        </p:nvSpPr>
        <p:spPr bwMode="auto">
          <a:xfrm>
            <a:off x="542925" y="1296988"/>
            <a:ext cx="177800" cy="238125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2" name="Rectangle 6"/>
          <p:cNvSpPr>
            <a:spLocks noRot="1" noChangeArrowheads="1"/>
          </p:cNvSpPr>
          <p:nvPr/>
        </p:nvSpPr>
        <p:spPr bwMode="auto">
          <a:xfrm>
            <a:off x="496888" y="3827463"/>
            <a:ext cx="8647112" cy="247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6213" indent="-176213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338263" indent="-5334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Clr>
                <a:schemeClr val="hlink"/>
              </a:buClr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 </a:t>
            </a:r>
          </a:p>
          <a:p>
            <a:pPr lvl="1">
              <a:lnSpc>
                <a:spcPct val="80000"/>
              </a:lnSpc>
              <a:buClr>
                <a:schemeClr val="hlink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抛一枚硬币，观察试验结果；</a:t>
            </a:r>
          </a:p>
          <a:p>
            <a:pPr lvl="1">
              <a:lnSpc>
                <a:spcPct val="80000"/>
              </a:lnSpc>
              <a:buClr>
                <a:schemeClr val="hlink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对某路公交车某停靠站登记下车人数；</a:t>
            </a:r>
          </a:p>
          <a:p>
            <a:pPr lvl="1">
              <a:lnSpc>
                <a:spcPct val="80000"/>
              </a:lnSpc>
              <a:buClr>
                <a:schemeClr val="hlink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对某批电子产品测试其输入电压；</a:t>
            </a:r>
          </a:p>
          <a:p>
            <a:pPr lvl="1">
              <a:lnSpc>
                <a:spcPct val="80000"/>
              </a:lnSpc>
              <a:buClr>
                <a:schemeClr val="hlink"/>
              </a:buClr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对听课人数进行一次登记；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143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653716"/>
          </a:xfrm>
        </p:spPr>
        <p:txBody>
          <a:bodyPr/>
          <a:lstStyle/>
          <a:p>
            <a:pPr algn="l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抛硬币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311442"/>
            <a:ext cx="8540750" cy="4787733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一般说到概率，就喜欢拿抛硬币做例子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天然的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4" tooltip="二进制"/>
              </a:rPr>
              <a:t>二进制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系统，利用掷硬币人们可以得到一组随机的二进制数字，常用于球赛由哪一方先发球，或先选哪半边场作赛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905951"/>
              </p:ext>
            </p:extLst>
          </p:nvPr>
        </p:nvGraphicFramePr>
        <p:xfrm>
          <a:off x="5032375" y="3885382"/>
          <a:ext cx="3810000" cy="2148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382648035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78758995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8374709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6737952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试验者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试验次数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正面次数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正面占比</a:t>
                      </a:r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val="3319748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德摩根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4092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2048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50.05%</a:t>
                      </a: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val="2709081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蒲丰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4040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2048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50.69%</a:t>
                      </a: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val="1407048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费勒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10000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4979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49.79%</a:t>
                      </a: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val="2175035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皮尔逊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24000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12012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50.05%</a:t>
                      </a: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val="116379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罗曼洛夫斯基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80640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39699</a:t>
                      </a: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49.23%</a:t>
                      </a: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val="4141177291"/>
                  </a:ext>
                </a:extLst>
              </a:tr>
            </a:tbl>
          </a:graphicData>
        </a:graphic>
      </p:graphicFrame>
      <p:pic>
        <p:nvPicPr>
          <p:cNvPr id="11" name="CoinFlippingRobot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9816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3894" y="3722471"/>
            <a:ext cx="4399399" cy="247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9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CoinFlippingMachine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441262" y="1828800"/>
            <a:ext cx="5592763" cy="4194175"/>
          </a:xfrm>
        </p:spPr>
      </p:pic>
      <p:pic>
        <p:nvPicPr>
          <p:cNvPr id="122882" name="Picture 2" descr="http://www.dotmancando.info/files/gimgs/26_scientific-report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33650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303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605589"/>
          </a:xfrm>
        </p:spPr>
        <p:txBody>
          <a:bodyPr/>
          <a:lstStyle/>
          <a:p>
            <a:pPr algn="l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囚徒谬论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353554"/>
            <a:ext cx="8540750" cy="47456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抛一个公平硬币，正面朝上的机会是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（二分之一），连续两次抛出正面的机会是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0.5×0.5=0.25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（四分之一）。连续三次抛出正面的机会率等于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0.5×0.5×0.5= 0.125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（八分之一），如此类推。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现在假设，我们已经连续四次抛出正面。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犯赌徒谬误的人说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“如果下一次再抛出正面，就是连续五次。连抛五次正面的机会率是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 / 2)5 = 1 / 32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。所以，下一次抛出正面的机会只有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1/32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。”</a:t>
            </a:r>
          </a:p>
        </p:txBody>
      </p:sp>
    </p:spTree>
    <p:extLst>
      <p:ext uri="{BB962C8B-B14F-4D97-AF65-F5344CB8AC3E}">
        <p14:creationId xmlns:p14="http://schemas.microsoft.com/office/powerpoint/2010/main" val="3949908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605589"/>
          </a:xfrm>
        </p:spPr>
        <p:txBody>
          <a:bodyPr/>
          <a:lstStyle/>
          <a:p>
            <a:pPr algn="l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囚徒谬论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353554"/>
            <a:ext cx="8540750" cy="474562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以上论证步骤犯了谬误。假如硬币公平，定义上抛出反面的机会率永远等于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，不会增加或减少，抛出正面的机会率同样永远等于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连续抛出五次正面的机会率等于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1/32(0.03125)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，但这是指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未抛出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第一次之前。抛出四次正面之后，由于结果已知，不在计算之内。无论硬币抛出过多次和结果如何，下一次抛出正面和反面的机会率仍然相等。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实际上，计算出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1/32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机会率是基于每一次抛出正反面机会均等的假设。因为之前抛出了多次正面，而论证今次抛出反面机会较大，属于谬误。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4709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028700"/>
            <a:ext cx="8540750" cy="50704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著名的输后加倍下注系统是赌徒谬误的其中一例。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运作方法是赌徒第一次下注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元，如输了则下注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元，再输则入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元，如此类推，直到赢出为止。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这个系统或类似的系统冒很大的风险来争取小额的回报。除非有无限的资本，这类策略才可成功。因此，较佳的方法是每次下注固定数额，因为可以较易估计每小时的平均赢输数额。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1588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FF12338C-6F77-4978-8C95-09DB819B9447}" type="slidenum">
              <a:rPr lang="en-US" altLang="zh-CN" sz="14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buClr>
                  <a:schemeClr val="tx1"/>
                </a:buClr>
              </a:pPr>
              <a:t>21</a:t>
            </a:fld>
            <a:endParaRPr lang="en-US" altLang="zh-CN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938" name="Rectangle 1026"/>
          <p:cNvSpPr>
            <a:spLocks noGrp="1" noRot="1" noChangeArrowheads="1"/>
          </p:cNvSpPr>
          <p:nvPr>
            <p:ph type="title"/>
          </p:nvPr>
        </p:nvSpPr>
        <p:spPr>
          <a:xfrm>
            <a:off x="-1365250" y="-104775"/>
            <a:ext cx="8540750" cy="1143000"/>
          </a:xfrm>
        </p:spPr>
        <p:txBody>
          <a:bodyPr/>
          <a:lstStyle/>
          <a:p>
            <a:pPr eaLnBrk="1" hangingPunct="1"/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§2  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样本空间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·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随机事件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10275" name="Rectangle 1027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63500" y="1003300"/>
            <a:ext cx="8870950" cy="20574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样本空间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         定义：随机试验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的所有结果构成的集合称为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的		 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样本空间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，记为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S={e}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	     称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中的元素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基本事件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样本点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．</a:t>
            </a:r>
          </a:p>
        </p:txBody>
      </p:sp>
      <p:sp>
        <p:nvSpPr>
          <p:cNvPr id="39940" name="Litebulb"/>
          <p:cNvSpPr>
            <a:spLocks noEditPoints="1" noChangeArrowheads="1"/>
          </p:cNvSpPr>
          <p:nvPr/>
        </p:nvSpPr>
        <p:spPr bwMode="auto">
          <a:xfrm>
            <a:off x="720725" y="1587500"/>
            <a:ext cx="225425" cy="287338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9941" name="Object 10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4753708"/>
              </p:ext>
            </p:extLst>
          </p:nvPr>
        </p:nvGraphicFramePr>
        <p:xfrm>
          <a:off x="400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5" r:id="rId3" imgW="127776" imgH="198763" progId="Equation.DSMT4">
                  <p:embed/>
                </p:oleObj>
              </mc:Choice>
              <mc:Fallback>
                <p:oleObj r:id="rId3" imgW="127776" imgH="198763" progId="Equation.DSMT4">
                  <p:embed/>
                  <p:pic>
                    <p:nvPicPr>
                      <p:cNvPr id="0" name="Object 1029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282" name="Text Box 1034"/>
          <p:cNvSpPr txBox="1">
            <a:spLocks noChangeArrowheads="1"/>
          </p:cNvSpPr>
          <p:nvPr/>
        </p:nvSpPr>
        <p:spPr bwMode="auto">
          <a:xfrm>
            <a:off x="2063750" y="4202113"/>
            <a:ext cx="2746375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2286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S={0,1,2,…}</a:t>
            </a:r>
            <a:r>
              <a:rPr lang="zh-CN" altLang="en-US" sz="28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sp>
        <p:nvSpPr>
          <p:cNvPr id="310283" name="Text Box 1035"/>
          <p:cNvSpPr txBox="1">
            <a:spLocks noChangeArrowheads="1"/>
          </p:cNvSpPr>
          <p:nvPr/>
        </p:nvSpPr>
        <p:spPr bwMode="auto">
          <a:xfrm>
            <a:off x="4886325" y="3276600"/>
            <a:ext cx="3049531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marL="2286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S={</a:t>
            </a:r>
            <a:r>
              <a:rPr lang="zh-CN" altLang="en-US" sz="28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正面，反面</a:t>
            </a:r>
            <a:r>
              <a:rPr lang="en-US" altLang="zh-CN" sz="28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8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sp>
        <p:nvSpPr>
          <p:cNvPr id="310284" name="Text Box 1036"/>
          <p:cNvSpPr txBox="1">
            <a:spLocks noChangeArrowheads="1"/>
          </p:cNvSpPr>
          <p:nvPr/>
        </p:nvSpPr>
        <p:spPr bwMode="auto">
          <a:xfrm>
            <a:off x="2055813" y="5154613"/>
            <a:ext cx="3915152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marL="2286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S={(x,y)|T</a:t>
            </a:r>
            <a:r>
              <a:rPr lang="en-US" altLang="zh-CN" sz="2800" baseline="-150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8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≤y≤x≤T</a:t>
            </a:r>
            <a:r>
              <a:rPr lang="en-US" altLang="zh-CN" sz="2800" baseline="-150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8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8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sp>
        <p:nvSpPr>
          <p:cNvPr id="310286" name="Text Box 1038"/>
          <p:cNvSpPr txBox="1">
            <a:spLocks noChangeArrowheads="1"/>
          </p:cNvSpPr>
          <p:nvPr/>
        </p:nvSpPr>
        <p:spPr bwMode="auto">
          <a:xfrm>
            <a:off x="5400675" y="5662613"/>
            <a:ext cx="2528554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marL="2286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S={ x|a≤x≤b }</a:t>
            </a:r>
          </a:p>
        </p:txBody>
      </p:sp>
      <p:sp>
        <p:nvSpPr>
          <p:cNvPr id="310288" name="Rectangle 1040"/>
          <p:cNvSpPr>
            <a:spLocks noRot="1" noChangeArrowheads="1"/>
          </p:cNvSpPr>
          <p:nvPr/>
        </p:nvSpPr>
        <p:spPr bwMode="auto">
          <a:xfrm>
            <a:off x="273050" y="3355975"/>
            <a:ext cx="8870950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017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altLang="zh-CN" sz="28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记录一城市一日中发生交通事故次数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en-US" altLang="zh-CN" sz="2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0289" name="Rectangle 1041"/>
          <p:cNvSpPr>
            <a:spLocks noRot="1" noChangeArrowheads="1"/>
          </p:cNvSpPr>
          <p:nvPr/>
        </p:nvSpPr>
        <p:spPr bwMode="auto">
          <a:xfrm>
            <a:off x="273050" y="2417763"/>
            <a:ext cx="8870950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017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altLang="zh-CN" sz="28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Blip>
                <a:blip r:embed="rId5"/>
              </a:buBlip>
            </a:pP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</a:p>
          <a:p>
            <a:pPr lvl="1"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一枚硬币抛一次</a:t>
            </a:r>
          </a:p>
        </p:txBody>
      </p:sp>
      <p:sp>
        <p:nvSpPr>
          <p:cNvPr id="310290" name="Rectangle 1042"/>
          <p:cNvSpPr>
            <a:spLocks noRot="1" noChangeArrowheads="1"/>
          </p:cNvSpPr>
          <p:nvPr/>
        </p:nvSpPr>
        <p:spPr bwMode="auto">
          <a:xfrm>
            <a:off x="215900" y="4268788"/>
            <a:ext cx="887095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017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altLang="zh-CN" sz="28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记录某地一昼夜最高温度</a:t>
            </a: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，最低温度</a:t>
            </a: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altLang="zh-CN" sz="2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0291" name="Rectangle 1043"/>
          <p:cNvSpPr>
            <a:spLocks noRot="1" noChangeArrowheads="1"/>
          </p:cNvSpPr>
          <p:nvPr/>
        </p:nvSpPr>
        <p:spPr bwMode="auto">
          <a:xfrm>
            <a:off x="215900" y="4718050"/>
            <a:ext cx="8870950" cy="160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017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altLang="zh-CN" sz="28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Blip>
                <a:blip r:embed="rId5"/>
              </a:buBlip>
            </a:pP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lvl="1"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记录一批产品的寿命</a:t>
            </a: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0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0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0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0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1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0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1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0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5" grpId="0"/>
      <p:bldP spid="310282" grpId="0"/>
      <p:bldP spid="310283" grpId="0"/>
      <p:bldP spid="310284" grpId="0"/>
      <p:bldP spid="310286" grpId="0"/>
      <p:bldP spid="310288" grpId="0"/>
      <p:bldP spid="310289" grpId="0"/>
      <p:bldP spid="310290" grpId="0"/>
      <p:bldP spid="31029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4C1A9D9D-9F4D-4D4B-BD22-84B027F4FAD8}" type="slidenum">
              <a:rPr lang="en-US" altLang="zh-CN" sz="14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buClr>
                  <a:schemeClr val="tx1"/>
                </a:buClr>
              </a:pPr>
              <a:t>22</a:t>
            </a:fld>
            <a:endParaRPr lang="en-US" altLang="zh-CN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62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0" y="158750"/>
            <a:ext cx="9041732" cy="1550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随机事件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  一般我们称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的子集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随机事件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当且仅当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所包含的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样本点发生 称事件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发生。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</p:txBody>
      </p:sp>
      <p:sp>
        <p:nvSpPr>
          <p:cNvPr id="40963" name="Litebulb"/>
          <p:cNvSpPr>
            <a:spLocks noEditPoints="1" noChangeArrowheads="1"/>
          </p:cNvSpPr>
          <p:nvPr/>
        </p:nvSpPr>
        <p:spPr bwMode="auto">
          <a:xfrm>
            <a:off x="849313" y="806450"/>
            <a:ext cx="225425" cy="303213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6424613" y="1641475"/>
            <a:ext cx="2493962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2286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{0,1,2,…}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869950" y="2373318"/>
            <a:ext cx="7473951" cy="2076454"/>
            <a:chOff x="724" y="1812"/>
            <a:chExt cx="4708" cy="1308"/>
          </a:xfrm>
        </p:grpSpPr>
        <p:sp>
          <p:nvSpPr>
            <p:cNvPr id="40967" name="Text Box 12"/>
            <p:cNvSpPr txBox="1">
              <a:spLocks noChangeArrowheads="1"/>
            </p:cNvSpPr>
            <p:nvPr/>
          </p:nvSpPr>
          <p:spPr bwMode="auto">
            <a:xfrm>
              <a:off x="724" y="1812"/>
              <a:ext cx="4708" cy="1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记 </a:t>
              </a:r>
              <a:r>
                <a:rPr lang="en-US" altLang="zh-CN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＝</a:t>
              </a:r>
              <a:r>
                <a:rPr lang="en-US" altLang="zh-CN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{</a:t>
              </a:r>
              <a:r>
                <a:rPr lang="zh-CN" altLang="en-US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至少有</a:t>
              </a:r>
              <a:r>
                <a:rPr lang="en-US" altLang="zh-CN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zh-CN" altLang="en-US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人候车</a:t>
              </a:r>
              <a:r>
                <a:rPr lang="en-US" altLang="zh-CN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  <a:r>
                <a:rPr lang="zh-CN" altLang="en-US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＝</a:t>
              </a:r>
              <a:r>
                <a:rPr lang="en-US" altLang="zh-CN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{10,11,12,…}    S</a:t>
              </a:r>
              <a:r>
                <a:rPr lang="zh-CN" altLang="en-US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</a:p>
            <a:p>
              <a:pPr>
                <a:buFont typeface="Arial" panose="020B0604020202020204" pitchFamily="34" charset="0"/>
                <a:buNone/>
              </a:pPr>
              <a:r>
                <a:rPr lang="en-US" altLang="zh-CN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为随机事件，</a:t>
              </a:r>
              <a:r>
                <a:rPr lang="en-US" altLang="zh-CN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可能发生，也可能不发生。</a:t>
              </a:r>
            </a:p>
            <a:p>
              <a:pPr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lang="zh-CN" altLang="en-US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	</a:t>
              </a:r>
            </a:p>
            <a:p>
              <a:pPr>
                <a:buClr>
                  <a:schemeClr val="hlink"/>
                </a:buClr>
                <a:buFont typeface="Wingdings" panose="05000000000000000000" pitchFamily="2" charset="2"/>
                <a:buNone/>
              </a:pPr>
              <a:endPara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40966" name="Object 4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746458691"/>
                </p:ext>
              </p:extLst>
            </p:nvPr>
          </p:nvGraphicFramePr>
          <p:xfrm>
            <a:off x="4716" y="1878"/>
            <a:ext cx="37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5" r:id="rId3" imgW="152070" imgH="126725" progId="Equation.DSMT4">
                    <p:embed/>
                  </p:oleObj>
                </mc:Choice>
                <mc:Fallback>
                  <p:oleObj r:id="rId3" imgW="152070" imgH="126725" progId="Equation.DSMT4">
                    <p:embed/>
                    <p:pic>
                      <p:nvPicPr>
                        <p:cNvPr id="0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6" y="1878"/>
                          <a:ext cx="37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638" name="Rectangle 14"/>
          <p:cNvSpPr>
            <a:spLocks noRot="1" noChangeArrowheads="1"/>
          </p:cNvSpPr>
          <p:nvPr/>
        </p:nvSpPr>
        <p:spPr bwMode="auto">
          <a:xfrm>
            <a:off x="0" y="1631950"/>
            <a:ext cx="638810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Blip>
                <a:blip r:embed="rId5"/>
              </a:buBlip>
            </a:pPr>
            <a:r>
              <a: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</a:t>
            </a: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89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路公交车浙大站候车人数，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		  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</p:txBody>
      </p:sp>
      <p:sp>
        <p:nvSpPr>
          <p:cNvPr id="26639" name="Rectangle 15"/>
          <p:cNvSpPr>
            <a:spLocks noRot="1" noChangeArrowheads="1"/>
          </p:cNvSpPr>
          <p:nvPr/>
        </p:nvSpPr>
        <p:spPr bwMode="auto">
          <a:xfrm>
            <a:off x="0" y="3703638"/>
            <a:ext cx="9448800" cy="28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0950" indent="-328613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>
              <a:buClr>
                <a:schemeClr val="hlink"/>
              </a:buClr>
              <a:buFont typeface="Wingdings" panose="05000000000000000000" pitchFamily="2" charset="2"/>
              <a:buBlip>
                <a:blip r:embed="rId6"/>
              </a:buBlip>
            </a:pP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如果将</a:t>
            </a: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亦视作事件，则每次试验</a:t>
            </a: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总是发生，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故又称</a:t>
            </a: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必然事件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lvl="2">
              <a:buClr>
                <a:schemeClr val="hlink"/>
              </a:buClr>
              <a:buFont typeface="Wingdings" panose="05000000000000000000" pitchFamily="2" charset="2"/>
              <a:buBlip>
                <a:blip r:embed="rId6"/>
              </a:buBlip>
            </a:pP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为方便起见，记</a:t>
            </a:r>
            <a:r>
              <a:rPr lang="el-GR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Φ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不可能事件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l-GR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Φ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不包含</a:t>
            </a:r>
          </a:p>
          <a:p>
            <a:pPr lvl="2"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任何样本点。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	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5" grpId="0"/>
      <p:bldP spid="26638" grpId="0"/>
      <p:bldP spid="2663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BCDCB9F8-1455-46D1-B568-664A4F15DB54}" type="slidenum">
              <a:rPr lang="en-US" altLang="zh-CN" sz="14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buClr>
                  <a:schemeClr val="tx1"/>
                </a:buClr>
              </a:pPr>
              <a:t>23</a:t>
            </a:fld>
            <a:endParaRPr lang="en-US" altLang="zh-CN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8771" name="Rectangle 1027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0" y="331788"/>
            <a:ext cx="8928100" cy="63039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事件的关系及运算</a:t>
            </a:r>
          </a:p>
          <a:p>
            <a:pPr eaLnBrk="1" hangingPunct="1"/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事件的关系（包含、相等）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</a:p>
          <a:p>
            <a:pPr lvl="1" eaLnBrk="1" hangingPunct="1">
              <a:buClr>
                <a:srgbClr val="996600"/>
              </a:buClr>
              <a:buFont typeface="Wingdings" panose="05000000000000000000" pitchFamily="2" charset="2"/>
              <a:buChar char="ü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记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A={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明天天晴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B={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明天无雨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buClr>
                <a:srgbClr val="996600"/>
              </a:buClr>
              <a:buFont typeface="Wingdings" panose="05000000000000000000" pitchFamily="2" charset="2"/>
              <a:buChar char="ü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记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A={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至少有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人候车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B={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至少有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人候车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buClr>
                <a:srgbClr val="996600"/>
              </a:buClr>
              <a:buFont typeface="Wingdings" panose="05000000000000000000" pitchFamily="2" charset="2"/>
              <a:buChar char="ü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一枚硬币抛两次，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A={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第一次是正面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B={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至少有一次正面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</a:p>
        </p:txBody>
      </p:sp>
      <p:graphicFrame>
        <p:nvGraphicFramePr>
          <p:cNvPr id="41987" name="Object 10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1574763"/>
              </p:ext>
            </p:extLst>
          </p:nvPr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4" r:id="rId4" imgW="127776" imgH="198763" progId="Equation.DSMT4">
                  <p:embed/>
                </p:oleObj>
              </mc:Choice>
              <mc:Fallback>
                <p:oleObj r:id="rId4" imgW="127776" imgH="198763" progId="Equation.DSMT4">
                  <p:embed/>
                  <p:pic>
                    <p:nvPicPr>
                      <p:cNvPr id="0" name="Object 102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76" name="Object 1032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097595454"/>
              </p:ext>
            </p:extLst>
          </p:nvPr>
        </p:nvGraphicFramePr>
        <p:xfrm>
          <a:off x="666750" y="1973263"/>
          <a:ext cx="25161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5" r:id="rId6" imgW="1346200" imgH="457200" progId="Equation.DSMT4">
                  <p:embed/>
                </p:oleObj>
              </mc:Choice>
              <mc:Fallback>
                <p:oleObj r:id="rId6" imgW="1346200" imgH="457200" progId="Equation.DSMT4">
                  <p:embed/>
                  <p:pic>
                    <p:nvPicPr>
                      <p:cNvPr id="0" name="Object 1032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1973263"/>
                        <a:ext cx="2516188" cy="8540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73" name="Object 1029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644849633"/>
              </p:ext>
            </p:extLst>
          </p:nvPr>
        </p:nvGraphicFramePr>
        <p:xfrm>
          <a:off x="720725" y="1333500"/>
          <a:ext cx="46704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6" r:id="rId8" imgW="2384495" imgH="215619" progId="Equation.DSMT4">
                  <p:embed/>
                </p:oleObj>
              </mc:Choice>
              <mc:Fallback>
                <p:oleObj r:id="rId8" imgW="2384495" imgH="215619" progId="Equation.DSMT4">
                  <p:embed/>
                  <p:pic>
                    <p:nvPicPr>
                      <p:cNvPr id="0" name="Object 1029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" y="1333500"/>
                        <a:ext cx="4670425" cy="4222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01" name="Object 105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4614089"/>
              </p:ext>
            </p:extLst>
          </p:nvPr>
        </p:nvGraphicFramePr>
        <p:xfrm>
          <a:off x="5203825" y="3508375"/>
          <a:ext cx="11430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7" r:id="rId10" imgW="608544" imgH="177492" progId="Equation.DSMT4">
                  <p:embed/>
                </p:oleObj>
              </mc:Choice>
              <mc:Fallback>
                <p:oleObj r:id="rId10" imgW="608544" imgH="177492" progId="Equation.DSMT4">
                  <p:embed/>
                  <p:pic>
                    <p:nvPicPr>
                      <p:cNvPr id="0" name="Object 105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5" y="3508375"/>
                        <a:ext cx="11430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06" name="Object 106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6308155"/>
              </p:ext>
            </p:extLst>
          </p:nvPr>
        </p:nvGraphicFramePr>
        <p:xfrm>
          <a:off x="7130132" y="4389438"/>
          <a:ext cx="11430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8" r:id="rId12" imgW="608544" imgH="177492" progId="Equation.DSMT4">
                  <p:embed/>
                </p:oleObj>
              </mc:Choice>
              <mc:Fallback>
                <p:oleObj r:id="rId12" imgW="608544" imgH="177492" progId="Equation.DSMT4">
                  <p:embed/>
                  <p:pic>
                    <p:nvPicPr>
                      <p:cNvPr id="0" name="Object 1062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0132" y="4389438"/>
                        <a:ext cx="11430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07" name="Object 106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201830"/>
              </p:ext>
            </p:extLst>
          </p:nvPr>
        </p:nvGraphicFramePr>
        <p:xfrm>
          <a:off x="854075" y="5726113"/>
          <a:ext cx="11430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9" r:id="rId14" imgW="608544" imgH="177492" progId="Equation.DSMT4">
                  <p:embed/>
                </p:oleObj>
              </mc:Choice>
              <mc:Fallback>
                <p:oleObj r:id="rId14" imgW="608544" imgH="177492" progId="Equation.DSMT4">
                  <p:embed/>
                  <p:pic>
                    <p:nvPicPr>
                      <p:cNvPr id="0" name="Object 1063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075" y="5726113"/>
                        <a:ext cx="11430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73"/>
          <p:cNvGrpSpPr>
            <a:grpSpLocks/>
          </p:cNvGrpSpPr>
          <p:nvPr/>
        </p:nvGrpSpPr>
        <p:grpSpPr bwMode="auto">
          <a:xfrm>
            <a:off x="6142038" y="1103313"/>
            <a:ext cx="2205037" cy="1089025"/>
            <a:chOff x="3779" y="925"/>
            <a:chExt cx="1389" cy="686"/>
          </a:xfrm>
        </p:grpSpPr>
        <p:grpSp>
          <p:nvGrpSpPr>
            <p:cNvPr id="41994" name="Group 1072"/>
            <p:cNvGrpSpPr>
              <a:grpSpLocks/>
            </p:cNvGrpSpPr>
            <p:nvPr/>
          </p:nvGrpSpPr>
          <p:grpSpPr bwMode="auto">
            <a:xfrm>
              <a:off x="3779" y="925"/>
              <a:ext cx="1389" cy="686"/>
              <a:chOff x="3769" y="745"/>
              <a:chExt cx="1389" cy="686"/>
            </a:xfrm>
          </p:grpSpPr>
          <p:sp>
            <p:nvSpPr>
              <p:cNvPr id="41995" name="Rectangle 1037"/>
              <p:cNvSpPr>
                <a:spLocks noChangeArrowheads="1"/>
              </p:cNvSpPr>
              <p:nvPr/>
            </p:nvSpPr>
            <p:spPr bwMode="auto">
              <a:xfrm>
                <a:off x="3769" y="771"/>
                <a:ext cx="1347" cy="660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rgbClr val="FFCC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996" name="Text Box 1047"/>
              <p:cNvSpPr txBox="1">
                <a:spLocks noChangeArrowheads="1"/>
              </p:cNvSpPr>
              <p:nvPr/>
            </p:nvSpPr>
            <p:spPr bwMode="auto">
              <a:xfrm>
                <a:off x="4873" y="745"/>
                <a:ext cx="285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rgbClr val="FF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</a:p>
            </p:txBody>
          </p:sp>
        </p:grpSp>
        <p:grpSp>
          <p:nvGrpSpPr>
            <p:cNvPr id="41997" name="Group 1071"/>
            <p:cNvGrpSpPr>
              <a:grpSpLocks/>
            </p:cNvGrpSpPr>
            <p:nvPr/>
          </p:nvGrpSpPr>
          <p:grpSpPr bwMode="auto">
            <a:xfrm>
              <a:off x="4188" y="1009"/>
              <a:ext cx="576" cy="539"/>
              <a:chOff x="2997" y="1564"/>
              <a:chExt cx="576" cy="539"/>
            </a:xfrm>
          </p:grpSpPr>
          <p:grpSp>
            <p:nvGrpSpPr>
              <p:cNvPr id="41998" name="Group 1070"/>
              <p:cNvGrpSpPr>
                <a:grpSpLocks/>
              </p:cNvGrpSpPr>
              <p:nvPr/>
            </p:nvGrpSpPr>
            <p:grpSpPr bwMode="auto">
              <a:xfrm>
                <a:off x="3167" y="1697"/>
                <a:ext cx="334" cy="353"/>
                <a:chOff x="4319" y="1758"/>
                <a:chExt cx="334" cy="353"/>
              </a:xfrm>
            </p:grpSpPr>
            <p:sp>
              <p:nvSpPr>
                <p:cNvPr id="41999" name="Oval 1043"/>
                <p:cNvSpPr>
                  <a:spLocks noChangeArrowheads="1"/>
                </p:cNvSpPr>
                <p:nvPr/>
              </p:nvSpPr>
              <p:spPr bwMode="auto">
                <a:xfrm>
                  <a:off x="4319" y="1758"/>
                  <a:ext cx="334" cy="353"/>
                </a:xfrm>
                <a:prstGeom prst="ellipse">
                  <a:avLst/>
                </a:prstGeom>
                <a:noFill/>
                <a:ln w="19050">
                  <a:solidFill>
                    <a:srgbClr val="008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marL="1143000" indent="-228600"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Font typeface="Arial" panose="020B0604020202020204" pitchFamily="34" charset="0"/>
                    <a:buNone/>
                  </a:pPr>
                  <a:endParaRPr lang="zh-CN" altLang="zh-CN" sz="1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2000" name="Text Box 1046"/>
                <p:cNvSpPr txBox="1">
                  <a:spLocks noChangeArrowheads="1"/>
                </p:cNvSpPr>
                <p:nvPr/>
              </p:nvSpPr>
              <p:spPr bwMode="auto">
                <a:xfrm>
                  <a:off x="4383" y="1812"/>
                  <a:ext cx="228" cy="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 marL="228600" indent="-228600"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solidFill>
                        <a:srgbClr val="FF006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</a:t>
                  </a:r>
                </a:p>
              </p:txBody>
            </p:sp>
          </p:grpSp>
          <p:grpSp>
            <p:nvGrpSpPr>
              <p:cNvPr id="42001" name="Group 1069"/>
              <p:cNvGrpSpPr>
                <a:grpSpLocks/>
              </p:cNvGrpSpPr>
              <p:nvPr/>
            </p:nvGrpSpPr>
            <p:grpSpPr bwMode="auto">
              <a:xfrm>
                <a:off x="2997" y="1564"/>
                <a:ext cx="576" cy="539"/>
                <a:chOff x="2997" y="1564"/>
                <a:chExt cx="576" cy="539"/>
              </a:xfrm>
            </p:grpSpPr>
            <p:sp>
              <p:nvSpPr>
                <p:cNvPr id="42002" name="Oval 1041"/>
                <p:cNvSpPr>
                  <a:spLocks noChangeArrowheads="1"/>
                </p:cNvSpPr>
                <p:nvPr/>
              </p:nvSpPr>
              <p:spPr bwMode="auto">
                <a:xfrm>
                  <a:off x="2997" y="1564"/>
                  <a:ext cx="576" cy="539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marL="228600" indent="-228600"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Font typeface="Arial" panose="020B0604020202020204" pitchFamily="34" charset="0"/>
                    <a:buNone/>
                  </a:pPr>
                  <a:endParaRPr lang="zh-CN" altLang="zh-CN" sz="18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2003" name="Text Box 1068"/>
                <p:cNvSpPr txBox="1">
                  <a:spLocks noChangeArrowheads="1"/>
                </p:cNvSpPr>
                <p:nvPr/>
              </p:nvSpPr>
              <p:spPr bwMode="auto">
                <a:xfrm>
                  <a:off x="3044" y="1604"/>
                  <a:ext cx="228" cy="2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 marL="228600" indent="-228600"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solidFill>
                        <a:srgbClr val="FF0066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B</a:t>
                  </a:r>
                </a:p>
              </p:txBody>
            </p:sp>
          </p:grpSp>
        </p:grp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88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000"/>
                                        <p:tgtEl>
                                          <p:spTgt spid="288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88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88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88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88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288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898509A6-E92F-4E6D-9BD4-6483C53BB665}" type="slidenum">
              <a:rPr lang="en-US" altLang="zh-CN" sz="14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buClr>
                  <a:schemeClr val="tx1"/>
                </a:buClr>
              </a:pPr>
              <a:t>24</a:t>
            </a:fld>
            <a:endParaRPr lang="en-US" altLang="zh-CN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010" name="Rectangle 1027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333375" y="0"/>
            <a:ext cx="8518525" cy="5651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事件的运算</a:t>
            </a:r>
            <a:endParaRPr lang="zh-CN" altLang="en-US" sz="4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146" name="Object 1031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506524177"/>
              </p:ext>
            </p:extLst>
          </p:nvPr>
        </p:nvGraphicFramePr>
        <p:xfrm>
          <a:off x="939800" y="1179513"/>
          <a:ext cx="61499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36" r:id="rId3" imgW="3234289" imgH="215619" progId="Equation.DSMT4">
                  <p:embed/>
                </p:oleObj>
              </mc:Choice>
              <mc:Fallback>
                <p:oleObj r:id="rId3" imgW="3234289" imgH="215619" progId="Equation.DSMT4">
                  <p:embed/>
                  <p:pic>
                    <p:nvPicPr>
                      <p:cNvPr id="0" name="Object 1031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00" y="1179513"/>
                        <a:ext cx="6149975" cy="4095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382" name="Object 10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7236021"/>
              </p:ext>
            </p:extLst>
          </p:nvPr>
        </p:nvGraphicFramePr>
        <p:xfrm>
          <a:off x="1868488" y="2709863"/>
          <a:ext cx="5019675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37" r:id="rId5" imgW="2044700" imgH="889000" progId="Equation.DSMT4">
                  <p:embed/>
                </p:oleObj>
              </mc:Choice>
              <mc:Fallback>
                <p:oleObj r:id="rId5" imgW="2044700" imgH="889000" progId="Equation.DSMT4">
                  <p:embed/>
                  <p:pic>
                    <p:nvPicPr>
                      <p:cNvPr id="0" name="Object 103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8488" y="2709863"/>
                        <a:ext cx="5019675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4386" name="AutoShape 1042"/>
          <p:cNvSpPr>
            <a:spLocks noChangeArrowheads="1"/>
          </p:cNvSpPr>
          <p:nvPr/>
        </p:nvSpPr>
        <p:spPr bwMode="auto">
          <a:xfrm>
            <a:off x="576263" y="3258807"/>
            <a:ext cx="636587" cy="921412"/>
          </a:xfrm>
          <a:prstGeom prst="notchedRightArrow">
            <a:avLst>
              <a:gd name="adj1" fmla="val 50000"/>
              <a:gd name="adj2" fmla="val 40251"/>
            </a:avLst>
          </a:prstGeom>
          <a:solidFill>
            <a:srgbClr val="FF66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1044"/>
          <p:cNvGrpSpPr>
            <a:grpSpLocks/>
          </p:cNvGrpSpPr>
          <p:nvPr/>
        </p:nvGrpSpPr>
        <p:grpSpPr bwMode="auto">
          <a:xfrm>
            <a:off x="7358063" y="676275"/>
            <a:ext cx="1320800" cy="766763"/>
            <a:chOff x="280" y="395"/>
            <a:chExt cx="832" cy="483"/>
          </a:xfrm>
        </p:grpSpPr>
        <p:grpSp>
          <p:nvGrpSpPr>
            <p:cNvPr id="43015" name="Group 1045"/>
            <p:cNvGrpSpPr>
              <a:grpSpLocks/>
            </p:cNvGrpSpPr>
            <p:nvPr/>
          </p:nvGrpSpPr>
          <p:grpSpPr bwMode="auto">
            <a:xfrm>
              <a:off x="280" y="395"/>
              <a:ext cx="832" cy="483"/>
              <a:chOff x="1977" y="3291"/>
              <a:chExt cx="832" cy="483"/>
            </a:xfrm>
          </p:grpSpPr>
          <p:grpSp>
            <p:nvGrpSpPr>
              <p:cNvPr id="43016" name="Group 1046"/>
              <p:cNvGrpSpPr>
                <a:grpSpLocks/>
              </p:cNvGrpSpPr>
              <p:nvPr/>
            </p:nvGrpSpPr>
            <p:grpSpPr bwMode="auto">
              <a:xfrm>
                <a:off x="1977" y="3291"/>
                <a:ext cx="832" cy="483"/>
                <a:chOff x="2167" y="3391"/>
                <a:chExt cx="832" cy="483"/>
              </a:xfrm>
            </p:grpSpPr>
            <p:sp>
              <p:nvSpPr>
                <p:cNvPr id="43017" name="Rectangle 1047"/>
                <p:cNvSpPr>
                  <a:spLocks noChangeArrowheads="1"/>
                </p:cNvSpPr>
                <p:nvPr/>
              </p:nvSpPr>
              <p:spPr bwMode="auto">
                <a:xfrm>
                  <a:off x="2167" y="3423"/>
                  <a:ext cx="832" cy="44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018" name="Oval 1048"/>
                <p:cNvSpPr>
                  <a:spLocks noChangeArrowheads="1"/>
                </p:cNvSpPr>
                <p:nvPr/>
              </p:nvSpPr>
              <p:spPr bwMode="auto">
                <a:xfrm>
                  <a:off x="2505" y="3449"/>
                  <a:ext cx="253" cy="411"/>
                </a:xfrm>
                <a:prstGeom prst="ellipse">
                  <a:avLst/>
                </a:prstGeom>
                <a:noFill/>
                <a:ln w="15875">
                  <a:solidFill>
                    <a:srgbClr val="99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019" name="Oval 1049"/>
                <p:cNvSpPr>
                  <a:spLocks noChangeArrowheads="1"/>
                </p:cNvSpPr>
                <p:nvPr/>
              </p:nvSpPr>
              <p:spPr bwMode="auto">
                <a:xfrm>
                  <a:off x="2288" y="3463"/>
                  <a:ext cx="238" cy="411"/>
                </a:xfrm>
                <a:prstGeom prst="ellipse">
                  <a:avLst/>
                </a:prstGeom>
                <a:noFill/>
                <a:ln w="9525">
                  <a:solidFill>
                    <a:srgbClr val="FF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020" name="Text Box 1050"/>
                <p:cNvSpPr txBox="1">
                  <a:spLocks noChangeArrowheads="1"/>
                </p:cNvSpPr>
                <p:nvPr/>
              </p:nvSpPr>
              <p:spPr bwMode="auto">
                <a:xfrm>
                  <a:off x="2753" y="3391"/>
                  <a:ext cx="192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marL="228600" indent="-228600"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 typeface="Arial" panose="020B0604020202020204" pitchFamily="34" charset="0"/>
                    <a:buNone/>
                  </a:pPr>
                  <a:r>
                    <a:rPr lang="en-US" altLang="zh-CN" sz="16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</a:t>
                  </a:r>
                </a:p>
              </p:txBody>
            </p:sp>
          </p:grpSp>
          <p:grpSp>
            <p:nvGrpSpPr>
              <p:cNvPr id="43021" name="Group 1051"/>
              <p:cNvGrpSpPr>
                <a:grpSpLocks/>
              </p:cNvGrpSpPr>
              <p:nvPr/>
            </p:nvGrpSpPr>
            <p:grpSpPr bwMode="auto">
              <a:xfrm>
                <a:off x="2096" y="3411"/>
                <a:ext cx="478" cy="314"/>
                <a:chOff x="1010" y="2082"/>
                <a:chExt cx="478" cy="314"/>
              </a:xfrm>
            </p:grpSpPr>
            <p:sp>
              <p:nvSpPr>
                <p:cNvPr id="43022" name="Line 1052"/>
                <p:cNvSpPr>
                  <a:spLocks noChangeShapeType="1"/>
                </p:cNvSpPr>
                <p:nvPr/>
              </p:nvSpPr>
              <p:spPr bwMode="auto">
                <a:xfrm flipH="1">
                  <a:off x="1010" y="2082"/>
                  <a:ext cx="101" cy="24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023" name="Line 1053"/>
                <p:cNvSpPr>
                  <a:spLocks noChangeShapeType="1"/>
                </p:cNvSpPr>
                <p:nvPr/>
              </p:nvSpPr>
              <p:spPr bwMode="auto">
                <a:xfrm flipH="1">
                  <a:off x="1066" y="2098"/>
                  <a:ext cx="111" cy="26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024" name="Line 1054"/>
                <p:cNvSpPr>
                  <a:spLocks noChangeShapeType="1"/>
                </p:cNvSpPr>
                <p:nvPr/>
              </p:nvSpPr>
              <p:spPr bwMode="auto">
                <a:xfrm flipH="1">
                  <a:off x="1122" y="2104"/>
                  <a:ext cx="121" cy="29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025" name="Line 1055"/>
                <p:cNvSpPr>
                  <a:spLocks noChangeShapeType="1"/>
                </p:cNvSpPr>
                <p:nvPr/>
              </p:nvSpPr>
              <p:spPr bwMode="auto">
                <a:xfrm flipH="1">
                  <a:off x="1408" y="2181"/>
                  <a:ext cx="80" cy="17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026" name="Line 1056"/>
                <p:cNvSpPr>
                  <a:spLocks noChangeShapeType="1"/>
                </p:cNvSpPr>
                <p:nvPr/>
              </p:nvSpPr>
              <p:spPr bwMode="auto">
                <a:xfrm flipH="1">
                  <a:off x="1344" y="2116"/>
                  <a:ext cx="101" cy="24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027" name="Line 1057"/>
                <p:cNvSpPr>
                  <a:spLocks noChangeShapeType="1"/>
                </p:cNvSpPr>
                <p:nvPr/>
              </p:nvSpPr>
              <p:spPr bwMode="auto">
                <a:xfrm flipH="1">
                  <a:off x="1202" y="2124"/>
                  <a:ext cx="111" cy="26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028" name="Line 1058"/>
                <p:cNvSpPr>
                  <a:spLocks noChangeShapeType="1"/>
                </p:cNvSpPr>
                <p:nvPr/>
              </p:nvSpPr>
              <p:spPr bwMode="auto">
                <a:xfrm flipH="1">
                  <a:off x="1262" y="2104"/>
                  <a:ext cx="111" cy="26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43029" name="Text Box 1059"/>
            <p:cNvSpPr txBox="1">
              <a:spLocks noChangeArrowheads="1"/>
            </p:cNvSpPr>
            <p:nvPr/>
          </p:nvSpPr>
          <p:spPr bwMode="auto">
            <a:xfrm>
              <a:off x="663" y="569"/>
              <a:ext cx="20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43030" name="Text Box 1060"/>
            <p:cNvSpPr txBox="1">
              <a:spLocks noChangeArrowheads="1"/>
            </p:cNvSpPr>
            <p:nvPr/>
          </p:nvSpPr>
          <p:spPr bwMode="auto">
            <a:xfrm>
              <a:off x="439" y="574"/>
              <a:ext cx="211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</p:grpSp>
      <p:grpSp>
        <p:nvGrpSpPr>
          <p:cNvPr id="6" name="Group 1062"/>
          <p:cNvGrpSpPr>
            <a:grpSpLocks/>
          </p:cNvGrpSpPr>
          <p:nvPr/>
        </p:nvGrpSpPr>
        <p:grpSpPr bwMode="auto">
          <a:xfrm>
            <a:off x="7353300" y="1860550"/>
            <a:ext cx="1320800" cy="766763"/>
            <a:chOff x="1218" y="400"/>
            <a:chExt cx="832" cy="483"/>
          </a:xfrm>
        </p:grpSpPr>
        <p:grpSp>
          <p:nvGrpSpPr>
            <p:cNvPr id="43032" name="Group 1063"/>
            <p:cNvGrpSpPr>
              <a:grpSpLocks/>
            </p:cNvGrpSpPr>
            <p:nvPr/>
          </p:nvGrpSpPr>
          <p:grpSpPr bwMode="auto">
            <a:xfrm>
              <a:off x="1218" y="400"/>
              <a:ext cx="832" cy="483"/>
              <a:chOff x="844" y="2078"/>
              <a:chExt cx="832" cy="483"/>
            </a:xfrm>
          </p:grpSpPr>
          <p:grpSp>
            <p:nvGrpSpPr>
              <p:cNvPr id="43033" name="Group 1064"/>
              <p:cNvGrpSpPr>
                <a:grpSpLocks/>
              </p:cNvGrpSpPr>
              <p:nvPr/>
            </p:nvGrpSpPr>
            <p:grpSpPr bwMode="auto">
              <a:xfrm>
                <a:off x="844" y="2078"/>
                <a:ext cx="832" cy="483"/>
                <a:chOff x="2167" y="3391"/>
                <a:chExt cx="832" cy="483"/>
              </a:xfrm>
            </p:grpSpPr>
            <p:sp>
              <p:nvSpPr>
                <p:cNvPr id="43034" name="Rectangle 1065"/>
                <p:cNvSpPr>
                  <a:spLocks noChangeArrowheads="1"/>
                </p:cNvSpPr>
                <p:nvPr/>
              </p:nvSpPr>
              <p:spPr bwMode="auto">
                <a:xfrm>
                  <a:off x="2167" y="3423"/>
                  <a:ext cx="832" cy="44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035" name="Oval 1066"/>
                <p:cNvSpPr>
                  <a:spLocks noChangeArrowheads="1"/>
                </p:cNvSpPr>
                <p:nvPr/>
              </p:nvSpPr>
              <p:spPr bwMode="auto">
                <a:xfrm>
                  <a:off x="2505" y="3449"/>
                  <a:ext cx="253" cy="411"/>
                </a:xfrm>
                <a:prstGeom prst="ellipse">
                  <a:avLst/>
                </a:prstGeom>
                <a:noFill/>
                <a:ln w="15875">
                  <a:solidFill>
                    <a:srgbClr val="99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036" name="Oval 1067"/>
                <p:cNvSpPr>
                  <a:spLocks noChangeArrowheads="1"/>
                </p:cNvSpPr>
                <p:nvPr/>
              </p:nvSpPr>
              <p:spPr bwMode="auto">
                <a:xfrm>
                  <a:off x="2366" y="3463"/>
                  <a:ext cx="238" cy="411"/>
                </a:xfrm>
                <a:prstGeom prst="ellipse">
                  <a:avLst/>
                </a:prstGeom>
                <a:noFill/>
                <a:ln w="9525">
                  <a:solidFill>
                    <a:srgbClr val="FF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037" name="Text Box 1068"/>
                <p:cNvSpPr txBox="1">
                  <a:spLocks noChangeArrowheads="1"/>
                </p:cNvSpPr>
                <p:nvPr/>
              </p:nvSpPr>
              <p:spPr bwMode="auto">
                <a:xfrm>
                  <a:off x="2753" y="3391"/>
                  <a:ext cx="192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marL="228600" indent="-228600"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 typeface="Arial" panose="020B0604020202020204" pitchFamily="34" charset="0"/>
                    <a:buNone/>
                  </a:pPr>
                  <a:r>
                    <a:rPr lang="en-US" altLang="zh-CN" sz="16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</a:t>
                  </a:r>
                </a:p>
              </p:txBody>
            </p:sp>
          </p:grpSp>
          <p:grpSp>
            <p:nvGrpSpPr>
              <p:cNvPr id="43038" name="Group 1069"/>
              <p:cNvGrpSpPr>
                <a:grpSpLocks/>
              </p:cNvGrpSpPr>
              <p:nvPr/>
            </p:nvGrpSpPr>
            <p:grpSpPr bwMode="auto">
              <a:xfrm>
                <a:off x="1197" y="2261"/>
                <a:ext cx="76" cy="167"/>
                <a:chOff x="1243" y="2991"/>
                <a:chExt cx="76" cy="167"/>
              </a:xfrm>
            </p:grpSpPr>
            <p:sp>
              <p:nvSpPr>
                <p:cNvPr id="43039" name="Line 1070"/>
                <p:cNvSpPr>
                  <a:spLocks noChangeShapeType="1"/>
                </p:cNvSpPr>
                <p:nvPr/>
              </p:nvSpPr>
              <p:spPr bwMode="auto">
                <a:xfrm flipH="1">
                  <a:off x="1243" y="2991"/>
                  <a:ext cx="50" cy="7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040" name="Line 1071"/>
                <p:cNvSpPr>
                  <a:spLocks noChangeShapeType="1"/>
                </p:cNvSpPr>
                <p:nvPr/>
              </p:nvSpPr>
              <p:spPr bwMode="auto">
                <a:xfrm flipH="1">
                  <a:off x="1269" y="3087"/>
                  <a:ext cx="50" cy="7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3041" name="Line 1072"/>
                <p:cNvSpPr>
                  <a:spLocks noChangeShapeType="1"/>
                </p:cNvSpPr>
                <p:nvPr/>
              </p:nvSpPr>
              <p:spPr bwMode="auto">
                <a:xfrm flipH="1">
                  <a:off x="1255" y="3043"/>
                  <a:ext cx="50" cy="7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43042" name="Text Box 1073"/>
            <p:cNvSpPr txBox="1">
              <a:spLocks noChangeArrowheads="1"/>
            </p:cNvSpPr>
            <p:nvPr/>
          </p:nvSpPr>
          <p:spPr bwMode="auto">
            <a:xfrm>
              <a:off x="1379" y="564"/>
              <a:ext cx="211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43043" name="Text Box 1074"/>
            <p:cNvSpPr txBox="1">
              <a:spLocks noChangeArrowheads="1"/>
            </p:cNvSpPr>
            <p:nvPr/>
          </p:nvSpPr>
          <p:spPr bwMode="auto">
            <a:xfrm>
              <a:off x="1625" y="550"/>
              <a:ext cx="20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</p:grpSp>
      <p:grpSp>
        <p:nvGrpSpPr>
          <p:cNvPr id="10" name="Group 1089"/>
          <p:cNvGrpSpPr>
            <a:grpSpLocks/>
          </p:cNvGrpSpPr>
          <p:nvPr/>
        </p:nvGrpSpPr>
        <p:grpSpPr bwMode="auto">
          <a:xfrm>
            <a:off x="7359650" y="4819652"/>
            <a:ext cx="1320800" cy="782638"/>
            <a:chOff x="1092" y="2416"/>
            <a:chExt cx="832" cy="493"/>
          </a:xfrm>
        </p:grpSpPr>
        <p:grpSp>
          <p:nvGrpSpPr>
            <p:cNvPr id="43045" name="Group 1090"/>
            <p:cNvGrpSpPr>
              <a:grpSpLocks/>
            </p:cNvGrpSpPr>
            <p:nvPr/>
          </p:nvGrpSpPr>
          <p:grpSpPr bwMode="auto">
            <a:xfrm>
              <a:off x="1092" y="2448"/>
              <a:ext cx="832" cy="461"/>
              <a:chOff x="1092" y="2448"/>
              <a:chExt cx="832" cy="461"/>
            </a:xfrm>
          </p:grpSpPr>
          <p:sp>
            <p:nvSpPr>
              <p:cNvPr id="43046" name="Rectangle 1091"/>
              <p:cNvSpPr>
                <a:spLocks noChangeArrowheads="1"/>
              </p:cNvSpPr>
              <p:nvPr/>
            </p:nvSpPr>
            <p:spPr bwMode="auto">
              <a:xfrm>
                <a:off x="1092" y="2448"/>
                <a:ext cx="832" cy="44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047" name="Oval 1092"/>
              <p:cNvSpPr>
                <a:spLocks noChangeArrowheads="1"/>
              </p:cNvSpPr>
              <p:nvPr/>
            </p:nvSpPr>
            <p:spPr bwMode="auto">
              <a:xfrm>
                <a:off x="1598" y="2484"/>
                <a:ext cx="253" cy="411"/>
              </a:xfrm>
              <a:prstGeom prst="ellipse">
                <a:avLst/>
              </a:prstGeom>
              <a:noFill/>
              <a:ln w="15875">
                <a:solidFill>
                  <a:srgbClr val="99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048" name="Oval 1093"/>
              <p:cNvSpPr>
                <a:spLocks noChangeArrowheads="1"/>
              </p:cNvSpPr>
              <p:nvPr/>
            </p:nvSpPr>
            <p:spPr bwMode="auto">
              <a:xfrm>
                <a:off x="1193" y="2498"/>
                <a:ext cx="238" cy="411"/>
              </a:xfrm>
              <a:prstGeom prst="ellipse">
                <a:avLst/>
              </a:prstGeom>
              <a:noFill/>
              <a:ln w="9525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049" name="Group 1094"/>
            <p:cNvGrpSpPr>
              <a:grpSpLocks/>
            </p:cNvGrpSpPr>
            <p:nvPr/>
          </p:nvGrpSpPr>
          <p:grpSpPr bwMode="auto">
            <a:xfrm>
              <a:off x="1253" y="2416"/>
              <a:ext cx="647" cy="412"/>
              <a:chOff x="1253" y="2416"/>
              <a:chExt cx="647" cy="412"/>
            </a:xfrm>
          </p:grpSpPr>
          <p:sp>
            <p:nvSpPr>
              <p:cNvPr id="43050" name="Text Box 1095"/>
              <p:cNvSpPr txBox="1">
                <a:spLocks noChangeArrowheads="1"/>
              </p:cNvSpPr>
              <p:nvPr/>
            </p:nvSpPr>
            <p:spPr bwMode="auto">
              <a:xfrm>
                <a:off x="1708" y="2416"/>
                <a:ext cx="192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</a:p>
            </p:txBody>
          </p:sp>
          <p:sp>
            <p:nvSpPr>
              <p:cNvPr id="43051" name="Text Box 1096"/>
              <p:cNvSpPr txBox="1">
                <a:spLocks noChangeArrowheads="1"/>
              </p:cNvSpPr>
              <p:nvPr/>
            </p:nvSpPr>
            <p:spPr bwMode="auto">
              <a:xfrm>
                <a:off x="1662" y="2613"/>
                <a:ext cx="203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</a:p>
            </p:txBody>
          </p:sp>
          <p:sp>
            <p:nvSpPr>
              <p:cNvPr id="43052" name="Text Box 1097"/>
              <p:cNvSpPr txBox="1">
                <a:spLocks noChangeArrowheads="1"/>
              </p:cNvSpPr>
              <p:nvPr/>
            </p:nvSpPr>
            <p:spPr bwMode="auto">
              <a:xfrm>
                <a:off x="1253" y="2597"/>
                <a:ext cx="211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6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</a:p>
            </p:txBody>
          </p:sp>
        </p:grpSp>
      </p:grpSp>
      <p:grpSp>
        <p:nvGrpSpPr>
          <p:cNvPr id="13" name="Group 1101"/>
          <p:cNvGrpSpPr>
            <a:grpSpLocks/>
          </p:cNvGrpSpPr>
          <p:nvPr/>
        </p:nvGrpSpPr>
        <p:grpSpPr bwMode="auto">
          <a:xfrm>
            <a:off x="333375" y="635000"/>
            <a:ext cx="4079875" cy="463550"/>
            <a:chOff x="210" y="400"/>
            <a:chExt cx="2570" cy="292"/>
          </a:xfrm>
        </p:grpSpPr>
        <p:graphicFrame>
          <p:nvGraphicFramePr>
            <p:cNvPr id="43054" name="Object 1028"/>
            <p:cNvGraphicFramePr>
              <a:graphicFrameLocks/>
            </p:cNvGraphicFramePr>
            <p:nvPr/>
          </p:nvGraphicFramePr>
          <p:xfrm>
            <a:off x="2272" y="464"/>
            <a:ext cx="50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38" r:id="rId7" imgW="418555" imgH="164885" progId="Equation.DSMT4">
                    <p:embed/>
                  </p:oleObj>
                </mc:Choice>
                <mc:Fallback>
                  <p:oleObj r:id="rId7" imgW="418555" imgH="164885" progId="Equation.DSMT4">
                    <p:embed/>
                    <p:pic>
                      <p:nvPicPr>
                        <p:cNvPr id="0" name="Object 102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2" y="464"/>
                          <a:ext cx="50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55" name="Text Box 1099"/>
            <p:cNvSpPr txBox="1">
              <a:spLocks noChangeArrowheads="1"/>
            </p:cNvSpPr>
            <p:nvPr/>
          </p:nvSpPr>
          <p:spPr bwMode="auto">
            <a:xfrm>
              <a:off x="210" y="400"/>
              <a:ext cx="212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chemeClr val="hlink"/>
                </a:buClr>
                <a:buFont typeface="Wingdings" panose="05000000000000000000" pitchFamily="2" charset="2"/>
                <a:buChar char="ü"/>
              </a:pPr>
              <a:r>
                <a:rPr lang="en-US" altLang="zh-CN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zh-CN" altLang="en-US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的和事件，记为</a:t>
              </a:r>
            </a:p>
          </p:txBody>
        </p:sp>
      </p:grpSp>
      <p:grpSp>
        <p:nvGrpSpPr>
          <p:cNvPr id="14" name="Group 1103"/>
          <p:cNvGrpSpPr>
            <a:grpSpLocks/>
          </p:cNvGrpSpPr>
          <p:nvPr/>
        </p:nvGrpSpPr>
        <p:grpSpPr bwMode="auto">
          <a:xfrm>
            <a:off x="327025" y="1622425"/>
            <a:ext cx="5348288" cy="481013"/>
            <a:chOff x="206" y="1022"/>
            <a:chExt cx="3369" cy="303"/>
          </a:xfrm>
        </p:grpSpPr>
        <p:graphicFrame>
          <p:nvGraphicFramePr>
            <p:cNvPr id="43057" name="Object 1035"/>
            <p:cNvGraphicFramePr>
              <a:graphicFrameLocks/>
            </p:cNvGraphicFramePr>
            <p:nvPr/>
          </p:nvGraphicFramePr>
          <p:xfrm>
            <a:off x="2253" y="1075"/>
            <a:ext cx="1322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39" r:id="rId9" imgW="1002430" imgH="203024" progId="Equation.DSMT4">
                    <p:embed/>
                  </p:oleObj>
                </mc:Choice>
                <mc:Fallback>
                  <p:oleObj r:id="rId9" imgW="1002430" imgH="203024" progId="Equation.DSMT4">
                    <p:embed/>
                    <p:pic>
                      <p:nvPicPr>
                        <p:cNvPr id="0" name="Object 103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3" y="1075"/>
                          <a:ext cx="1322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58" name="Text Box 1102"/>
            <p:cNvSpPr txBox="1">
              <a:spLocks noChangeArrowheads="1"/>
            </p:cNvSpPr>
            <p:nvPr/>
          </p:nvSpPr>
          <p:spPr bwMode="auto">
            <a:xfrm>
              <a:off x="206" y="1022"/>
              <a:ext cx="212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chemeClr val="hlink"/>
                </a:buClr>
                <a:buFont typeface="Wingdings" panose="05000000000000000000" pitchFamily="2" charset="2"/>
                <a:buChar char="ü"/>
              </a:pP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A</a:t>
              </a:r>
              <a:r>
                <a:rPr lang="zh-CN" altLang="en-US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zh-CN" altLang="en-US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的积事件，记为</a:t>
              </a:r>
            </a:p>
          </p:txBody>
        </p:sp>
      </p:grpSp>
      <p:graphicFrame>
        <p:nvGraphicFramePr>
          <p:cNvPr id="314448" name="Object 110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6216544"/>
              </p:ext>
            </p:extLst>
          </p:nvPr>
        </p:nvGraphicFramePr>
        <p:xfrm>
          <a:off x="996950" y="2147888"/>
          <a:ext cx="55689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40" r:id="rId11" imgW="2917202" imgH="215619" progId="Equation.DSMT4">
                  <p:embed/>
                </p:oleObj>
              </mc:Choice>
              <mc:Fallback>
                <p:oleObj r:id="rId11" imgW="2917202" imgH="215619" progId="Equation.DSMT4">
                  <p:embed/>
                  <p:pic>
                    <p:nvPicPr>
                      <p:cNvPr id="0" name="Object 110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2147888"/>
                        <a:ext cx="556895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4451" name="Rectangle 1107"/>
          <p:cNvSpPr>
            <a:spLocks noRot="1" noChangeArrowheads="1"/>
          </p:cNvSpPr>
          <p:nvPr/>
        </p:nvSpPr>
        <p:spPr bwMode="auto">
          <a:xfrm>
            <a:off x="366712" y="4855330"/>
            <a:ext cx="6896102" cy="125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Char char="ü"/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AB=</a:t>
            </a:r>
            <a:r>
              <a:rPr lang="el-GR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Φ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时，称事件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不相容的，或互斥的。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14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4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4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14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14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86" grpId="0" animBg="1"/>
      <p:bldP spid="31445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41D68A3D-F23F-46BD-AB02-05087A50B2E5}" type="slidenum">
              <a:rPr lang="en-US" altLang="zh-CN" sz="14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buClr>
                  <a:schemeClr val="tx1"/>
                </a:buClr>
              </a:pPr>
              <a:t>25</a:t>
            </a:fld>
            <a:endParaRPr lang="en-US" altLang="zh-CN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227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200025" y="2403475"/>
            <a:ext cx="8720138" cy="9255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和”、“交”关系式</a:t>
            </a:r>
          </a:p>
        </p:txBody>
      </p:sp>
      <p:graphicFrame>
        <p:nvGraphicFramePr>
          <p:cNvPr id="52239" name="Object 15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288511395"/>
              </p:ext>
            </p:extLst>
          </p:nvPr>
        </p:nvGraphicFramePr>
        <p:xfrm>
          <a:off x="5368925" y="3259138"/>
          <a:ext cx="310197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31" r:id="rId4" imgW="1587500" imgH="457200" progId="Equation.DSMT4">
                  <p:embed/>
                </p:oleObj>
              </mc:Choice>
              <mc:Fallback>
                <p:oleObj r:id="rId4" imgW="1587500" imgH="457200" progId="Equation.DSMT4">
                  <p:embed/>
                  <p:pic>
                    <p:nvPicPr>
                      <p:cNvPr id="0" name="Object 15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8925" y="3259138"/>
                        <a:ext cx="3101975" cy="8096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1" name="Object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0209892"/>
              </p:ext>
            </p:extLst>
          </p:nvPr>
        </p:nvGraphicFramePr>
        <p:xfrm>
          <a:off x="1066800" y="3286125"/>
          <a:ext cx="40894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32" r:id="rId6" imgW="2032000" imgH="457200" progId="Equation.DSMT4">
                  <p:embed/>
                </p:oleObj>
              </mc:Choice>
              <mc:Fallback>
                <p:oleObj r:id="rId6" imgW="2032000" imgH="457200" progId="Equation.DSMT4">
                  <p:embed/>
                  <p:pic>
                    <p:nvPicPr>
                      <p:cNvPr id="0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286125"/>
                        <a:ext cx="4089400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7" name="Object 33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982691423"/>
              </p:ext>
            </p:extLst>
          </p:nvPr>
        </p:nvGraphicFramePr>
        <p:xfrm>
          <a:off x="1298575" y="4652963"/>
          <a:ext cx="126841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33" r:id="rId8" imgW="520474" imgH="190417" progId="Equation.DSMT4">
                  <p:embed/>
                </p:oleObj>
              </mc:Choice>
              <mc:Fallback>
                <p:oleObj r:id="rId8" imgW="520474" imgH="190417" progId="Equation.DSMT4">
                  <p:embed/>
                  <p:pic>
                    <p:nvPicPr>
                      <p:cNvPr id="0" name="Object 33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4652963"/>
                        <a:ext cx="1268413" cy="4127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9" name="Object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284168"/>
              </p:ext>
            </p:extLst>
          </p:nvPr>
        </p:nvGraphicFramePr>
        <p:xfrm>
          <a:off x="1311275" y="5119688"/>
          <a:ext cx="124618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34" r:id="rId10" imgW="520474" imgH="190417" progId="Equation.DSMT4">
                  <p:embed/>
                </p:oleObj>
              </mc:Choice>
              <mc:Fallback>
                <p:oleObj r:id="rId10" imgW="520474" imgH="190417" progId="Equation.DSMT4">
                  <p:embed/>
                  <p:pic>
                    <p:nvPicPr>
                      <p:cNvPr id="0" name="Object 35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275" y="5119688"/>
                        <a:ext cx="1246188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60" name="Object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9812058"/>
              </p:ext>
            </p:extLst>
          </p:nvPr>
        </p:nvGraphicFramePr>
        <p:xfrm>
          <a:off x="1319213" y="5521325"/>
          <a:ext cx="209708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35" r:id="rId12" imgW="876300" imgH="228600" progId="Equation.DSMT4">
                  <p:embed/>
                </p:oleObj>
              </mc:Choice>
              <mc:Fallback>
                <p:oleObj r:id="rId12" imgW="876300" imgH="228600" progId="Equation.DSMT4">
                  <p:embed/>
                  <p:pic>
                    <p:nvPicPr>
                      <p:cNvPr id="0" name="Object 36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13" y="5521325"/>
                        <a:ext cx="2097087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63" name="Object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9434960"/>
              </p:ext>
            </p:extLst>
          </p:nvPr>
        </p:nvGraphicFramePr>
        <p:xfrm>
          <a:off x="1308100" y="5991225"/>
          <a:ext cx="20764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36" r:id="rId14" imgW="889000" imgH="228600" progId="Equation.DSMT4">
                  <p:embed/>
                </p:oleObj>
              </mc:Choice>
              <mc:Fallback>
                <p:oleObj r:id="rId14" imgW="889000" imgH="228600" progId="Equation.DSMT4">
                  <p:embed/>
                  <p:pic>
                    <p:nvPicPr>
                      <p:cNvPr id="0" name="Object 39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100" y="5991225"/>
                        <a:ext cx="207645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1"/>
          <p:cNvGrpSpPr>
            <a:grpSpLocks/>
          </p:cNvGrpSpPr>
          <p:nvPr/>
        </p:nvGrpSpPr>
        <p:grpSpPr bwMode="auto">
          <a:xfrm>
            <a:off x="6350000" y="525463"/>
            <a:ext cx="1320800" cy="782638"/>
            <a:chOff x="3400" y="391"/>
            <a:chExt cx="832" cy="493"/>
          </a:xfrm>
        </p:grpSpPr>
        <p:grpSp>
          <p:nvGrpSpPr>
            <p:cNvPr id="44042" name="Group 88"/>
            <p:cNvGrpSpPr>
              <a:grpSpLocks/>
            </p:cNvGrpSpPr>
            <p:nvPr/>
          </p:nvGrpSpPr>
          <p:grpSpPr bwMode="auto">
            <a:xfrm>
              <a:off x="3400" y="391"/>
              <a:ext cx="832" cy="493"/>
              <a:chOff x="1905" y="1704"/>
              <a:chExt cx="832" cy="493"/>
            </a:xfrm>
          </p:grpSpPr>
          <p:grpSp>
            <p:nvGrpSpPr>
              <p:cNvPr id="44043" name="Group 89"/>
              <p:cNvGrpSpPr>
                <a:grpSpLocks/>
              </p:cNvGrpSpPr>
              <p:nvPr/>
            </p:nvGrpSpPr>
            <p:grpSpPr bwMode="auto">
              <a:xfrm>
                <a:off x="1905" y="1704"/>
                <a:ext cx="832" cy="493"/>
                <a:chOff x="2167" y="3381"/>
                <a:chExt cx="832" cy="493"/>
              </a:xfrm>
            </p:grpSpPr>
            <p:sp>
              <p:nvSpPr>
                <p:cNvPr id="44044" name="Rectangle 90"/>
                <p:cNvSpPr>
                  <a:spLocks noChangeArrowheads="1"/>
                </p:cNvSpPr>
                <p:nvPr/>
              </p:nvSpPr>
              <p:spPr bwMode="auto">
                <a:xfrm>
                  <a:off x="2167" y="3381"/>
                  <a:ext cx="832" cy="490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045" name="Oval 91"/>
                <p:cNvSpPr>
                  <a:spLocks noChangeArrowheads="1"/>
                </p:cNvSpPr>
                <p:nvPr/>
              </p:nvSpPr>
              <p:spPr bwMode="auto">
                <a:xfrm>
                  <a:off x="2512" y="3405"/>
                  <a:ext cx="253" cy="411"/>
                </a:xfrm>
                <a:prstGeom prst="ellipse">
                  <a:avLst/>
                </a:prstGeom>
                <a:noFill/>
                <a:ln w="15875">
                  <a:solidFill>
                    <a:srgbClr val="99CC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046" name="Oval 92"/>
                <p:cNvSpPr>
                  <a:spLocks noChangeArrowheads="1"/>
                </p:cNvSpPr>
                <p:nvPr/>
              </p:nvSpPr>
              <p:spPr bwMode="auto">
                <a:xfrm>
                  <a:off x="2283" y="3463"/>
                  <a:ext cx="287" cy="411"/>
                </a:xfrm>
                <a:prstGeom prst="ellipse">
                  <a:avLst/>
                </a:prstGeom>
                <a:noFill/>
                <a:ln w="9525">
                  <a:solidFill>
                    <a:srgbClr val="FF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lIns="90000" tIns="46800" rIns="90000" bIns="46800" anchor="ctr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047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2753" y="3391"/>
                  <a:ext cx="192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marL="228600" indent="-228600"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 typeface="Arial" panose="020B0604020202020204" pitchFamily="34" charset="0"/>
                    <a:buNone/>
                  </a:pPr>
                  <a:r>
                    <a:rPr lang="en-US" altLang="zh-CN" sz="16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</a:t>
                  </a:r>
                </a:p>
              </p:txBody>
            </p:sp>
          </p:grpSp>
          <p:grpSp>
            <p:nvGrpSpPr>
              <p:cNvPr id="44048" name="Group 94"/>
              <p:cNvGrpSpPr>
                <a:grpSpLocks/>
              </p:cNvGrpSpPr>
              <p:nvPr/>
            </p:nvGrpSpPr>
            <p:grpSpPr bwMode="auto">
              <a:xfrm>
                <a:off x="2021" y="1833"/>
                <a:ext cx="272" cy="325"/>
                <a:chOff x="2021" y="1833"/>
                <a:chExt cx="272" cy="325"/>
              </a:xfrm>
            </p:grpSpPr>
            <p:sp>
              <p:nvSpPr>
                <p:cNvPr id="44049" name="Line 95"/>
                <p:cNvSpPr>
                  <a:spLocks noChangeShapeType="1"/>
                </p:cNvSpPr>
                <p:nvPr/>
              </p:nvSpPr>
              <p:spPr bwMode="auto">
                <a:xfrm flipH="1">
                  <a:off x="2021" y="1849"/>
                  <a:ext cx="71" cy="22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050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2076" y="1833"/>
                  <a:ext cx="102" cy="29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051" name="Line 97"/>
                <p:cNvSpPr>
                  <a:spLocks noChangeShapeType="1"/>
                </p:cNvSpPr>
                <p:nvPr/>
              </p:nvSpPr>
              <p:spPr bwMode="auto">
                <a:xfrm flipH="1">
                  <a:off x="2142" y="1858"/>
                  <a:ext cx="111" cy="29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052" name="Line 98"/>
                <p:cNvSpPr>
                  <a:spLocks noChangeShapeType="1"/>
                </p:cNvSpPr>
                <p:nvPr/>
              </p:nvSpPr>
              <p:spPr bwMode="auto">
                <a:xfrm flipH="1">
                  <a:off x="2207" y="2036"/>
                  <a:ext cx="50" cy="12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053" name="Line 99"/>
                <p:cNvSpPr>
                  <a:spLocks noChangeShapeType="1"/>
                </p:cNvSpPr>
                <p:nvPr/>
              </p:nvSpPr>
              <p:spPr bwMode="auto">
                <a:xfrm flipH="1">
                  <a:off x="2253" y="2072"/>
                  <a:ext cx="40" cy="5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44054" name="Text Box 127"/>
            <p:cNvSpPr txBox="1">
              <a:spLocks noChangeArrowheads="1"/>
            </p:cNvSpPr>
            <p:nvPr/>
          </p:nvSpPr>
          <p:spPr bwMode="auto">
            <a:xfrm>
              <a:off x="3536" y="579"/>
              <a:ext cx="211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44055" name="Text Box 128"/>
            <p:cNvSpPr txBox="1">
              <a:spLocks noChangeArrowheads="1"/>
            </p:cNvSpPr>
            <p:nvPr/>
          </p:nvSpPr>
          <p:spPr bwMode="auto">
            <a:xfrm>
              <a:off x="3803" y="564"/>
              <a:ext cx="20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 sz="16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</p:grpSp>
      <p:grpSp>
        <p:nvGrpSpPr>
          <p:cNvPr id="6" name="Group 109"/>
          <p:cNvGrpSpPr>
            <a:grpSpLocks/>
          </p:cNvGrpSpPr>
          <p:nvPr/>
        </p:nvGrpSpPr>
        <p:grpSpPr bwMode="auto">
          <a:xfrm>
            <a:off x="6350000" y="2366963"/>
            <a:ext cx="1320800" cy="771525"/>
            <a:chOff x="3922" y="1614"/>
            <a:chExt cx="832" cy="486"/>
          </a:xfrm>
        </p:grpSpPr>
        <p:grpSp>
          <p:nvGrpSpPr>
            <p:cNvPr id="44057" name="Group 110"/>
            <p:cNvGrpSpPr>
              <a:grpSpLocks/>
            </p:cNvGrpSpPr>
            <p:nvPr/>
          </p:nvGrpSpPr>
          <p:grpSpPr bwMode="auto">
            <a:xfrm>
              <a:off x="3922" y="1614"/>
              <a:ext cx="832" cy="480"/>
              <a:chOff x="3922" y="2154"/>
              <a:chExt cx="832" cy="480"/>
            </a:xfrm>
          </p:grpSpPr>
          <p:sp>
            <p:nvSpPr>
              <p:cNvPr id="44058" name="Rectangle 111"/>
              <p:cNvSpPr>
                <a:spLocks noChangeArrowheads="1"/>
              </p:cNvSpPr>
              <p:nvPr/>
            </p:nvSpPr>
            <p:spPr bwMode="auto">
              <a:xfrm>
                <a:off x="3922" y="2186"/>
                <a:ext cx="832" cy="44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059" name="Freeform 112"/>
              <p:cNvSpPr>
                <a:spLocks noChangeArrowheads="1"/>
              </p:cNvSpPr>
              <p:nvPr/>
            </p:nvSpPr>
            <p:spPr bwMode="auto">
              <a:xfrm>
                <a:off x="4234" y="2183"/>
                <a:ext cx="192" cy="444"/>
              </a:xfrm>
              <a:custGeom>
                <a:avLst/>
                <a:gdLst>
                  <a:gd name="T0" fmla="*/ 192 w 192"/>
                  <a:gd name="T1" fmla="*/ 0 h 444"/>
                  <a:gd name="T2" fmla="*/ 101 w 192"/>
                  <a:gd name="T3" fmla="*/ 172 h 444"/>
                  <a:gd name="T4" fmla="*/ 101 w 192"/>
                  <a:gd name="T5" fmla="*/ 353 h 444"/>
                  <a:gd name="T6" fmla="*/ 0 w 192"/>
                  <a:gd name="T7" fmla="*/ 444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2" h="444">
                    <a:moveTo>
                      <a:pt x="192" y="0"/>
                    </a:moveTo>
                    <a:cubicBezTo>
                      <a:pt x="154" y="56"/>
                      <a:pt x="116" y="113"/>
                      <a:pt x="101" y="172"/>
                    </a:cubicBezTo>
                    <a:cubicBezTo>
                      <a:pt x="86" y="231"/>
                      <a:pt x="118" y="308"/>
                      <a:pt x="101" y="353"/>
                    </a:cubicBezTo>
                    <a:cubicBezTo>
                      <a:pt x="84" y="398"/>
                      <a:pt x="42" y="421"/>
                      <a:pt x="0" y="444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4060" name="Group 113"/>
              <p:cNvGrpSpPr>
                <a:grpSpLocks/>
              </p:cNvGrpSpPr>
              <p:nvPr/>
            </p:nvGrpSpPr>
            <p:grpSpPr bwMode="auto">
              <a:xfrm>
                <a:off x="3991" y="2154"/>
                <a:ext cx="709" cy="406"/>
                <a:chOff x="3991" y="2154"/>
                <a:chExt cx="709" cy="406"/>
              </a:xfrm>
            </p:grpSpPr>
            <p:graphicFrame>
              <p:nvGraphicFramePr>
                <p:cNvPr id="44061" name="Object 114"/>
                <p:cNvGraphicFramePr>
                  <a:graphicFrameLocks/>
                </p:cNvGraphicFramePr>
                <p:nvPr/>
              </p:nvGraphicFramePr>
              <p:xfrm>
                <a:off x="4444" y="2348"/>
                <a:ext cx="189" cy="2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4637" r:id="rId16" imgW="152202" imgH="164885" progId="Equation.DSMT4">
                        <p:embed/>
                      </p:oleObj>
                    </mc:Choice>
                    <mc:Fallback>
                      <p:oleObj r:id="rId16" imgW="152202" imgH="164885" progId="Equation.DSMT4">
                        <p:embed/>
                        <p:pic>
                          <p:nvPicPr>
                            <p:cNvPr id="0" name="Object 114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44" y="2348"/>
                              <a:ext cx="189" cy="20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4062" name="Text Box 115"/>
                <p:cNvSpPr txBox="1">
                  <a:spLocks noChangeArrowheads="1"/>
                </p:cNvSpPr>
                <p:nvPr/>
              </p:nvSpPr>
              <p:spPr bwMode="auto">
                <a:xfrm>
                  <a:off x="4508" y="2154"/>
                  <a:ext cx="192" cy="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marL="228600" indent="-228600"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 typeface="Arial" panose="020B0604020202020204" pitchFamily="34" charset="0"/>
                    <a:buNone/>
                  </a:pPr>
                  <a:r>
                    <a:rPr lang="en-US" altLang="zh-CN" sz="1600" b="1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</a:t>
                  </a:r>
                </a:p>
              </p:txBody>
            </p:sp>
            <p:graphicFrame>
              <p:nvGraphicFramePr>
                <p:cNvPr id="44063" name="Object 116"/>
                <p:cNvGraphicFramePr>
                  <a:graphicFrameLocks/>
                </p:cNvGraphicFramePr>
                <p:nvPr/>
              </p:nvGraphicFramePr>
              <p:xfrm>
                <a:off x="3991" y="2339"/>
                <a:ext cx="204" cy="22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4638" r:id="rId18" imgW="152202" imgH="164885" progId="Equation.DSMT4">
                        <p:embed/>
                      </p:oleObj>
                    </mc:Choice>
                    <mc:Fallback>
                      <p:oleObj r:id="rId18" imgW="152202" imgH="164885" progId="Equation.DSMT4">
                        <p:embed/>
                        <p:pic>
                          <p:nvPicPr>
                            <p:cNvPr id="0" name="Object 116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91" y="2339"/>
                              <a:ext cx="204" cy="22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44064" name="Group 117"/>
            <p:cNvGrpSpPr>
              <a:grpSpLocks/>
            </p:cNvGrpSpPr>
            <p:nvPr/>
          </p:nvGrpSpPr>
          <p:grpSpPr bwMode="auto">
            <a:xfrm>
              <a:off x="4283" y="1653"/>
              <a:ext cx="470" cy="447"/>
              <a:chOff x="4283" y="2183"/>
              <a:chExt cx="470" cy="447"/>
            </a:xfrm>
          </p:grpSpPr>
          <p:sp>
            <p:nvSpPr>
              <p:cNvPr id="44065" name="Line 118"/>
              <p:cNvSpPr>
                <a:spLocks noChangeShapeType="1"/>
              </p:cNvSpPr>
              <p:nvPr/>
            </p:nvSpPr>
            <p:spPr bwMode="auto">
              <a:xfrm flipH="1">
                <a:off x="4355" y="2183"/>
                <a:ext cx="192" cy="1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066" name="Line 119"/>
              <p:cNvSpPr>
                <a:spLocks noChangeShapeType="1"/>
              </p:cNvSpPr>
              <p:nvPr/>
            </p:nvSpPr>
            <p:spPr bwMode="auto">
              <a:xfrm flipH="1">
                <a:off x="4341" y="2188"/>
                <a:ext cx="384" cy="25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067" name="Line 120"/>
              <p:cNvSpPr>
                <a:spLocks noChangeShapeType="1"/>
              </p:cNvSpPr>
              <p:nvPr/>
            </p:nvSpPr>
            <p:spPr bwMode="auto">
              <a:xfrm flipH="1">
                <a:off x="4283" y="2304"/>
                <a:ext cx="465" cy="28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068" name="Line 121"/>
              <p:cNvSpPr>
                <a:spLocks noChangeShapeType="1"/>
              </p:cNvSpPr>
              <p:nvPr/>
            </p:nvSpPr>
            <p:spPr bwMode="auto">
              <a:xfrm flipH="1">
                <a:off x="4399" y="2419"/>
                <a:ext cx="323" cy="2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069" name="Line 122"/>
              <p:cNvSpPr>
                <a:spLocks noChangeShapeType="1"/>
              </p:cNvSpPr>
              <p:nvPr/>
            </p:nvSpPr>
            <p:spPr bwMode="auto">
              <a:xfrm flipH="1">
                <a:off x="4561" y="2499"/>
                <a:ext cx="192" cy="1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" name="Group 149"/>
          <p:cNvGrpSpPr>
            <a:grpSpLocks/>
          </p:cNvGrpSpPr>
          <p:nvPr/>
        </p:nvGrpSpPr>
        <p:grpSpPr bwMode="auto">
          <a:xfrm>
            <a:off x="184150" y="552450"/>
            <a:ext cx="4579938" cy="468313"/>
            <a:chOff x="326" y="268"/>
            <a:chExt cx="2885" cy="295"/>
          </a:xfrm>
        </p:grpSpPr>
        <p:graphicFrame>
          <p:nvGraphicFramePr>
            <p:cNvPr id="44071" name="Object 145"/>
            <p:cNvGraphicFramePr>
              <a:graphicFrameLocks/>
            </p:cNvGraphicFramePr>
            <p:nvPr/>
          </p:nvGraphicFramePr>
          <p:xfrm>
            <a:off x="598" y="268"/>
            <a:ext cx="2613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639" r:id="rId20" imgW="2171700" imgH="228600" progId="Equation.DSMT4">
                    <p:embed/>
                  </p:oleObj>
                </mc:Choice>
                <mc:Fallback>
                  <p:oleObj r:id="rId20" imgW="2171700" imgH="228600" progId="Equation.DSMT4">
                    <p:embed/>
                    <p:pic>
                      <p:nvPicPr>
                        <p:cNvPr id="0" name="Object 14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8" y="268"/>
                          <a:ext cx="2613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72" name="Text Box 147"/>
            <p:cNvSpPr txBox="1">
              <a:spLocks noChangeArrowheads="1"/>
            </p:cNvSpPr>
            <p:nvPr/>
          </p:nvSpPr>
          <p:spPr bwMode="auto">
            <a:xfrm>
              <a:off x="326" y="271"/>
              <a:ext cx="317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chemeClr val="hlink"/>
                </a:buClr>
                <a:buFont typeface="Wingdings" panose="05000000000000000000" pitchFamily="2" charset="2"/>
                <a:buChar char="ü"/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</p:txBody>
        </p:sp>
      </p:grpSp>
      <p:grpSp>
        <p:nvGrpSpPr>
          <p:cNvPr id="11" name="Group 150"/>
          <p:cNvGrpSpPr>
            <a:grpSpLocks/>
          </p:cNvGrpSpPr>
          <p:nvPr/>
        </p:nvGrpSpPr>
        <p:grpSpPr bwMode="auto">
          <a:xfrm>
            <a:off x="190500" y="1581150"/>
            <a:ext cx="8280400" cy="971550"/>
            <a:chOff x="290" y="926"/>
            <a:chExt cx="5216" cy="612"/>
          </a:xfrm>
        </p:grpSpPr>
        <p:graphicFrame>
          <p:nvGraphicFramePr>
            <p:cNvPr id="44074" name="Object 146"/>
            <p:cNvGraphicFramePr>
              <a:graphicFrameLocks/>
            </p:cNvGraphicFramePr>
            <p:nvPr/>
          </p:nvGraphicFramePr>
          <p:xfrm>
            <a:off x="533" y="926"/>
            <a:ext cx="4973" cy="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640" r:id="rId22" imgW="4127500" imgH="508000" progId="Equation.DSMT4">
                    <p:embed/>
                  </p:oleObj>
                </mc:Choice>
                <mc:Fallback>
                  <p:oleObj r:id="rId22" imgW="4127500" imgH="508000" progId="Equation.DSMT4">
                    <p:embed/>
                    <p:pic>
                      <p:nvPicPr>
                        <p:cNvPr id="0" name="Object 14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" y="926"/>
                          <a:ext cx="4973" cy="6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75" name="Text Box 148"/>
            <p:cNvSpPr txBox="1">
              <a:spLocks noChangeArrowheads="1"/>
            </p:cNvSpPr>
            <p:nvPr/>
          </p:nvSpPr>
          <p:spPr bwMode="auto">
            <a:xfrm>
              <a:off x="290" y="1064"/>
              <a:ext cx="317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chemeClr val="hlink"/>
                </a:buClr>
                <a:buFont typeface="Wingdings" panose="05000000000000000000" pitchFamily="2" charset="2"/>
                <a:buChar char="ü"/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</p:txBody>
        </p:sp>
      </p:grpSp>
      <p:sp>
        <p:nvSpPr>
          <p:cNvPr id="52375" name="Rectangle 151"/>
          <p:cNvSpPr>
            <a:spLocks noRot="1" noChangeArrowheads="1"/>
          </p:cNvSpPr>
          <p:nvPr/>
        </p:nvSpPr>
        <p:spPr bwMode="auto">
          <a:xfrm>
            <a:off x="352425" y="4103688"/>
            <a:ext cx="872013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例：设</a:t>
            </a:r>
            <a:r>
              <a:rPr lang="en-US" altLang="zh-CN"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={ 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甲来听课 </a:t>
            </a: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={ 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乙来听课 </a:t>
            </a: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 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，则：</a:t>
            </a:r>
          </a:p>
        </p:txBody>
      </p:sp>
      <p:sp>
        <p:nvSpPr>
          <p:cNvPr id="52376" name="Rectangle 152"/>
          <p:cNvSpPr>
            <a:spLocks noChangeArrowheads="1"/>
          </p:cNvSpPr>
          <p:nvPr/>
        </p:nvSpPr>
        <p:spPr bwMode="auto">
          <a:xfrm>
            <a:off x="2659063" y="4573588"/>
            <a:ext cx="4572000" cy="48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甲、乙至少有一人来</a:t>
            </a: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52377" name="Rectangle 153"/>
          <p:cNvSpPr>
            <a:spLocks noChangeArrowheads="1"/>
          </p:cNvSpPr>
          <p:nvPr/>
        </p:nvSpPr>
        <p:spPr bwMode="auto">
          <a:xfrm>
            <a:off x="2733675" y="5006975"/>
            <a:ext cx="4572000" cy="48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甲、乙都来</a:t>
            </a: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52378" name="Rectangle 154"/>
          <p:cNvSpPr>
            <a:spLocks noChangeArrowheads="1"/>
          </p:cNvSpPr>
          <p:nvPr/>
        </p:nvSpPr>
        <p:spPr bwMode="auto">
          <a:xfrm>
            <a:off x="3424238" y="5548313"/>
            <a:ext cx="4572000" cy="48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甲、乙都不来</a:t>
            </a: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52379" name="Rectangle 155"/>
          <p:cNvSpPr>
            <a:spLocks noChangeArrowheads="1"/>
          </p:cNvSpPr>
          <p:nvPr/>
        </p:nvSpPr>
        <p:spPr bwMode="auto">
          <a:xfrm>
            <a:off x="3368675" y="6022975"/>
            <a:ext cx="4572000" cy="48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甲、乙至少有一人不来</a:t>
            </a: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2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2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2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2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2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2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2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2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2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2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2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2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2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2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2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/>
      <p:bldP spid="52375" grpId="0"/>
      <p:bldP spid="52376" grpId="0"/>
      <p:bldP spid="52377" grpId="0"/>
      <p:bldP spid="52378" grpId="0"/>
      <p:bldP spid="5237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74E64545-CAE0-4EFF-B89C-B883B9C06F5D}" type="slidenum">
              <a:rPr lang="en-US" altLang="zh-CN" sz="14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buClr>
                  <a:schemeClr val="tx1"/>
                </a:buClr>
              </a:pPr>
              <a:t>26</a:t>
            </a:fld>
            <a:endParaRPr lang="en-US" altLang="zh-CN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0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-2147888" y="-74613"/>
            <a:ext cx="8229601" cy="1143001"/>
          </a:xfrm>
        </p:spPr>
        <p:txBody>
          <a:bodyPr/>
          <a:lstStyle/>
          <a:p>
            <a:pPr eaLnBrk="1" hangingPunct="1"/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§3  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频率与概率</a:t>
            </a:r>
            <a:endParaRPr lang="zh-CN" altLang="en-US" sz="40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5059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77800" y="966788"/>
            <a:ext cx="8770938" cy="50688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定义：记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       其中   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发生的次数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n—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总试验次数。称      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次试验中发生的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中国国家足球队，“冲击亚洲”共进行了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次，其中成功了一次，则在这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次试验中“冲击亚洲”这事件发生的频率为	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某人一共听了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次“概率统计”课，其中有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次迟到，记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A={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听课迟到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	  				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	   反映了事件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发生的频繁程度。</a:t>
            </a:r>
          </a:p>
        </p:txBody>
      </p:sp>
      <p:graphicFrame>
        <p:nvGraphicFramePr>
          <p:cNvPr id="45060" name="Object 4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128114861"/>
              </p:ext>
            </p:extLst>
          </p:nvPr>
        </p:nvGraphicFramePr>
        <p:xfrm>
          <a:off x="2573338" y="1912938"/>
          <a:ext cx="5746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97" r:id="rId4" imgW="177492" imgH="228204" progId="Equation.DSMT4">
                  <p:embed/>
                </p:oleObj>
              </mc:Choice>
              <mc:Fallback>
                <p:oleObj r:id="rId4" imgW="177492" imgH="228204" progId="Equation.DSMT4">
                  <p:embed/>
                  <p:pic>
                    <p:nvPicPr>
                      <p:cNvPr id="0" name="Object 4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8" y="1912938"/>
                        <a:ext cx="574675" cy="50323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8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436276403"/>
              </p:ext>
            </p:extLst>
          </p:nvPr>
        </p:nvGraphicFramePr>
        <p:xfrm>
          <a:off x="2287588" y="1227138"/>
          <a:ext cx="13843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98" r:id="rId6" imgW="837836" imgH="444307" progId="Equation.DSMT4">
                  <p:embed/>
                </p:oleObj>
              </mc:Choice>
              <mc:Fallback>
                <p:oleObj r:id="rId6" imgW="837836" imgH="444307" progId="Equation.DSMT4">
                  <p:embed/>
                  <p:pic>
                    <p:nvPicPr>
                      <p:cNvPr id="0" name="Object 8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588" y="1227138"/>
                        <a:ext cx="1384300" cy="7334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4003846"/>
              </p:ext>
            </p:extLst>
          </p:nvPr>
        </p:nvGraphicFramePr>
        <p:xfrm>
          <a:off x="1971256" y="2343818"/>
          <a:ext cx="7207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99" r:id="rId8" imgW="393529" imgH="228501" progId="Equation.DSMT4">
                  <p:embed/>
                </p:oleObj>
              </mc:Choice>
              <mc:Fallback>
                <p:oleObj r:id="rId8" imgW="393529" imgH="228501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256" y="2343818"/>
                        <a:ext cx="7207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3" name="Objec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3556751"/>
              </p:ext>
            </p:extLst>
          </p:nvPr>
        </p:nvGraphicFramePr>
        <p:xfrm>
          <a:off x="1176338" y="4127500"/>
          <a:ext cx="620712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00" r:id="rId10" imgW="279037" imgH="215619" progId="Equation.DSMT4">
                  <p:embed/>
                </p:oleObj>
              </mc:Choice>
              <mc:Fallback>
                <p:oleObj r:id="rId10" imgW="279037" imgH="215619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338" y="4127500"/>
                        <a:ext cx="620712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4" name="Objec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7159283"/>
              </p:ext>
            </p:extLst>
          </p:nvPr>
        </p:nvGraphicFramePr>
        <p:xfrm>
          <a:off x="3705225" y="5180013"/>
          <a:ext cx="24844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01" r:id="rId12" imgW="1308100" imgH="228600" progId="Equation.DSMT4">
                  <p:embed/>
                </p:oleObj>
              </mc:Choice>
              <mc:Fallback>
                <p:oleObj r:id="rId12" imgW="1308100" imgH="228600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5225" y="5180013"/>
                        <a:ext cx="248443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5" name="Objec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6509580"/>
              </p:ext>
            </p:extLst>
          </p:nvPr>
        </p:nvGraphicFramePr>
        <p:xfrm>
          <a:off x="1709738" y="5872163"/>
          <a:ext cx="7207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02" r:id="rId14" imgW="393529" imgH="228501" progId="Equation.DSMT4">
                  <p:embed/>
                </p:oleObj>
              </mc:Choice>
              <mc:Fallback>
                <p:oleObj r:id="rId14" imgW="393529" imgH="228501" progId="Equation.DSMT4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5872163"/>
                        <a:ext cx="7207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6" name="Litebulb"/>
          <p:cNvSpPr>
            <a:spLocks noEditPoints="1" noChangeArrowheads="1"/>
          </p:cNvSpPr>
          <p:nvPr/>
        </p:nvSpPr>
        <p:spPr bwMode="auto">
          <a:xfrm>
            <a:off x="558800" y="1519238"/>
            <a:ext cx="209550" cy="271462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1" name="表格占位符 46080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85054118"/>
              </p:ext>
            </p:extLst>
          </p:nvPr>
        </p:nvGraphicFramePr>
        <p:xfrm>
          <a:off x="1166813" y="1828800"/>
          <a:ext cx="7567613" cy="4489450"/>
        </p:xfrm>
        <a:graphic>
          <a:graphicData uri="http://schemas.openxmlformats.org/drawingml/2006/table">
            <a:tbl>
              <a:tblPr/>
              <a:tblGrid>
                <a:gridCol w="108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8463">
                <a:tc rowSpan="2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试验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90000" marR="90000" marT="46800" marB="4680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99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 gridSpan="2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 =5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99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99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  =50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99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99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 =500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>
                      <a:solidFill>
                        <a:srgbClr val="99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cap="flat">
                      <a:noFill/>
                    </a:lnR>
                    <a:lnT w="28575" cap="flat" cmpd="sng">
                      <a:solidFill>
                        <a:srgbClr val="9966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en-US" altLang="zh-CN" sz="2000" baseline="-25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r>
                        <a:rPr lang="en-US" altLang="zh-CN" sz="2000" baseline="-25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(H)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en-US" altLang="zh-CN" sz="2000" baseline="-25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  <a:endParaRPr lang="en-US" altLang="zh-CN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r>
                        <a:rPr lang="en-US" altLang="zh-CN" sz="2000" baseline="-25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(H)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en-US" altLang="zh-CN" sz="2000" baseline="-25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  <a:endParaRPr lang="en-US" altLang="zh-CN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r>
                        <a:rPr lang="en-US" altLang="zh-CN" sz="2000" baseline="-25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(H)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25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90000" marR="90000" marT="46800" marB="4680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99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99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99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99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0.44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0.50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0.42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0.50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0.48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0.42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0.36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0.48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0.54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0.62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99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251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249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256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253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251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246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244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258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262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247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99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0.502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0.498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0.512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0.506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0.502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0.492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0.488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0.516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0.524</a:t>
                      </a:r>
                    </a:p>
                    <a:p>
                      <a:pPr lvl="0" indent="0" algn="ctr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0.494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9966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111" name="Text Box 538"/>
          <p:cNvSpPr txBox="1">
            <a:spLocks noChangeArrowheads="1"/>
          </p:cNvSpPr>
          <p:nvPr/>
        </p:nvSpPr>
        <p:spPr bwMode="auto">
          <a:xfrm>
            <a:off x="4564063" y="1254125"/>
            <a:ext cx="77006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marL="2286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 </a:t>
            </a:r>
            <a:r>
              <a:rPr lang="en-US" altLang="zh-CN" b="1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46112" name="Rectangle 539"/>
          <p:cNvSpPr>
            <a:spLocks noRot="1" noChangeArrowheads="1"/>
          </p:cNvSpPr>
          <p:nvPr/>
        </p:nvSpPr>
        <p:spPr bwMode="auto">
          <a:xfrm>
            <a:off x="1255713" y="552450"/>
            <a:ext cx="6367462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lnSpc>
                <a:spcPct val="80000"/>
              </a:lnSpc>
              <a:buFont typeface="Arial" panose="020B0604020202020204" pitchFamily="34" charset="0"/>
              <a:buBlip>
                <a:blip r:embed="rId3"/>
              </a:buBlip>
            </a:pPr>
            <a:r>
              <a:rPr lang="en-US" altLang="zh-CN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例：抛硬币出现的正面的频率</a:t>
            </a:r>
          </a:p>
        </p:txBody>
      </p:sp>
    </p:spTree>
  </p:cSld>
  <p:clrMapOvr>
    <a:masterClrMapping/>
  </p:clrMapOvr>
  <p:transition spd="med"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2BF55D2A-12E1-45D3-8B5B-DA0656BFC89E}" type="slidenum">
              <a:rPr lang="ko-KR" altLang="en-US" sz="1400" smtClean="0">
                <a:solidFill>
                  <a:schemeClr val="tx1"/>
                </a:solidFill>
                <a:latin typeface="微软雅黑" panose="020B0503020204020204" pitchFamily="34" charset="-122"/>
                <a:ea typeface="-윤명조240" pitchFamily="18" charset="-127"/>
              </a:rPr>
              <a:pPr>
                <a:buClr>
                  <a:schemeClr val="tx1"/>
                </a:buClr>
              </a:pPr>
              <a:t>28</a:t>
            </a:fld>
            <a:endParaRPr lang="ko-KR" altLang="en-US" sz="1400">
              <a:solidFill>
                <a:schemeClr val="tx1"/>
              </a:solidFill>
              <a:latin typeface="微软雅黑" panose="020B0503020204020204" pitchFamily="34" charset="-122"/>
              <a:ea typeface="-윤명조240" pitchFamily="18" charset="-127"/>
            </a:endParaRPr>
          </a:p>
        </p:txBody>
      </p:sp>
      <p:graphicFrame>
        <p:nvGraphicFramePr>
          <p:cNvPr id="47106" name="内容占位符 47105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3657581298"/>
              </p:ext>
            </p:extLst>
          </p:nvPr>
        </p:nvGraphicFramePr>
        <p:xfrm>
          <a:off x="1103313" y="1819275"/>
          <a:ext cx="7404100" cy="3548063"/>
        </p:xfrm>
        <a:graphic>
          <a:graphicData uri="http://schemas.openxmlformats.org/drawingml/2006/table">
            <a:tbl>
              <a:tblPr/>
              <a:tblGrid>
                <a:gridCol w="185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1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755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fontAlgn="ctr" latinLnBrk="1">
                        <a:lnSpc>
                          <a:spcPts val="24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实验者</a:t>
                      </a:r>
                    </a:p>
                  </a:txBody>
                  <a:tcPr marL="90000" marR="90000" marT="46800" marB="4680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endParaRPr lang="en-US" altLang="zh-CN" sz="2000" baseline="-25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en-US" altLang="zh-CN" sz="2000" baseline="-25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r>
                        <a:rPr lang="en-US" altLang="zh-CN" sz="2000" baseline="-25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(H)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13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zh-CN" altLang="en-US" sz="200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德</a:t>
                      </a:r>
                      <a:r>
                        <a:rPr lang="el-GR" altLang="zh-CN" sz="200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·</a:t>
                      </a:r>
                      <a:r>
                        <a:rPr lang="zh-CN" altLang="en-US" sz="200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摩根</a:t>
                      </a:r>
                      <a:endParaRPr lang="zh-CN" altLang="el-GR" sz="2000">
                        <a:solidFill>
                          <a:srgbClr val="FB23F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2048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1061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0.5181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55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zh-CN" altLang="en-US" sz="200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蒲 丰</a:t>
                      </a:r>
                    </a:p>
                  </a:txBody>
                  <a:tcPr marL="90000" marR="90000" marT="46800" marB="4680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4040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2048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0.5069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912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</a:t>
                      </a:r>
                      <a:r>
                        <a:rPr lang="el-GR" altLang="zh-CN" sz="200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·</a:t>
                      </a:r>
                      <a:r>
                        <a:rPr lang="zh-CN" altLang="en-US" sz="200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皮尔逊</a:t>
                      </a:r>
                    </a:p>
                  </a:txBody>
                  <a:tcPr marL="90000" marR="90000" marT="46800" marB="4680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12000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6019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0.5016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913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</a:t>
                      </a:r>
                      <a:r>
                        <a:rPr lang="el-GR" altLang="zh-CN" sz="200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·</a:t>
                      </a:r>
                      <a:r>
                        <a:rPr lang="zh-CN" altLang="en-US" sz="2000">
                          <a:solidFill>
                            <a:srgbClr val="FB23F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皮尔逊</a:t>
                      </a:r>
                    </a:p>
                  </a:txBody>
                  <a:tcPr marL="90000" marR="90000" marT="46800" marB="46800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24000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12012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Char char="•"/>
                        <a:defRPr sz="2400" b="0" i="0" u="none" kern="1200" baseline="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indent="0" algn="ctr" defTabSz="914400" latinLnBrk="1">
                        <a:lnSpc>
                          <a:spcPts val="2400"/>
                        </a:lnSpc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0.5005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138" name="Text Box 82"/>
          <p:cNvSpPr txBox="1">
            <a:spLocks noChangeArrowheads="1"/>
          </p:cNvSpPr>
          <p:nvPr/>
        </p:nvSpPr>
        <p:spPr bwMode="auto">
          <a:xfrm>
            <a:off x="4487863" y="1270000"/>
            <a:ext cx="77006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marL="2286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 </a:t>
            </a:r>
            <a:r>
              <a:rPr lang="en-US" altLang="zh-CN" b="1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</p:spTree>
  </p:cSld>
  <p:clrMapOvr>
    <a:masterClrMapping/>
  </p:clrMapOvr>
  <p:transition spd="med"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58A35C95-3F36-4822-BEDB-651F7BEED2B6}" type="slidenum">
              <a:rPr lang="en-US" altLang="zh-CN" sz="14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buClr>
                  <a:schemeClr val="tx1"/>
                </a:buClr>
              </a:pPr>
              <a:t>29</a:t>
            </a:fld>
            <a:endParaRPr lang="en-US" altLang="zh-CN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0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358775" y="588963"/>
            <a:ext cx="8588375" cy="5440362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FF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** </a:t>
            </a:r>
            <a:r>
              <a:rPr lang="zh-CN" altLang="en-US" sz="2800" dirty="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频率的性质：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         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的增大渐趋稳定，记稳定值为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</a:t>
            </a:r>
          </a:p>
          <a:p>
            <a:pPr marL="1638300" lvl="2" indent="-3810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</a:p>
        </p:txBody>
      </p:sp>
      <p:graphicFrame>
        <p:nvGraphicFramePr>
          <p:cNvPr id="48131" name="Objec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3650243"/>
              </p:ext>
            </p:extLst>
          </p:nvPr>
        </p:nvGraphicFramePr>
        <p:xfrm>
          <a:off x="830263" y="4729665"/>
          <a:ext cx="79216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44" r:id="rId3" imgW="393529" imgH="228501" progId="Equation.DSMT4">
                  <p:embed/>
                </p:oleObj>
              </mc:Choice>
              <mc:Fallback>
                <p:oleObj r:id="rId3" imgW="393529" imgH="228501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4729665"/>
                        <a:ext cx="792162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Object 7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170062959"/>
              </p:ext>
            </p:extLst>
          </p:nvPr>
        </p:nvGraphicFramePr>
        <p:xfrm>
          <a:off x="922338" y="2195513"/>
          <a:ext cx="7845425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45" r:id="rId5" imgW="3708400" imgH="939800" progId="Equation.DSMT4">
                  <p:embed/>
                </p:oleObj>
              </mc:Choice>
              <mc:Fallback>
                <p:oleObj r:id="rId5" imgW="3708400" imgH="939800" progId="Equation.DSMT4">
                  <p:embed/>
                  <p:pic>
                    <p:nvPicPr>
                      <p:cNvPr id="0" name="Object 7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2195513"/>
                        <a:ext cx="7845425" cy="198755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0" name="Rectangle 12"/>
          <p:cNvSpPr>
            <a:spLocks noChangeArrowheads="1"/>
          </p:cNvSpPr>
          <p:nvPr/>
        </p:nvSpPr>
        <p:spPr bwMode="auto">
          <a:xfrm>
            <a:off x="703847" y="1891046"/>
            <a:ext cx="8138528" cy="2440322"/>
          </a:xfrm>
          <a:prstGeom prst="rect">
            <a:avLst/>
          </a:prstGeom>
          <a:noFill/>
          <a:ln w="25400">
            <a:solidFill>
              <a:srgbClr val="8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6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" dur="50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  <p:set>
                                      <p:cBhvr>
                                        <p:cTn id="7" dur="50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239713" y="500063"/>
            <a:ext cx="8904287" cy="60102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Blip>
                <a:blip r:embed="rId4"/>
              </a:buBlip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概率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定义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	     的稳定值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的概率，记为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P(A)=p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定义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：将概率视为测度，且满足：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P(A)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为事件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800" b="1" dirty="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概率</a:t>
            </a:r>
            <a:r>
              <a:rPr lang="zh-CN" altLang="en-US" sz="2800" dirty="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9153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BE51FCFF-C8B4-4854-B105-EFBFE7629EC1}" type="slidenum">
              <a:rPr lang="en-US" altLang="zh-CN" sz="14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buClr>
                  <a:schemeClr val="tx1"/>
                </a:buClr>
              </a:pPr>
              <a:t>30</a:t>
            </a:fld>
            <a:endParaRPr lang="en-US" altLang="zh-CN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654" name="AutoShape 94"/>
          <p:cNvSpPr>
            <a:spLocks noChangeArrowheads="1"/>
          </p:cNvSpPr>
          <p:nvPr/>
        </p:nvSpPr>
        <p:spPr bwMode="auto">
          <a:xfrm>
            <a:off x="304799" y="2859173"/>
            <a:ext cx="8623301" cy="3110916"/>
          </a:xfrm>
          <a:prstGeom prst="horizontalScroll">
            <a:avLst>
              <a:gd name="adj" fmla="val 12500"/>
            </a:avLst>
          </a:prstGeom>
          <a:solidFill>
            <a:srgbClr val="CC99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9156" name="Object 4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724167590"/>
              </p:ext>
            </p:extLst>
          </p:nvPr>
        </p:nvGraphicFramePr>
        <p:xfrm>
          <a:off x="1811674" y="1302752"/>
          <a:ext cx="817562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86" r:id="rId5" imgW="393529" imgH="228501" progId="Equation.DSMT4">
                  <p:embed/>
                </p:oleObj>
              </mc:Choice>
              <mc:Fallback>
                <p:oleObj r:id="rId5" imgW="393529" imgH="228501" progId="Equation.DSMT4">
                  <p:embed/>
                  <p:pic>
                    <p:nvPicPr>
                      <p:cNvPr id="0" name="Object 4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674" y="1302752"/>
                        <a:ext cx="817562" cy="47466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Litebulb"/>
          <p:cNvSpPr>
            <a:spLocks noEditPoints="1" noChangeArrowheads="1"/>
          </p:cNvSpPr>
          <p:nvPr/>
        </p:nvSpPr>
        <p:spPr bwMode="auto">
          <a:xfrm>
            <a:off x="431800" y="1374775"/>
            <a:ext cx="173038" cy="222250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243" name="Object 87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105505705"/>
              </p:ext>
            </p:extLst>
          </p:nvPr>
        </p:nvGraphicFramePr>
        <p:xfrm>
          <a:off x="1411288" y="3239756"/>
          <a:ext cx="20161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87" r:id="rId7" imgW="1002865" imgH="228501" progId="Equation.DSMT4">
                  <p:embed/>
                </p:oleObj>
              </mc:Choice>
              <mc:Fallback>
                <p:oleObj r:id="rId7" imgW="1002865" imgH="228501" progId="Equation.DSMT4">
                  <p:embed/>
                  <p:pic>
                    <p:nvPicPr>
                      <p:cNvPr id="0" name="Object 87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1288" y="3239756"/>
                        <a:ext cx="2016125" cy="4603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650" name="Object 9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5275683"/>
              </p:ext>
            </p:extLst>
          </p:nvPr>
        </p:nvGraphicFramePr>
        <p:xfrm>
          <a:off x="1362075" y="4065256"/>
          <a:ext cx="158908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88" r:id="rId9" imgW="774364" imgH="228501" progId="Equation.DSMT4">
                  <p:embed/>
                </p:oleObj>
              </mc:Choice>
              <mc:Fallback>
                <p:oleObj r:id="rId9" imgW="774364" imgH="228501" progId="Equation.DSMT4">
                  <p:embed/>
                  <p:pic>
                    <p:nvPicPr>
                      <p:cNvPr id="0" name="Object 9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4065256"/>
                        <a:ext cx="1589088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651" name="Object 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3100937"/>
              </p:ext>
            </p:extLst>
          </p:nvPr>
        </p:nvGraphicFramePr>
        <p:xfrm>
          <a:off x="1385888" y="4733593"/>
          <a:ext cx="70612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89" r:id="rId11" imgW="3656013" imgH="431613" progId="Equation.DSMT4">
                  <p:embed/>
                </p:oleObj>
              </mc:Choice>
              <mc:Fallback>
                <p:oleObj r:id="rId11" imgW="3656013" imgH="431613" progId="Equation.DSMT4">
                  <p:embed/>
                  <p:pic>
                    <p:nvPicPr>
                      <p:cNvPr id="0" name="Object 91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888" y="4733593"/>
                        <a:ext cx="7061200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1" name="Litebulb"/>
          <p:cNvSpPr>
            <a:spLocks noEditPoints="1" noChangeArrowheads="1"/>
          </p:cNvSpPr>
          <p:nvPr/>
        </p:nvSpPr>
        <p:spPr bwMode="auto">
          <a:xfrm>
            <a:off x="455613" y="2696831"/>
            <a:ext cx="173037" cy="222250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025565" y="1802175"/>
            <a:ext cx="4118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i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掷硬币：</a:t>
            </a:r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P(A)=0.5, A={</a:t>
            </a:r>
            <a:r>
              <a:rPr lang="zh-CN" altLang="en-US" i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正面</a:t>
            </a:r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i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5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33A420AD-89C2-4B03-A627-9B7963AF0CFE}" type="slidenum">
              <a:rPr lang="en-US" altLang="zh-CN" sz="14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buClr>
                  <a:schemeClr val="tx1"/>
                </a:buClr>
              </a:pPr>
              <a:t>31</a:t>
            </a:fld>
            <a:endParaRPr lang="en-US" altLang="zh-CN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266" name="Object 0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416585437"/>
              </p:ext>
            </p:extLst>
          </p:nvPr>
        </p:nvGraphicFramePr>
        <p:xfrm>
          <a:off x="949325" y="1762125"/>
          <a:ext cx="79343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50" r:id="rId3" imgW="3733800" imgH="228600" progId="Equation.DSMT4">
                  <p:embed/>
                </p:oleObj>
              </mc:Choice>
              <mc:Fallback>
                <p:oleObj r:id="rId3" imgW="3733800" imgH="228600" progId="Equation.DSMT4">
                  <p:embed/>
                  <p:pic>
                    <p:nvPicPr>
                      <p:cNvPr id="0" name="Object 0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1762125"/>
                        <a:ext cx="7934325" cy="4857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7265" name="Objec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4939324"/>
              </p:ext>
            </p:extLst>
          </p:nvPr>
        </p:nvGraphicFramePr>
        <p:xfrm>
          <a:off x="1054100" y="3201988"/>
          <a:ext cx="7297738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51" r:id="rId5" imgW="3441700" imgH="228600" progId="Equation.DSMT4">
                  <p:embed/>
                </p:oleObj>
              </mc:Choice>
              <mc:Fallback>
                <p:oleObj r:id="rId5" imgW="3441700" imgH="228600" progId="Equation.DSMT4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3201988"/>
                        <a:ext cx="7297738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7266" name="Objec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9596235"/>
              </p:ext>
            </p:extLst>
          </p:nvPr>
        </p:nvGraphicFramePr>
        <p:xfrm>
          <a:off x="968375" y="785813"/>
          <a:ext cx="2840038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52" r:id="rId7" imgW="1143000" imgH="228600" progId="Equation.DSMT4">
                  <p:embed/>
                </p:oleObj>
              </mc:Choice>
              <mc:Fallback>
                <p:oleObj r:id="rId7" imgW="1143000" imgH="22860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75" y="785813"/>
                        <a:ext cx="2840038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1" name="Rectangle 31"/>
          <p:cNvSpPr>
            <a:spLocks noChangeArrowheads="1"/>
          </p:cNvSpPr>
          <p:nvPr/>
        </p:nvSpPr>
        <p:spPr bwMode="auto">
          <a:xfrm>
            <a:off x="-550863" y="358775"/>
            <a:ext cx="241313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marL="11430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Blip>
                <a:blip r:embed="rId9"/>
              </a:buBlip>
            </a:pPr>
            <a:r>
              <a:rPr lang="zh-CN" altLang="en-US" sz="280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性质：</a:t>
            </a:r>
          </a:p>
        </p:txBody>
      </p:sp>
      <p:graphicFrame>
        <p:nvGraphicFramePr>
          <p:cNvPr id="2187267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8349933"/>
              </p:ext>
            </p:extLst>
          </p:nvPr>
        </p:nvGraphicFramePr>
        <p:xfrm>
          <a:off x="1377950" y="1300163"/>
          <a:ext cx="134302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53" r:id="rId10" imgW="773693" imgH="215619" progId="Equation.DSMT4">
                  <p:embed/>
                </p:oleObj>
              </mc:Choice>
              <mc:Fallback>
                <p:oleObj r:id="rId10" imgW="773693" imgH="215619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950" y="1300163"/>
                        <a:ext cx="1343025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7268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526184"/>
              </p:ext>
            </p:extLst>
          </p:nvPr>
        </p:nvGraphicFramePr>
        <p:xfrm>
          <a:off x="2851150" y="1296988"/>
          <a:ext cx="206851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54" r:id="rId12" imgW="1193800" imgH="228600" progId="Equation.DSMT4">
                  <p:embed/>
                </p:oleObj>
              </mc:Choice>
              <mc:Fallback>
                <p:oleObj r:id="rId12" imgW="1193800" imgH="2286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150" y="1296988"/>
                        <a:ext cx="206851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7269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3021092"/>
              </p:ext>
            </p:extLst>
          </p:nvPr>
        </p:nvGraphicFramePr>
        <p:xfrm>
          <a:off x="5111750" y="1343025"/>
          <a:ext cx="1363663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55" r:id="rId14" imgW="786717" imgH="203024" progId="Equation.DSMT4">
                  <p:embed/>
                </p:oleObj>
              </mc:Choice>
              <mc:Fallback>
                <p:oleObj r:id="rId14" imgW="786717" imgH="203024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1343025"/>
                        <a:ext cx="1363663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7270" name="Objec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8039433"/>
              </p:ext>
            </p:extLst>
          </p:nvPr>
        </p:nvGraphicFramePr>
        <p:xfrm>
          <a:off x="1379538" y="2284413"/>
          <a:ext cx="151923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56" r:id="rId16" imgW="875160" imgH="215619" progId="Equation.DSMT4">
                  <p:embed/>
                </p:oleObj>
              </mc:Choice>
              <mc:Fallback>
                <p:oleObj r:id="rId16" imgW="875160" imgH="215619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538" y="2284413"/>
                        <a:ext cx="1519237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7271" name="Objec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7709643"/>
              </p:ext>
            </p:extLst>
          </p:nvPr>
        </p:nvGraphicFramePr>
        <p:xfrm>
          <a:off x="2998788" y="2279650"/>
          <a:ext cx="26860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57" r:id="rId18" imgW="1549400" imgH="228600" progId="Equation.DSMT4">
                  <p:embed/>
                </p:oleObj>
              </mc:Choice>
              <mc:Fallback>
                <p:oleObj r:id="rId18" imgW="1549400" imgH="2286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788" y="2279650"/>
                        <a:ext cx="268605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7272" name="Objec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9091985"/>
              </p:ext>
            </p:extLst>
          </p:nvPr>
        </p:nvGraphicFramePr>
        <p:xfrm>
          <a:off x="1817688" y="2738438"/>
          <a:ext cx="429418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58" r:id="rId20" imgW="2476500" imgH="228600" progId="Equation.DSMT4">
                  <p:embed/>
                </p:oleObj>
              </mc:Choice>
              <mc:Fallback>
                <p:oleObj r:id="rId20" imgW="2476500" imgH="228600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688" y="2738438"/>
                        <a:ext cx="429418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7273" name="Objec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0887925"/>
              </p:ext>
            </p:extLst>
          </p:nvPr>
        </p:nvGraphicFramePr>
        <p:xfrm>
          <a:off x="6292850" y="2797175"/>
          <a:ext cx="174148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59" r:id="rId22" imgW="1002430" imgH="203024" progId="Equation.DSMT4">
                  <p:embed/>
                </p:oleObj>
              </mc:Choice>
              <mc:Fallback>
                <p:oleObj r:id="rId22" imgW="1002430" imgH="203024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2850" y="2797175"/>
                        <a:ext cx="1741488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7274" name="Objec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1640086"/>
              </p:ext>
            </p:extLst>
          </p:nvPr>
        </p:nvGraphicFramePr>
        <p:xfrm>
          <a:off x="1393825" y="3722688"/>
          <a:ext cx="2532063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60" r:id="rId24" imgW="1459233" imgH="203024" progId="Equation.DSMT4">
                  <p:embed/>
                </p:oleObj>
              </mc:Choice>
              <mc:Fallback>
                <p:oleObj r:id="rId24" imgW="1459233" imgH="203024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3722688"/>
                        <a:ext cx="2532063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7275" name="Objec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1218601"/>
              </p:ext>
            </p:extLst>
          </p:nvPr>
        </p:nvGraphicFramePr>
        <p:xfrm>
          <a:off x="3986213" y="3724275"/>
          <a:ext cx="352266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61" r:id="rId26" imgW="2030238" imgH="203024" progId="Equation.DSMT4">
                  <p:embed/>
                </p:oleObj>
              </mc:Choice>
              <mc:Fallback>
                <p:oleObj r:id="rId26" imgW="2030238" imgH="203024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213" y="3724275"/>
                        <a:ext cx="3522662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7276" name="Objec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2228144"/>
              </p:ext>
            </p:extLst>
          </p:nvPr>
        </p:nvGraphicFramePr>
        <p:xfrm>
          <a:off x="1103313" y="4129088"/>
          <a:ext cx="539432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62" r:id="rId28" imgW="3111500" imgH="228600" progId="Equation.DSMT4">
                  <p:embed/>
                </p:oleObj>
              </mc:Choice>
              <mc:Fallback>
                <p:oleObj r:id="rId28" imgW="3111500" imgH="228600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313" y="4129088"/>
                        <a:ext cx="539432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7277" name="Objec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9897515"/>
              </p:ext>
            </p:extLst>
          </p:nvPr>
        </p:nvGraphicFramePr>
        <p:xfrm>
          <a:off x="1497013" y="4587875"/>
          <a:ext cx="38973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63" r:id="rId30" imgW="2245950" imgH="203024" progId="Equation.DSMT4">
                  <p:embed/>
                </p:oleObj>
              </mc:Choice>
              <mc:Fallback>
                <p:oleObj r:id="rId30" imgW="2245950" imgH="203024" progId="Equation.DSMT4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013" y="4587875"/>
                        <a:ext cx="3897312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7278" name="Object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5213112"/>
              </p:ext>
            </p:extLst>
          </p:nvPr>
        </p:nvGraphicFramePr>
        <p:xfrm>
          <a:off x="881063" y="5175250"/>
          <a:ext cx="13001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64" r:id="rId32" imgW="748326" imgH="215619" progId="Equation.DSMT4">
                  <p:embed/>
                </p:oleObj>
              </mc:Choice>
              <mc:Fallback>
                <p:oleObj r:id="rId32" imgW="748326" imgH="215619" progId="Equation.DSMT4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063" y="5175250"/>
                        <a:ext cx="130016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7279" name="Objec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1194015"/>
              </p:ext>
            </p:extLst>
          </p:nvPr>
        </p:nvGraphicFramePr>
        <p:xfrm>
          <a:off x="2740025" y="5016500"/>
          <a:ext cx="4930775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65" r:id="rId34" imgW="2844800" imgH="914400" progId="Equation.DSMT4">
                  <p:embed/>
                </p:oleObj>
              </mc:Choice>
              <mc:Fallback>
                <p:oleObj r:id="rId34" imgW="2844800" imgH="914400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0025" y="5016500"/>
                        <a:ext cx="4930775" cy="158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6"/>
          <p:cNvGrpSpPr>
            <a:grpSpLocks/>
          </p:cNvGrpSpPr>
          <p:nvPr/>
        </p:nvGrpSpPr>
        <p:grpSpPr bwMode="auto">
          <a:xfrm>
            <a:off x="6218238" y="0"/>
            <a:ext cx="1909762" cy="801688"/>
            <a:chOff x="3039" y="60"/>
            <a:chExt cx="1203" cy="505"/>
          </a:xfrm>
        </p:grpSpPr>
        <p:sp>
          <p:nvSpPr>
            <p:cNvPr id="50196" name="AutoShape 113"/>
            <p:cNvSpPr>
              <a:spLocks noChangeArrowheads="1"/>
            </p:cNvSpPr>
            <p:nvPr/>
          </p:nvSpPr>
          <p:spPr bwMode="auto">
            <a:xfrm>
              <a:off x="3042" y="60"/>
              <a:ext cx="1182" cy="505"/>
            </a:xfrm>
            <a:prstGeom prst="wedgeRoundRectCallout">
              <a:avLst>
                <a:gd name="adj1" fmla="val -54060"/>
                <a:gd name="adj2" fmla="val 110000"/>
                <a:gd name="adj3" fmla="val 16667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46800" rIns="90000" bIns="46800"/>
            <a:lstStyle>
              <a:lvl1pPr marL="11430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endParaRPr lang="zh-CN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50197" name="Object 16"/>
            <p:cNvGraphicFramePr>
              <a:graphicFrameLocks/>
            </p:cNvGraphicFramePr>
            <p:nvPr/>
          </p:nvGraphicFramePr>
          <p:xfrm>
            <a:off x="3039" y="151"/>
            <a:ext cx="1203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166" r:id="rId36" imgW="1536700" imgH="457200" progId="Equation.DSMT4">
                    <p:embed/>
                  </p:oleObj>
                </mc:Choice>
                <mc:Fallback>
                  <p:oleObj r:id="rId36" imgW="1536700" imgH="457200" progId="Equation.DSMT4">
                    <p:embed/>
                    <p:pic>
                      <p:nvPicPr>
                        <p:cNvPr id="0" name="Object 1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9" y="151"/>
                          <a:ext cx="1203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矩形 2"/>
          <p:cNvSpPr/>
          <p:nvPr/>
        </p:nvSpPr>
        <p:spPr>
          <a:xfrm>
            <a:off x="1251284" y="1408970"/>
            <a:ext cx="6671511" cy="371178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 随机在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[0,1]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上取一点，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1/2)=1/∞=0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不取点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1/2)=1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但“不取点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1/2”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的事件为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[0,1/2)∪(1/2,1]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并不是样本空间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Ω=[0,1]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[0,1]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上的点视为无穷多个，而取一点的概率显然为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1/∞=0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8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8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8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8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87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87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87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87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187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87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87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87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87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87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187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3F23348E-EC68-4E74-A241-1BCE165EA147}" type="slidenum">
              <a:rPr lang="en-US" altLang="zh-CN" sz="14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buClr>
                  <a:schemeClr val="tx1"/>
                </a:buClr>
              </a:pPr>
              <a:t>32</a:t>
            </a:fld>
            <a:endParaRPr lang="en-US" altLang="zh-CN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-841375" y="-127000"/>
            <a:ext cx="8540750" cy="1143000"/>
          </a:xfrm>
        </p:spPr>
        <p:txBody>
          <a:bodyPr/>
          <a:lstStyle/>
          <a:p>
            <a:pPr eaLnBrk="1" hangingPunct="1"/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</a:rPr>
              <a:t>§4 </a:t>
            </a:r>
            <a:r>
              <a:rPr lang="zh-CN" alt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等可能概型（古典概型）</a:t>
            </a:r>
          </a:p>
        </p:txBody>
      </p:sp>
      <p:sp>
        <p:nvSpPr>
          <p:cNvPr id="5120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98463" y="1277938"/>
            <a:ext cx="8666162" cy="419417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定义：若试验</a:t>
            </a:r>
            <a:r>
              <a:rPr lang="en-US" altLang="zh-CN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满足：</a:t>
            </a:r>
          </a:p>
          <a:p>
            <a:pPr marL="2535238" lvl="3" indent="-3810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800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中样本点有限</a:t>
            </a:r>
            <a:r>
              <a:rPr lang="en-US" altLang="zh-CN" sz="2800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有限性</a:t>
            </a:r>
            <a:r>
              <a:rPr lang="en-US" altLang="zh-CN" sz="2800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2535238" lvl="3" indent="-3810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出现每一样本点的概率相等</a:t>
            </a:r>
            <a:r>
              <a:rPr lang="en-US" altLang="zh-CN" sz="2800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等可能性</a:t>
            </a:r>
            <a:r>
              <a:rPr lang="en-US" altLang="zh-CN" sz="2800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2535238" lvl="3" indent="-381000" eaLnBrk="1" hangingPunct="1">
              <a:buFont typeface="Wingdings" panose="05000000000000000000" pitchFamily="2" charset="2"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9332" name="Rectangle 4"/>
          <p:cNvSpPr>
            <a:spLocks noChangeArrowheads="1"/>
          </p:cNvSpPr>
          <p:nvPr/>
        </p:nvSpPr>
        <p:spPr bwMode="auto">
          <a:xfrm>
            <a:off x="2095499" y="3013911"/>
            <a:ext cx="4894848" cy="1136984"/>
          </a:xfrm>
          <a:prstGeom prst="rect">
            <a:avLst/>
          </a:prstGeom>
          <a:solidFill>
            <a:srgbClr val="FF99CC"/>
          </a:solidFill>
          <a:ln w="19050">
            <a:solidFill>
              <a:srgbClr val="FF9900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79333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5447502"/>
              </p:ext>
            </p:extLst>
          </p:nvPr>
        </p:nvGraphicFramePr>
        <p:xfrm>
          <a:off x="2230438" y="3163888"/>
          <a:ext cx="413385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5" r:id="rId3" imgW="2094591" imgH="380835" progId="Equation.DSMT4">
                  <p:embed/>
                </p:oleObj>
              </mc:Choice>
              <mc:Fallback>
                <p:oleObj r:id="rId3" imgW="2094591" imgH="380835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438" y="3163888"/>
                        <a:ext cx="4133850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9334" name="Text Box 6"/>
          <p:cNvSpPr txBox="1">
            <a:spLocks noChangeArrowheads="1"/>
          </p:cNvSpPr>
          <p:nvPr/>
        </p:nvSpPr>
        <p:spPr bwMode="auto">
          <a:xfrm>
            <a:off x="1704975" y="4681538"/>
            <a:ext cx="7518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称这种试验为</a:t>
            </a:r>
            <a:r>
              <a:rPr lang="zh-CN" altLang="en-US" sz="3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等可能概型</a:t>
            </a:r>
            <a:r>
              <a:rPr lang="en-US" altLang="zh-CN" sz="3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或古典概型</a:t>
            </a:r>
            <a:r>
              <a:rPr lang="en-US" altLang="zh-CN" sz="3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79335" name="Litebulb"/>
          <p:cNvSpPr>
            <a:spLocks noEditPoints="1" noChangeArrowheads="1"/>
          </p:cNvSpPr>
          <p:nvPr/>
        </p:nvSpPr>
        <p:spPr bwMode="auto">
          <a:xfrm>
            <a:off x="285750" y="1422400"/>
            <a:ext cx="209550" cy="271463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6" dur="2000" fill="hold"/>
                                        <p:tgtEl>
                                          <p:spTgt spid="137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37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155" decel="100000"/>
                                        <p:tgtEl>
                                          <p:spTgt spid="13793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1155" decel="100000"/>
                                        <p:tgtEl>
                                          <p:spTgt spid="137933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7" dur="1845" accel="100000" fill="hold">
                                          <p:stCondLst>
                                            <p:cond delay="1155"/>
                                          </p:stCondLst>
                                        </p:cTn>
                                        <p:tgtEl>
                                          <p:spTgt spid="137933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8" dur="1155" fill="hold"/>
                                        <p:tgtEl>
                                          <p:spTgt spid="1379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9" dur="1845" accel="100000" fill="hold">
                                          <p:stCondLst>
                                            <p:cond delay="1155"/>
                                          </p:stCondLst>
                                        </p:cTn>
                                        <p:tgtEl>
                                          <p:spTgt spid="1379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0" dur="1155" fill="hold"/>
                                        <p:tgtEl>
                                          <p:spTgt spid="1379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1" dur="1845" accel="100000" fill="hold">
                                          <p:stCondLst>
                                            <p:cond delay="1155"/>
                                          </p:stCondLst>
                                        </p:cTn>
                                        <p:tgtEl>
                                          <p:spTgt spid="1379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37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9332" grpId="0" animBg="1"/>
      <p:bldP spid="137933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DD1922C3-0AED-48B9-9DCF-9D620E2871C5}" type="slidenum">
              <a:rPr lang="en-US" altLang="zh-CN" sz="14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buClr>
                  <a:schemeClr val="tx1"/>
                </a:buClr>
              </a:pPr>
              <a:t>33</a:t>
            </a:fld>
            <a:endParaRPr lang="en-US" altLang="zh-CN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830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01625" y="595313"/>
            <a:ext cx="8842375" cy="57023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：一袋中有</a:t>
            </a:r>
            <a:r>
              <a:rPr lang="en-US" altLang="zh-CN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个球，编号为</a:t>
            </a:r>
            <a:r>
              <a:rPr lang="en-US" altLang="zh-CN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</a:t>
            </a:r>
            <a:r>
              <a:rPr lang="en-US" altLang="zh-CN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	  </a:t>
            </a: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号为红球，</a:t>
            </a:r>
            <a:r>
              <a:rPr lang="en-US" altLang="zh-CN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号为黄球，设摸到每一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球的可能性相等，从中随机摸一球，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记</a:t>
            </a:r>
            <a:r>
              <a:rPr lang="en-US" altLang="zh-CN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A={ </a:t>
            </a: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摸到红球 </a:t>
            </a:r>
            <a:r>
              <a:rPr lang="en-US" altLang="zh-CN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，求</a:t>
            </a:r>
            <a:r>
              <a:rPr lang="en-US" altLang="zh-CN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P(A)</a:t>
            </a:r>
            <a:r>
              <a:rPr lang="zh-CN" altLang="en-US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</p:txBody>
      </p:sp>
      <p:sp>
        <p:nvSpPr>
          <p:cNvPr id="1378317" name="Rectangle 13"/>
          <p:cNvSpPr>
            <a:spLocks noChangeArrowheads="1"/>
          </p:cNvSpPr>
          <p:nvPr/>
        </p:nvSpPr>
        <p:spPr bwMode="auto">
          <a:xfrm>
            <a:off x="644525" y="3244850"/>
            <a:ext cx="7053263" cy="2064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    </a:t>
            </a:r>
            <a:r>
              <a:rPr lang="en-US" altLang="zh-CN" sz="3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S={1,2,…,8}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3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   A={1,2,3} 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endParaRPr lang="en-US" altLang="zh-CN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78318" name="Object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5618707"/>
              </p:ext>
            </p:extLst>
          </p:nvPr>
        </p:nvGraphicFramePr>
        <p:xfrm>
          <a:off x="2390775" y="4905375"/>
          <a:ext cx="200818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5" r:id="rId4" imgW="812447" imgH="330057" progId="Equation.DSMT4">
                  <p:embed/>
                </p:oleObj>
              </mc:Choice>
              <mc:Fallback>
                <p:oleObj r:id="rId4" imgW="812447" imgH="330057" progId="Equation.DSMT4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4905375"/>
                        <a:ext cx="2008188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78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78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78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78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8307" grpId="0"/>
      <p:bldP spid="13783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701" name="Rectangle 13"/>
          <p:cNvSpPr>
            <a:spLocks noRot="1" noChangeArrowheads="1"/>
          </p:cNvSpPr>
          <p:nvPr/>
        </p:nvSpPr>
        <p:spPr bwMode="auto">
          <a:xfrm>
            <a:off x="438150" y="2846388"/>
            <a:ext cx="8540750" cy="358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en-US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：有</a:t>
            </a:r>
            <a:r>
              <a:rPr lang="en-US" altLang="zh-CN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件产品，其中</a:t>
            </a:r>
            <a:r>
              <a:rPr lang="en-US" altLang="zh-CN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件是次品，从中不放	  回的取</a:t>
            </a:r>
            <a:r>
              <a:rPr lang="en-US" altLang="zh-CN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件，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</a:t>
            </a:r>
            <a:r>
              <a:rPr lang="zh-CN" altLang="en-US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</a:t>
            </a:r>
            <a:r>
              <a:rPr lang="en-US" altLang="zh-CN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3200" baseline="-250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zh-CN" altLang="en-US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恰有</a:t>
            </a:r>
            <a:r>
              <a:rPr lang="en-US" altLang="zh-CN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件次品</a:t>
            </a:r>
            <a:r>
              <a:rPr lang="en-US" altLang="zh-CN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，求</a:t>
            </a:r>
            <a:r>
              <a:rPr lang="en-US" altLang="zh-CN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P(A</a:t>
            </a:r>
            <a:r>
              <a:rPr lang="en-US" altLang="zh-CN" sz="3200" baseline="-250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3200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解：</a:t>
            </a:r>
          </a:p>
        </p:txBody>
      </p:sp>
      <p:sp>
        <p:nvSpPr>
          <p:cNvPr id="5324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D175B39B-507B-4FAE-8384-F68FDF852577}" type="slidenum">
              <a:rPr lang="en-US" altLang="zh-CN" sz="14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buClr>
                  <a:schemeClr val="tx1"/>
                </a:buClr>
              </a:pPr>
              <a:t>34</a:t>
            </a:fld>
            <a:endParaRPr lang="en-US" altLang="zh-CN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250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285750" y="509588"/>
            <a:ext cx="8540750" cy="16637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en-US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：从上例的袋中不放回的摸两球，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		  </a:t>
            </a:r>
            <a:r>
              <a:rPr lang="zh-CN" altLang="en-US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</a:t>
            </a:r>
            <a:r>
              <a:rPr lang="en-US" altLang="zh-CN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A={</a:t>
            </a:r>
            <a:r>
              <a:rPr lang="zh-CN" altLang="en-US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恰是一红一黄</a:t>
            </a:r>
            <a:r>
              <a:rPr lang="en-US" altLang="zh-CN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，求</a:t>
            </a:r>
            <a:r>
              <a:rPr lang="en-US" altLang="zh-CN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P(A)</a:t>
            </a:r>
            <a:r>
              <a:rPr lang="zh-CN" altLang="en-US">
                <a:solidFill>
                  <a:srgbClr val="99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	 解：</a:t>
            </a:r>
          </a:p>
        </p:txBody>
      </p:sp>
      <p:graphicFrame>
        <p:nvGraphicFramePr>
          <p:cNvPr id="2188288" name="Object 10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4875010"/>
              </p:ext>
            </p:extLst>
          </p:nvPr>
        </p:nvGraphicFramePr>
        <p:xfrm>
          <a:off x="1746250" y="1666875"/>
          <a:ext cx="374173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26" r:id="rId4" imgW="1942257" imgH="393529" progId="Equation.DSMT4">
                  <p:embed/>
                </p:oleObj>
              </mc:Choice>
              <mc:Fallback>
                <p:oleObj r:id="rId4" imgW="1942257" imgH="393529" progId="Equation.DSMT4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0" y="1666875"/>
                        <a:ext cx="3741738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4696" name="Rectangle 8"/>
          <p:cNvSpPr>
            <a:spLocks noChangeArrowheads="1"/>
          </p:cNvSpPr>
          <p:nvPr/>
        </p:nvSpPr>
        <p:spPr bwMode="auto">
          <a:xfrm>
            <a:off x="1695449" y="4584032"/>
            <a:ext cx="4741445" cy="569935"/>
          </a:xfrm>
          <a:prstGeom prst="rect">
            <a:avLst/>
          </a:prstGeom>
          <a:solidFill>
            <a:srgbClr val="CC99FF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188289" name="Object 10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3281992"/>
              </p:ext>
            </p:extLst>
          </p:nvPr>
        </p:nvGraphicFramePr>
        <p:xfrm>
          <a:off x="1797050" y="4629150"/>
          <a:ext cx="443706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27" r:id="rId6" imgW="2170758" imgH="241195" progId="Equation.DSMT4">
                  <p:embed/>
                </p:oleObj>
              </mc:Choice>
              <mc:Fallback>
                <p:oleObj r:id="rId6" imgW="2170758" imgH="241195" progId="Equation.DSMT4">
                  <p:embed/>
                  <p:pic>
                    <p:nvPicPr>
                      <p:cNvPr id="0" name="Object 102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050" y="4629150"/>
                        <a:ext cx="4437063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785938" y="5529263"/>
            <a:ext cx="5380038" cy="463550"/>
            <a:chOff x="240" y="3654"/>
            <a:chExt cx="3389" cy="292"/>
          </a:xfrm>
        </p:grpSpPr>
        <p:sp>
          <p:nvSpPr>
            <p:cNvPr id="53256" name="Text Box 12"/>
            <p:cNvSpPr txBox="1">
              <a:spLocks noChangeArrowheads="1"/>
            </p:cNvSpPr>
            <p:nvPr/>
          </p:nvSpPr>
          <p:spPr bwMode="auto">
            <a:xfrm>
              <a:off x="240" y="3654"/>
              <a:ext cx="3389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（注：当</a:t>
              </a: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L&gt;m</a:t>
              </a:r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L&lt;0</a:t>
              </a:r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时，记	   ）</a:t>
              </a:r>
            </a:p>
          </p:txBody>
        </p:sp>
        <p:graphicFrame>
          <p:nvGraphicFramePr>
            <p:cNvPr id="53255" name="Object 1026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350979892"/>
                </p:ext>
              </p:extLst>
            </p:nvPr>
          </p:nvGraphicFramePr>
          <p:xfrm>
            <a:off x="2750" y="3684"/>
            <a:ext cx="466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28" r:id="rId8" imgW="457002" imgH="241195" progId="Equation.DSMT4">
                    <p:embed/>
                  </p:oleObj>
                </mc:Choice>
                <mc:Fallback>
                  <p:oleObj r:id="rId8" imgW="457002" imgH="241195" progId="Equation.DSMT4">
                    <p:embed/>
                    <p:pic>
                      <p:nvPicPr>
                        <p:cNvPr id="0" name="Object 102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0" y="3684"/>
                          <a:ext cx="466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88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94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94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8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4701" grpId="0"/>
      <p:bldP spid="139469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2882" name="Picture 2" descr="https://gss1.bdstatic.com/9vo3dSag_xI4khGkpoWK1HF6hhy/baike/c0%3Dbaike92%2C5%2C5%2C92%2C30/sign=d3742698768da9775a228e79d138937c/96dda144ad3459822b53003909f431adcaef844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747" y="526155"/>
            <a:ext cx="5844506" cy="5732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34738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0F3ABAE7-A703-4BFF-8F43-0FEC5396EEAE}" type="slidenum">
              <a:rPr lang="en-US" altLang="zh-CN" sz="14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36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54274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287338" y="477838"/>
            <a:ext cx="8540750" cy="17446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个不同的球，投入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个不同的盒中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n≤N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，设每一球落入各盒	 	的概率相同，且各盒可放的球数不限，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恰有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个盒子各有一球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P(A)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	  解：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328738" y="1717675"/>
            <a:ext cx="2655887" cy="1098550"/>
            <a:chOff x="839" y="3437"/>
            <a:chExt cx="1673" cy="692"/>
          </a:xfrm>
        </p:grpSpPr>
        <p:grpSp>
          <p:nvGrpSpPr>
            <p:cNvPr id="54276" name="Group 5"/>
            <p:cNvGrpSpPr>
              <a:grpSpLocks/>
            </p:cNvGrpSpPr>
            <p:nvPr/>
          </p:nvGrpSpPr>
          <p:grpSpPr bwMode="auto">
            <a:xfrm>
              <a:off x="1664" y="3437"/>
              <a:ext cx="205" cy="250"/>
              <a:chOff x="1664" y="3493"/>
              <a:chExt cx="205" cy="250"/>
            </a:xfrm>
          </p:grpSpPr>
          <p:sp>
            <p:nvSpPr>
              <p:cNvPr id="54277" name="Oval 6"/>
              <p:cNvSpPr>
                <a:spLocks noChangeArrowheads="1"/>
              </p:cNvSpPr>
              <p:nvPr/>
            </p:nvSpPr>
            <p:spPr bwMode="auto">
              <a:xfrm>
                <a:off x="1682" y="3550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zh-CN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54278" name="Text Box 7"/>
              <p:cNvSpPr txBox="1">
                <a:spLocks noChangeArrowheads="1"/>
              </p:cNvSpPr>
              <p:nvPr/>
            </p:nvSpPr>
            <p:spPr bwMode="auto">
              <a:xfrm>
                <a:off x="1664" y="3493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chemeClr val="tx1"/>
                    </a:solidFill>
                  </a:rPr>
                  <a:t>n</a:t>
                </a:r>
              </a:p>
            </p:txBody>
          </p:sp>
        </p:grpSp>
        <p:grpSp>
          <p:nvGrpSpPr>
            <p:cNvPr id="54279" name="Group 8"/>
            <p:cNvGrpSpPr>
              <a:grpSpLocks/>
            </p:cNvGrpSpPr>
            <p:nvPr/>
          </p:nvGrpSpPr>
          <p:grpSpPr bwMode="auto">
            <a:xfrm>
              <a:off x="839" y="3462"/>
              <a:ext cx="1673" cy="667"/>
              <a:chOff x="839" y="3462"/>
              <a:chExt cx="1673" cy="667"/>
            </a:xfrm>
          </p:grpSpPr>
          <p:grpSp>
            <p:nvGrpSpPr>
              <p:cNvPr id="54280" name="Group 9"/>
              <p:cNvGrpSpPr>
                <a:grpSpLocks/>
              </p:cNvGrpSpPr>
              <p:nvPr/>
            </p:nvGrpSpPr>
            <p:grpSpPr bwMode="auto">
              <a:xfrm>
                <a:off x="839" y="3761"/>
                <a:ext cx="1673" cy="368"/>
                <a:chOff x="884" y="3756"/>
                <a:chExt cx="1673" cy="368"/>
              </a:xfrm>
            </p:grpSpPr>
            <p:grpSp>
              <p:nvGrpSpPr>
                <p:cNvPr id="54281" name="Group 10"/>
                <p:cNvGrpSpPr>
                  <a:grpSpLocks/>
                </p:cNvGrpSpPr>
                <p:nvPr/>
              </p:nvGrpSpPr>
              <p:grpSpPr bwMode="auto">
                <a:xfrm>
                  <a:off x="970" y="3756"/>
                  <a:ext cx="1315" cy="136"/>
                  <a:chOff x="970" y="3756"/>
                  <a:chExt cx="1315" cy="136"/>
                </a:xfrm>
              </p:grpSpPr>
              <p:sp>
                <p:nvSpPr>
                  <p:cNvPr id="54282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970" y="3892"/>
                    <a:ext cx="131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83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970" y="3756"/>
                    <a:ext cx="0" cy="1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84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1156" y="3756"/>
                    <a:ext cx="0" cy="1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85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1383" y="3756"/>
                    <a:ext cx="0" cy="1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86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2064" y="3756"/>
                    <a:ext cx="0" cy="1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287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2285" y="3756"/>
                    <a:ext cx="0" cy="1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54288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884" y="3874"/>
                  <a:ext cx="167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solidFill>
                        <a:schemeClr val="tx1"/>
                      </a:solidFill>
                    </a:rPr>
                    <a:t>  1   2                     N</a:t>
                  </a:r>
                </a:p>
              </p:txBody>
            </p:sp>
          </p:grpSp>
          <p:sp>
            <p:nvSpPr>
              <p:cNvPr id="54289" name="Text Box 18"/>
              <p:cNvSpPr txBox="1">
                <a:spLocks noChangeArrowheads="1"/>
              </p:cNvSpPr>
              <p:nvPr/>
            </p:nvSpPr>
            <p:spPr bwMode="auto">
              <a:xfrm>
                <a:off x="984" y="3462"/>
                <a:ext cx="80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chemeClr val="tx1"/>
                    </a:solidFill>
                  </a:rPr>
                  <a:t>① ②……</a:t>
                </a:r>
              </a:p>
            </p:txBody>
          </p:sp>
        </p:grpSp>
      </p:grpSp>
      <p:grpSp>
        <p:nvGrpSpPr>
          <p:cNvPr id="7" name="Group 19"/>
          <p:cNvGrpSpPr>
            <a:grpSpLocks/>
          </p:cNvGrpSpPr>
          <p:nvPr/>
        </p:nvGrpSpPr>
        <p:grpSpPr bwMode="auto">
          <a:xfrm>
            <a:off x="5000625" y="1689100"/>
            <a:ext cx="2655888" cy="1114425"/>
            <a:chOff x="3157" y="2475"/>
            <a:chExt cx="1673" cy="702"/>
          </a:xfrm>
        </p:grpSpPr>
        <p:grpSp>
          <p:nvGrpSpPr>
            <p:cNvPr id="54291" name="Group 20"/>
            <p:cNvGrpSpPr>
              <a:grpSpLocks/>
            </p:cNvGrpSpPr>
            <p:nvPr/>
          </p:nvGrpSpPr>
          <p:grpSpPr bwMode="auto">
            <a:xfrm>
              <a:off x="3157" y="2475"/>
              <a:ext cx="1673" cy="702"/>
              <a:chOff x="3067" y="3419"/>
              <a:chExt cx="1673" cy="702"/>
            </a:xfrm>
          </p:grpSpPr>
          <p:sp>
            <p:nvSpPr>
              <p:cNvPr id="54292" name="Line 21"/>
              <p:cNvSpPr>
                <a:spLocks noChangeShapeType="1"/>
              </p:cNvSpPr>
              <p:nvPr/>
            </p:nvSpPr>
            <p:spPr bwMode="auto">
              <a:xfrm>
                <a:off x="3153" y="3897"/>
                <a:ext cx="131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4293" name="Group 22"/>
              <p:cNvGrpSpPr>
                <a:grpSpLocks/>
              </p:cNvGrpSpPr>
              <p:nvPr/>
            </p:nvGrpSpPr>
            <p:grpSpPr bwMode="auto">
              <a:xfrm>
                <a:off x="3067" y="3419"/>
                <a:ext cx="1673" cy="702"/>
                <a:chOff x="3067" y="3427"/>
                <a:chExt cx="1673" cy="702"/>
              </a:xfrm>
            </p:grpSpPr>
            <p:sp>
              <p:nvSpPr>
                <p:cNvPr id="54294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3674" y="3427"/>
                  <a:ext cx="27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2000">
                      <a:solidFill>
                        <a:schemeClr val="tx1"/>
                      </a:solidFill>
                    </a:rPr>
                    <a:t>②</a:t>
                  </a:r>
                </a:p>
              </p:txBody>
            </p:sp>
            <p:grpSp>
              <p:nvGrpSpPr>
                <p:cNvPr id="54295" name="Group 24"/>
                <p:cNvGrpSpPr>
                  <a:grpSpLocks/>
                </p:cNvGrpSpPr>
                <p:nvPr/>
              </p:nvGrpSpPr>
              <p:grpSpPr bwMode="auto">
                <a:xfrm>
                  <a:off x="3067" y="3549"/>
                  <a:ext cx="1673" cy="580"/>
                  <a:chOff x="3067" y="3549"/>
                  <a:chExt cx="1673" cy="580"/>
                </a:xfrm>
              </p:grpSpPr>
              <p:grpSp>
                <p:nvGrpSpPr>
                  <p:cNvPr id="54296" name="Group 25"/>
                  <p:cNvGrpSpPr>
                    <a:grpSpLocks/>
                  </p:cNvGrpSpPr>
                  <p:nvPr/>
                </p:nvGrpSpPr>
                <p:grpSpPr bwMode="auto">
                  <a:xfrm>
                    <a:off x="3067" y="3696"/>
                    <a:ext cx="1673" cy="433"/>
                    <a:chOff x="3067" y="3696"/>
                    <a:chExt cx="1673" cy="433"/>
                  </a:xfrm>
                </p:grpSpPr>
                <p:sp>
                  <p:nvSpPr>
                    <p:cNvPr id="54297" name="Line 2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79" y="3761"/>
                      <a:ext cx="0" cy="1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4298" name="Line 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06" y="3761"/>
                      <a:ext cx="0" cy="1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4299" name="Line 2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241" y="3761"/>
                      <a:ext cx="0" cy="1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4300" name="Line 2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468" y="3761"/>
                      <a:ext cx="0" cy="1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4301" name="Text Box 3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067" y="3879"/>
                      <a:ext cx="1673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fontAlgn="t">
                        <a:spcBef>
                          <a:spcPct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</a:rPr>
                        <a:t> 1     2                    N</a:t>
                      </a:r>
                    </a:p>
                  </p:txBody>
                </p:sp>
                <p:sp>
                  <p:nvSpPr>
                    <p:cNvPr id="54302" name="Text Box 3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140" y="3696"/>
                      <a:ext cx="27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fontAlgn="t">
                        <a:spcBef>
                          <a:spcPct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</a:rPr>
                        <a:t>①</a:t>
                      </a:r>
                    </a:p>
                  </p:txBody>
                </p:sp>
              </p:grpSp>
              <p:sp>
                <p:nvSpPr>
                  <p:cNvPr id="54303" name="Freeform 32"/>
                  <p:cNvSpPr>
                    <a:spLocks noChangeArrowheads="1"/>
                  </p:cNvSpPr>
                  <p:nvPr/>
                </p:nvSpPr>
                <p:spPr bwMode="auto">
                  <a:xfrm>
                    <a:off x="3931" y="3549"/>
                    <a:ext cx="436" cy="211"/>
                  </a:xfrm>
                  <a:custGeom>
                    <a:avLst/>
                    <a:gdLst>
                      <a:gd name="T0" fmla="*/ 0 w 475"/>
                      <a:gd name="T1" fmla="*/ 0 h 242"/>
                      <a:gd name="T2" fmla="*/ 296 w 475"/>
                      <a:gd name="T3" fmla="*/ 47 h 242"/>
                      <a:gd name="T4" fmla="*/ 475 w 475"/>
                      <a:gd name="T5" fmla="*/ 242 h 24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75" h="242">
                        <a:moveTo>
                          <a:pt x="0" y="0"/>
                        </a:moveTo>
                        <a:cubicBezTo>
                          <a:pt x="108" y="3"/>
                          <a:pt x="217" y="7"/>
                          <a:pt x="296" y="47"/>
                        </a:cubicBezTo>
                        <a:cubicBezTo>
                          <a:pt x="375" y="87"/>
                          <a:pt x="435" y="212"/>
                          <a:pt x="475" y="242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arrow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54304" name="Freeform 33"/>
                  <p:cNvSpPr>
                    <a:spLocks noChangeArrowheads="1"/>
                  </p:cNvSpPr>
                  <p:nvPr/>
                </p:nvSpPr>
                <p:spPr bwMode="auto">
                  <a:xfrm>
                    <a:off x="3261" y="3565"/>
                    <a:ext cx="397" cy="187"/>
                  </a:xfrm>
                  <a:custGeom>
                    <a:avLst/>
                    <a:gdLst>
                      <a:gd name="T0" fmla="*/ 420 w 420"/>
                      <a:gd name="T1" fmla="*/ 0 h 210"/>
                      <a:gd name="T2" fmla="*/ 132 w 420"/>
                      <a:gd name="T3" fmla="*/ 54 h 210"/>
                      <a:gd name="T4" fmla="*/ 0 w 420"/>
                      <a:gd name="T5" fmla="*/ 210 h 2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20" h="210">
                        <a:moveTo>
                          <a:pt x="420" y="0"/>
                        </a:moveTo>
                        <a:cubicBezTo>
                          <a:pt x="311" y="9"/>
                          <a:pt x="202" y="19"/>
                          <a:pt x="132" y="54"/>
                        </a:cubicBezTo>
                        <a:cubicBezTo>
                          <a:pt x="62" y="89"/>
                          <a:pt x="22" y="183"/>
                          <a:pt x="0" y="210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arrow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54305" name="Freeform 34"/>
                  <p:cNvSpPr>
                    <a:spLocks noChangeArrowheads="1"/>
                  </p:cNvSpPr>
                  <p:nvPr/>
                </p:nvSpPr>
                <p:spPr bwMode="auto">
                  <a:xfrm>
                    <a:off x="3495" y="3612"/>
                    <a:ext cx="218" cy="179"/>
                  </a:xfrm>
                  <a:custGeom>
                    <a:avLst/>
                    <a:gdLst>
                      <a:gd name="T0" fmla="*/ 241 w 241"/>
                      <a:gd name="T1" fmla="*/ 0 h 203"/>
                      <a:gd name="T2" fmla="*/ 77 w 241"/>
                      <a:gd name="T3" fmla="*/ 55 h 203"/>
                      <a:gd name="T4" fmla="*/ 0 w 241"/>
                      <a:gd name="T5" fmla="*/ 203 h 20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41" h="203">
                        <a:moveTo>
                          <a:pt x="241" y="0"/>
                        </a:moveTo>
                        <a:cubicBezTo>
                          <a:pt x="179" y="10"/>
                          <a:pt x="117" y="21"/>
                          <a:pt x="77" y="55"/>
                        </a:cubicBezTo>
                        <a:cubicBezTo>
                          <a:pt x="37" y="89"/>
                          <a:pt x="13" y="184"/>
                          <a:pt x="0" y="203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arrow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54306" name="Line 35"/>
            <p:cNvSpPr>
              <a:spLocks noChangeShapeType="1"/>
            </p:cNvSpPr>
            <p:nvPr/>
          </p:nvSpPr>
          <p:spPr bwMode="auto">
            <a:xfrm>
              <a:off x="3237" y="281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36"/>
          <p:cNvGrpSpPr>
            <a:grpSpLocks/>
          </p:cNvGrpSpPr>
          <p:nvPr/>
        </p:nvGrpSpPr>
        <p:grpSpPr bwMode="auto">
          <a:xfrm>
            <a:off x="1339850" y="2822575"/>
            <a:ext cx="2655888" cy="1114425"/>
            <a:chOff x="663" y="3246"/>
            <a:chExt cx="1673" cy="702"/>
          </a:xfrm>
        </p:grpSpPr>
        <p:sp>
          <p:nvSpPr>
            <p:cNvPr id="54308" name="Text Box 37"/>
            <p:cNvSpPr txBox="1">
              <a:spLocks noChangeArrowheads="1"/>
            </p:cNvSpPr>
            <p:nvPr/>
          </p:nvSpPr>
          <p:spPr bwMode="auto">
            <a:xfrm>
              <a:off x="1270" y="3246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</a:rPr>
                <a:t>②</a:t>
              </a:r>
            </a:p>
          </p:txBody>
        </p:sp>
        <p:grpSp>
          <p:nvGrpSpPr>
            <p:cNvPr id="54309" name="Group 38"/>
            <p:cNvGrpSpPr>
              <a:grpSpLocks/>
            </p:cNvGrpSpPr>
            <p:nvPr/>
          </p:nvGrpSpPr>
          <p:grpSpPr bwMode="auto">
            <a:xfrm>
              <a:off x="663" y="3368"/>
              <a:ext cx="1673" cy="580"/>
              <a:chOff x="663" y="3368"/>
              <a:chExt cx="1673" cy="580"/>
            </a:xfrm>
          </p:grpSpPr>
          <p:sp>
            <p:nvSpPr>
              <p:cNvPr id="54310" name="Line 39"/>
              <p:cNvSpPr>
                <a:spLocks noChangeShapeType="1"/>
              </p:cNvSpPr>
              <p:nvPr/>
            </p:nvSpPr>
            <p:spPr bwMode="auto">
              <a:xfrm>
                <a:off x="1202" y="3580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4311" name="Group 40"/>
              <p:cNvGrpSpPr>
                <a:grpSpLocks/>
              </p:cNvGrpSpPr>
              <p:nvPr/>
            </p:nvGrpSpPr>
            <p:grpSpPr bwMode="auto">
              <a:xfrm>
                <a:off x="663" y="3368"/>
                <a:ext cx="1673" cy="580"/>
                <a:chOff x="663" y="3368"/>
                <a:chExt cx="1673" cy="580"/>
              </a:xfrm>
            </p:grpSpPr>
            <p:grpSp>
              <p:nvGrpSpPr>
                <p:cNvPr id="54312" name="Group 41"/>
                <p:cNvGrpSpPr>
                  <a:grpSpLocks/>
                </p:cNvGrpSpPr>
                <p:nvPr/>
              </p:nvGrpSpPr>
              <p:grpSpPr bwMode="auto">
                <a:xfrm>
                  <a:off x="749" y="3515"/>
                  <a:ext cx="1315" cy="250"/>
                  <a:chOff x="749" y="3515"/>
                  <a:chExt cx="1315" cy="250"/>
                </a:xfrm>
              </p:grpSpPr>
              <p:sp>
                <p:nvSpPr>
                  <p:cNvPr id="54313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749" y="3724"/>
                    <a:ext cx="131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14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1837" y="3580"/>
                    <a:ext cx="0" cy="1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15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2064" y="3580"/>
                    <a:ext cx="0" cy="1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16" name="Text Box 4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42" y="3515"/>
                    <a:ext cx="27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fontAlgn="t">
                      <a:spcBef>
                        <a:spcPct val="0"/>
                      </a:spcBef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solidFill>
                          <a:schemeClr val="tx1"/>
                        </a:solidFill>
                      </a:rPr>
                      <a:t>①</a:t>
                    </a:r>
                  </a:p>
                </p:txBody>
              </p:sp>
            </p:grpSp>
            <p:grpSp>
              <p:nvGrpSpPr>
                <p:cNvPr id="54317" name="Group 46"/>
                <p:cNvGrpSpPr>
                  <a:grpSpLocks/>
                </p:cNvGrpSpPr>
                <p:nvPr/>
              </p:nvGrpSpPr>
              <p:grpSpPr bwMode="auto">
                <a:xfrm>
                  <a:off x="663" y="3368"/>
                  <a:ext cx="1673" cy="580"/>
                  <a:chOff x="663" y="3368"/>
                  <a:chExt cx="1673" cy="580"/>
                </a:xfrm>
              </p:grpSpPr>
              <p:sp>
                <p:nvSpPr>
                  <p:cNvPr id="54318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975" y="3580"/>
                    <a:ext cx="0" cy="1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54319" name="Group 48"/>
                  <p:cNvGrpSpPr>
                    <a:grpSpLocks/>
                  </p:cNvGrpSpPr>
                  <p:nvPr/>
                </p:nvGrpSpPr>
                <p:grpSpPr bwMode="auto">
                  <a:xfrm>
                    <a:off x="663" y="3368"/>
                    <a:ext cx="1673" cy="580"/>
                    <a:chOff x="663" y="3368"/>
                    <a:chExt cx="1673" cy="580"/>
                  </a:xfrm>
                </p:grpSpPr>
                <p:sp>
                  <p:nvSpPr>
                    <p:cNvPr id="54320" name="Text Box 4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63" y="3698"/>
                      <a:ext cx="1673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fontAlgn="t">
                        <a:spcBef>
                          <a:spcPct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</a:rPr>
                        <a:t> 1     2                    N</a:t>
                      </a:r>
                    </a:p>
                  </p:txBody>
                </p:sp>
                <p:sp>
                  <p:nvSpPr>
                    <p:cNvPr id="54321" name="Freeform 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27" y="3368"/>
                      <a:ext cx="436" cy="211"/>
                    </a:xfrm>
                    <a:custGeom>
                      <a:avLst/>
                      <a:gdLst>
                        <a:gd name="T0" fmla="*/ 0 w 475"/>
                        <a:gd name="T1" fmla="*/ 0 h 242"/>
                        <a:gd name="T2" fmla="*/ 296 w 475"/>
                        <a:gd name="T3" fmla="*/ 47 h 242"/>
                        <a:gd name="T4" fmla="*/ 475 w 475"/>
                        <a:gd name="T5" fmla="*/ 242 h 24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75" h="242">
                          <a:moveTo>
                            <a:pt x="0" y="0"/>
                          </a:moveTo>
                          <a:cubicBezTo>
                            <a:pt x="108" y="3"/>
                            <a:pt x="217" y="7"/>
                            <a:pt x="296" y="47"/>
                          </a:cubicBezTo>
                          <a:cubicBezTo>
                            <a:pt x="375" y="87"/>
                            <a:pt x="435" y="212"/>
                            <a:pt x="475" y="242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arrow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/>
                    </a:p>
                  </p:txBody>
                </p:sp>
                <p:sp>
                  <p:nvSpPr>
                    <p:cNvPr id="54322" name="Freeform 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57" y="3384"/>
                      <a:ext cx="397" cy="187"/>
                    </a:xfrm>
                    <a:custGeom>
                      <a:avLst/>
                      <a:gdLst>
                        <a:gd name="T0" fmla="*/ 420 w 420"/>
                        <a:gd name="T1" fmla="*/ 0 h 210"/>
                        <a:gd name="T2" fmla="*/ 132 w 420"/>
                        <a:gd name="T3" fmla="*/ 54 h 210"/>
                        <a:gd name="T4" fmla="*/ 0 w 420"/>
                        <a:gd name="T5" fmla="*/ 210 h 21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20" h="210">
                          <a:moveTo>
                            <a:pt x="420" y="0"/>
                          </a:moveTo>
                          <a:cubicBezTo>
                            <a:pt x="311" y="9"/>
                            <a:pt x="202" y="19"/>
                            <a:pt x="132" y="54"/>
                          </a:cubicBezTo>
                          <a:cubicBezTo>
                            <a:pt x="62" y="89"/>
                            <a:pt x="22" y="183"/>
                            <a:pt x="0" y="210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arrow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/>
                    </a:p>
                  </p:txBody>
                </p:sp>
                <p:sp>
                  <p:nvSpPr>
                    <p:cNvPr id="54323" name="Freeform 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91" y="3431"/>
                      <a:ext cx="218" cy="179"/>
                    </a:xfrm>
                    <a:custGeom>
                      <a:avLst/>
                      <a:gdLst>
                        <a:gd name="T0" fmla="*/ 241 w 241"/>
                        <a:gd name="T1" fmla="*/ 0 h 203"/>
                        <a:gd name="T2" fmla="*/ 77 w 241"/>
                        <a:gd name="T3" fmla="*/ 55 h 203"/>
                        <a:gd name="T4" fmla="*/ 0 w 241"/>
                        <a:gd name="T5" fmla="*/ 203 h 20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41" h="203">
                          <a:moveTo>
                            <a:pt x="241" y="0"/>
                          </a:moveTo>
                          <a:cubicBezTo>
                            <a:pt x="179" y="10"/>
                            <a:pt x="117" y="21"/>
                            <a:pt x="77" y="55"/>
                          </a:cubicBezTo>
                          <a:cubicBezTo>
                            <a:pt x="37" y="89"/>
                            <a:pt x="13" y="184"/>
                            <a:pt x="0" y="203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arrow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54324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743" y="3589"/>
                    <a:ext cx="0" cy="1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18" name="Group 54"/>
          <p:cNvGrpSpPr>
            <a:grpSpLocks/>
          </p:cNvGrpSpPr>
          <p:nvPr/>
        </p:nvGrpSpPr>
        <p:grpSpPr bwMode="auto">
          <a:xfrm>
            <a:off x="3883025" y="2828925"/>
            <a:ext cx="3763963" cy="1114425"/>
            <a:chOff x="2639" y="1633"/>
            <a:chExt cx="2371" cy="702"/>
          </a:xfrm>
        </p:grpSpPr>
        <p:grpSp>
          <p:nvGrpSpPr>
            <p:cNvPr id="54326" name="Group 55"/>
            <p:cNvGrpSpPr>
              <a:grpSpLocks/>
            </p:cNvGrpSpPr>
            <p:nvPr/>
          </p:nvGrpSpPr>
          <p:grpSpPr bwMode="auto">
            <a:xfrm>
              <a:off x="3337" y="1633"/>
              <a:ext cx="1673" cy="702"/>
              <a:chOff x="3157" y="3201"/>
              <a:chExt cx="1673" cy="702"/>
            </a:xfrm>
          </p:grpSpPr>
          <p:sp>
            <p:nvSpPr>
              <p:cNvPr id="54327" name="Text Box 56"/>
              <p:cNvSpPr txBox="1">
                <a:spLocks noChangeArrowheads="1"/>
              </p:cNvSpPr>
              <p:nvPr/>
            </p:nvSpPr>
            <p:spPr bwMode="auto">
              <a:xfrm>
                <a:off x="4332" y="3470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2000">
                    <a:solidFill>
                      <a:schemeClr val="tx1"/>
                    </a:solidFill>
                  </a:rPr>
                  <a:t>①</a:t>
                </a:r>
              </a:p>
            </p:txBody>
          </p:sp>
          <p:grpSp>
            <p:nvGrpSpPr>
              <p:cNvPr id="54328" name="Group 57"/>
              <p:cNvGrpSpPr>
                <a:grpSpLocks/>
              </p:cNvGrpSpPr>
              <p:nvPr/>
            </p:nvGrpSpPr>
            <p:grpSpPr bwMode="auto">
              <a:xfrm>
                <a:off x="3157" y="3201"/>
                <a:ext cx="1673" cy="702"/>
                <a:chOff x="3157" y="3201"/>
                <a:chExt cx="1673" cy="702"/>
              </a:xfrm>
            </p:grpSpPr>
            <p:sp>
              <p:nvSpPr>
                <p:cNvPr id="54329" name="Line 58"/>
                <p:cNvSpPr>
                  <a:spLocks noChangeShapeType="1"/>
                </p:cNvSpPr>
                <p:nvPr/>
              </p:nvSpPr>
              <p:spPr bwMode="auto">
                <a:xfrm>
                  <a:off x="3238" y="3679"/>
                  <a:ext cx="131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30" name="Line 59"/>
                <p:cNvSpPr>
                  <a:spLocks noChangeShapeType="1"/>
                </p:cNvSpPr>
                <p:nvPr/>
              </p:nvSpPr>
              <p:spPr bwMode="auto">
                <a:xfrm>
                  <a:off x="4558" y="3535"/>
                  <a:ext cx="0" cy="1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54331" name="Group 60"/>
                <p:cNvGrpSpPr>
                  <a:grpSpLocks/>
                </p:cNvGrpSpPr>
                <p:nvPr/>
              </p:nvGrpSpPr>
              <p:grpSpPr bwMode="auto">
                <a:xfrm>
                  <a:off x="3157" y="3201"/>
                  <a:ext cx="1673" cy="702"/>
                  <a:chOff x="3157" y="3201"/>
                  <a:chExt cx="1673" cy="702"/>
                </a:xfrm>
              </p:grpSpPr>
              <p:sp>
                <p:nvSpPr>
                  <p:cNvPr id="54332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3469" y="3535"/>
                    <a:ext cx="0" cy="1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33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3696" y="3535"/>
                    <a:ext cx="0" cy="1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34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4331" y="3535"/>
                    <a:ext cx="0" cy="1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54335" name="Group 64"/>
                  <p:cNvGrpSpPr>
                    <a:grpSpLocks/>
                  </p:cNvGrpSpPr>
                  <p:nvPr/>
                </p:nvGrpSpPr>
                <p:grpSpPr bwMode="auto">
                  <a:xfrm>
                    <a:off x="3157" y="3201"/>
                    <a:ext cx="1673" cy="702"/>
                    <a:chOff x="3157" y="3201"/>
                    <a:chExt cx="1673" cy="702"/>
                  </a:xfrm>
                </p:grpSpPr>
                <p:sp>
                  <p:nvSpPr>
                    <p:cNvPr id="54336" name="Text Box 6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759" y="3201"/>
                      <a:ext cx="27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fontAlgn="t">
                        <a:spcBef>
                          <a:spcPct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</a:rPr>
                        <a:t>②</a:t>
                      </a:r>
                    </a:p>
                  </p:txBody>
                </p:sp>
                <p:sp>
                  <p:nvSpPr>
                    <p:cNvPr id="54337" name="Text Box 6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157" y="3653"/>
                      <a:ext cx="1673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fontAlgn="t">
                        <a:spcBef>
                          <a:spcPct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</a:rPr>
                        <a:t> 1     2                    N</a:t>
                      </a:r>
                    </a:p>
                  </p:txBody>
                </p:sp>
                <p:sp>
                  <p:nvSpPr>
                    <p:cNvPr id="54338" name="Freeform 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16" y="3323"/>
                      <a:ext cx="436" cy="211"/>
                    </a:xfrm>
                    <a:custGeom>
                      <a:avLst/>
                      <a:gdLst>
                        <a:gd name="T0" fmla="*/ 0 w 475"/>
                        <a:gd name="T1" fmla="*/ 0 h 242"/>
                        <a:gd name="T2" fmla="*/ 296 w 475"/>
                        <a:gd name="T3" fmla="*/ 47 h 242"/>
                        <a:gd name="T4" fmla="*/ 475 w 475"/>
                        <a:gd name="T5" fmla="*/ 242 h 24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75" h="242">
                          <a:moveTo>
                            <a:pt x="0" y="0"/>
                          </a:moveTo>
                          <a:cubicBezTo>
                            <a:pt x="108" y="3"/>
                            <a:pt x="217" y="7"/>
                            <a:pt x="296" y="47"/>
                          </a:cubicBezTo>
                          <a:cubicBezTo>
                            <a:pt x="375" y="87"/>
                            <a:pt x="435" y="212"/>
                            <a:pt x="475" y="242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arrow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/>
                    </a:p>
                  </p:txBody>
                </p:sp>
                <p:sp>
                  <p:nvSpPr>
                    <p:cNvPr id="54339" name="Freeform 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46" y="3339"/>
                      <a:ext cx="397" cy="187"/>
                    </a:xfrm>
                    <a:custGeom>
                      <a:avLst/>
                      <a:gdLst>
                        <a:gd name="T0" fmla="*/ 420 w 420"/>
                        <a:gd name="T1" fmla="*/ 0 h 210"/>
                        <a:gd name="T2" fmla="*/ 132 w 420"/>
                        <a:gd name="T3" fmla="*/ 54 h 210"/>
                        <a:gd name="T4" fmla="*/ 0 w 420"/>
                        <a:gd name="T5" fmla="*/ 210 h 21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20" h="210">
                          <a:moveTo>
                            <a:pt x="420" y="0"/>
                          </a:moveTo>
                          <a:cubicBezTo>
                            <a:pt x="311" y="9"/>
                            <a:pt x="202" y="19"/>
                            <a:pt x="132" y="54"/>
                          </a:cubicBezTo>
                          <a:cubicBezTo>
                            <a:pt x="62" y="89"/>
                            <a:pt x="22" y="183"/>
                            <a:pt x="0" y="210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arrow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/>
                    </a:p>
                  </p:txBody>
                </p:sp>
                <p:sp>
                  <p:nvSpPr>
                    <p:cNvPr id="54340" name="Freeform 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80" y="3386"/>
                      <a:ext cx="218" cy="179"/>
                    </a:xfrm>
                    <a:custGeom>
                      <a:avLst/>
                      <a:gdLst>
                        <a:gd name="T0" fmla="*/ 241 w 241"/>
                        <a:gd name="T1" fmla="*/ 0 h 203"/>
                        <a:gd name="T2" fmla="*/ 77 w 241"/>
                        <a:gd name="T3" fmla="*/ 55 h 203"/>
                        <a:gd name="T4" fmla="*/ 0 w 241"/>
                        <a:gd name="T5" fmla="*/ 203 h 20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41" h="203">
                          <a:moveTo>
                            <a:pt x="241" y="0"/>
                          </a:moveTo>
                          <a:cubicBezTo>
                            <a:pt x="179" y="10"/>
                            <a:pt x="117" y="21"/>
                            <a:pt x="77" y="55"/>
                          </a:cubicBezTo>
                          <a:cubicBezTo>
                            <a:pt x="37" y="89"/>
                            <a:pt x="13" y="184"/>
                            <a:pt x="0" y="203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arrow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54341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3237" y="3544"/>
                    <a:ext cx="0" cy="1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54342" name="Text Box 71"/>
            <p:cNvSpPr txBox="1">
              <a:spLocks noChangeArrowheads="1"/>
            </p:cNvSpPr>
            <p:nvPr/>
          </p:nvSpPr>
          <p:spPr bwMode="auto">
            <a:xfrm>
              <a:off x="2639" y="1903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</a:rPr>
                <a:t>……</a:t>
              </a:r>
            </a:p>
          </p:txBody>
        </p:sp>
      </p:grpSp>
      <p:graphicFrame>
        <p:nvGraphicFramePr>
          <p:cNvPr id="2189312" name="Object 0"/>
          <p:cNvGraphicFramePr>
            <a:graphicFrameLocks/>
          </p:cNvGraphicFramePr>
          <p:nvPr/>
        </p:nvGraphicFramePr>
        <p:xfrm>
          <a:off x="4799013" y="4414838"/>
          <a:ext cx="1150937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17" r:id="rId4" imgW="545863" imgH="241195" progId="Equation.DSMT4">
                  <p:embed/>
                </p:oleObj>
              </mc:Choice>
              <mc:Fallback>
                <p:oleObj r:id="rId4" imgW="545863" imgH="241195" progId="Equation.DSMT4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013" y="4414838"/>
                        <a:ext cx="1150937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9313" name="Object 1"/>
          <p:cNvGraphicFramePr>
            <a:graphicFrameLocks/>
          </p:cNvGraphicFramePr>
          <p:nvPr/>
        </p:nvGraphicFramePr>
        <p:xfrm>
          <a:off x="6002338" y="4414838"/>
          <a:ext cx="2830512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18" r:id="rId6" imgW="1332921" imgH="241195" progId="Equation.DSMT4">
                  <p:embed/>
                </p:oleObj>
              </mc:Choice>
              <mc:Fallback>
                <p:oleObj r:id="rId6" imgW="1332921" imgH="241195" progId="Equation.DSMT4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2338" y="4414838"/>
                        <a:ext cx="2830512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9314" name="Object 2"/>
          <p:cNvGraphicFramePr>
            <a:graphicFrameLocks/>
          </p:cNvGraphicFramePr>
          <p:nvPr/>
        </p:nvGraphicFramePr>
        <p:xfrm>
          <a:off x="3692525" y="5149850"/>
          <a:ext cx="39036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19" r:id="rId8" imgW="2018424" imgH="241195" progId="Equation.DSMT4">
                  <p:embed/>
                </p:oleObj>
              </mc:Choice>
              <mc:Fallback>
                <p:oleObj r:id="rId8" imgW="2018424" imgH="241195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525" y="5149850"/>
                        <a:ext cx="39036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3739" name="Rectangle 75"/>
          <p:cNvSpPr>
            <a:spLocks noRot="1" noChangeArrowheads="1"/>
          </p:cNvSpPr>
          <p:nvPr/>
        </p:nvSpPr>
        <p:spPr bwMode="auto">
          <a:xfrm>
            <a:off x="285750" y="4157663"/>
            <a:ext cx="8615363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		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即当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时，共有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N</a:t>
            </a:r>
            <a:r>
              <a:rPr lang="en-US" altLang="zh-CN" sz="2000" baseline="30000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个样本点；一般地，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个球放入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个盒子中，总样本点数为</a:t>
            </a:r>
            <a:r>
              <a:rPr lang="en-US" altLang="zh-CN" sz="2000" dirty="0" err="1">
                <a:solidFill>
                  <a:schemeClr val="tx1"/>
                </a:solidFill>
                <a:latin typeface="宋体" panose="02010600030101010101" pitchFamily="2" charset="-122"/>
              </a:rPr>
              <a:t>N</a:t>
            </a:r>
            <a:r>
              <a:rPr lang="en-US" altLang="zh-CN" sz="2000" baseline="30000" dirty="0" err="1">
                <a:solidFill>
                  <a:schemeClr val="tx1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，使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发生的样本点数</a:t>
            </a:r>
          </a:p>
        </p:txBody>
      </p:sp>
      <p:sp>
        <p:nvSpPr>
          <p:cNvPr id="1393740" name="Rectangle 76"/>
          <p:cNvSpPr>
            <a:spLocks noRot="1" noChangeArrowheads="1"/>
          </p:cNvSpPr>
          <p:nvPr/>
        </p:nvSpPr>
        <p:spPr bwMode="auto">
          <a:xfrm>
            <a:off x="528638" y="5616575"/>
            <a:ext cx="8615362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	  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</a:rPr>
              <a:t>可解析为一个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64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</a:rPr>
              <a:t>人的班上，至少有两人在同一天过生日的概率为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99.7%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</a:rPr>
              <a:t>．</a:t>
            </a:r>
          </a:p>
        </p:txBody>
      </p:sp>
      <p:sp>
        <p:nvSpPr>
          <p:cNvPr id="1393742" name="Rectangle 78"/>
          <p:cNvSpPr>
            <a:spLocks noChangeArrowheads="1"/>
          </p:cNvSpPr>
          <p:nvPr/>
        </p:nvSpPr>
        <p:spPr bwMode="auto">
          <a:xfrm>
            <a:off x="1255713" y="5172075"/>
            <a:ext cx="2359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</a:rPr>
              <a:t>若取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64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</a:rPr>
              <a:t>365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39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89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9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89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93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93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9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89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39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3739" grpId="0"/>
      <p:bldP spid="1393740" grpId="0"/>
      <p:bldP spid="139374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D3BB62D5-AC2E-43DF-9736-950C6FED1490}" type="slidenum">
              <a:rPr lang="en-US" altLang="zh-CN" sz="14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37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55298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673100" y="525463"/>
            <a:ext cx="7867650" cy="54419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：一单位有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个员工，一星期共七天，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老板让每位员工独立地挑一天休息，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求不出现至少有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人在同一天休息的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概率。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解：将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为员工看成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个不同的球，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      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天看成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个不同的盒子，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       记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A={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人在同一天休息 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则由上例知：</a:t>
            </a:r>
          </a:p>
        </p:txBody>
      </p:sp>
      <p:graphicFrame>
        <p:nvGraphicFramePr>
          <p:cNvPr id="55299" name="Object 0"/>
          <p:cNvGraphicFramePr>
            <a:graphicFrameLocks noGrp="1"/>
          </p:cNvGraphicFramePr>
          <p:nvPr>
            <p:ph sz="half" idx="2"/>
          </p:nvPr>
        </p:nvGraphicFramePr>
        <p:xfrm>
          <a:off x="2378075" y="5138738"/>
          <a:ext cx="3098800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6" r:id="rId4" imgW="1384300" imgH="419100" progId="Equation.DSMT4">
                  <p:embed/>
                </p:oleObj>
              </mc:Choice>
              <mc:Fallback>
                <p:oleObj r:id="rId4" imgW="1384300" imgH="419100" progId="Equation.DSMT4">
                  <p:embed/>
                  <p:pic>
                    <p:nvPicPr>
                      <p:cNvPr id="0" name="Object 0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075" y="5138738"/>
                        <a:ext cx="3098800" cy="93821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A9917154-404A-4B75-9398-805DCF0D84DA}" type="slidenum">
              <a:rPr lang="en-US" altLang="zh-CN" sz="14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38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56322" name="Rectangle 134"/>
          <p:cNvSpPr>
            <a:spLocks noChangeArrowheads="1"/>
          </p:cNvSpPr>
          <p:nvPr/>
        </p:nvSpPr>
        <p:spPr bwMode="auto">
          <a:xfrm>
            <a:off x="512763" y="1925638"/>
            <a:ext cx="642937" cy="415925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6323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0" y="315913"/>
            <a:ext cx="8951913" cy="211137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6: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抽签问题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一袋中有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个红球，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个白球，记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	 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设每次摸到各球的概率相等，每次从袋中摸一球，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不放回地摸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次。</a:t>
            </a:r>
            <a:endParaRPr lang="zh-CN" altLang="en-US" sz="2400" dirty="0">
              <a:solidFill>
                <a:srgbClr val="FF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设   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次摸到红球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1,2,…,n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．求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		</a:t>
            </a:r>
          </a:p>
        </p:txBody>
      </p:sp>
      <p:graphicFrame>
        <p:nvGraphicFramePr>
          <p:cNvPr id="56324" name="Object 0"/>
          <p:cNvGraphicFramePr>
            <a:graphicFrameLocks noGrp="1"/>
          </p:cNvGraphicFramePr>
          <p:nvPr>
            <p:ph sz="quarter" idx="2"/>
          </p:nvPr>
        </p:nvGraphicFramePr>
        <p:xfrm>
          <a:off x="1360488" y="1514475"/>
          <a:ext cx="74612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80" r:id="rId4" imgW="317225" imgH="228402" progId="Equation.DSMT4">
                  <p:embed/>
                </p:oleObj>
              </mc:Choice>
              <mc:Fallback>
                <p:oleObj r:id="rId4" imgW="317225" imgH="228402" progId="Equation.DSMT4">
                  <p:embed/>
                  <p:pic>
                    <p:nvPicPr>
                      <p:cNvPr id="0" name="Object 0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488" y="1514475"/>
                        <a:ext cx="746125" cy="48101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5" name="Object 1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365358981"/>
              </p:ext>
            </p:extLst>
          </p:nvPr>
        </p:nvGraphicFramePr>
        <p:xfrm>
          <a:off x="7164388" y="1489076"/>
          <a:ext cx="8763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81" r:id="rId6" imgW="444307" imgH="228501" progId="Equation.DSMT4">
                  <p:embed/>
                </p:oleObj>
              </mc:Choice>
              <mc:Fallback>
                <p:oleObj r:id="rId6" imgW="444307" imgH="228501" progId="Equation.DSMT4">
                  <p:embed/>
                  <p:pic>
                    <p:nvPicPr>
                      <p:cNvPr id="0" name="Object 1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1489076"/>
                        <a:ext cx="876300" cy="4508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2"/>
          <p:cNvGrpSpPr>
            <a:grpSpLocks/>
          </p:cNvGrpSpPr>
          <p:nvPr/>
        </p:nvGrpSpPr>
        <p:grpSpPr bwMode="auto">
          <a:xfrm>
            <a:off x="1408113" y="4740275"/>
            <a:ext cx="1406525" cy="403225"/>
            <a:chOff x="634" y="3168"/>
            <a:chExt cx="886" cy="254"/>
          </a:xfrm>
        </p:grpSpPr>
        <p:grpSp>
          <p:nvGrpSpPr>
            <p:cNvPr id="56327" name="Group 90"/>
            <p:cNvGrpSpPr>
              <a:grpSpLocks/>
            </p:cNvGrpSpPr>
            <p:nvPr/>
          </p:nvGrpSpPr>
          <p:grpSpPr bwMode="auto">
            <a:xfrm>
              <a:off x="634" y="3191"/>
              <a:ext cx="851" cy="231"/>
              <a:chOff x="802" y="2511"/>
              <a:chExt cx="851" cy="231"/>
            </a:xfrm>
          </p:grpSpPr>
          <p:sp>
            <p:nvSpPr>
              <p:cNvPr id="56328" name="Text Box 25"/>
              <p:cNvSpPr txBox="1">
                <a:spLocks noChangeArrowheads="1"/>
              </p:cNvSpPr>
              <p:nvPr/>
            </p:nvSpPr>
            <p:spPr bwMode="auto">
              <a:xfrm>
                <a:off x="802" y="2511"/>
                <a:ext cx="5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>
                    <a:solidFill>
                      <a:schemeClr val="tx1"/>
                    </a:solidFill>
                  </a:rPr>
                  <a:t>① ②…</a:t>
                </a:r>
              </a:p>
            </p:txBody>
          </p:sp>
          <p:sp>
            <p:nvSpPr>
              <p:cNvPr id="56329" name="Oval 13"/>
              <p:cNvSpPr>
                <a:spLocks noChangeArrowheads="1"/>
              </p:cNvSpPr>
              <p:nvPr/>
            </p:nvSpPr>
            <p:spPr bwMode="auto">
              <a:xfrm>
                <a:off x="1500" y="2542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zh-C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330" name="Text Box 14"/>
            <p:cNvSpPr txBox="1">
              <a:spLocks noChangeArrowheads="1"/>
            </p:cNvSpPr>
            <p:nvPr/>
          </p:nvSpPr>
          <p:spPr bwMode="auto">
            <a:xfrm>
              <a:off x="1324" y="31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n</a:t>
              </a:r>
            </a:p>
          </p:txBody>
        </p:sp>
      </p:grpSp>
      <p:grpSp>
        <p:nvGrpSpPr>
          <p:cNvPr id="4" name="Group 98"/>
          <p:cNvGrpSpPr>
            <a:grpSpLocks/>
          </p:cNvGrpSpPr>
          <p:nvPr/>
        </p:nvGrpSpPr>
        <p:grpSpPr bwMode="auto">
          <a:xfrm>
            <a:off x="1616075" y="2730500"/>
            <a:ext cx="1152525" cy="417513"/>
            <a:chOff x="2517" y="2850"/>
            <a:chExt cx="726" cy="263"/>
          </a:xfrm>
        </p:grpSpPr>
        <p:sp>
          <p:nvSpPr>
            <p:cNvPr id="56332" name="Text Box 94"/>
            <p:cNvSpPr txBox="1">
              <a:spLocks noChangeArrowheads="1"/>
            </p:cNvSpPr>
            <p:nvPr/>
          </p:nvSpPr>
          <p:spPr bwMode="auto">
            <a:xfrm>
              <a:off x="2517" y="2882"/>
              <a:ext cx="5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① ——</a:t>
              </a:r>
            </a:p>
          </p:txBody>
        </p:sp>
        <p:grpSp>
          <p:nvGrpSpPr>
            <p:cNvPr id="56333" name="Group 97"/>
            <p:cNvGrpSpPr>
              <a:grpSpLocks/>
            </p:cNvGrpSpPr>
            <p:nvPr/>
          </p:nvGrpSpPr>
          <p:grpSpPr bwMode="auto">
            <a:xfrm>
              <a:off x="3047" y="2850"/>
              <a:ext cx="196" cy="231"/>
              <a:chOff x="3047" y="2850"/>
              <a:chExt cx="196" cy="231"/>
            </a:xfrm>
          </p:grpSpPr>
          <p:sp>
            <p:nvSpPr>
              <p:cNvPr id="56334" name="Oval 95"/>
              <p:cNvSpPr>
                <a:spLocks noChangeArrowheads="1"/>
              </p:cNvSpPr>
              <p:nvPr/>
            </p:nvSpPr>
            <p:spPr bwMode="auto">
              <a:xfrm>
                <a:off x="3061" y="2913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zh-C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56335" name="Text Box 96"/>
              <p:cNvSpPr txBox="1">
                <a:spLocks noChangeArrowheads="1"/>
              </p:cNvSpPr>
              <p:nvPr/>
            </p:nvSpPr>
            <p:spPr bwMode="auto">
              <a:xfrm>
                <a:off x="3047" y="285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>
                    <a:solidFill>
                      <a:schemeClr val="tx1"/>
                    </a:solidFill>
                  </a:rPr>
                  <a:t>a</a:t>
                </a:r>
              </a:p>
            </p:txBody>
          </p:sp>
        </p:grpSp>
      </p:grpSp>
      <p:graphicFrame>
        <p:nvGraphicFramePr>
          <p:cNvPr id="2191362" name="Object 2"/>
          <p:cNvGraphicFramePr>
            <a:graphicFrameLocks/>
          </p:cNvGraphicFramePr>
          <p:nvPr/>
        </p:nvGraphicFramePr>
        <p:xfrm>
          <a:off x="969963" y="3170238"/>
          <a:ext cx="257016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82" r:id="rId8" imgW="1015559" imgH="393529" progId="Equation.DSMT4">
                  <p:embed/>
                </p:oleObj>
              </mc:Choice>
              <mc:Fallback>
                <p:oleObj r:id="rId8" imgW="1015559" imgH="393529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3170238"/>
                        <a:ext cx="2570162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100"/>
          <p:cNvGrpSpPr>
            <a:grpSpLocks/>
          </p:cNvGrpSpPr>
          <p:nvPr/>
        </p:nvGrpSpPr>
        <p:grpSpPr bwMode="auto">
          <a:xfrm>
            <a:off x="4341813" y="2335213"/>
            <a:ext cx="1390650" cy="417512"/>
            <a:chOff x="802" y="2623"/>
            <a:chExt cx="876" cy="263"/>
          </a:xfrm>
        </p:grpSpPr>
        <p:grpSp>
          <p:nvGrpSpPr>
            <p:cNvPr id="56338" name="Group 101"/>
            <p:cNvGrpSpPr>
              <a:grpSpLocks/>
            </p:cNvGrpSpPr>
            <p:nvPr/>
          </p:nvGrpSpPr>
          <p:grpSpPr bwMode="auto">
            <a:xfrm>
              <a:off x="802" y="2655"/>
              <a:ext cx="851" cy="231"/>
              <a:chOff x="802" y="2511"/>
              <a:chExt cx="851" cy="231"/>
            </a:xfrm>
          </p:grpSpPr>
          <p:sp>
            <p:nvSpPr>
              <p:cNvPr id="56339" name="Text Box 102"/>
              <p:cNvSpPr txBox="1">
                <a:spLocks noChangeArrowheads="1"/>
              </p:cNvSpPr>
              <p:nvPr/>
            </p:nvSpPr>
            <p:spPr bwMode="auto">
              <a:xfrm>
                <a:off x="802" y="2511"/>
                <a:ext cx="66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>
                    <a:solidFill>
                      <a:schemeClr val="tx1"/>
                    </a:solidFill>
                  </a:rPr>
                  <a:t>① ②  …</a:t>
                </a:r>
              </a:p>
            </p:txBody>
          </p:sp>
          <p:sp>
            <p:nvSpPr>
              <p:cNvPr id="56340" name="Oval 103"/>
              <p:cNvSpPr>
                <a:spLocks noChangeArrowheads="1"/>
              </p:cNvSpPr>
              <p:nvPr/>
            </p:nvSpPr>
            <p:spPr bwMode="auto">
              <a:xfrm>
                <a:off x="1500" y="2542"/>
                <a:ext cx="153" cy="1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zh-C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341" name="Text Box 104"/>
            <p:cNvSpPr txBox="1">
              <a:spLocks noChangeArrowheads="1"/>
            </p:cNvSpPr>
            <p:nvPr/>
          </p:nvSpPr>
          <p:spPr bwMode="auto">
            <a:xfrm>
              <a:off x="1482" y="262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n</a:t>
              </a:r>
            </a:p>
          </p:txBody>
        </p:sp>
      </p:grpSp>
      <p:graphicFrame>
        <p:nvGraphicFramePr>
          <p:cNvPr id="2191363" name="Object 3"/>
          <p:cNvGraphicFramePr>
            <a:graphicFrameLocks/>
          </p:cNvGraphicFramePr>
          <p:nvPr/>
        </p:nvGraphicFramePr>
        <p:xfrm>
          <a:off x="1082675" y="5688013"/>
          <a:ext cx="3252788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83" r:id="rId10" imgW="1752600" imgH="419100" progId="Equation.DSMT4">
                  <p:embed/>
                </p:oleObj>
              </mc:Choice>
              <mc:Fallback>
                <p:oleObj r:id="rId10" imgW="1752600" imgH="4191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2675" y="5688013"/>
                        <a:ext cx="3252788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31"/>
          <p:cNvGrpSpPr>
            <a:grpSpLocks/>
          </p:cNvGrpSpPr>
          <p:nvPr/>
        </p:nvGrpSpPr>
        <p:grpSpPr bwMode="auto">
          <a:xfrm>
            <a:off x="2719388" y="2928938"/>
            <a:ext cx="5218112" cy="1641475"/>
            <a:chOff x="1589" y="2168"/>
            <a:chExt cx="3287" cy="1034"/>
          </a:xfrm>
        </p:grpSpPr>
        <p:grpSp>
          <p:nvGrpSpPr>
            <p:cNvPr id="56344" name="Group 123"/>
            <p:cNvGrpSpPr>
              <a:grpSpLocks/>
            </p:cNvGrpSpPr>
            <p:nvPr/>
          </p:nvGrpSpPr>
          <p:grpSpPr bwMode="auto">
            <a:xfrm rot="20592568" flipV="1">
              <a:off x="1589" y="2168"/>
              <a:ext cx="1814" cy="659"/>
              <a:chOff x="1585" y="1777"/>
              <a:chExt cx="1814" cy="659"/>
            </a:xfrm>
          </p:grpSpPr>
          <p:sp>
            <p:nvSpPr>
              <p:cNvPr id="56345" name="Line 116"/>
              <p:cNvSpPr>
                <a:spLocks noChangeShapeType="1"/>
              </p:cNvSpPr>
              <p:nvPr/>
            </p:nvSpPr>
            <p:spPr bwMode="auto">
              <a:xfrm flipH="1">
                <a:off x="1585" y="1777"/>
                <a:ext cx="1638" cy="6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46" name="Line 117"/>
              <p:cNvSpPr>
                <a:spLocks noChangeShapeType="1"/>
              </p:cNvSpPr>
              <p:nvPr/>
            </p:nvSpPr>
            <p:spPr bwMode="auto">
              <a:xfrm flipV="1">
                <a:off x="1630" y="1937"/>
                <a:ext cx="1769" cy="49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6347" name="Group 129"/>
            <p:cNvGrpSpPr>
              <a:grpSpLocks/>
            </p:cNvGrpSpPr>
            <p:nvPr/>
          </p:nvGrpSpPr>
          <p:grpSpPr bwMode="auto">
            <a:xfrm>
              <a:off x="3107" y="2295"/>
              <a:ext cx="1769" cy="907"/>
              <a:chOff x="3299" y="1895"/>
              <a:chExt cx="1769" cy="907"/>
            </a:xfrm>
          </p:grpSpPr>
          <p:sp>
            <p:nvSpPr>
              <p:cNvPr id="83050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3299" y="1895"/>
                <a:ext cx="1769" cy="907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0" y="8613"/>
                      <a:pt x="0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5" y="13940"/>
                      <a:pt x="475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300"/>
                      <a:pt x="6247" y="20300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7"/>
                      <a:pt x="11036" y="21597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7"/>
                      <a:pt x="15802" y="18947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0"/>
                      <a:pt x="16758" y="0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0"/>
                      <a:pt x="13174" y="0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50"/>
                      <a:pt x="9358" y="650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2"/>
                      <a:pt x="5288" y="1972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10"/>
                      <a:pt x="2172" y="13110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rgbClr val="FFCC99"/>
              </a:solidFill>
              <a:ln w="9525">
                <a:solidFill>
                  <a:srgbClr val="000000"/>
                </a:solidFill>
                <a:miter lim="800000"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pPr fontAlgn="t"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r>
                  <a:rPr lang="zh-CN" altLang="en-US" sz="1800">
                    <a:solidFill>
                      <a:srgbClr val="FF0066"/>
                    </a:solidFill>
                  </a:rPr>
                  <a:t>可以是①号球，亦可以是②号球</a:t>
                </a:r>
                <a:r>
                  <a:rPr lang="en-US" altLang="zh-CN" sz="1800">
                    <a:solidFill>
                      <a:srgbClr val="FF0066"/>
                    </a:solidFill>
                  </a:rPr>
                  <a:t>……</a:t>
                </a:r>
                <a:r>
                  <a:rPr lang="zh-CN" altLang="en-US" sz="1800">
                    <a:solidFill>
                      <a:srgbClr val="FF0066"/>
                    </a:solidFill>
                  </a:rPr>
                  <a:t>是     号球</a:t>
                </a:r>
                <a:r>
                  <a:rPr lang="zh-CN" altLang="en-US" sz="1800">
                    <a:solidFill>
                      <a:schemeClr val="tx1"/>
                    </a:solidFill>
                  </a:rPr>
                  <a:t>	</a:t>
                </a:r>
              </a:p>
            </p:txBody>
          </p:sp>
          <p:grpSp>
            <p:nvGrpSpPr>
              <p:cNvPr id="56349" name="Group 128"/>
              <p:cNvGrpSpPr>
                <a:grpSpLocks/>
              </p:cNvGrpSpPr>
              <p:nvPr/>
            </p:nvGrpSpPr>
            <p:grpSpPr bwMode="auto">
              <a:xfrm>
                <a:off x="4197" y="2382"/>
                <a:ext cx="194" cy="231"/>
                <a:chOff x="4304" y="3649"/>
                <a:chExt cx="194" cy="231"/>
              </a:xfrm>
            </p:grpSpPr>
            <p:sp>
              <p:nvSpPr>
                <p:cNvPr id="56350" name="Oval 126"/>
                <p:cNvSpPr>
                  <a:spLocks noChangeArrowheads="1"/>
                </p:cNvSpPr>
                <p:nvPr/>
              </p:nvSpPr>
              <p:spPr bwMode="auto">
                <a:xfrm>
                  <a:off x="4320" y="3686"/>
                  <a:ext cx="156" cy="156"/>
                </a:xfrm>
                <a:prstGeom prst="ellipse">
                  <a:avLst/>
                </a:prstGeom>
                <a:noFill/>
                <a:ln w="9525">
                  <a:solidFill>
                    <a:srgbClr val="FF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6351" name="Text Box 127"/>
                <p:cNvSpPr txBox="1">
                  <a:spLocks noChangeArrowheads="1"/>
                </p:cNvSpPr>
                <p:nvPr/>
              </p:nvSpPr>
              <p:spPr bwMode="auto">
                <a:xfrm>
                  <a:off x="4304" y="3649"/>
                  <a:ext cx="19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marL="228600" indent="-228600"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solidFill>
                        <a:srgbClr val="FF0066"/>
                      </a:solidFill>
                    </a:rPr>
                    <a:t>n</a:t>
                  </a:r>
                </a:p>
              </p:txBody>
            </p:sp>
          </p:grpSp>
        </p:grpSp>
      </p:grpSp>
      <p:sp>
        <p:nvSpPr>
          <p:cNvPr id="83079" name="Text Box 135"/>
          <p:cNvSpPr txBox="1">
            <a:spLocks noChangeArrowheads="1"/>
          </p:cNvSpPr>
          <p:nvPr/>
        </p:nvSpPr>
        <p:spPr bwMode="auto">
          <a:xfrm>
            <a:off x="2716213" y="2703513"/>
            <a:ext cx="5819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marL="2286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号球为红球，将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n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个人也编号为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1,2,…,n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．</a:t>
            </a:r>
          </a:p>
        </p:txBody>
      </p:sp>
      <p:sp>
        <p:nvSpPr>
          <p:cNvPr id="83085" name="Text Box 141"/>
          <p:cNvSpPr txBox="1">
            <a:spLocks noChangeArrowheads="1"/>
          </p:cNvSpPr>
          <p:nvPr/>
        </p:nvSpPr>
        <p:spPr bwMode="auto">
          <a:xfrm>
            <a:off x="5202238" y="5803900"/>
            <a:ext cx="226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marL="2286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0066"/>
                </a:solidFill>
              </a:rPr>
              <a:t>----------</a:t>
            </a:r>
            <a:r>
              <a:rPr lang="zh-CN" altLang="en-US">
                <a:solidFill>
                  <a:schemeClr val="tx1"/>
                </a:solidFill>
              </a:rPr>
              <a:t>与</a:t>
            </a:r>
            <a:r>
              <a:rPr lang="en-US" altLang="zh-CN">
                <a:solidFill>
                  <a:schemeClr val="tx1"/>
                </a:solidFill>
              </a:rPr>
              <a:t>k</a:t>
            </a:r>
            <a:r>
              <a:rPr lang="zh-CN" altLang="en-US">
                <a:solidFill>
                  <a:schemeClr val="tx1"/>
                </a:solidFill>
              </a:rPr>
              <a:t>无关</a:t>
            </a:r>
          </a:p>
        </p:txBody>
      </p:sp>
      <p:sp>
        <p:nvSpPr>
          <p:cNvPr id="83086" name="Rectangle 142"/>
          <p:cNvSpPr>
            <a:spLocks noRot="1" noChangeArrowheads="1"/>
          </p:cNvSpPr>
          <p:nvPr/>
        </p:nvSpPr>
        <p:spPr bwMode="auto">
          <a:xfrm>
            <a:off x="0" y="2316163"/>
            <a:ext cx="8951913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	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可设想将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n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个球进行编号：	</a:t>
            </a: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	其中						</a:t>
            </a:r>
          </a:p>
        </p:txBody>
      </p:sp>
      <p:sp>
        <p:nvSpPr>
          <p:cNvPr id="83087" name="Rectangle 143"/>
          <p:cNvSpPr>
            <a:spLocks noRot="1" noChangeArrowheads="1"/>
          </p:cNvSpPr>
          <p:nvPr/>
        </p:nvSpPr>
        <p:spPr bwMode="auto">
          <a:xfrm>
            <a:off x="0" y="4703763"/>
            <a:ext cx="8951913" cy="175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	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视	      的任一排列为一个样本点，每点出现的概率	相等。</a:t>
            </a: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					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9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9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079" grpId="0"/>
      <p:bldP spid="83085" grpId="0"/>
      <p:bldP spid="83086" grpId="0"/>
      <p:bldP spid="8308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46D3B893-9B45-4374-9716-B0CB6DFEAA88}" type="slidenum">
              <a:rPr lang="en-US" altLang="zh-CN" sz="14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39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86077" name="Rectangle 61"/>
          <p:cNvSpPr>
            <a:spLocks noChangeArrowheads="1"/>
          </p:cNvSpPr>
          <p:nvPr/>
        </p:nvSpPr>
        <p:spPr bwMode="auto">
          <a:xfrm>
            <a:off x="287338" y="4940300"/>
            <a:ext cx="642937" cy="415925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6069" name="Rectangle 53"/>
          <p:cNvSpPr>
            <a:spLocks noChangeArrowheads="1"/>
          </p:cNvSpPr>
          <p:nvPr/>
        </p:nvSpPr>
        <p:spPr bwMode="auto">
          <a:xfrm>
            <a:off x="279400" y="3038475"/>
            <a:ext cx="642938" cy="415925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7348" name="Rectangle 47"/>
          <p:cNvSpPr>
            <a:spLocks noChangeArrowheads="1"/>
          </p:cNvSpPr>
          <p:nvPr/>
        </p:nvSpPr>
        <p:spPr bwMode="auto">
          <a:xfrm>
            <a:off x="288925" y="225425"/>
            <a:ext cx="642938" cy="415925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6019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79388" y="2978150"/>
            <a:ext cx="8713787" cy="94138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次摸到的球号作为一样本点：</a:t>
            </a:r>
          </a:p>
        </p:txBody>
      </p:sp>
      <p:graphicFrame>
        <p:nvGraphicFramePr>
          <p:cNvPr id="2192384" name="Object 0"/>
          <p:cNvGraphicFramePr>
            <a:graphicFrameLocks noGrp="1"/>
          </p:cNvGraphicFramePr>
          <p:nvPr>
            <p:ph sz="quarter" idx="2"/>
          </p:nvPr>
        </p:nvGraphicFramePr>
        <p:xfrm>
          <a:off x="1600200" y="1019175"/>
          <a:ext cx="18351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45" r:id="rId4" imgW="1015559" imgH="393529" progId="Equation.DSMT4">
                  <p:embed/>
                </p:oleObj>
              </mc:Choice>
              <mc:Fallback>
                <p:oleObj r:id="rId4" imgW="1015559" imgH="393529" progId="Equation.DSMT4">
                  <p:embed/>
                  <p:pic>
                    <p:nvPicPr>
                      <p:cNvPr id="0" name="Object 0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019175"/>
                        <a:ext cx="1835150" cy="7112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Object 1"/>
          <p:cNvGraphicFramePr>
            <a:graphicFrameLocks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46" r:id="rId6" imgW="127776" imgH="198763" progId="Equation.DSMT4">
                  <p:embed/>
                </p:oleObj>
              </mc:Choice>
              <mc:Fallback>
                <p:oleObj r:id="rId6" imgW="127776" imgH="198763" progId="Equation.DSMT4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2386" name="Object 2"/>
          <p:cNvGraphicFramePr>
            <a:graphicFrameLocks/>
          </p:cNvGraphicFramePr>
          <p:nvPr/>
        </p:nvGraphicFramePr>
        <p:xfrm>
          <a:off x="3406775" y="2193925"/>
          <a:ext cx="367347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47" r:id="rId8" imgW="1675673" imgH="393529" progId="Equation.DSMT4">
                  <p:embed/>
                </p:oleObj>
              </mc:Choice>
              <mc:Fallback>
                <p:oleObj r:id="rId8" imgW="1675673" imgH="393529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775" y="2193925"/>
                        <a:ext cx="3673475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2387" name="Object 3"/>
          <p:cNvGraphicFramePr>
            <a:graphicFrameLocks/>
          </p:cNvGraphicFramePr>
          <p:nvPr/>
        </p:nvGraphicFramePr>
        <p:xfrm>
          <a:off x="4857750" y="5940425"/>
          <a:ext cx="223361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48" r:id="rId10" imgW="927100" imgH="228600" progId="Equation.DSMT4">
                  <p:embed/>
                </p:oleObj>
              </mc:Choice>
              <mc:Fallback>
                <p:oleObj r:id="rId10" imgW="927100" imgH="2286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5940425"/>
                        <a:ext cx="2233613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2388" name="Object 4"/>
          <p:cNvGraphicFramePr>
            <a:graphicFrameLocks/>
          </p:cNvGraphicFramePr>
          <p:nvPr/>
        </p:nvGraphicFramePr>
        <p:xfrm>
          <a:off x="598488" y="4225925"/>
          <a:ext cx="2808287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49" r:id="rId12" imgW="1320227" imgH="393529" progId="Equation.DSMT4">
                  <p:embed/>
                </p:oleObj>
              </mc:Choice>
              <mc:Fallback>
                <p:oleObj r:id="rId12" imgW="1320227" imgH="393529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88" y="4225925"/>
                        <a:ext cx="2808287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4389438" y="3429000"/>
            <a:ext cx="3409950" cy="2617788"/>
            <a:chOff x="2765" y="2160"/>
            <a:chExt cx="2148" cy="1649"/>
          </a:xfrm>
        </p:grpSpPr>
        <p:sp>
          <p:nvSpPr>
            <p:cNvPr id="86047" name="Document"/>
            <p:cNvSpPr>
              <a:spLocks noEditPoints="1" noChangeArrowheads="1"/>
            </p:cNvSpPr>
            <p:nvPr/>
          </p:nvSpPr>
          <p:spPr bwMode="auto">
            <a:xfrm>
              <a:off x="3779" y="2160"/>
              <a:ext cx="1134" cy="1114"/>
            </a:xfrm>
            <a:custGeom>
              <a:avLst/>
              <a:gdLst>
                <a:gd name="T0" fmla="*/ 10757 w 21600"/>
                <a:gd name="T1" fmla="*/ 21632 h 21600"/>
                <a:gd name="T2" fmla="*/ 85 w 21600"/>
                <a:gd name="T3" fmla="*/ 10849 h 21600"/>
                <a:gd name="T4" fmla="*/ 10757 w 21600"/>
                <a:gd name="T5" fmla="*/ 81 h 21600"/>
                <a:gd name="T6" fmla="*/ 21706 w 21600"/>
                <a:gd name="T7" fmla="*/ 10652 h 21600"/>
                <a:gd name="T8" fmla="*/ 10757 w 21600"/>
                <a:gd name="T9" fmla="*/ 21632 h 21600"/>
                <a:gd name="T10" fmla="*/ 0 w 21600"/>
                <a:gd name="T11" fmla="*/ 0 h 21600"/>
                <a:gd name="T12" fmla="*/ 21600 w 21600"/>
                <a:gd name="T13" fmla="*/ 0 h 21600"/>
                <a:gd name="T14" fmla="*/ 21600 w 21600"/>
                <a:gd name="T15" fmla="*/ 21600 h 21600"/>
                <a:gd name="T16" fmla="*/ 977 w 21600"/>
                <a:gd name="T17" fmla="*/ 818 h 21600"/>
                <a:gd name="T18" fmla="*/ 20622 w 21600"/>
                <a:gd name="T19" fmla="*/ 1642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33CCCC"/>
              </a:solidFill>
              <a:miter lim="800000"/>
            </a:ln>
            <a:effectLst>
              <a:outerShdw dist="107763" dir="18900000" algn="ctr" rotWithShape="0">
                <a:srgbClr val="808080">
                  <a:alpha val="50000"/>
                </a:srgbClr>
              </a:outerShdw>
            </a:effectLst>
          </p:spPr>
          <p:txBody>
            <a:bodyPr/>
            <a:lstStyle/>
            <a:p>
              <a:pPr fontAlgn="t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zh-CN" altLang="en-US" sz="1800" dirty="0">
                  <a:solidFill>
                    <a:srgbClr val="000000"/>
                  </a:solidFill>
                </a:rPr>
                <a:t>此值不仅与</a:t>
              </a:r>
              <a:r>
                <a:rPr lang="en-US" altLang="zh-CN" sz="1800" dirty="0">
                  <a:solidFill>
                    <a:srgbClr val="000000"/>
                  </a:solidFill>
                </a:rPr>
                <a:t>k</a:t>
              </a:r>
              <a:r>
                <a:rPr lang="zh-CN" altLang="en-US" sz="1800" dirty="0">
                  <a:solidFill>
                    <a:srgbClr val="000000"/>
                  </a:solidFill>
                </a:rPr>
                <a:t>无关，且与  </a:t>
              </a:r>
              <a:r>
                <a:rPr lang="en-US" altLang="zh-CN" sz="1800" dirty="0">
                  <a:solidFill>
                    <a:srgbClr val="000000"/>
                  </a:solidFill>
                </a:rPr>
                <a:t>a</a:t>
              </a:r>
              <a:r>
                <a:rPr lang="zh-CN" altLang="en-US" sz="1800" dirty="0">
                  <a:solidFill>
                    <a:srgbClr val="000000"/>
                  </a:solidFill>
                </a:rPr>
                <a:t>，</a:t>
              </a:r>
              <a:r>
                <a:rPr lang="en-US" altLang="zh-CN" sz="1800" dirty="0">
                  <a:solidFill>
                    <a:srgbClr val="000000"/>
                  </a:solidFill>
                </a:rPr>
                <a:t>b</a:t>
              </a:r>
              <a:r>
                <a:rPr lang="zh-CN" altLang="en-US" sz="1800" dirty="0">
                  <a:solidFill>
                    <a:srgbClr val="000000"/>
                  </a:solidFill>
                </a:rPr>
                <a:t>都无关，若</a:t>
              </a:r>
              <a:r>
                <a:rPr lang="en-US" altLang="zh-CN" sz="1800" dirty="0">
                  <a:solidFill>
                    <a:srgbClr val="000000"/>
                  </a:solidFill>
                </a:rPr>
                <a:t>a</a:t>
              </a:r>
              <a:r>
                <a:rPr lang="zh-CN" altLang="en-US" sz="1800" dirty="0">
                  <a:solidFill>
                    <a:srgbClr val="000000"/>
                  </a:solidFill>
                </a:rPr>
                <a:t>＝</a:t>
              </a:r>
              <a:r>
                <a:rPr lang="en-US" altLang="zh-CN" sz="1800" dirty="0">
                  <a:solidFill>
                    <a:srgbClr val="000000"/>
                  </a:solidFill>
                </a:rPr>
                <a:t>0</a:t>
              </a:r>
              <a:r>
                <a:rPr lang="zh-CN" altLang="en-US" sz="1800" dirty="0">
                  <a:solidFill>
                    <a:srgbClr val="000000"/>
                  </a:solidFill>
                </a:rPr>
                <a:t>呢？对吗？      </a:t>
              </a:r>
            </a:p>
            <a:p>
              <a:pPr fontAlgn="t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zh-CN" altLang="en-US" sz="1800" dirty="0">
                  <a:solidFill>
                    <a:schemeClr val="tx1"/>
                  </a:solidFill>
                </a:rPr>
                <a:t>    </a:t>
              </a:r>
              <a:r>
                <a:rPr lang="zh-CN" altLang="en-US" sz="1800" dirty="0">
                  <a:solidFill>
                    <a:srgbClr val="FF0066"/>
                  </a:solidFill>
                </a:rPr>
                <a:t>为什么？</a:t>
              </a:r>
            </a:p>
          </p:txBody>
        </p:sp>
        <p:sp>
          <p:nvSpPr>
            <p:cNvPr id="57357" name="AutoShape 39"/>
            <p:cNvSpPr>
              <a:spLocks noChangeArrowheads="1"/>
            </p:cNvSpPr>
            <p:nvPr/>
          </p:nvSpPr>
          <p:spPr bwMode="auto">
            <a:xfrm>
              <a:off x="2765" y="2976"/>
              <a:ext cx="1097" cy="833"/>
            </a:xfrm>
            <a:custGeom>
              <a:avLst/>
              <a:gdLst>
                <a:gd name="T0" fmla="*/ 21600 w 21600"/>
                <a:gd name="T1" fmla="*/ 6079 h 21600"/>
                <a:gd name="T2" fmla="*/ 12427 w 21600"/>
                <a:gd name="T3" fmla="*/ 0 h 21600"/>
                <a:gd name="T4" fmla="*/ 12427 w 21600"/>
                <a:gd name="T5" fmla="*/ 4149 h 21600"/>
                <a:gd name="T6" fmla="*/ 0 w 21600"/>
                <a:gd name="T7" fmla="*/ 12158 h 21600"/>
                <a:gd name="T8" fmla="*/ 0 w 21600"/>
                <a:gd name="T9" fmla="*/ 21600 h 21600"/>
                <a:gd name="T10" fmla="*/ 3945 w 21600"/>
                <a:gd name="T11" fmla="*/ 21600 h 21600"/>
                <a:gd name="T12" fmla="*/ 3945 w 21600"/>
                <a:gd name="T13" fmla="*/ 12158 h 21600"/>
                <a:gd name="T14" fmla="*/ 12427 w 21600"/>
                <a:gd name="T15" fmla="*/ 8009 h 21600"/>
                <a:gd name="T16" fmla="*/ 12427 w 21600"/>
                <a:gd name="T17" fmla="*/ 12158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600" h="21600">
                  <a:moveTo>
                    <a:pt x="21600" y="6079"/>
                  </a:moveTo>
                  <a:lnTo>
                    <a:pt x="12427" y="0"/>
                  </a:lnTo>
                  <a:lnTo>
                    <a:pt x="12427" y="4149"/>
                  </a:lnTo>
                  <a:cubicBezTo>
                    <a:pt x="5564" y="4149"/>
                    <a:pt x="0" y="7735"/>
                    <a:pt x="0" y="12158"/>
                  </a:cubicBezTo>
                  <a:lnTo>
                    <a:pt x="0" y="21600"/>
                  </a:lnTo>
                  <a:lnTo>
                    <a:pt x="3945" y="21600"/>
                  </a:lnTo>
                  <a:lnTo>
                    <a:pt x="3945" y="12158"/>
                  </a:lnTo>
                  <a:cubicBezTo>
                    <a:pt x="3945" y="9867"/>
                    <a:pt x="7743" y="8009"/>
                    <a:pt x="12427" y="8009"/>
                  </a:cubicBezTo>
                  <a:lnTo>
                    <a:pt x="12427" y="12158"/>
                  </a:lnTo>
                  <a:close/>
                </a:path>
              </a:pathLst>
            </a:custGeom>
            <a:solidFill>
              <a:schemeClr val="accent1">
                <a:alpha val="54900"/>
              </a:schemeClr>
            </a:solidFill>
            <a:ln w="9525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57358" name="Text Box 42"/>
          <p:cNvSpPr txBox="1">
            <a:spLocks noChangeArrowheads="1"/>
          </p:cNvSpPr>
          <p:nvPr/>
        </p:nvSpPr>
        <p:spPr bwMode="auto">
          <a:xfrm>
            <a:off x="8008938" y="3198813"/>
            <a:ext cx="23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chemeClr val="tx1"/>
              </a:solidFill>
            </a:endParaRPr>
          </a:p>
        </p:txBody>
      </p:sp>
      <p:sp>
        <p:nvSpPr>
          <p:cNvPr id="57359" name="Text Box 43"/>
          <p:cNvSpPr txBox="1">
            <a:spLocks noChangeArrowheads="1"/>
          </p:cNvSpPr>
          <p:nvPr/>
        </p:nvSpPr>
        <p:spPr bwMode="auto">
          <a:xfrm>
            <a:off x="6300788" y="609282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chemeClr val="tx1"/>
              </a:solidFill>
            </a:endParaRPr>
          </a:p>
        </p:txBody>
      </p:sp>
      <p:sp>
        <p:nvSpPr>
          <p:cNvPr id="86060" name="Text Box 44"/>
          <p:cNvSpPr txBox="1">
            <a:spLocks noChangeArrowheads="1"/>
          </p:cNvSpPr>
          <p:nvPr/>
        </p:nvSpPr>
        <p:spPr bwMode="auto">
          <a:xfrm>
            <a:off x="8243888" y="2924175"/>
            <a:ext cx="4318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FF0066"/>
                </a:solidFill>
              </a:rPr>
              <a:t>原来这不是等可能概型</a:t>
            </a:r>
            <a:endParaRPr lang="en-US" altLang="zh-CN" sz="1800" b="1" dirty="0">
              <a:solidFill>
                <a:srgbClr val="FF0066"/>
              </a:solidFill>
            </a:endParaRPr>
          </a:p>
        </p:txBody>
      </p:sp>
      <p:grpSp>
        <p:nvGrpSpPr>
          <p:cNvPr id="3" name="Group 52"/>
          <p:cNvGrpSpPr>
            <a:grpSpLocks/>
          </p:cNvGrpSpPr>
          <p:nvPr/>
        </p:nvGrpSpPr>
        <p:grpSpPr bwMode="auto">
          <a:xfrm>
            <a:off x="534988" y="1744663"/>
            <a:ext cx="8064500" cy="966787"/>
            <a:chOff x="337" y="1099"/>
            <a:chExt cx="5080" cy="609"/>
          </a:xfrm>
        </p:grpSpPr>
        <p:graphicFrame>
          <p:nvGraphicFramePr>
            <p:cNvPr id="57362" name="Object 7"/>
            <p:cNvGraphicFramePr>
              <a:graphicFrameLocks/>
            </p:cNvGraphicFramePr>
            <p:nvPr/>
          </p:nvGraphicFramePr>
          <p:xfrm>
            <a:off x="4750" y="1100"/>
            <a:ext cx="409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950" r:id="rId14" imgW="291973" imgH="241195" progId="Equation.DSMT4">
                    <p:embed/>
                  </p:oleObj>
                </mc:Choice>
                <mc:Fallback>
                  <p:oleObj r:id="rId14" imgW="291973" imgH="241195" progId="Equation.DSMT4">
                    <p:embed/>
                    <p:pic>
                      <p:nvPicPr>
                        <p:cNvPr id="0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0" y="1100"/>
                          <a:ext cx="409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7363" name="Group 51"/>
            <p:cNvGrpSpPr>
              <a:grpSpLocks/>
            </p:cNvGrpSpPr>
            <p:nvPr/>
          </p:nvGrpSpPr>
          <p:grpSpPr bwMode="auto">
            <a:xfrm>
              <a:off x="337" y="1099"/>
              <a:ext cx="5080" cy="609"/>
              <a:chOff x="337" y="1119"/>
              <a:chExt cx="5080" cy="609"/>
            </a:xfrm>
          </p:grpSpPr>
          <p:graphicFrame>
            <p:nvGraphicFramePr>
              <p:cNvPr id="57364" name="Object 8"/>
              <p:cNvGraphicFramePr>
                <a:graphicFrameLocks/>
              </p:cNvGraphicFramePr>
              <p:nvPr/>
            </p:nvGraphicFramePr>
            <p:xfrm>
              <a:off x="1556" y="1119"/>
              <a:ext cx="283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951" r:id="rId16" imgW="203024" imgH="241091" progId="Equation.DSMT4">
                      <p:embed/>
                    </p:oleObj>
                  </mc:Choice>
                  <mc:Fallback>
                    <p:oleObj r:id="rId16" imgW="203024" imgH="241091" progId="Equation.DSMT4">
                      <p:embed/>
                      <p:pic>
                        <p:nvPicPr>
                          <p:cNvPr id="0" name="Object 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56" y="1119"/>
                            <a:ext cx="283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57365" name="Group 50"/>
              <p:cNvGrpSpPr>
                <a:grpSpLocks/>
              </p:cNvGrpSpPr>
              <p:nvPr/>
            </p:nvGrpSpPr>
            <p:grpSpPr bwMode="auto">
              <a:xfrm>
                <a:off x="337" y="1153"/>
                <a:ext cx="5080" cy="575"/>
                <a:chOff x="337" y="1153"/>
                <a:chExt cx="5080" cy="575"/>
              </a:xfrm>
            </p:grpSpPr>
            <p:graphicFrame>
              <p:nvGraphicFramePr>
                <p:cNvPr id="57366" name="Object 9"/>
                <p:cNvGraphicFramePr>
                  <a:graphicFrameLocks/>
                </p:cNvGraphicFramePr>
                <p:nvPr/>
              </p:nvGraphicFramePr>
              <p:xfrm>
                <a:off x="1180" y="1370"/>
                <a:ext cx="299" cy="35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7952" r:id="rId18" imgW="190417" imgH="228501" progId="Equation.DSMT4">
                        <p:embed/>
                      </p:oleObj>
                    </mc:Choice>
                    <mc:Fallback>
                      <p:oleObj r:id="rId18" imgW="190417" imgH="228501" progId="Equation.DSMT4">
                        <p:embed/>
                        <p:pic>
                          <p:nvPicPr>
                            <p:cNvPr id="0" name="Object 9"/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80" y="1370"/>
                              <a:ext cx="299" cy="35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57367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337" y="1153"/>
                  <a:ext cx="508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marL="228600" indent="-228600"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lnSpc>
                      <a:spcPct val="90000"/>
                    </a:lnSpc>
                    <a:buClr>
                      <a:schemeClr val="hlink"/>
                    </a:buClr>
                    <a:buFont typeface="Wingdings" panose="05000000000000000000" pitchFamily="2" charset="2"/>
                    <a:buNone/>
                  </a:pPr>
                  <a:r>
                    <a:rPr lang="zh-CN" altLang="en-US">
                      <a:solidFill>
                        <a:schemeClr val="tx1"/>
                      </a:solidFill>
                    </a:rPr>
                    <a:t>总样本点数为      ，每点出现的概率相等，而其中有        个</a:t>
                  </a:r>
                </a:p>
                <a:p>
                  <a:pPr>
                    <a:lnSpc>
                      <a:spcPct val="90000"/>
                    </a:lnSpc>
                    <a:buClr>
                      <a:schemeClr val="hlink"/>
                    </a:buClr>
                    <a:buFont typeface="Wingdings" panose="05000000000000000000" pitchFamily="2" charset="2"/>
                    <a:buNone/>
                  </a:pPr>
                  <a:r>
                    <a:rPr lang="zh-CN" altLang="en-US">
                      <a:solidFill>
                        <a:schemeClr val="tx1"/>
                      </a:solidFill>
                    </a:rPr>
                    <a:t>样本点使       发生，</a:t>
                  </a:r>
                  <a:endParaRPr lang="zh-CN" altLang="en-US"/>
                </a:p>
              </p:txBody>
            </p:sp>
          </p:grpSp>
        </p:grpSp>
      </p:grpSp>
      <p:grpSp>
        <p:nvGrpSpPr>
          <p:cNvPr id="6" name="Group 56"/>
          <p:cNvGrpSpPr>
            <a:grpSpLocks/>
          </p:cNvGrpSpPr>
          <p:nvPr/>
        </p:nvGrpSpPr>
        <p:grpSpPr bwMode="auto">
          <a:xfrm>
            <a:off x="652463" y="3910013"/>
            <a:ext cx="2924175" cy="457200"/>
            <a:chOff x="1944" y="2754"/>
            <a:chExt cx="1842" cy="288"/>
          </a:xfrm>
        </p:grpSpPr>
        <p:grpSp>
          <p:nvGrpSpPr>
            <p:cNvPr id="57369" name="Group 54"/>
            <p:cNvGrpSpPr>
              <a:grpSpLocks/>
            </p:cNvGrpSpPr>
            <p:nvPr/>
          </p:nvGrpSpPr>
          <p:grpSpPr bwMode="auto">
            <a:xfrm>
              <a:off x="2376" y="2807"/>
              <a:ext cx="1123" cy="231"/>
              <a:chOff x="2368" y="2764"/>
              <a:chExt cx="1123" cy="231"/>
            </a:xfrm>
          </p:grpSpPr>
          <p:sp>
            <p:nvSpPr>
              <p:cNvPr id="57370" name="Text Box 13"/>
              <p:cNvSpPr txBox="1">
                <a:spLocks noChangeArrowheads="1"/>
              </p:cNvSpPr>
              <p:nvPr/>
            </p:nvSpPr>
            <p:spPr bwMode="auto">
              <a:xfrm>
                <a:off x="2368" y="2764"/>
                <a:ext cx="112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>
                    <a:solidFill>
                      <a:schemeClr val="tx1"/>
                    </a:solidFill>
                  </a:rPr>
                  <a:t>①</a:t>
                </a:r>
                <a:r>
                  <a:rPr lang="zh-CN" altLang="en-US" sz="1800">
                    <a:solidFill>
                      <a:schemeClr val="tx1"/>
                    </a:solidFill>
                  </a:rPr>
                  <a:t>，②，</a:t>
                </a:r>
                <a:r>
                  <a:rPr lang="en-US" altLang="zh-CN" sz="1800">
                    <a:solidFill>
                      <a:schemeClr val="tx1"/>
                    </a:solidFill>
                  </a:rPr>
                  <a:t>…</a:t>
                </a:r>
                <a:r>
                  <a:rPr lang="zh-CN" altLang="en-US" sz="1800">
                    <a:solidFill>
                      <a:schemeClr val="tx1"/>
                    </a:solidFill>
                  </a:rPr>
                  <a:t>，      </a:t>
                </a:r>
              </a:p>
            </p:txBody>
          </p:sp>
          <p:sp>
            <p:nvSpPr>
              <p:cNvPr id="57371" name="Oval 14"/>
              <p:cNvSpPr>
                <a:spLocks noChangeArrowheads="1"/>
              </p:cNvSpPr>
              <p:nvPr/>
            </p:nvSpPr>
            <p:spPr bwMode="auto">
              <a:xfrm>
                <a:off x="3228" y="2795"/>
                <a:ext cx="175" cy="153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>
                    <a:solidFill>
                      <a:schemeClr val="tx1"/>
                    </a:solidFill>
                  </a:rPr>
                  <a:t>n</a:t>
                </a:r>
              </a:p>
            </p:txBody>
          </p:sp>
        </p:grpSp>
        <p:sp>
          <p:nvSpPr>
            <p:cNvPr id="57372" name="Text Box 55"/>
            <p:cNvSpPr txBox="1">
              <a:spLocks noChangeArrowheads="1"/>
            </p:cNvSpPr>
            <p:nvPr/>
          </p:nvSpPr>
          <p:spPr bwMode="auto">
            <a:xfrm>
              <a:off x="1944" y="2754"/>
              <a:ext cx="18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chemeClr val="tx1"/>
                  </a:solidFill>
                  <a:latin typeface="宋体" panose="02010600030101010101" pitchFamily="2" charset="-122"/>
                </a:rPr>
                <a:t>S</a:t>
              </a:r>
              <a:r>
                <a:rPr lang="zh-CN" altLang="en-US">
                  <a:solidFill>
                    <a:schemeClr val="tx1"/>
                  </a:solidFill>
                  <a:latin typeface="宋体" panose="02010600030101010101" pitchFamily="2" charset="-122"/>
                </a:rPr>
                <a:t>＝</a:t>
              </a:r>
              <a:r>
                <a:rPr lang="en-US" altLang="zh-CN">
                  <a:solidFill>
                    <a:schemeClr val="tx1"/>
                  </a:solidFill>
                  <a:latin typeface="宋体" panose="02010600030101010101" pitchFamily="2" charset="-122"/>
                </a:rPr>
                <a:t>{           }</a:t>
              </a:r>
              <a:r>
                <a:rPr lang="zh-CN" altLang="en-US">
                  <a:solidFill>
                    <a:schemeClr val="tx1"/>
                  </a:solidFill>
                  <a:latin typeface="宋体" panose="02010600030101010101" pitchFamily="2" charset="-122"/>
                </a:rPr>
                <a:t>，</a:t>
              </a:r>
            </a:p>
          </p:txBody>
        </p:sp>
      </p:grpSp>
      <p:grpSp>
        <p:nvGrpSpPr>
          <p:cNvPr id="8" name="Group 60"/>
          <p:cNvGrpSpPr>
            <a:grpSpLocks/>
          </p:cNvGrpSpPr>
          <p:nvPr/>
        </p:nvGrpSpPr>
        <p:grpSpPr bwMode="auto">
          <a:xfrm>
            <a:off x="3352800" y="3927475"/>
            <a:ext cx="2773363" cy="517525"/>
            <a:chOff x="2102" y="2474"/>
            <a:chExt cx="1747" cy="326"/>
          </a:xfrm>
        </p:grpSpPr>
        <p:graphicFrame>
          <p:nvGraphicFramePr>
            <p:cNvPr id="57374" name="Object 6"/>
            <p:cNvGraphicFramePr>
              <a:graphicFrameLocks/>
            </p:cNvGraphicFramePr>
            <p:nvPr/>
          </p:nvGraphicFramePr>
          <p:xfrm>
            <a:off x="2102" y="2474"/>
            <a:ext cx="453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953" r:id="rId20" imgW="317225" imgH="228402" progId="Equation.DSMT4">
                    <p:embed/>
                  </p:oleObj>
                </mc:Choice>
                <mc:Fallback>
                  <p:oleObj r:id="rId20" imgW="317225" imgH="228402" progId="Equation.DSMT4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2" y="2474"/>
                          <a:ext cx="453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7375" name="Group 59"/>
            <p:cNvGrpSpPr>
              <a:grpSpLocks/>
            </p:cNvGrpSpPr>
            <p:nvPr/>
          </p:nvGrpSpPr>
          <p:grpSpPr bwMode="auto">
            <a:xfrm>
              <a:off x="2487" y="2474"/>
              <a:ext cx="1362" cy="288"/>
              <a:chOff x="3247" y="3714"/>
              <a:chExt cx="1362" cy="288"/>
            </a:xfrm>
          </p:grpSpPr>
          <p:grpSp>
            <p:nvGrpSpPr>
              <p:cNvPr id="57376" name="Group 58"/>
              <p:cNvGrpSpPr>
                <a:grpSpLocks/>
              </p:cNvGrpSpPr>
              <p:nvPr/>
            </p:nvGrpSpPr>
            <p:grpSpPr bwMode="auto">
              <a:xfrm>
                <a:off x="3374" y="3766"/>
                <a:ext cx="1123" cy="231"/>
                <a:chOff x="3374" y="3876"/>
                <a:chExt cx="1123" cy="231"/>
              </a:xfrm>
            </p:grpSpPr>
            <p:sp>
              <p:nvSpPr>
                <p:cNvPr id="57377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3374" y="3876"/>
                  <a:ext cx="1123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solidFill>
                        <a:schemeClr val="tx1"/>
                      </a:solidFill>
                    </a:rPr>
                    <a:t>①</a:t>
                  </a:r>
                  <a:r>
                    <a:rPr lang="zh-CN" altLang="en-US" sz="1800">
                      <a:solidFill>
                        <a:schemeClr val="tx1"/>
                      </a:solidFill>
                    </a:rPr>
                    <a:t>，②，</a:t>
                  </a:r>
                  <a:r>
                    <a:rPr lang="en-US" altLang="zh-CN" sz="1800">
                      <a:solidFill>
                        <a:schemeClr val="tx1"/>
                      </a:solidFill>
                    </a:rPr>
                    <a:t>…</a:t>
                  </a:r>
                  <a:r>
                    <a:rPr lang="zh-CN" altLang="en-US" sz="1800">
                      <a:solidFill>
                        <a:schemeClr val="tx1"/>
                      </a:solidFill>
                    </a:rPr>
                    <a:t>，</a:t>
                  </a:r>
                </a:p>
              </p:txBody>
            </p:sp>
            <p:sp>
              <p:nvSpPr>
                <p:cNvPr id="57378" name="Oval 19"/>
                <p:cNvSpPr>
                  <a:spLocks noChangeArrowheads="1"/>
                </p:cNvSpPr>
                <p:nvPr/>
              </p:nvSpPr>
              <p:spPr bwMode="auto">
                <a:xfrm>
                  <a:off x="4244" y="3907"/>
                  <a:ext cx="175" cy="153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</p:grpSp>
          <p:sp>
            <p:nvSpPr>
              <p:cNvPr id="57379" name="Text Box 57"/>
              <p:cNvSpPr txBox="1">
                <a:spLocks noChangeArrowheads="1"/>
              </p:cNvSpPr>
              <p:nvPr/>
            </p:nvSpPr>
            <p:spPr bwMode="auto">
              <a:xfrm>
                <a:off x="3247" y="3714"/>
                <a:ext cx="136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>
                    <a:latin typeface="宋体" panose="02010600030101010101" pitchFamily="2" charset="-122"/>
                  </a:rPr>
                  <a:t>{           }</a:t>
                </a:r>
              </a:p>
            </p:txBody>
          </p:sp>
        </p:grpSp>
      </p:grpSp>
      <p:grpSp>
        <p:nvGrpSpPr>
          <p:cNvPr id="11" name="Group 63"/>
          <p:cNvGrpSpPr>
            <a:grpSpLocks/>
          </p:cNvGrpSpPr>
          <p:nvPr/>
        </p:nvGrpSpPr>
        <p:grpSpPr bwMode="auto">
          <a:xfrm>
            <a:off x="2973388" y="5868988"/>
            <a:ext cx="1754187" cy="539750"/>
            <a:chOff x="3368" y="3748"/>
            <a:chExt cx="1105" cy="340"/>
          </a:xfrm>
        </p:grpSpPr>
        <p:graphicFrame>
          <p:nvGraphicFramePr>
            <p:cNvPr id="57381" name="Object 5"/>
            <p:cNvGraphicFramePr>
              <a:graphicFrameLocks/>
            </p:cNvGraphicFramePr>
            <p:nvPr/>
          </p:nvGraphicFramePr>
          <p:xfrm>
            <a:off x="3368" y="3748"/>
            <a:ext cx="472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954" r:id="rId22" imgW="317225" imgH="228402" progId="Equation.DSMT4">
                    <p:embed/>
                  </p:oleObj>
                </mc:Choice>
                <mc:Fallback>
                  <p:oleObj r:id="rId22" imgW="317225" imgH="228402" progId="Equation.DSMT4">
                    <p:embed/>
                    <p:pic>
                      <p:nvPicPr>
                        <p:cNvPr id="0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8" y="3748"/>
                          <a:ext cx="472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82" name="Text Box 62"/>
            <p:cNvSpPr txBox="1">
              <a:spLocks noChangeArrowheads="1"/>
            </p:cNvSpPr>
            <p:nvPr/>
          </p:nvSpPr>
          <p:spPr bwMode="auto">
            <a:xfrm>
              <a:off x="3783" y="3765"/>
              <a:ext cx="6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chemeClr val="tx1"/>
                  </a:solidFill>
                  <a:latin typeface="宋体" panose="02010600030101010101" pitchFamily="2" charset="-122"/>
                </a:rPr>
                <a:t>{</a:t>
              </a:r>
              <a:r>
                <a:rPr lang="zh-CN" altLang="en-US">
                  <a:solidFill>
                    <a:schemeClr val="tx1"/>
                  </a:solidFill>
                  <a:latin typeface="宋体" panose="02010600030101010101" pitchFamily="2" charset="-122"/>
                </a:rPr>
                <a:t>红色</a:t>
              </a:r>
              <a:r>
                <a:rPr lang="en-US" altLang="zh-CN">
                  <a:solidFill>
                    <a:schemeClr val="tx1"/>
                  </a:solidFill>
                  <a:latin typeface="宋体" panose="02010600030101010101" pitchFamily="2" charset="-122"/>
                </a:rPr>
                <a:t>}</a:t>
              </a:r>
            </a:p>
          </p:txBody>
        </p:sp>
      </p:grpSp>
      <p:sp>
        <p:nvSpPr>
          <p:cNvPr id="57383" name="Rectangle 64"/>
          <p:cNvSpPr>
            <a:spLocks noRot="1" noChangeArrowheads="1"/>
          </p:cNvSpPr>
          <p:nvPr/>
        </p:nvSpPr>
        <p:spPr bwMode="auto">
          <a:xfrm>
            <a:off x="242888" y="223838"/>
            <a:ext cx="8470900" cy="104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视哪几次摸到红球为一样本点</a:t>
            </a:r>
          </a:p>
        </p:txBody>
      </p:sp>
      <p:sp>
        <p:nvSpPr>
          <p:cNvPr id="86081" name="Rectangle 65"/>
          <p:cNvSpPr>
            <a:spLocks noRot="1" noChangeArrowheads="1"/>
          </p:cNvSpPr>
          <p:nvPr/>
        </p:nvSpPr>
        <p:spPr bwMode="auto">
          <a:xfrm>
            <a:off x="179388" y="4883150"/>
            <a:ext cx="8713787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次摸到的球的颜色为一样本点：</a:t>
            </a: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	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S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{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红色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,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白色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}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	        	</a:t>
            </a:r>
          </a:p>
        </p:txBody>
      </p:sp>
      <p:sp>
        <p:nvSpPr>
          <p:cNvPr id="4" name="矩形 3"/>
          <p:cNvSpPr/>
          <p:nvPr/>
        </p:nvSpPr>
        <p:spPr>
          <a:xfrm>
            <a:off x="4267200" y="606526"/>
            <a:ext cx="4572000" cy="830997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跟抽奖一样，不管先后去抽奖，中奖的概率都是一样的。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92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9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6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6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9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6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6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6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9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6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6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77" grpId="0" animBg="1"/>
      <p:bldP spid="86069" grpId="0" animBg="1"/>
      <p:bldP spid="86019" grpId="0"/>
      <p:bldP spid="86060" grpId="0"/>
      <p:bldP spid="86081" grpId="0"/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9F518888-3D41-4B9E-B2C6-2C7DEB1E4F74}" type="slidenum">
              <a:rPr lang="en-US" altLang="zh-CN" sz="140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buClr>
                  <a:schemeClr val="tx1"/>
                </a:buClr>
              </a:pPr>
              <a:t>40</a:t>
            </a:fld>
            <a:endParaRPr lang="en-US" altLang="zh-CN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8109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60363" y="1752600"/>
            <a:ext cx="8329612" cy="1712913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tabLst>
                <a:tab pos="809625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解：假设接待站的接待时间没有规定，而各来访者在一周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tabLst>
                <a:tab pos="809625" algn="l"/>
              </a:tabLs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的任一天中去接待站是等可能的，那么，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次接待来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tabLst>
                <a:tab pos="809625" algn="l"/>
              </a:tabLs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访者都是在周二、周四的概率为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tabLst>
                <a:tab pos="809625" algn="l"/>
              </a:tabLst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/7</a:t>
            </a:r>
            <a:r>
              <a:rPr lang="en-US" altLang="zh-CN" sz="2400" baseline="30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=0.000 000 3.</a:t>
            </a:r>
            <a:endParaRPr lang="en-US" altLang="zh-CN" sz="2400" baseline="30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371" name="Rectangle 4"/>
          <p:cNvSpPr>
            <a:spLocks noRot="1" noChangeArrowheads="1"/>
          </p:cNvSpPr>
          <p:nvPr/>
        </p:nvSpPr>
        <p:spPr bwMode="auto">
          <a:xfrm>
            <a:off x="252413" y="506413"/>
            <a:ext cx="8572500" cy="135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buClr>
                <a:schemeClr val="hlink"/>
              </a:buClr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：某接待站在某一周曾接待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次来访，已知所有这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次接待都是在周二和周四进行的，问是否可以推断接待时间是有规定的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en-US" altLang="zh-CN" baseline="30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81093" name="Rectangle 5"/>
          <p:cNvSpPr>
            <a:spLocks noRot="1" noChangeArrowheads="1"/>
          </p:cNvSpPr>
          <p:nvPr/>
        </p:nvSpPr>
        <p:spPr bwMode="auto">
          <a:xfrm>
            <a:off x="342900" y="3879850"/>
            <a:ext cx="8516938" cy="221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8096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人们在长期的实践中总结得到“概率很小的事件在一次试验中实际上几乎是不发生的”</a:t>
            </a:r>
            <a:r>
              <a:rPr lang="en-US" altLang="zh-CN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称之为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实际推断原理</a:t>
            </a:r>
            <a:r>
              <a:rPr lang="en-US" altLang="zh-CN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25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1E11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现在概率很小的事件在一次试验中竟然发生了，因此有理由怀疑假设的正确性，从而推断接待站不是每天都接待来访者，即认为其接待时间是有规定的。</a:t>
            </a:r>
            <a:endParaRPr lang="zh-CN" altLang="en-US" baseline="30000" dirty="0">
              <a:solidFill>
                <a:srgbClr val="1E116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81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81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81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81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81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81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81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81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81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81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1091" grpId="0" build="p"/>
      <p:bldP spid="188109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-541338" y="107950"/>
            <a:ext cx="4824413" cy="647700"/>
          </a:xfrm>
        </p:spPr>
        <p:txBody>
          <a:bodyPr/>
          <a:lstStyle/>
          <a:p>
            <a:pPr eaLnBrk="1" hangingPunct="1"/>
            <a:r>
              <a:rPr lang="en-US" altLang="zh-CN" sz="4000">
                <a:latin typeface="宋体" panose="02010600030101010101" pitchFamily="2" charset="-122"/>
              </a:rPr>
              <a:t>§5  </a:t>
            </a:r>
            <a:r>
              <a:rPr lang="zh-CN" altLang="en-US" sz="4000">
                <a:latin typeface="宋体" panose="02010600030101010101" pitchFamily="2" charset="-122"/>
              </a:rPr>
              <a:t>条件概率</a:t>
            </a:r>
          </a:p>
        </p:txBody>
      </p:sp>
      <p:sp>
        <p:nvSpPr>
          <p:cNvPr id="89091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88900" y="828675"/>
            <a:ext cx="8964613" cy="58547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例：有一批产品，其合格率为</a:t>
            </a:r>
            <a:r>
              <a:rPr lang="en-US" altLang="zh-CN" sz="2800">
                <a:latin typeface="宋体" panose="02010600030101010101" pitchFamily="2" charset="-122"/>
              </a:rPr>
              <a:t>90%</a:t>
            </a:r>
            <a:r>
              <a:rPr lang="zh-CN" altLang="en-US" sz="2800">
                <a:latin typeface="宋体" panose="02010600030101010101" pitchFamily="2" charset="-122"/>
              </a:rPr>
              <a:t>，合格品中有</a:t>
            </a:r>
            <a:r>
              <a:rPr lang="en-US" altLang="zh-CN" sz="2800">
                <a:latin typeface="宋体" panose="02010600030101010101" pitchFamily="2" charset="-122"/>
              </a:rPr>
              <a:t>95%</a:t>
            </a:r>
            <a:r>
              <a:rPr lang="zh-CN" altLang="en-US" sz="2800">
                <a:latin typeface="宋体" panose="02010600030101010101" pitchFamily="2" charset="-122"/>
              </a:rPr>
              <a:t>为  	 优质品，从中任取一件，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latin typeface="宋体" panose="02010600030101010101" pitchFamily="2" charset="-122"/>
              </a:rPr>
              <a:t>      </a:t>
            </a:r>
            <a:r>
              <a:rPr lang="zh-CN" altLang="en-US" sz="2400">
                <a:latin typeface="宋体" panose="02010600030101010101" pitchFamily="2" charset="-122"/>
              </a:rPr>
              <a:t>记</a:t>
            </a:r>
            <a:r>
              <a:rPr lang="en-US" altLang="zh-CN" sz="2400">
                <a:latin typeface="宋体" panose="02010600030101010101" pitchFamily="2" charset="-122"/>
              </a:rPr>
              <a:t>A={</a:t>
            </a:r>
            <a:r>
              <a:rPr lang="zh-CN" altLang="en-US" sz="2400">
                <a:latin typeface="宋体" panose="02010600030101010101" pitchFamily="2" charset="-122"/>
              </a:rPr>
              <a:t>取到一件合格品</a:t>
            </a:r>
            <a:r>
              <a:rPr lang="en-US" altLang="zh-CN" sz="2400">
                <a:latin typeface="宋体" panose="02010600030101010101" pitchFamily="2" charset="-122"/>
              </a:rPr>
              <a:t>}</a:t>
            </a:r>
            <a:r>
              <a:rPr lang="zh-CN" altLang="en-US" sz="2400">
                <a:latin typeface="宋体" panose="02010600030101010101" pitchFamily="2" charset="-122"/>
              </a:rPr>
              <a:t>，	</a:t>
            </a:r>
            <a:r>
              <a:rPr lang="en-US" altLang="zh-CN" sz="2400">
                <a:latin typeface="宋体" panose="02010600030101010101" pitchFamily="2" charset="-122"/>
              </a:rPr>
              <a:t>B={</a:t>
            </a:r>
            <a:r>
              <a:rPr lang="zh-CN" altLang="en-US" sz="2400">
                <a:latin typeface="宋体" panose="02010600030101010101" pitchFamily="2" charset="-122"/>
              </a:rPr>
              <a:t>取到一件优质品</a:t>
            </a:r>
            <a:r>
              <a:rPr lang="en-US" altLang="zh-CN" sz="2400">
                <a:latin typeface="宋体" panose="02010600030101010101" pitchFamily="2" charset="-122"/>
              </a:rPr>
              <a:t>}</a:t>
            </a:r>
            <a:r>
              <a:rPr lang="zh-CN" altLang="en-US" sz="2400">
                <a:latin typeface="宋体" panose="02010600030101010101" pitchFamily="2" charset="-122"/>
              </a:rPr>
              <a:t>。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latin typeface="宋体" panose="02010600030101010101" pitchFamily="2" charset="-122"/>
              </a:rPr>
              <a:t>	 则 </a:t>
            </a:r>
            <a:r>
              <a:rPr lang="en-US" altLang="zh-CN" sz="2800">
                <a:latin typeface="宋体" panose="02010600030101010101" pitchFamily="2" charset="-122"/>
              </a:rPr>
              <a:t>P(A)=90%  </a:t>
            </a:r>
            <a:r>
              <a:rPr lang="zh-CN" altLang="en-US" sz="2800">
                <a:latin typeface="宋体" panose="02010600030101010101" pitchFamily="2" charset="-122"/>
              </a:rPr>
              <a:t>而</a:t>
            </a:r>
            <a:r>
              <a:rPr lang="en-US" altLang="zh-CN" sz="2800">
                <a:latin typeface="宋体" panose="02010600030101010101" pitchFamily="2" charset="-122"/>
              </a:rPr>
              <a:t>P(B)=85.5%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宋体" panose="02010600030101010101" pitchFamily="2" charset="-122"/>
              </a:rPr>
              <a:t>    </a:t>
            </a:r>
            <a:r>
              <a:rPr lang="zh-CN" altLang="en-US" sz="2800">
                <a:latin typeface="宋体" panose="02010600030101010101" pitchFamily="2" charset="-122"/>
              </a:rPr>
              <a:t>记：</a:t>
            </a:r>
            <a:r>
              <a:rPr lang="en-US" altLang="zh-CN" sz="2800">
                <a:latin typeface="宋体" panose="02010600030101010101" pitchFamily="2" charset="-122"/>
              </a:rPr>
              <a:t>P(B|A)=95% </a:t>
            </a:r>
          </a:p>
          <a:p>
            <a:pPr marL="14351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>
                <a:latin typeface="宋体" panose="02010600030101010101" pitchFamily="2" charset="-122"/>
              </a:rPr>
              <a:t>P(A)=0.90 </a:t>
            </a:r>
            <a:r>
              <a:rPr lang="zh-CN" altLang="en-US" sz="2400">
                <a:latin typeface="宋体" panose="02010600030101010101" pitchFamily="2" charset="-122"/>
              </a:rPr>
              <a:t>是将整批产品记作</a:t>
            </a:r>
            <a:r>
              <a:rPr lang="en-US" altLang="zh-CN" sz="2400">
                <a:latin typeface="宋体" panose="02010600030101010101" pitchFamily="2" charset="-122"/>
              </a:rPr>
              <a:t>1</a:t>
            </a:r>
            <a:r>
              <a:rPr lang="zh-CN" altLang="en-US" sz="2400">
                <a:latin typeface="宋体" panose="02010600030101010101" pitchFamily="2" charset="-122"/>
              </a:rPr>
              <a:t>时</a:t>
            </a:r>
            <a:r>
              <a:rPr lang="en-US" altLang="zh-CN" sz="2400">
                <a:latin typeface="宋体" panose="02010600030101010101" pitchFamily="2" charset="-122"/>
              </a:rPr>
              <a:t>A</a:t>
            </a:r>
            <a:r>
              <a:rPr lang="zh-CN" altLang="en-US" sz="2400">
                <a:latin typeface="宋体" panose="02010600030101010101" pitchFamily="2" charset="-122"/>
              </a:rPr>
              <a:t>的测度</a:t>
            </a:r>
          </a:p>
          <a:p>
            <a:pPr marL="14351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>
                <a:latin typeface="宋体" panose="02010600030101010101" pitchFamily="2" charset="-122"/>
              </a:rPr>
              <a:t>P(B|A)=0.95 </a:t>
            </a:r>
            <a:r>
              <a:rPr lang="zh-CN" altLang="en-US" sz="2400">
                <a:latin typeface="宋体" panose="02010600030101010101" pitchFamily="2" charset="-122"/>
              </a:rPr>
              <a:t>是将合格品记作</a:t>
            </a:r>
            <a:r>
              <a:rPr lang="en-US" altLang="zh-CN" sz="2400">
                <a:latin typeface="宋体" panose="02010600030101010101" pitchFamily="2" charset="-122"/>
              </a:rPr>
              <a:t>1</a:t>
            </a:r>
            <a:r>
              <a:rPr lang="zh-CN" altLang="en-US" sz="2400">
                <a:latin typeface="宋体" panose="02010600030101010101" pitchFamily="2" charset="-122"/>
              </a:rPr>
              <a:t>时</a:t>
            </a:r>
            <a:r>
              <a:rPr lang="en-US" altLang="zh-CN" sz="2400">
                <a:latin typeface="宋体" panose="02010600030101010101" pitchFamily="2" charset="-122"/>
              </a:rPr>
              <a:t>B</a:t>
            </a:r>
            <a:r>
              <a:rPr lang="zh-CN" altLang="en-US" sz="2400">
                <a:latin typeface="宋体" panose="02010600030101010101" pitchFamily="2" charset="-122"/>
              </a:rPr>
              <a:t>的测度</a:t>
            </a:r>
          </a:p>
          <a:p>
            <a:pPr marL="14351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>
                <a:latin typeface="宋体" panose="02010600030101010101" pitchFamily="2" charset="-122"/>
              </a:rPr>
              <a:t>由</a:t>
            </a:r>
            <a:r>
              <a:rPr lang="en-US" altLang="zh-CN" sz="2400">
                <a:latin typeface="宋体" panose="02010600030101010101" pitchFamily="2" charset="-122"/>
              </a:rPr>
              <a:t>P(B|A)</a:t>
            </a:r>
            <a:r>
              <a:rPr lang="zh-CN" altLang="en-US" sz="2400">
                <a:latin typeface="宋体" panose="02010600030101010101" pitchFamily="2" charset="-122"/>
              </a:rPr>
              <a:t>的意义，其实可将</a:t>
            </a:r>
            <a:r>
              <a:rPr lang="en-US" altLang="zh-CN" sz="2400">
                <a:latin typeface="宋体" panose="02010600030101010101" pitchFamily="2" charset="-122"/>
              </a:rPr>
              <a:t>P(A)</a:t>
            </a:r>
            <a:r>
              <a:rPr lang="zh-CN" altLang="en-US" sz="2400">
                <a:latin typeface="宋体" panose="02010600030101010101" pitchFamily="2" charset="-122"/>
              </a:rPr>
              <a:t>记为</a:t>
            </a:r>
            <a:r>
              <a:rPr lang="en-US" altLang="zh-CN" sz="2400">
                <a:latin typeface="宋体" panose="02010600030101010101" pitchFamily="2" charset="-122"/>
              </a:rPr>
              <a:t>P(A|S)</a:t>
            </a:r>
            <a:r>
              <a:rPr lang="zh-CN" altLang="en-US" sz="2400">
                <a:latin typeface="宋体" panose="02010600030101010101" pitchFamily="2" charset="-122"/>
              </a:rPr>
              <a:t>，而这里的</a:t>
            </a:r>
            <a:r>
              <a:rPr lang="en-US" altLang="zh-CN" sz="2400">
                <a:latin typeface="宋体" panose="02010600030101010101" pitchFamily="2" charset="-122"/>
              </a:rPr>
              <a:t>S</a:t>
            </a:r>
            <a:r>
              <a:rPr lang="zh-CN" altLang="en-US" sz="2400">
                <a:latin typeface="宋体" panose="02010600030101010101" pitchFamily="2" charset="-122"/>
              </a:rPr>
              <a:t>常常省略而已，</a:t>
            </a:r>
            <a:r>
              <a:rPr lang="en-US" altLang="zh-CN" sz="2400">
                <a:latin typeface="宋体" panose="02010600030101010101" pitchFamily="2" charset="-122"/>
              </a:rPr>
              <a:t>P(A)</a:t>
            </a:r>
            <a:r>
              <a:rPr lang="zh-CN" altLang="en-US" sz="2400">
                <a:latin typeface="宋体" panose="02010600030101010101" pitchFamily="2" charset="-122"/>
              </a:rPr>
              <a:t>也可视为条件概率</a:t>
            </a:r>
          </a:p>
          <a:p>
            <a:pPr marL="1435100" lvl="1" indent="-533400"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FF0066"/>
                </a:solidFill>
                <a:latin typeface="宋体" panose="02010600030101010101" pitchFamily="2" charset="-122"/>
              </a:rPr>
              <a:t>分析：</a:t>
            </a:r>
          </a:p>
          <a:p>
            <a:pPr marL="1435100" lvl="1" indent="-533400"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	</a:t>
            </a:r>
          </a:p>
        </p:txBody>
      </p:sp>
      <p:graphicFrame>
        <p:nvGraphicFramePr>
          <p:cNvPr id="59395" name="Object 0"/>
          <p:cNvGraphicFramePr>
            <a:graphicFrameLocks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32" r:id="rId4" imgW="127776" imgH="198763" progId="Equation.DSMT4">
                  <p:embed/>
                </p:oleObj>
              </mc:Choice>
              <mc:Fallback>
                <p:oleObj r:id="rId4" imgW="127776" imgH="198763" progId="Equation.DSMT4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6951663" y="5535613"/>
            <a:ext cx="1944687" cy="863600"/>
            <a:chOff x="113" y="3430"/>
            <a:chExt cx="1225" cy="544"/>
          </a:xfrm>
        </p:grpSpPr>
        <p:grpSp>
          <p:nvGrpSpPr>
            <p:cNvPr id="59397" name="Group 33"/>
            <p:cNvGrpSpPr>
              <a:grpSpLocks/>
            </p:cNvGrpSpPr>
            <p:nvPr/>
          </p:nvGrpSpPr>
          <p:grpSpPr bwMode="auto">
            <a:xfrm>
              <a:off x="113" y="3430"/>
              <a:ext cx="1225" cy="544"/>
              <a:chOff x="340" y="3430"/>
              <a:chExt cx="1225" cy="544"/>
            </a:xfrm>
          </p:grpSpPr>
          <p:sp>
            <p:nvSpPr>
              <p:cNvPr id="59398" name="Rectangle 7"/>
              <p:cNvSpPr>
                <a:spLocks noChangeArrowheads="1"/>
              </p:cNvSpPr>
              <p:nvPr/>
            </p:nvSpPr>
            <p:spPr bwMode="auto">
              <a:xfrm>
                <a:off x="340" y="3430"/>
                <a:ext cx="1225" cy="544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rgbClr val="808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zh-CN" sz="18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9399" name="Group 32"/>
              <p:cNvGrpSpPr>
                <a:grpSpLocks/>
              </p:cNvGrpSpPr>
              <p:nvPr/>
            </p:nvGrpSpPr>
            <p:grpSpPr bwMode="auto">
              <a:xfrm>
                <a:off x="611" y="3521"/>
                <a:ext cx="636" cy="409"/>
                <a:chOff x="611" y="3521"/>
                <a:chExt cx="636" cy="409"/>
              </a:xfrm>
            </p:grpSpPr>
            <p:sp>
              <p:nvSpPr>
                <p:cNvPr id="59400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657" y="3521"/>
                  <a:ext cx="136" cy="31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59401" name="Group 31"/>
                <p:cNvGrpSpPr>
                  <a:grpSpLocks/>
                </p:cNvGrpSpPr>
                <p:nvPr/>
              </p:nvGrpSpPr>
              <p:grpSpPr bwMode="auto">
                <a:xfrm>
                  <a:off x="702" y="3521"/>
                  <a:ext cx="318" cy="408"/>
                  <a:chOff x="702" y="3521"/>
                  <a:chExt cx="318" cy="408"/>
                </a:xfrm>
              </p:grpSpPr>
              <p:grpSp>
                <p:nvGrpSpPr>
                  <p:cNvPr id="59402" name="Group 29"/>
                  <p:cNvGrpSpPr>
                    <a:grpSpLocks/>
                  </p:cNvGrpSpPr>
                  <p:nvPr/>
                </p:nvGrpSpPr>
                <p:grpSpPr bwMode="auto">
                  <a:xfrm>
                    <a:off x="702" y="3521"/>
                    <a:ext cx="318" cy="408"/>
                    <a:chOff x="702" y="3521"/>
                    <a:chExt cx="318" cy="408"/>
                  </a:xfrm>
                </p:grpSpPr>
                <p:sp>
                  <p:nvSpPr>
                    <p:cNvPr id="59403" name="Line 1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702" y="3521"/>
                      <a:ext cx="182" cy="36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9404" name="Line 1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884" y="3657"/>
                      <a:ext cx="136" cy="27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9405" name="Line 17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748" y="3566"/>
                      <a:ext cx="182" cy="36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9406" name="Line 20"/>
                    <p:cNvSpPr>
                      <a:spLocks noChangeShapeType="1"/>
                    </p:cNvSpPr>
                    <p:nvPr/>
                  </p:nvSpPr>
                  <p:spPr bwMode="auto">
                    <a:xfrm rot="228324" flipH="1">
                      <a:off x="839" y="3612"/>
                      <a:ext cx="136" cy="317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59407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975" y="3612"/>
                    <a:ext cx="0" cy="22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9408" name="Group 30"/>
                <p:cNvGrpSpPr>
                  <a:grpSpLocks/>
                </p:cNvGrpSpPr>
                <p:nvPr/>
              </p:nvGrpSpPr>
              <p:grpSpPr bwMode="auto">
                <a:xfrm>
                  <a:off x="611" y="3521"/>
                  <a:ext cx="636" cy="409"/>
                  <a:chOff x="612" y="3521"/>
                  <a:chExt cx="636" cy="409"/>
                </a:xfrm>
              </p:grpSpPr>
              <p:sp>
                <p:nvSpPr>
                  <p:cNvPr id="59409" name="Line 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612" y="3566"/>
                    <a:ext cx="91" cy="22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59410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612" y="3521"/>
                    <a:ext cx="636" cy="409"/>
                    <a:chOff x="611" y="3521"/>
                    <a:chExt cx="636" cy="409"/>
                  </a:xfrm>
                </p:grpSpPr>
                <p:sp>
                  <p:nvSpPr>
                    <p:cNvPr id="59411" name="Text Box 2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27" y="3612"/>
                      <a:ext cx="220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Arial" panose="020B0604020202020204" pitchFamily="34" charset="0"/>
                        <a:buChar char="•"/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fontAlgn="t">
                        <a:spcBef>
                          <a:spcPct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p:txBody>
                </p:sp>
                <p:grpSp>
                  <p:nvGrpSpPr>
                    <p:cNvPr id="59412" name="Group 2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11" y="3521"/>
                      <a:ext cx="636" cy="409"/>
                      <a:chOff x="611" y="3521"/>
                      <a:chExt cx="636" cy="409"/>
                    </a:xfrm>
                  </p:grpSpPr>
                  <p:grpSp>
                    <p:nvGrpSpPr>
                      <p:cNvPr id="59413" name="Group 2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11" y="3521"/>
                        <a:ext cx="636" cy="409"/>
                        <a:chOff x="611" y="3521"/>
                        <a:chExt cx="636" cy="409"/>
                      </a:xfrm>
                    </p:grpSpPr>
                    <p:sp>
                      <p:nvSpPr>
                        <p:cNvPr id="59414" name="Oval 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611" y="3521"/>
                          <a:ext cx="409" cy="409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>
                          <a:lvl1pPr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80000"/>
                            <a:buFont typeface="Arial" panose="020B0604020202020204" pitchFamily="34" charset="0"/>
                            <a:buChar char="•"/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80000"/>
                            <a:buFont typeface="Arial" panose="020B0604020202020204" pitchFamily="34" charset="0"/>
                            <a:buChar char="•"/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80000"/>
                            <a:buFont typeface="Arial" panose="020B0604020202020204" pitchFamily="34" charset="0"/>
                            <a:buChar char="•"/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80000"/>
                            <a:buFont typeface="Arial" panose="020B0604020202020204" pitchFamily="34" charset="0"/>
                            <a:buChar char="•"/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59415" name="Oval 1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929" y="3566"/>
                          <a:ext cx="318" cy="318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>
                          <a:lvl1pPr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1pPr>
                          <a:lvl2pPr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2pPr>
                          <a:lvl3pPr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3pPr>
                          <a:lvl4pPr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4pPr>
                          <a:lvl5pPr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80000"/>
                            <a:buFont typeface="Arial" panose="020B0604020202020204" pitchFamily="34" charset="0"/>
                            <a:buChar char="•"/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80000"/>
                            <a:buFont typeface="Arial" panose="020B0604020202020204" pitchFamily="34" charset="0"/>
                            <a:buChar char="•"/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80000"/>
                            <a:buFont typeface="Arial" panose="020B0604020202020204" pitchFamily="34" charset="0"/>
                            <a:buChar char="•"/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1"/>
                            </a:buClr>
                            <a:buSzPct val="80000"/>
                            <a:buFont typeface="Arial" panose="020B0604020202020204" pitchFamily="34" charset="0"/>
                            <a:buChar char="•"/>
                            <a:defRPr sz="2400">
                              <a:solidFill>
                                <a:srgbClr val="000066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59416" name="Text Box 23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12" y="3566"/>
                        <a:ext cx="220" cy="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tx1"/>
                          </a:buClr>
                          <a:buSzPct val="80000"/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tx1"/>
                          </a:buClr>
                          <a:buSzPct val="80000"/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tx1"/>
                          </a:buClr>
                          <a:buSzPct val="80000"/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tx1"/>
                          </a:buClr>
                          <a:buSzPct val="80000"/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fontAlgn="t">
                          <a:spcBef>
                            <a:spcPct val="0"/>
                          </a:spcBef>
                          <a:buFont typeface="Arial" panose="020B0604020202020204" pitchFamily="34" charset="0"/>
                          <a:buNone/>
                        </a:pPr>
                        <a:r>
                          <a:rPr lang="en-US" altLang="zh-CN" sz="1800" b="1">
                            <a:solidFill>
                              <a:schemeClr val="tx1"/>
                            </a:solidFill>
                          </a:rPr>
                          <a:t>A</a:t>
                        </a:r>
                      </a:p>
                    </p:txBody>
                  </p:sp>
                </p:grpSp>
              </p:grpSp>
            </p:grpSp>
          </p:grpSp>
        </p:grpSp>
        <p:sp>
          <p:nvSpPr>
            <p:cNvPr id="59417" name="Text Box 12"/>
            <p:cNvSpPr txBox="1">
              <a:spLocks noChangeArrowheads="1"/>
            </p:cNvSpPr>
            <p:nvPr/>
          </p:nvSpPr>
          <p:spPr bwMode="auto">
            <a:xfrm>
              <a:off x="1111" y="3475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 b="1">
                  <a:solidFill>
                    <a:srgbClr val="FF0066"/>
                  </a:solidFill>
                </a:rPr>
                <a:t>S</a:t>
              </a:r>
            </a:p>
          </p:txBody>
        </p:sp>
      </p:grpSp>
      <p:grpSp>
        <p:nvGrpSpPr>
          <p:cNvPr id="11" name="Group 41"/>
          <p:cNvGrpSpPr>
            <a:grpSpLocks/>
          </p:cNvGrpSpPr>
          <p:nvPr/>
        </p:nvGrpSpPr>
        <p:grpSpPr bwMode="auto">
          <a:xfrm>
            <a:off x="930275" y="5278438"/>
            <a:ext cx="5889625" cy="1531937"/>
            <a:chOff x="606" y="3275"/>
            <a:chExt cx="3710" cy="965"/>
          </a:xfrm>
        </p:grpSpPr>
        <p:sp>
          <p:nvSpPr>
            <p:cNvPr id="59419" name="AutoShape 39"/>
            <p:cNvSpPr>
              <a:spLocks noChangeArrowheads="1"/>
            </p:cNvSpPr>
            <p:nvPr/>
          </p:nvSpPr>
          <p:spPr bwMode="auto">
            <a:xfrm>
              <a:off x="779" y="3275"/>
              <a:ext cx="3537" cy="965"/>
            </a:xfrm>
            <a:prstGeom prst="horizontalScroll">
              <a:avLst>
                <a:gd name="adj" fmla="val 12500"/>
              </a:avLst>
            </a:prstGeom>
            <a:solidFill>
              <a:srgbClr val="CC99FF"/>
            </a:solidFill>
            <a:ln w="25400">
              <a:solidFill>
                <a:srgbClr val="FF9900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59420" name="Object 1"/>
            <p:cNvGraphicFramePr>
              <a:graphicFrameLocks/>
            </p:cNvGraphicFramePr>
            <p:nvPr/>
          </p:nvGraphicFramePr>
          <p:xfrm>
            <a:off x="1682" y="3661"/>
            <a:ext cx="902" cy="4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3" r:id="rId6" imgW="710891" imgH="418918" progId="Equation.DSMT4">
                    <p:embed/>
                  </p:oleObj>
                </mc:Choice>
                <mc:Fallback>
                  <p:oleObj r:id="rId6" imgW="710891" imgH="418918" progId="Equation.DSMT4">
                    <p:embed/>
                    <p:pic>
                      <p:nvPicPr>
                        <p:cNvPr id="0" name="Object 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2" y="3661"/>
                          <a:ext cx="902" cy="4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21" name="Text Box 37"/>
            <p:cNvSpPr txBox="1">
              <a:spLocks noChangeArrowheads="1"/>
            </p:cNvSpPr>
            <p:nvPr/>
          </p:nvSpPr>
          <p:spPr bwMode="auto">
            <a:xfrm>
              <a:off x="606" y="3407"/>
              <a:ext cx="3666" cy="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rgbClr val="000000"/>
                  </a:solidFill>
                  <a:latin typeface="宋体" panose="02010600030101010101" pitchFamily="2" charset="-122"/>
                </a:rPr>
                <a:t>若记</a:t>
              </a:r>
              <a:r>
                <a:rPr lang="en-US" altLang="zh-CN">
                  <a:solidFill>
                    <a:srgbClr val="000000"/>
                  </a:solidFill>
                  <a:latin typeface="宋体" panose="02010600030101010101" pitchFamily="2" charset="-122"/>
                </a:rPr>
                <a:t>P(B|A)=x</a:t>
              </a:r>
              <a:r>
                <a:rPr lang="zh-CN" altLang="en-US">
                  <a:solidFill>
                    <a:srgbClr val="000000"/>
                  </a:solidFill>
                  <a:latin typeface="宋体" panose="02010600030101010101" pitchFamily="2" charset="-122"/>
                </a:rPr>
                <a:t>，则应有</a:t>
              </a:r>
              <a:r>
                <a:rPr lang="en-US" altLang="zh-CN">
                  <a:solidFill>
                    <a:srgbClr val="000000"/>
                  </a:solidFill>
                  <a:latin typeface="宋体" panose="02010600030101010101" pitchFamily="2" charset="-122"/>
                </a:rPr>
                <a:t>P(A):P(AB)=1:x</a:t>
              </a:r>
            </a:p>
            <a:p>
              <a:pPr lvl="1"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rgbClr val="000000"/>
                  </a:solidFill>
                  <a:latin typeface="宋体" panose="02010600030101010101" pitchFamily="2" charset="-122"/>
                </a:rPr>
                <a:t>解得：</a:t>
              </a:r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9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9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9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986FBC2C-A167-4401-A1F0-583AEDE0F89A}" type="slidenum">
              <a:rPr lang="en-US" altLang="zh-CN" sz="14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42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91182" name="Rectangle 46"/>
          <p:cNvSpPr>
            <a:spLocks noChangeArrowheads="1"/>
          </p:cNvSpPr>
          <p:nvPr/>
        </p:nvSpPr>
        <p:spPr bwMode="auto">
          <a:xfrm>
            <a:off x="209550" y="4781550"/>
            <a:ext cx="8694738" cy="1716088"/>
          </a:xfrm>
          <a:prstGeom prst="rect">
            <a:avLst/>
          </a:prstGeom>
          <a:solidFill>
            <a:srgbClr val="FF99CC"/>
          </a:solidFill>
          <a:ln w="25400">
            <a:solidFill>
              <a:srgbClr val="FF9900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0419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0" y="188913"/>
            <a:ext cx="9396413" cy="21066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一、条件概率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	定义：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	由上面讨论知，</a:t>
            </a:r>
            <a:r>
              <a:rPr lang="en-US" altLang="zh-CN" sz="2800" dirty="0">
                <a:latin typeface="宋体" panose="02010600030101010101" pitchFamily="2" charset="-122"/>
              </a:rPr>
              <a:t>P(B|A)</a:t>
            </a:r>
            <a:r>
              <a:rPr lang="zh-CN" altLang="en-US" sz="2800" dirty="0"/>
              <a:t>应具有概率的所有性质。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   例如：</a:t>
            </a:r>
          </a:p>
        </p:txBody>
      </p:sp>
      <p:graphicFrame>
        <p:nvGraphicFramePr>
          <p:cNvPr id="60420" name="Object 2048"/>
          <p:cNvGraphicFramePr>
            <a:graphicFrameLocks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85" r:id="rId3" imgW="127776" imgH="198763" progId="Equation.DSMT4">
                  <p:embed/>
                </p:oleObj>
              </mc:Choice>
              <mc:Fallback>
                <p:oleObj r:id="rId3" imgW="127776" imgH="198763" progId="Equation.DSMT4">
                  <p:embed/>
                  <p:pic>
                    <p:nvPicPr>
                      <p:cNvPr id="0" name="Object 204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4433" name="Object 2049"/>
          <p:cNvGraphicFramePr>
            <a:graphicFrameLocks/>
          </p:cNvGraphicFramePr>
          <p:nvPr/>
        </p:nvGraphicFramePr>
        <p:xfrm>
          <a:off x="1476375" y="1846263"/>
          <a:ext cx="2894013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86" r:id="rId5" imgW="1384300" imgH="228600" progId="Equation.DSMT4">
                  <p:embed/>
                </p:oleObj>
              </mc:Choice>
              <mc:Fallback>
                <p:oleObj r:id="rId5" imgW="1384300" imgH="228600" progId="Equation.DSMT4">
                  <p:embed/>
                  <p:pic>
                    <p:nvPicPr>
                      <p:cNvPr id="0" name="Object 204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846263"/>
                        <a:ext cx="2894013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4434" name="Object 2050"/>
          <p:cNvGraphicFramePr>
            <a:graphicFrameLocks/>
          </p:cNvGraphicFramePr>
          <p:nvPr/>
        </p:nvGraphicFramePr>
        <p:xfrm>
          <a:off x="1466850" y="2470150"/>
          <a:ext cx="59769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87" r:id="rId7" imgW="2829644" imgH="203024" progId="Equation.DSMT4">
                  <p:embed/>
                </p:oleObj>
              </mc:Choice>
              <mc:Fallback>
                <p:oleObj r:id="rId7" imgW="2829644" imgH="203024" progId="Equation.DSMT4">
                  <p:embed/>
                  <p:pic>
                    <p:nvPicPr>
                      <p:cNvPr id="0" name="Object 205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850" y="2470150"/>
                        <a:ext cx="597693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1466850" y="3040063"/>
            <a:ext cx="4154488" cy="422275"/>
            <a:chOff x="748" y="1854"/>
            <a:chExt cx="2677" cy="306"/>
          </a:xfrm>
        </p:grpSpPr>
        <p:graphicFrame>
          <p:nvGraphicFramePr>
            <p:cNvPr id="60424" name="Object 2056"/>
            <p:cNvGraphicFramePr>
              <a:graphicFrameLocks/>
            </p:cNvGraphicFramePr>
            <p:nvPr/>
          </p:nvGraphicFramePr>
          <p:xfrm>
            <a:off x="748" y="1854"/>
            <a:ext cx="635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88" r:id="rId9" imgW="431052" imgH="177492" progId="Equation.DSMT4">
                    <p:embed/>
                  </p:oleObj>
                </mc:Choice>
                <mc:Fallback>
                  <p:oleObj r:id="rId9" imgW="431052" imgH="177492" progId="Equation.DSMT4">
                    <p:embed/>
                    <p:pic>
                      <p:nvPicPr>
                        <p:cNvPr id="0" name="Object 205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1854"/>
                          <a:ext cx="635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25" name="Object 2057"/>
            <p:cNvGraphicFramePr>
              <a:graphicFrameLocks/>
            </p:cNvGraphicFramePr>
            <p:nvPr/>
          </p:nvGraphicFramePr>
          <p:xfrm>
            <a:off x="1429" y="1867"/>
            <a:ext cx="1996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89" r:id="rId11" imgW="1383099" imgH="203024" progId="Equation.DSMT4">
                    <p:embed/>
                  </p:oleObj>
                </mc:Choice>
                <mc:Fallback>
                  <p:oleObj r:id="rId11" imgW="1383099" imgH="203024" progId="Equation.DSMT4">
                    <p:embed/>
                    <p:pic>
                      <p:nvPicPr>
                        <p:cNvPr id="0" name="Object 205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1867"/>
                          <a:ext cx="1996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94435" name="Object 2051"/>
          <p:cNvGraphicFramePr>
            <a:graphicFrameLocks/>
          </p:cNvGraphicFramePr>
          <p:nvPr/>
        </p:nvGraphicFramePr>
        <p:xfrm>
          <a:off x="236538" y="4835525"/>
          <a:ext cx="565308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90" r:id="rId13" imgW="2525108" imgH="203024" progId="Equation.DSMT4">
                  <p:embed/>
                </p:oleObj>
              </mc:Choice>
              <mc:Fallback>
                <p:oleObj r:id="rId13" imgW="2525108" imgH="203024" progId="Equation.DSMT4">
                  <p:embed/>
                  <p:pic>
                    <p:nvPicPr>
                      <p:cNvPr id="0" name="Object 2051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8" y="4835525"/>
                        <a:ext cx="5653087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4436" name="Object 2052"/>
          <p:cNvGraphicFramePr>
            <a:graphicFrameLocks/>
          </p:cNvGraphicFramePr>
          <p:nvPr/>
        </p:nvGraphicFramePr>
        <p:xfrm>
          <a:off x="230188" y="5400675"/>
          <a:ext cx="48260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91" r:id="rId15" imgW="2131750" imgH="203024" progId="Equation.DSMT4">
                  <p:embed/>
                </p:oleObj>
              </mc:Choice>
              <mc:Fallback>
                <p:oleObj r:id="rId15" imgW="2131750" imgH="203024" progId="Equation.DSMT4">
                  <p:embed/>
                  <p:pic>
                    <p:nvPicPr>
                      <p:cNvPr id="0" name="Object 2052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8" y="5400675"/>
                        <a:ext cx="48260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4437" name="Object 2053"/>
          <p:cNvGraphicFramePr>
            <a:graphicFrameLocks/>
          </p:cNvGraphicFramePr>
          <p:nvPr/>
        </p:nvGraphicFramePr>
        <p:xfrm>
          <a:off x="196850" y="5895975"/>
          <a:ext cx="85883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92" r:id="rId17" imgW="3860800" imgH="228600" progId="Equation.DSMT4">
                  <p:embed/>
                </p:oleObj>
              </mc:Choice>
              <mc:Fallback>
                <p:oleObj r:id="rId17" imgW="3860800" imgH="228600" progId="Equation.DSMT4">
                  <p:embed/>
                  <p:pic>
                    <p:nvPicPr>
                      <p:cNvPr id="0" name="Object 2053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" y="5895975"/>
                        <a:ext cx="85883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29" name="Group 20"/>
          <p:cNvGrpSpPr>
            <a:grpSpLocks/>
          </p:cNvGrpSpPr>
          <p:nvPr/>
        </p:nvGrpSpPr>
        <p:grpSpPr bwMode="auto">
          <a:xfrm>
            <a:off x="1625600" y="582613"/>
            <a:ext cx="3600450" cy="774700"/>
            <a:chOff x="1020" y="391"/>
            <a:chExt cx="2268" cy="488"/>
          </a:xfrm>
        </p:grpSpPr>
        <p:graphicFrame>
          <p:nvGraphicFramePr>
            <p:cNvPr id="60430" name="Object 2054"/>
            <p:cNvGraphicFramePr>
              <a:graphicFrameLocks/>
            </p:cNvGraphicFramePr>
            <p:nvPr/>
          </p:nvGraphicFramePr>
          <p:xfrm>
            <a:off x="1020" y="391"/>
            <a:ext cx="1315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93" r:id="rId19" imgW="1129810" imgH="418918" progId="Equation.DSMT4">
                    <p:embed/>
                  </p:oleObj>
                </mc:Choice>
                <mc:Fallback>
                  <p:oleObj r:id="rId19" imgW="1129810" imgH="418918" progId="Equation.DSMT4">
                    <p:embed/>
                    <p:pic>
                      <p:nvPicPr>
                        <p:cNvPr id="0" name="Object 205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391"/>
                          <a:ext cx="1315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31" name="Object 2055"/>
            <p:cNvGraphicFramePr>
              <a:graphicFrameLocks/>
            </p:cNvGraphicFramePr>
            <p:nvPr/>
          </p:nvGraphicFramePr>
          <p:xfrm>
            <a:off x="2608" y="527"/>
            <a:ext cx="68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94" r:id="rId21" imgW="583693" imgH="203024" progId="Equation.DSMT4">
                    <p:embed/>
                  </p:oleObj>
                </mc:Choice>
                <mc:Fallback>
                  <p:oleObj r:id="rId21" imgW="583693" imgH="203024" progId="Equation.DSMT4">
                    <p:embed/>
                    <p:pic>
                      <p:nvPicPr>
                        <p:cNvPr id="0" name="Object 205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527"/>
                          <a:ext cx="680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432" name="Litebulb"/>
          <p:cNvSpPr>
            <a:spLocks noEditPoints="1" noChangeArrowheads="1"/>
          </p:cNvSpPr>
          <p:nvPr/>
        </p:nvSpPr>
        <p:spPr bwMode="auto">
          <a:xfrm>
            <a:off x="225425" y="758825"/>
            <a:ext cx="185738" cy="258763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0433" name="Rectangle 45"/>
          <p:cNvSpPr>
            <a:spLocks noChangeArrowheads="1"/>
          </p:cNvSpPr>
          <p:nvPr/>
        </p:nvSpPr>
        <p:spPr bwMode="auto">
          <a:xfrm>
            <a:off x="1476375" y="609600"/>
            <a:ext cx="3897313" cy="690563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1183" name="Rectangle 47"/>
          <p:cNvSpPr>
            <a:spLocks noRot="1" noChangeArrowheads="1"/>
          </p:cNvSpPr>
          <p:nvPr/>
        </p:nvSpPr>
        <p:spPr bwMode="auto">
          <a:xfrm>
            <a:off x="0" y="3830638"/>
            <a:ext cx="9144000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tx1"/>
                </a:solidFill>
              </a:rPr>
              <a:t>二、乘法公式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tx1"/>
                </a:solidFill>
              </a:rPr>
              <a:t>	当下面的条件概率都有意义时：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altLang="zh-CN" sz="2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94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94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1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1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94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9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9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1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1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82" grpId="0" animBg="1"/>
      <p:bldP spid="9118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3B66827F-66B3-4315-8164-9D53ED5815F6}" type="slidenum">
              <a:rPr lang="en-US" altLang="zh-CN" sz="14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43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1442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69863" y="404813"/>
            <a:ext cx="8578850" cy="1801812"/>
          </a:xfrm>
        </p:spPr>
        <p:txBody>
          <a:bodyPr/>
          <a:lstStyle/>
          <a:p>
            <a:pPr marL="96838" indent="-96838" eaLnBrk="1" hangingPunct="1"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zh-CN" sz="2800" dirty="0"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1E1169"/>
                </a:solidFill>
                <a:latin typeface="宋体" panose="02010600030101010101" pitchFamily="2" charset="-122"/>
              </a:rPr>
              <a:t>例：某厂生产的产品能直接出厂的概率为</a:t>
            </a:r>
            <a:r>
              <a:rPr lang="en-US" altLang="zh-CN" sz="2800" dirty="0">
                <a:solidFill>
                  <a:srgbClr val="1E1169"/>
                </a:solidFill>
                <a:latin typeface="宋体" panose="02010600030101010101" pitchFamily="2" charset="-122"/>
              </a:rPr>
              <a:t>70%</a:t>
            </a:r>
            <a:r>
              <a:rPr lang="zh-CN" altLang="en-US" sz="2800" dirty="0">
                <a:solidFill>
                  <a:srgbClr val="1E1169"/>
                </a:solidFill>
                <a:latin typeface="宋体" panose="02010600030101010101" pitchFamily="2" charset="-122"/>
              </a:rPr>
              <a:t>，余下	 的</a:t>
            </a:r>
            <a:r>
              <a:rPr lang="en-US" altLang="zh-CN" sz="2800" dirty="0">
                <a:solidFill>
                  <a:srgbClr val="1E1169"/>
                </a:solidFill>
                <a:latin typeface="宋体" panose="02010600030101010101" pitchFamily="2" charset="-122"/>
              </a:rPr>
              <a:t>30%</a:t>
            </a:r>
            <a:r>
              <a:rPr lang="zh-CN" altLang="en-US" sz="2800" dirty="0">
                <a:solidFill>
                  <a:srgbClr val="1E1169"/>
                </a:solidFill>
                <a:latin typeface="宋体" panose="02010600030101010101" pitchFamily="2" charset="-122"/>
              </a:rPr>
              <a:t>的产品要调试后再定，已知调试后有</a:t>
            </a:r>
            <a:r>
              <a:rPr lang="en-US" altLang="zh-CN" sz="2800" dirty="0">
                <a:solidFill>
                  <a:srgbClr val="1E1169"/>
                </a:solidFill>
                <a:latin typeface="宋体" panose="02010600030101010101" pitchFamily="2" charset="-122"/>
              </a:rPr>
              <a:t>80%	 	 </a:t>
            </a:r>
            <a:r>
              <a:rPr lang="zh-CN" altLang="en-US" sz="2800" dirty="0">
                <a:solidFill>
                  <a:srgbClr val="1E1169"/>
                </a:solidFill>
                <a:latin typeface="宋体" panose="02010600030101010101" pitchFamily="2" charset="-122"/>
              </a:rPr>
              <a:t>的产品可以出厂，</a:t>
            </a:r>
            <a:r>
              <a:rPr lang="en-US" altLang="zh-CN" sz="2800" dirty="0">
                <a:solidFill>
                  <a:srgbClr val="1E1169"/>
                </a:solidFill>
                <a:latin typeface="宋体" panose="02010600030101010101" pitchFamily="2" charset="-122"/>
              </a:rPr>
              <a:t>20%</a:t>
            </a:r>
            <a:r>
              <a:rPr lang="zh-CN" altLang="en-US" sz="2800" dirty="0">
                <a:solidFill>
                  <a:srgbClr val="1E1169"/>
                </a:solidFill>
                <a:latin typeface="宋体" panose="02010600030101010101" pitchFamily="2" charset="-122"/>
              </a:rPr>
              <a:t>的产品要报废。求该厂产	 品的报废率。</a:t>
            </a:r>
          </a:p>
        </p:txBody>
      </p:sp>
      <p:graphicFrame>
        <p:nvGraphicFramePr>
          <p:cNvPr id="2195456" name="Object 0"/>
          <p:cNvGraphicFramePr>
            <a:graphicFrameLocks noGrp="1"/>
          </p:cNvGraphicFramePr>
          <p:nvPr>
            <p:ph sz="quarter" idx="2"/>
          </p:nvPr>
        </p:nvGraphicFramePr>
        <p:xfrm>
          <a:off x="5969000" y="3330575"/>
          <a:ext cx="17113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99" r:id="rId4" imgW="774364" imgH="228501" progId="Equation.DSMT4">
                  <p:embed/>
                </p:oleObj>
              </mc:Choice>
              <mc:Fallback>
                <p:oleObj r:id="rId4" imgW="774364" imgH="228501" progId="Equation.DSMT4">
                  <p:embed/>
                  <p:pic>
                    <p:nvPicPr>
                      <p:cNvPr id="0" name="Object 0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0" y="3330575"/>
                        <a:ext cx="1711325" cy="5048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4" name="Object 1"/>
          <p:cNvGraphicFramePr>
            <a:graphicFrameLocks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00" r:id="rId6" imgW="127776" imgH="198763" progId="Equation.DSMT4">
                  <p:embed/>
                </p:oleObj>
              </mc:Choice>
              <mc:Fallback>
                <p:oleObj r:id="rId6" imgW="127776" imgH="198763" progId="Equation.DSMT4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5458" name="Object 2"/>
          <p:cNvGraphicFramePr>
            <a:graphicFrameLocks noGrp="1"/>
          </p:cNvGraphicFramePr>
          <p:nvPr>
            <p:ph sz="quarter" idx="3"/>
          </p:nvPr>
        </p:nvGraphicFramePr>
        <p:xfrm>
          <a:off x="1325563" y="3819525"/>
          <a:ext cx="2824162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01" r:id="rId8" imgW="1295400" imgH="228600" progId="Equation.DSMT4">
                  <p:embed/>
                </p:oleObj>
              </mc:Choice>
              <mc:Fallback>
                <p:oleObj r:id="rId8" imgW="1295400" imgH="228600" progId="Equation.DSMT4">
                  <p:embed/>
                  <p:pic>
                    <p:nvPicPr>
                      <p:cNvPr id="0" name="Object 2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3819525"/>
                        <a:ext cx="2824162" cy="4984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5459" name="Object 3"/>
          <p:cNvGraphicFramePr>
            <a:graphicFrameLocks/>
          </p:cNvGraphicFramePr>
          <p:nvPr/>
        </p:nvGraphicFramePr>
        <p:xfrm>
          <a:off x="1985963" y="4446588"/>
          <a:ext cx="45053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02" r:id="rId10" imgW="2082800" imgH="228600" progId="Equation.DSMT4">
                  <p:embed/>
                </p:oleObj>
              </mc:Choice>
              <mc:Fallback>
                <p:oleObj r:id="rId10" imgW="2082800" imgH="2286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4446588"/>
                        <a:ext cx="45053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5460" name="Object 4"/>
          <p:cNvGraphicFramePr>
            <a:graphicFrameLocks/>
          </p:cNvGraphicFramePr>
          <p:nvPr/>
        </p:nvGraphicFramePr>
        <p:xfrm>
          <a:off x="2030413" y="4973638"/>
          <a:ext cx="346868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03" r:id="rId12" imgW="1534037" imgH="177492" progId="Equation.DSMT4">
                  <p:embed/>
                </p:oleObj>
              </mc:Choice>
              <mc:Fallback>
                <p:oleObj r:id="rId12" imgW="1534037" imgH="177492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0413" y="4973638"/>
                        <a:ext cx="346868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4257675" y="1946275"/>
            <a:ext cx="4265613" cy="2020888"/>
            <a:chOff x="2744" y="1207"/>
            <a:chExt cx="2676" cy="1543"/>
          </a:xfrm>
        </p:grpSpPr>
        <p:graphicFrame>
          <p:nvGraphicFramePr>
            <p:cNvPr id="61449" name="Object 7"/>
            <p:cNvGraphicFramePr>
              <a:graphicFrameLocks/>
            </p:cNvGraphicFramePr>
            <p:nvPr/>
          </p:nvGraphicFramePr>
          <p:xfrm>
            <a:off x="4831" y="1389"/>
            <a:ext cx="272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04" r:id="rId14" imgW="253780" imgH="190335" progId="Equation.DSMT4">
                    <p:embed/>
                  </p:oleObj>
                </mc:Choice>
                <mc:Fallback>
                  <p:oleObj r:id="rId14" imgW="253780" imgH="190335" progId="Equation.DSMT4">
                    <p:embed/>
                    <p:pic>
                      <p:nvPicPr>
                        <p:cNvPr id="0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1" y="1389"/>
                          <a:ext cx="272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450" name="Group 20"/>
            <p:cNvGrpSpPr>
              <a:grpSpLocks/>
            </p:cNvGrpSpPr>
            <p:nvPr/>
          </p:nvGrpSpPr>
          <p:grpSpPr bwMode="auto">
            <a:xfrm>
              <a:off x="2744" y="1207"/>
              <a:ext cx="2676" cy="1543"/>
              <a:chOff x="2744" y="1207"/>
              <a:chExt cx="2676" cy="1543"/>
            </a:xfrm>
          </p:grpSpPr>
          <p:sp>
            <p:nvSpPr>
              <p:cNvPr id="61451" name="AutoShape 14"/>
              <p:cNvSpPr>
                <a:spLocks noChangeArrowheads="1"/>
              </p:cNvSpPr>
              <p:nvPr/>
            </p:nvSpPr>
            <p:spPr bwMode="auto">
              <a:xfrm>
                <a:off x="3833" y="1207"/>
                <a:ext cx="1587" cy="817"/>
              </a:xfrm>
              <a:prstGeom prst="irregularSeal2">
                <a:avLst/>
              </a:prstGeom>
              <a:noFill/>
              <a:ln w="9525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∵</a:t>
                </a:r>
                <a:r>
                  <a:rPr lang="en-US" altLang="zh-CN" b="1">
                    <a:solidFill>
                      <a:srgbClr val="FF0066"/>
                    </a:solidFill>
                    <a:latin typeface="宋体" panose="02010600030101010101" pitchFamily="2" charset="-122"/>
                  </a:rPr>
                  <a:t>AB</a:t>
                </a:r>
                <a:r>
                  <a:rPr lang="zh-CN" altLang="en-US">
                    <a:solidFill>
                      <a:srgbClr val="FF0066"/>
                    </a:solidFill>
                    <a:latin typeface="宋体" panose="02010600030101010101" pitchFamily="2" charset="-122"/>
                  </a:rPr>
                  <a:t>与</a:t>
                </a:r>
              </a:p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zh-CN" altLang="en-US">
                    <a:solidFill>
                      <a:srgbClr val="FF0066"/>
                    </a:solidFill>
                    <a:latin typeface="宋体" panose="02010600030101010101" pitchFamily="2" charset="-122"/>
                  </a:rPr>
                  <a:t>不相容</a:t>
                </a:r>
              </a:p>
            </p:txBody>
          </p:sp>
          <p:grpSp>
            <p:nvGrpSpPr>
              <p:cNvPr id="61452" name="Group 19"/>
              <p:cNvGrpSpPr>
                <a:grpSpLocks/>
              </p:cNvGrpSpPr>
              <p:nvPr/>
            </p:nvGrpSpPr>
            <p:grpSpPr bwMode="auto">
              <a:xfrm>
                <a:off x="2744" y="1888"/>
                <a:ext cx="1451" cy="862"/>
                <a:chOff x="2744" y="1842"/>
                <a:chExt cx="1451" cy="862"/>
              </a:xfrm>
            </p:grpSpPr>
            <p:sp>
              <p:nvSpPr>
                <p:cNvPr id="61453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2744" y="1888"/>
                  <a:ext cx="1451" cy="816"/>
                </a:xfrm>
                <a:prstGeom prst="line">
                  <a:avLst/>
                </a:prstGeom>
                <a:noFill/>
                <a:ln w="952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454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2744" y="1842"/>
                  <a:ext cx="1225" cy="862"/>
                </a:xfrm>
                <a:prstGeom prst="line">
                  <a:avLst/>
                </a:prstGeom>
                <a:noFill/>
                <a:ln w="952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94235" name="AutoShape 27"/>
          <p:cNvSpPr>
            <a:spLocks noChangeArrowheads="1"/>
          </p:cNvSpPr>
          <p:nvPr/>
        </p:nvSpPr>
        <p:spPr bwMode="auto">
          <a:xfrm>
            <a:off x="317500" y="5834063"/>
            <a:ext cx="1439863" cy="754062"/>
          </a:xfrm>
          <a:prstGeom prst="cloudCallout">
            <a:avLst>
              <a:gd name="adj1" fmla="val 77894"/>
              <a:gd name="adj2" fmla="val -128315"/>
            </a:avLst>
          </a:prstGeom>
          <a:solidFill>
            <a:schemeClr val="accent1">
              <a:alpha val="50194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FF0066"/>
                </a:solidFill>
              </a:rPr>
              <a:t>利用乘法公式</a:t>
            </a:r>
          </a:p>
        </p:txBody>
      </p:sp>
      <p:graphicFrame>
        <p:nvGraphicFramePr>
          <p:cNvPr id="2195461" name="Object 5"/>
          <p:cNvGraphicFramePr>
            <a:graphicFrameLocks/>
          </p:cNvGraphicFramePr>
          <p:nvPr/>
        </p:nvGraphicFramePr>
        <p:xfrm>
          <a:off x="4146550" y="3836988"/>
          <a:ext cx="2451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05" r:id="rId16" imgW="1129810" imgH="228501" progId="Equation.DSMT4">
                  <p:embed/>
                </p:oleObj>
              </mc:Choice>
              <mc:Fallback>
                <p:oleObj r:id="rId16" imgW="1129810" imgH="228501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6550" y="3836988"/>
                        <a:ext cx="24511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37" name="Rectangle 29"/>
          <p:cNvSpPr>
            <a:spLocks noRot="1" noChangeArrowheads="1"/>
          </p:cNvSpPr>
          <p:nvPr/>
        </p:nvSpPr>
        <p:spPr bwMode="auto">
          <a:xfrm>
            <a:off x="228600" y="2217738"/>
            <a:ext cx="8578850" cy="215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6838" indent="-96838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解：设 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A={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生产的产品要报废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}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		    B={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生产的产品要调试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}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已知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P(B)=0.3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P(A|B)=0.2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altLang="zh-CN" sz="28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195462" name="Object 6"/>
          <p:cNvGraphicFramePr>
            <a:graphicFrameLocks/>
          </p:cNvGraphicFramePr>
          <p:nvPr/>
        </p:nvGraphicFramePr>
        <p:xfrm>
          <a:off x="1758950" y="5422900"/>
          <a:ext cx="680878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06" r:id="rId18" imgW="2843566" imgH="482391" progId="Equation.DSMT4">
                  <p:embed/>
                </p:oleObj>
              </mc:Choice>
              <mc:Fallback>
                <p:oleObj r:id="rId18" imgW="2843566" imgH="482391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950" y="5422900"/>
                        <a:ext cx="6808788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5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95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95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9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4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9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95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95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95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35" grpId="0" animBg="1"/>
      <p:bldP spid="9423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9A59E4FA-6D55-4D2A-A20E-151089DAB7D7}" type="slidenum">
              <a:rPr lang="en-US" altLang="zh-CN" sz="14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44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2466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42875" y="260350"/>
            <a:ext cx="8677275" cy="19939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zh-CN" sz="2400" dirty="0"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例：某行业进行专业劳动技能考核，一个月安排一次，每人	最多参加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次；某人第一次参加能通过的概率为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60%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；如	果第一次未通过就去参加第二次，这时能通过的概率为	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80%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；如果第二次再未通过，则去参加第三次，此时能通	过的概率为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90%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。求这人能通过考核的概率。</a:t>
            </a:r>
          </a:p>
        </p:txBody>
      </p:sp>
      <p:graphicFrame>
        <p:nvGraphicFramePr>
          <p:cNvPr id="2196480" name="Object 0"/>
          <p:cNvGraphicFramePr>
            <a:graphicFrameLocks noGrp="1"/>
          </p:cNvGraphicFramePr>
          <p:nvPr>
            <p:ph sz="quarter" idx="2"/>
          </p:nvPr>
        </p:nvGraphicFramePr>
        <p:xfrm>
          <a:off x="4781550" y="3086100"/>
          <a:ext cx="273367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19" r:id="rId4" imgW="1447172" imgH="241195" progId="Equation.DSMT4">
                  <p:embed/>
                </p:oleObj>
              </mc:Choice>
              <mc:Fallback>
                <p:oleObj r:id="rId4" imgW="1447172" imgH="241195" progId="Equation.DSMT4">
                  <p:embed/>
                  <p:pic>
                    <p:nvPicPr>
                      <p:cNvPr id="0" name="Object 0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1550" y="3086100"/>
                        <a:ext cx="2733675" cy="45561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8" name="Object 1"/>
          <p:cNvGraphicFramePr>
            <a:graphicFrameLocks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20" r:id="rId6" imgW="127776" imgH="198763" progId="Equation.DSMT4">
                  <p:embed/>
                </p:oleObj>
              </mc:Choice>
              <mc:Fallback>
                <p:oleObj r:id="rId6" imgW="127776" imgH="198763" progId="Equation.DSMT4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6482" name="Object 2"/>
          <p:cNvGraphicFramePr>
            <a:graphicFrameLocks noGrp="1"/>
          </p:cNvGraphicFramePr>
          <p:nvPr>
            <p:ph sz="quarter" idx="3"/>
          </p:nvPr>
        </p:nvGraphicFramePr>
        <p:xfrm>
          <a:off x="1057275" y="3575050"/>
          <a:ext cx="4381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21" r:id="rId8" imgW="2246925" imgH="241195" progId="Equation.DSMT4">
                  <p:embed/>
                </p:oleObj>
              </mc:Choice>
              <mc:Fallback>
                <p:oleObj r:id="rId8" imgW="2246925" imgH="241195" progId="Equation.DSMT4">
                  <p:embed/>
                  <p:pic>
                    <p:nvPicPr>
                      <p:cNvPr id="0" name="Object 2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3575050"/>
                        <a:ext cx="4381500" cy="4699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6483" name="Object 3"/>
          <p:cNvGraphicFramePr>
            <a:graphicFrameLocks/>
          </p:cNvGraphicFramePr>
          <p:nvPr/>
        </p:nvGraphicFramePr>
        <p:xfrm>
          <a:off x="1733550" y="4140200"/>
          <a:ext cx="61769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22" r:id="rId10" imgW="3516374" imgH="241195" progId="Equation.DSMT4">
                  <p:embed/>
                </p:oleObj>
              </mc:Choice>
              <mc:Fallback>
                <p:oleObj r:id="rId10" imgW="3516374" imgH="241195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4140200"/>
                        <a:ext cx="617696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6484" name="Object 4"/>
          <p:cNvGraphicFramePr>
            <a:graphicFrameLocks/>
          </p:cNvGraphicFramePr>
          <p:nvPr/>
        </p:nvGraphicFramePr>
        <p:xfrm>
          <a:off x="1731963" y="4721225"/>
          <a:ext cx="51371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23" r:id="rId12" imgW="2484886" imgH="177492" progId="Equation.DSMT4">
                  <p:embed/>
                </p:oleObj>
              </mc:Choice>
              <mc:Fallback>
                <p:oleObj r:id="rId12" imgW="2484886" imgH="177492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963" y="4721225"/>
                        <a:ext cx="5137150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6485" name="Object 5"/>
          <p:cNvGraphicFramePr>
            <a:graphicFrameLocks/>
          </p:cNvGraphicFramePr>
          <p:nvPr/>
        </p:nvGraphicFramePr>
        <p:xfrm>
          <a:off x="569913" y="5387975"/>
          <a:ext cx="824388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24" r:id="rId14" imgW="3960681" imgH="241195" progId="Equation.DSMT4">
                  <p:embed/>
                </p:oleObj>
              </mc:Choice>
              <mc:Fallback>
                <p:oleObj r:id="rId14" imgW="3960681" imgH="241195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3" y="5387975"/>
                        <a:ext cx="8243887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6486" name="Object 6"/>
          <p:cNvGraphicFramePr>
            <a:graphicFrameLocks/>
          </p:cNvGraphicFramePr>
          <p:nvPr/>
        </p:nvGraphicFramePr>
        <p:xfrm>
          <a:off x="1295400" y="5956300"/>
          <a:ext cx="3376613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25" r:id="rId16" imgW="1622783" imgH="177492" progId="Equation.DSMT4">
                  <p:embed/>
                </p:oleObj>
              </mc:Choice>
              <mc:Fallback>
                <p:oleObj r:id="rId16" imgW="1622783" imgH="177492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956300"/>
                        <a:ext cx="3376613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7172325" y="2209800"/>
            <a:ext cx="1439863" cy="936625"/>
            <a:chOff x="4636" y="1130"/>
            <a:chExt cx="907" cy="590"/>
          </a:xfrm>
        </p:grpSpPr>
        <p:sp>
          <p:nvSpPr>
            <p:cNvPr id="62475" name="AutoShape 22"/>
            <p:cNvSpPr>
              <a:spLocks noChangeArrowheads="1"/>
            </p:cNvSpPr>
            <p:nvPr/>
          </p:nvSpPr>
          <p:spPr bwMode="auto">
            <a:xfrm>
              <a:off x="4636" y="1130"/>
              <a:ext cx="907" cy="590"/>
            </a:xfrm>
            <a:prstGeom prst="wedgeRoundRectCallout">
              <a:avLst>
                <a:gd name="adj1" fmla="val -70949"/>
                <a:gd name="adj2" fmla="val 158815"/>
                <a:gd name="adj3" fmla="val 16667"/>
              </a:avLst>
            </a:prstGeom>
            <a:noFill/>
            <a:ln w="1905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chemeClr val="tx1"/>
                </a:solidFill>
              </a:endParaRPr>
            </a:p>
          </p:txBody>
        </p:sp>
        <p:graphicFrame>
          <p:nvGraphicFramePr>
            <p:cNvPr id="62476" name="Object 7"/>
            <p:cNvGraphicFramePr>
              <a:graphicFrameLocks/>
            </p:cNvGraphicFramePr>
            <p:nvPr/>
          </p:nvGraphicFramePr>
          <p:xfrm>
            <a:off x="4751" y="1155"/>
            <a:ext cx="657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26" r:id="rId18" imgW="876300" imgH="685800" progId="Equation.DSMT4">
                    <p:embed/>
                  </p:oleObj>
                </mc:Choice>
                <mc:Fallback>
                  <p:oleObj r:id="rId18" imgW="876300" imgH="685800" progId="Equation.DSMT4">
                    <p:embed/>
                    <p:pic>
                      <p:nvPicPr>
                        <p:cNvPr id="0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1" y="1155"/>
                          <a:ext cx="657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8333" name="Rectangle 29"/>
          <p:cNvSpPr>
            <a:spLocks noRot="1" noChangeArrowheads="1"/>
          </p:cNvSpPr>
          <p:nvPr/>
        </p:nvSpPr>
        <p:spPr bwMode="auto">
          <a:xfrm>
            <a:off x="295275" y="2185988"/>
            <a:ext cx="8677275" cy="137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解： 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	设 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en-US" altLang="zh-CN" baseline="-25000">
                <a:solidFill>
                  <a:schemeClr val="tx1"/>
                </a:solidFill>
                <a:latin typeface="宋体" panose="02010600030101010101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={ 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这人第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i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次通过考核 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}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i=1,2,3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	   A={ 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这人通过考核 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}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</a:p>
        </p:txBody>
      </p:sp>
      <p:sp>
        <p:nvSpPr>
          <p:cNvPr id="98334" name="Rectangle 30"/>
          <p:cNvSpPr>
            <a:spLocks noRot="1" noChangeArrowheads="1"/>
          </p:cNvSpPr>
          <p:nvPr/>
        </p:nvSpPr>
        <p:spPr bwMode="auto">
          <a:xfrm>
            <a:off x="406400" y="4799013"/>
            <a:ext cx="1138238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亦可：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	    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96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96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96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9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8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9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96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33" grpId="0"/>
      <p:bldP spid="9833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53CF5248-B383-4F19-BD3E-8D4310FAAF60}" type="slidenum">
              <a:rPr lang="en-US" altLang="zh-CN" sz="14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45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3490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415925" y="465138"/>
            <a:ext cx="8728075" cy="1004887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zh-CN" sz="2400" dirty="0"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例：从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52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张牌中任取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张，采用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放回抽样，（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）不放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  回抽样，求恰是“一红一黑”的概率。</a:t>
            </a:r>
          </a:p>
        </p:txBody>
      </p:sp>
      <p:graphicFrame>
        <p:nvGraphicFramePr>
          <p:cNvPr id="63491" name="Object 0"/>
          <p:cNvGraphicFramePr>
            <a:graphicFrameLocks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46" r:id="rId4" imgW="127776" imgH="198763" progId="Equation.DSMT4">
                  <p:embed/>
                </p:oleObj>
              </mc:Choice>
              <mc:Fallback>
                <p:oleObj r:id="rId4" imgW="127776" imgH="198763" progId="Equation.DSMT4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7505" name="Object 1"/>
          <p:cNvGraphicFramePr>
            <a:graphicFrameLocks noGrp="1"/>
          </p:cNvGraphicFramePr>
          <p:nvPr>
            <p:ph sz="quarter" idx="2"/>
          </p:nvPr>
        </p:nvGraphicFramePr>
        <p:xfrm>
          <a:off x="1381125" y="2571750"/>
          <a:ext cx="300196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47" r:id="rId6" imgW="1447172" imgH="241195" progId="Equation.DSMT4">
                  <p:embed/>
                </p:oleObj>
              </mc:Choice>
              <mc:Fallback>
                <p:oleObj r:id="rId6" imgW="1447172" imgH="241195" progId="Equation.DSMT4">
                  <p:embed/>
                  <p:pic>
                    <p:nvPicPr>
                      <p:cNvPr id="0" name="Object 1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25" y="2571750"/>
                        <a:ext cx="3001963" cy="50006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7506" name="Object 2"/>
          <p:cNvGraphicFramePr>
            <a:graphicFrameLocks noGrp="1"/>
          </p:cNvGraphicFramePr>
          <p:nvPr>
            <p:ph sz="quarter" idx="3"/>
          </p:nvPr>
        </p:nvGraphicFramePr>
        <p:xfrm>
          <a:off x="2274888" y="3175000"/>
          <a:ext cx="49593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48" r:id="rId8" imgW="2310397" imgH="241195" progId="Equation.DSMT4">
                  <p:embed/>
                </p:oleObj>
              </mc:Choice>
              <mc:Fallback>
                <p:oleObj r:id="rId8" imgW="2310397" imgH="241195" progId="Equation.DSMT4">
                  <p:embed/>
                  <p:pic>
                    <p:nvPicPr>
                      <p:cNvPr id="0" name="Object 2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4888" y="3175000"/>
                        <a:ext cx="4959350" cy="5175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7507" name="Object 3"/>
          <p:cNvGraphicFramePr>
            <a:graphicFrameLocks/>
          </p:cNvGraphicFramePr>
          <p:nvPr/>
        </p:nvGraphicFramePr>
        <p:xfrm>
          <a:off x="3590925" y="4681538"/>
          <a:ext cx="459105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49" r:id="rId10" imgW="2272314" imgH="393529" progId="Equation.DSMT4">
                  <p:embed/>
                </p:oleObj>
              </mc:Choice>
              <mc:Fallback>
                <p:oleObj r:id="rId10" imgW="2272314" imgH="393529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0925" y="4681538"/>
                        <a:ext cx="459105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7508" name="Object 4"/>
          <p:cNvGraphicFramePr>
            <a:graphicFrameLocks/>
          </p:cNvGraphicFramePr>
          <p:nvPr/>
        </p:nvGraphicFramePr>
        <p:xfrm>
          <a:off x="3598863" y="5497513"/>
          <a:ext cx="514985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50" r:id="rId12" imgW="2665843" imgH="393529" progId="Equation.DSMT4">
                  <p:embed/>
                </p:oleObj>
              </mc:Choice>
              <mc:Fallback>
                <p:oleObj r:id="rId12" imgW="2665843" imgH="393529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8863" y="5497513"/>
                        <a:ext cx="514985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4" name="AutoShape 19"/>
          <p:cNvSpPr>
            <a:spLocks noChangeArrowheads="1"/>
          </p:cNvSpPr>
          <p:nvPr/>
        </p:nvSpPr>
        <p:spPr bwMode="auto">
          <a:xfrm flipH="1" flipV="1">
            <a:off x="560388" y="3795713"/>
            <a:ext cx="1347787" cy="647700"/>
          </a:xfrm>
          <a:prstGeom prst="wedgeEllipseCallout">
            <a:avLst>
              <a:gd name="adj1" fmla="val -86634"/>
              <a:gd name="adj2" fmla="val 85537"/>
            </a:avLst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10800000"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FF0066"/>
                </a:solidFill>
              </a:rPr>
              <a:t>利用乘法公式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6197600" y="1398588"/>
            <a:ext cx="2017713" cy="1008062"/>
            <a:chOff x="4117" y="578"/>
            <a:chExt cx="1271" cy="635"/>
          </a:xfrm>
        </p:grpSpPr>
        <p:sp>
          <p:nvSpPr>
            <p:cNvPr id="63498" name="AutoShape 20"/>
            <p:cNvSpPr>
              <a:spLocks noChangeArrowheads="1"/>
            </p:cNvSpPr>
            <p:nvPr/>
          </p:nvSpPr>
          <p:spPr bwMode="auto">
            <a:xfrm>
              <a:off x="4117" y="578"/>
              <a:ext cx="1271" cy="635"/>
            </a:xfrm>
            <a:prstGeom prst="cloudCallout">
              <a:avLst>
                <a:gd name="adj1" fmla="val -122935"/>
                <a:gd name="adj2" fmla="val 7787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1800" b="1">
                  <a:solidFill>
                    <a:srgbClr val="FF0066"/>
                  </a:solidFill>
                </a:rPr>
                <a:t>与</a:t>
              </a:r>
            </a:p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1800" b="1">
                  <a:solidFill>
                    <a:srgbClr val="FF0066"/>
                  </a:solidFill>
                </a:rPr>
                <a:t>不相容</a:t>
              </a:r>
            </a:p>
          </p:txBody>
        </p:sp>
        <p:grpSp>
          <p:nvGrpSpPr>
            <p:cNvPr id="63499" name="Group 24"/>
            <p:cNvGrpSpPr>
              <a:grpSpLocks/>
            </p:cNvGrpSpPr>
            <p:nvPr/>
          </p:nvGrpSpPr>
          <p:grpSpPr bwMode="auto">
            <a:xfrm>
              <a:off x="4239" y="623"/>
              <a:ext cx="1026" cy="298"/>
              <a:chOff x="3818" y="663"/>
              <a:chExt cx="1026" cy="298"/>
            </a:xfrm>
          </p:grpSpPr>
          <p:graphicFrame>
            <p:nvGraphicFramePr>
              <p:cNvPr id="63500" name="Object 6"/>
              <p:cNvGraphicFramePr>
                <a:graphicFrameLocks/>
              </p:cNvGraphicFramePr>
              <p:nvPr/>
            </p:nvGraphicFramePr>
            <p:xfrm>
              <a:off x="3818" y="663"/>
              <a:ext cx="390" cy="2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951" r:id="rId14" imgW="317225" imgH="241091" progId="Equation.DSMT4">
                      <p:embed/>
                    </p:oleObj>
                  </mc:Choice>
                  <mc:Fallback>
                    <p:oleObj r:id="rId14" imgW="317225" imgH="241091" progId="Equation.DSMT4">
                      <p:embed/>
                      <p:pic>
                        <p:nvPicPr>
                          <p:cNvPr id="0" name="Object 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18" y="663"/>
                            <a:ext cx="390" cy="2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3501" name="Object 7"/>
              <p:cNvGraphicFramePr>
                <a:graphicFrameLocks/>
              </p:cNvGraphicFramePr>
              <p:nvPr/>
            </p:nvGraphicFramePr>
            <p:xfrm>
              <a:off x="4453" y="663"/>
              <a:ext cx="391" cy="2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952" r:id="rId16" imgW="317225" imgH="241091" progId="Equation.DSMT4">
                      <p:embed/>
                    </p:oleObj>
                  </mc:Choice>
                  <mc:Fallback>
                    <p:oleObj r:id="rId16" imgW="317225" imgH="241091" progId="Equation.DSMT4">
                      <p:embed/>
                      <p:pic>
                        <p:nvPicPr>
                          <p:cNvPr id="0" name="Object 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53" y="663"/>
                            <a:ext cx="391" cy="2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197509" name="Object 5"/>
          <p:cNvGraphicFramePr>
            <a:graphicFrameLocks/>
          </p:cNvGraphicFramePr>
          <p:nvPr/>
        </p:nvGraphicFramePr>
        <p:xfrm>
          <a:off x="4532313" y="2562225"/>
          <a:ext cx="26828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53" r:id="rId18" imgW="1282144" imgH="241195" progId="Equation.DSMT4">
                  <p:embed/>
                </p:oleObj>
              </mc:Choice>
              <mc:Fallback>
                <p:oleObj r:id="rId18" imgW="1282144" imgH="241195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313" y="2562225"/>
                        <a:ext cx="26828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04" name="Rectangle 28"/>
          <p:cNvSpPr>
            <a:spLocks noRot="1" noChangeArrowheads="1"/>
          </p:cNvSpPr>
          <p:nvPr/>
        </p:nvSpPr>
        <p:spPr bwMode="auto">
          <a:xfrm>
            <a:off x="0" y="4705350"/>
            <a:ext cx="8728075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）若为放回抽样：</a:t>
            </a:r>
          </a:p>
        </p:txBody>
      </p:sp>
      <p:sp>
        <p:nvSpPr>
          <p:cNvPr id="101405" name="Rectangle 29"/>
          <p:cNvSpPr>
            <a:spLocks noRot="1" noChangeArrowheads="1"/>
          </p:cNvSpPr>
          <p:nvPr/>
        </p:nvSpPr>
        <p:spPr bwMode="auto">
          <a:xfrm>
            <a:off x="0" y="5543550"/>
            <a:ext cx="8728075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）若为不放回抽样：</a:t>
            </a:r>
          </a:p>
        </p:txBody>
      </p:sp>
      <p:sp>
        <p:nvSpPr>
          <p:cNvPr id="101406" name="Rectangle 30"/>
          <p:cNvSpPr>
            <a:spLocks noRot="1" noChangeArrowheads="1"/>
          </p:cNvSpPr>
          <p:nvPr/>
        </p:nvSpPr>
        <p:spPr bwMode="auto">
          <a:xfrm>
            <a:off x="376238" y="1289050"/>
            <a:ext cx="8728075" cy="136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解：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	设 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={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dirty="0" err="1">
                <a:solidFill>
                  <a:schemeClr val="tx1"/>
                </a:solidFill>
                <a:latin typeface="宋体" panose="02010600030101010101" pitchFamily="2" charset="-122"/>
              </a:rPr>
              <a:t>i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次取到红牌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}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dirty="0" err="1">
                <a:solidFill>
                  <a:schemeClr val="tx1"/>
                </a:solidFill>
                <a:latin typeface="宋体" panose="02010600030101010101" pitchFamily="2" charset="-122"/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=1,2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         B={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取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张恰是一红一黑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}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97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9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97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97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1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9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4" grpId="0" animBg="1"/>
      <p:bldP spid="101404" grpId="0"/>
      <p:bldP spid="101405" grpId="0"/>
      <p:bldP spid="10140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53DE7244-19AC-441C-84A8-7E71BDD63238}" type="slidenum">
              <a:rPr lang="en-US" altLang="zh-CN" sz="14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46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45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-419100" y="-12700"/>
            <a:ext cx="6973888" cy="792163"/>
          </a:xfrm>
        </p:spPr>
        <p:txBody>
          <a:bodyPr/>
          <a:lstStyle/>
          <a:p>
            <a:pPr eaLnBrk="1" hangingPunct="1"/>
            <a:r>
              <a:rPr lang="zh-CN" altLang="en-US" sz="3600" dirty="0"/>
              <a:t>三、全概率公式与</a:t>
            </a:r>
            <a:r>
              <a:rPr lang="en-US" altLang="zh-CN" sz="3600" dirty="0">
                <a:latin typeface="宋体" panose="02010600030101010101" pitchFamily="2" charset="-122"/>
              </a:rPr>
              <a:t>Bayes</a:t>
            </a:r>
            <a:r>
              <a:rPr lang="zh-CN" altLang="en-US" sz="3600" dirty="0"/>
              <a:t>公式</a:t>
            </a:r>
          </a:p>
        </p:txBody>
      </p:sp>
      <p:sp>
        <p:nvSpPr>
          <p:cNvPr id="104451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323850" y="741363"/>
            <a:ext cx="8424863" cy="561657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定义：设</a:t>
            </a:r>
            <a:r>
              <a:rPr lang="en-US" altLang="zh-CN" sz="2800" dirty="0">
                <a:latin typeface="宋体" panose="02010600030101010101" pitchFamily="2" charset="-122"/>
              </a:rPr>
              <a:t>S</a:t>
            </a:r>
            <a:r>
              <a:rPr lang="zh-CN" altLang="en-US" sz="2800" dirty="0">
                <a:latin typeface="宋体" panose="02010600030101010101" pitchFamily="2" charset="-122"/>
              </a:rPr>
              <a:t>为试验</a:t>
            </a:r>
            <a:r>
              <a:rPr lang="en-US" altLang="zh-CN" sz="2800" dirty="0">
                <a:latin typeface="宋体" panose="02010600030101010101" pitchFamily="2" charset="-122"/>
              </a:rPr>
              <a:t>E</a:t>
            </a:r>
            <a:r>
              <a:rPr lang="zh-CN" altLang="en-US" sz="2800" dirty="0">
                <a:latin typeface="宋体" panose="02010600030101010101" pitchFamily="2" charset="-122"/>
              </a:rPr>
              <a:t>的样本空间，</a:t>
            </a:r>
            <a:r>
              <a:rPr lang="en-US" altLang="zh-CN" sz="2800" dirty="0">
                <a:latin typeface="宋体" panose="02010600030101010101" pitchFamily="2" charset="-122"/>
              </a:rPr>
              <a:t>B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latin typeface="宋体" panose="02010600030101010101" pitchFamily="2" charset="-122"/>
              </a:rPr>
              <a:t>,B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2</a:t>
            </a:r>
            <a:r>
              <a:rPr lang="en-US" altLang="zh-CN" sz="2800" dirty="0">
                <a:latin typeface="宋体" panose="02010600030101010101" pitchFamily="2" charset="-122"/>
              </a:rPr>
              <a:t>,…,</a:t>
            </a:r>
            <a:r>
              <a:rPr lang="en-US" altLang="zh-CN" sz="2800" dirty="0" err="1">
                <a:latin typeface="宋体" panose="02010600030101010101" pitchFamily="2" charset="-122"/>
              </a:rPr>
              <a:t>B</a:t>
            </a:r>
            <a:r>
              <a:rPr lang="en-US" altLang="zh-CN" sz="2800" baseline="-25000" dirty="0" err="1">
                <a:latin typeface="宋体" panose="02010600030101010101" pitchFamily="2" charset="-122"/>
              </a:rPr>
              <a:t>n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	   	       	 </a:t>
            </a:r>
            <a:r>
              <a:rPr lang="zh-CN" altLang="en-US" sz="2800" dirty="0">
                <a:latin typeface="宋体" panose="02010600030101010101" pitchFamily="2" charset="-122"/>
              </a:rPr>
              <a:t>为</a:t>
            </a:r>
            <a:r>
              <a:rPr lang="en-US" altLang="zh-CN" sz="2800" dirty="0">
                <a:latin typeface="宋体" panose="02010600030101010101" pitchFamily="2" charset="-122"/>
              </a:rPr>
              <a:t>E</a:t>
            </a:r>
            <a:r>
              <a:rPr lang="zh-CN" altLang="en-US" sz="2800" dirty="0">
                <a:latin typeface="宋体" panose="02010600030101010101" pitchFamily="2" charset="-122"/>
              </a:rPr>
              <a:t>的一组事件。若：</a:t>
            </a:r>
          </a:p>
          <a:p>
            <a:pPr marL="534988" lvl="1" indent="-355600" eaLnBrk="1" hangingPunct="1">
              <a:buFont typeface="Wingdings" panose="05000000000000000000" pitchFamily="2" charset="2"/>
              <a:buAutoNum type="romanUcPeriod"/>
            </a:pPr>
            <a:endParaRPr lang="zh-CN" altLang="en-US" sz="2400" dirty="0">
              <a:latin typeface="宋体" panose="02010600030101010101" pitchFamily="2" charset="-122"/>
            </a:endParaRPr>
          </a:p>
          <a:p>
            <a:pPr marL="534988" lvl="1" indent="-355600" eaLnBrk="1" hangingPunct="1">
              <a:buFont typeface="Wingdings" panose="05000000000000000000" pitchFamily="2" charset="2"/>
              <a:buAutoNum type="romanUcPeriod"/>
            </a:pPr>
            <a:endParaRPr lang="zh-CN" altLang="en-US" sz="2400" dirty="0">
              <a:latin typeface="宋体" panose="02010600030101010101" pitchFamily="2" charset="-122"/>
            </a:endParaRPr>
          </a:p>
          <a:p>
            <a:pPr marL="534988" lvl="1" indent="-355600" eaLnBrk="1" hangingPunct="1">
              <a:buFont typeface="Wingdings" panose="05000000000000000000" pitchFamily="2" charset="2"/>
              <a:buAutoNum type="romanUcPeriod"/>
            </a:pPr>
            <a:endParaRPr lang="zh-CN" altLang="en-US" sz="2400" dirty="0">
              <a:latin typeface="宋体" panose="02010600030101010101" pitchFamily="2" charset="-122"/>
            </a:endParaRPr>
          </a:p>
          <a:p>
            <a:pPr marL="534988" lvl="1" indent="-355600" eaLnBrk="1" hangingPunct="1">
              <a:buFont typeface="Wingdings" panose="05000000000000000000" pitchFamily="2" charset="2"/>
              <a:buAutoNum type="romanUcPeriod"/>
            </a:pPr>
            <a:endParaRPr lang="zh-CN" altLang="en-US" sz="2400" dirty="0">
              <a:latin typeface="宋体" panose="02010600030101010101" pitchFamily="2" charset="-122"/>
            </a:endParaRPr>
          </a:p>
          <a:p>
            <a:pPr marL="534988" lvl="1" indent="-355600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宋体" panose="02010600030101010101" pitchFamily="2" charset="-122"/>
              </a:rPr>
              <a:t>  则称</a:t>
            </a:r>
            <a:r>
              <a:rPr lang="en-US" altLang="zh-CN" dirty="0">
                <a:latin typeface="宋体" panose="02010600030101010101" pitchFamily="2" charset="-122"/>
              </a:rPr>
              <a:t>B</a:t>
            </a:r>
            <a:r>
              <a:rPr lang="en-US" altLang="zh-CN" baseline="-25000" dirty="0">
                <a:latin typeface="宋体" panose="02010600030101010101" pitchFamily="2" charset="-122"/>
              </a:rPr>
              <a:t>1</a:t>
            </a:r>
            <a:r>
              <a:rPr lang="en-US" altLang="zh-CN" dirty="0">
                <a:latin typeface="宋体" panose="02010600030101010101" pitchFamily="2" charset="-122"/>
              </a:rPr>
              <a:t>,B</a:t>
            </a:r>
            <a:r>
              <a:rPr lang="en-US" altLang="zh-CN" baseline="-25000" dirty="0">
                <a:latin typeface="宋体" panose="02010600030101010101" pitchFamily="2" charset="-122"/>
              </a:rPr>
              <a:t>2</a:t>
            </a:r>
            <a:r>
              <a:rPr lang="en-US" altLang="zh-CN" dirty="0">
                <a:latin typeface="宋体" panose="02010600030101010101" pitchFamily="2" charset="-122"/>
              </a:rPr>
              <a:t>,…,</a:t>
            </a:r>
            <a:r>
              <a:rPr lang="en-US" altLang="zh-CN" dirty="0" err="1">
                <a:latin typeface="宋体" panose="02010600030101010101" pitchFamily="2" charset="-122"/>
              </a:rPr>
              <a:t>B</a:t>
            </a:r>
            <a:r>
              <a:rPr lang="en-US" altLang="zh-CN" baseline="-25000" dirty="0" err="1">
                <a:latin typeface="宋体" panose="02010600030101010101" pitchFamily="2" charset="-122"/>
              </a:rPr>
              <a:t>n</a:t>
            </a:r>
            <a:r>
              <a:rPr lang="zh-CN" altLang="en-US" dirty="0">
                <a:latin typeface="宋体" panose="02010600030101010101" pitchFamily="2" charset="-122"/>
              </a:rPr>
              <a:t>为</a:t>
            </a:r>
            <a:r>
              <a:rPr lang="en-US" altLang="zh-CN" dirty="0">
                <a:latin typeface="宋体" panose="02010600030101010101" pitchFamily="2" charset="-122"/>
              </a:rPr>
              <a:t>S</a:t>
            </a:r>
            <a:r>
              <a:rPr lang="zh-CN" altLang="en-US" dirty="0">
                <a:latin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一个划分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或称为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一组完备事件组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</a:p>
        </p:txBody>
      </p:sp>
      <p:graphicFrame>
        <p:nvGraphicFramePr>
          <p:cNvPr id="2198528" name="Object 0"/>
          <p:cNvGraphicFramePr>
            <a:graphicFrameLocks noGrp="1"/>
          </p:cNvGraphicFramePr>
          <p:nvPr>
            <p:ph sz="quarter" idx="2"/>
          </p:nvPr>
        </p:nvGraphicFramePr>
        <p:xfrm>
          <a:off x="1431925" y="1789113"/>
          <a:ext cx="35480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47" r:id="rId3" imgW="1612900" imgH="228600" progId="Equation.DSMT4">
                  <p:embed/>
                </p:oleObj>
              </mc:Choice>
              <mc:Fallback>
                <p:oleObj r:id="rId3" imgW="1612900" imgH="228600" progId="Equation.DSMT4">
                  <p:embed/>
                  <p:pic>
                    <p:nvPicPr>
                      <p:cNvPr id="0" name="Object 0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1789113"/>
                        <a:ext cx="3548063" cy="50323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8529" name="Object 1"/>
          <p:cNvGraphicFramePr>
            <a:graphicFrameLocks noGrp="1"/>
          </p:cNvGraphicFramePr>
          <p:nvPr>
            <p:ph sz="quarter" idx="3"/>
          </p:nvPr>
        </p:nvGraphicFramePr>
        <p:xfrm>
          <a:off x="1416050" y="2462213"/>
          <a:ext cx="49879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48" r:id="rId5" imgW="2285008" imgH="241195" progId="Equation.DSMT4">
                  <p:embed/>
                </p:oleObj>
              </mc:Choice>
              <mc:Fallback>
                <p:oleObj r:id="rId5" imgW="2285008" imgH="241195" progId="Equation.DSMT4">
                  <p:embed/>
                  <p:pic>
                    <p:nvPicPr>
                      <p:cNvPr id="0" name="Object 1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2462213"/>
                        <a:ext cx="4987925" cy="5270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468313" y="4864100"/>
            <a:ext cx="2735262" cy="1301750"/>
            <a:chOff x="431" y="3154"/>
            <a:chExt cx="1723" cy="820"/>
          </a:xfrm>
        </p:grpSpPr>
        <p:grpSp>
          <p:nvGrpSpPr>
            <p:cNvPr id="64519" name="Group 21"/>
            <p:cNvGrpSpPr>
              <a:grpSpLocks/>
            </p:cNvGrpSpPr>
            <p:nvPr/>
          </p:nvGrpSpPr>
          <p:grpSpPr bwMode="auto">
            <a:xfrm>
              <a:off x="431" y="3158"/>
              <a:ext cx="1723" cy="816"/>
              <a:chOff x="431" y="3158"/>
              <a:chExt cx="1723" cy="816"/>
            </a:xfrm>
          </p:grpSpPr>
          <p:sp>
            <p:nvSpPr>
              <p:cNvPr id="64520" name="Rectangle 8"/>
              <p:cNvSpPr>
                <a:spLocks noChangeArrowheads="1"/>
              </p:cNvSpPr>
              <p:nvPr/>
            </p:nvSpPr>
            <p:spPr bwMode="auto">
              <a:xfrm>
                <a:off x="431" y="3158"/>
                <a:ext cx="1723" cy="816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64521" name="Group 20"/>
              <p:cNvGrpSpPr>
                <a:grpSpLocks/>
              </p:cNvGrpSpPr>
              <p:nvPr/>
            </p:nvGrpSpPr>
            <p:grpSpPr bwMode="auto">
              <a:xfrm>
                <a:off x="431" y="3158"/>
                <a:ext cx="1723" cy="816"/>
                <a:chOff x="431" y="3158"/>
                <a:chExt cx="1723" cy="816"/>
              </a:xfrm>
            </p:grpSpPr>
            <p:sp>
              <p:nvSpPr>
                <p:cNvPr id="64522" name="Freeform 9"/>
                <p:cNvSpPr>
                  <a:spLocks noChangeArrowheads="1"/>
                </p:cNvSpPr>
                <p:nvPr/>
              </p:nvSpPr>
              <p:spPr bwMode="auto">
                <a:xfrm>
                  <a:off x="431" y="3158"/>
                  <a:ext cx="635" cy="408"/>
                </a:xfrm>
                <a:custGeom>
                  <a:avLst/>
                  <a:gdLst>
                    <a:gd name="T0" fmla="*/ 0 w 635"/>
                    <a:gd name="T1" fmla="*/ 408 h 408"/>
                    <a:gd name="T2" fmla="*/ 317 w 635"/>
                    <a:gd name="T3" fmla="*/ 317 h 408"/>
                    <a:gd name="T4" fmla="*/ 635 w 635"/>
                    <a:gd name="T5" fmla="*/ 0 h 4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35" h="408">
                      <a:moveTo>
                        <a:pt x="0" y="408"/>
                      </a:moveTo>
                      <a:cubicBezTo>
                        <a:pt x="105" y="396"/>
                        <a:pt x="211" y="385"/>
                        <a:pt x="317" y="317"/>
                      </a:cubicBezTo>
                      <a:cubicBezTo>
                        <a:pt x="423" y="249"/>
                        <a:pt x="590" y="30"/>
                        <a:pt x="635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4523" name="Freeform 10"/>
                <p:cNvSpPr>
                  <a:spLocks noChangeArrowheads="1"/>
                </p:cNvSpPr>
                <p:nvPr/>
              </p:nvSpPr>
              <p:spPr bwMode="auto">
                <a:xfrm>
                  <a:off x="657" y="3475"/>
                  <a:ext cx="151" cy="499"/>
                </a:xfrm>
                <a:custGeom>
                  <a:avLst/>
                  <a:gdLst>
                    <a:gd name="T0" fmla="*/ 91 w 151"/>
                    <a:gd name="T1" fmla="*/ 0 h 499"/>
                    <a:gd name="T2" fmla="*/ 136 w 151"/>
                    <a:gd name="T3" fmla="*/ 227 h 499"/>
                    <a:gd name="T4" fmla="*/ 0 w 151"/>
                    <a:gd name="T5" fmla="*/ 499 h 4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1" h="499">
                      <a:moveTo>
                        <a:pt x="91" y="0"/>
                      </a:moveTo>
                      <a:cubicBezTo>
                        <a:pt x="121" y="72"/>
                        <a:pt x="151" y="144"/>
                        <a:pt x="136" y="227"/>
                      </a:cubicBezTo>
                      <a:cubicBezTo>
                        <a:pt x="121" y="310"/>
                        <a:pt x="30" y="454"/>
                        <a:pt x="0" y="499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4524" name="Freeform 11"/>
                <p:cNvSpPr>
                  <a:spLocks noChangeArrowheads="1"/>
                </p:cNvSpPr>
                <p:nvPr/>
              </p:nvSpPr>
              <p:spPr bwMode="auto">
                <a:xfrm>
                  <a:off x="884" y="3339"/>
                  <a:ext cx="499" cy="635"/>
                </a:xfrm>
                <a:custGeom>
                  <a:avLst/>
                  <a:gdLst>
                    <a:gd name="T0" fmla="*/ 0 w 499"/>
                    <a:gd name="T1" fmla="*/ 0 h 635"/>
                    <a:gd name="T2" fmla="*/ 318 w 499"/>
                    <a:gd name="T3" fmla="*/ 182 h 635"/>
                    <a:gd name="T4" fmla="*/ 499 w 499"/>
                    <a:gd name="T5" fmla="*/ 635 h 6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99" h="635">
                      <a:moveTo>
                        <a:pt x="0" y="0"/>
                      </a:moveTo>
                      <a:cubicBezTo>
                        <a:pt x="117" y="38"/>
                        <a:pt x="235" y="76"/>
                        <a:pt x="318" y="182"/>
                      </a:cubicBezTo>
                      <a:cubicBezTo>
                        <a:pt x="401" y="288"/>
                        <a:pt x="454" y="560"/>
                        <a:pt x="499" y="635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4525" name="Freeform 12"/>
                <p:cNvSpPr>
                  <a:spLocks noChangeArrowheads="1"/>
                </p:cNvSpPr>
                <p:nvPr/>
              </p:nvSpPr>
              <p:spPr bwMode="auto">
                <a:xfrm>
                  <a:off x="1247" y="3158"/>
                  <a:ext cx="590" cy="408"/>
                </a:xfrm>
                <a:custGeom>
                  <a:avLst/>
                  <a:gdLst>
                    <a:gd name="T0" fmla="*/ 0 w 590"/>
                    <a:gd name="T1" fmla="*/ 408 h 408"/>
                    <a:gd name="T2" fmla="*/ 363 w 590"/>
                    <a:gd name="T3" fmla="*/ 317 h 408"/>
                    <a:gd name="T4" fmla="*/ 590 w 590"/>
                    <a:gd name="T5" fmla="*/ 0 h 4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90" h="408">
                      <a:moveTo>
                        <a:pt x="0" y="408"/>
                      </a:moveTo>
                      <a:cubicBezTo>
                        <a:pt x="132" y="396"/>
                        <a:pt x="265" y="385"/>
                        <a:pt x="363" y="317"/>
                      </a:cubicBezTo>
                      <a:cubicBezTo>
                        <a:pt x="461" y="249"/>
                        <a:pt x="537" y="45"/>
                        <a:pt x="590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4526" name="Freeform 13"/>
                <p:cNvSpPr>
                  <a:spLocks noChangeArrowheads="1"/>
                </p:cNvSpPr>
                <p:nvPr/>
              </p:nvSpPr>
              <p:spPr bwMode="auto">
                <a:xfrm>
                  <a:off x="1655" y="3430"/>
                  <a:ext cx="499" cy="363"/>
                </a:xfrm>
                <a:custGeom>
                  <a:avLst/>
                  <a:gdLst>
                    <a:gd name="T0" fmla="*/ 0 w 499"/>
                    <a:gd name="T1" fmla="*/ 0 h 363"/>
                    <a:gd name="T2" fmla="*/ 499 w 499"/>
                    <a:gd name="T3" fmla="*/ 363 h 3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99" h="363">
                      <a:moveTo>
                        <a:pt x="0" y="0"/>
                      </a:moveTo>
                      <a:cubicBezTo>
                        <a:pt x="211" y="147"/>
                        <a:pt x="423" y="295"/>
                        <a:pt x="499" y="363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4527" name="Freeform 14"/>
                <p:cNvSpPr>
                  <a:spLocks noChangeArrowheads="1"/>
                </p:cNvSpPr>
                <p:nvPr/>
              </p:nvSpPr>
              <p:spPr bwMode="auto">
                <a:xfrm>
                  <a:off x="1655" y="3612"/>
                  <a:ext cx="227" cy="362"/>
                </a:xfrm>
                <a:custGeom>
                  <a:avLst/>
                  <a:gdLst>
                    <a:gd name="T0" fmla="*/ 227 w 227"/>
                    <a:gd name="T1" fmla="*/ 0 h 362"/>
                    <a:gd name="T2" fmla="*/ 0 w 227"/>
                    <a:gd name="T3" fmla="*/ 362 h 3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27" h="362">
                      <a:moveTo>
                        <a:pt x="227" y="0"/>
                      </a:moveTo>
                      <a:cubicBezTo>
                        <a:pt x="136" y="147"/>
                        <a:pt x="45" y="294"/>
                        <a:pt x="0" y="362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64528" name="Group 24"/>
            <p:cNvGrpSpPr>
              <a:grpSpLocks/>
            </p:cNvGrpSpPr>
            <p:nvPr/>
          </p:nvGrpSpPr>
          <p:grpSpPr bwMode="auto">
            <a:xfrm>
              <a:off x="431" y="3154"/>
              <a:ext cx="1708" cy="779"/>
              <a:chOff x="431" y="3154"/>
              <a:chExt cx="1708" cy="779"/>
            </a:xfrm>
          </p:grpSpPr>
          <p:grpSp>
            <p:nvGrpSpPr>
              <p:cNvPr id="64529" name="Group 23"/>
              <p:cNvGrpSpPr>
                <a:grpSpLocks/>
              </p:cNvGrpSpPr>
              <p:nvPr/>
            </p:nvGrpSpPr>
            <p:grpSpPr bwMode="auto">
              <a:xfrm>
                <a:off x="431" y="3154"/>
                <a:ext cx="362" cy="779"/>
                <a:chOff x="431" y="3154"/>
                <a:chExt cx="362" cy="779"/>
              </a:xfrm>
            </p:grpSpPr>
            <p:sp>
              <p:nvSpPr>
                <p:cNvPr id="6453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431" y="3154"/>
                  <a:ext cx="362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1800" b="1">
                      <a:solidFill>
                        <a:srgbClr val="FF0066"/>
                      </a:solidFill>
                    </a:rPr>
                    <a:t>B</a:t>
                  </a:r>
                  <a:r>
                    <a:rPr lang="en-US" altLang="zh-CN" sz="1800" b="1" baseline="-25000">
                      <a:solidFill>
                        <a:srgbClr val="FF0066"/>
                      </a:solidFill>
                    </a:rPr>
                    <a:t>1</a:t>
                  </a:r>
                </a:p>
              </p:txBody>
            </p:sp>
            <p:sp>
              <p:nvSpPr>
                <p:cNvPr id="64531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31" y="3702"/>
                  <a:ext cx="273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1800" b="1">
                      <a:solidFill>
                        <a:srgbClr val="FF0066"/>
                      </a:solidFill>
                    </a:rPr>
                    <a:t>B</a:t>
                  </a:r>
                  <a:r>
                    <a:rPr lang="en-US" altLang="zh-CN" sz="1800" b="1" baseline="-25000">
                      <a:solidFill>
                        <a:srgbClr val="FF0066"/>
                      </a:solidFill>
                    </a:rPr>
                    <a:t>2</a:t>
                  </a:r>
                </a:p>
              </p:txBody>
            </p:sp>
          </p:grpSp>
          <p:grpSp>
            <p:nvGrpSpPr>
              <p:cNvPr id="64532" name="Group 22"/>
              <p:cNvGrpSpPr>
                <a:grpSpLocks/>
              </p:cNvGrpSpPr>
              <p:nvPr/>
            </p:nvGrpSpPr>
            <p:grpSpPr bwMode="auto">
              <a:xfrm>
                <a:off x="1791" y="3203"/>
                <a:ext cx="348" cy="730"/>
                <a:chOff x="1791" y="3203"/>
                <a:chExt cx="348" cy="730"/>
              </a:xfrm>
            </p:grpSpPr>
            <p:sp>
              <p:nvSpPr>
                <p:cNvPr id="64533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791" y="3702"/>
                  <a:ext cx="279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1800" b="1">
                      <a:solidFill>
                        <a:srgbClr val="FF0066"/>
                      </a:solidFill>
                    </a:rPr>
                    <a:t>B</a:t>
                  </a:r>
                  <a:r>
                    <a:rPr lang="en-US" altLang="zh-CN" sz="1800" b="1" baseline="-25000">
                      <a:solidFill>
                        <a:srgbClr val="FF0066"/>
                      </a:solidFill>
                    </a:rPr>
                    <a:t>n</a:t>
                  </a:r>
                </a:p>
              </p:txBody>
            </p:sp>
            <p:sp>
              <p:nvSpPr>
                <p:cNvPr id="64534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927" y="3203"/>
                  <a:ext cx="212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1800" b="1">
                      <a:solidFill>
                        <a:srgbClr val="FF0066"/>
                      </a:solidFill>
                    </a:rPr>
                    <a:t>S</a:t>
                  </a:r>
                </a:p>
              </p:txBody>
            </p:sp>
          </p:grpSp>
        </p:grpSp>
      </p:grpSp>
      <p:sp>
        <p:nvSpPr>
          <p:cNvPr id="104475" name="Text Box 27"/>
          <p:cNvSpPr txBox="1">
            <a:spLocks noChangeArrowheads="1"/>
          </p:cNvSpPr>
          <p:nvPr/>
        </p:nvSpPr>
        <p:spPr bwMode="auto">
          <a:xfrm>
            <a:off x="3598863" y="5021263"/>
            <a:ext cx="53657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即：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B</a:t>
            </a:r>
            <a:r>
              <a:rPr lang="en-US" altLang="zh-CN" sz="28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,B</a:t>
            </a:r>
            <a:r>
              <a:rPr lang="en-US" altLang="zh-CN" sz="2800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,…,</a:t>
            </a:r>
            <a:r>
              <a:rPr lang="en-US" altLang="zh-CN" dirty="0" err="1">
                <a:solidFill>
                  <a:schemeClr val="tx1"/>
                </a:solidFill>
                <a:latin typeface="宋体" panose="02010600030101010101" pitchFamily="2" charset="-122"/>
              </a:rPr>
              <a:t>B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宋体" panose="02010600030101010101" pitchFamily="2" charset="-122"/>
              </a:rPr>
              <a:t>n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至少有一发生是</a:t>
            </a:r>
          </a:p>
          <a:p>
            <a:pPr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必然的，两两同时发生又是不可能的。</a:t>
            </a:r>
          </a:p>
        </p:txBody>
      </p:sp>
      <p:sp>
        <p:nvSpPr>
          <p:cNvPr id="64536" name="Litebulb"/>
          <p:cNvSpPr>
            <a:spLocks noEditPoints="1" noChangeArrowheads="1"/>
          </p:cNvSpPr>
          <p:nvPr/>
        </p:nvSpPr>
        <p:spPr bwMode="auto">
          <a:xfrm>
            <a:off x="152400" y="835025"/>
            <a:ext cx="214313" cy="279400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98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8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98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/>
      <p:bldP spid="10447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A5543B79-3542-47EA-9D8B-DD88F20E10D8}" type="slidenum">
              <a:rPr lang="en-US" altLang="zh-CN" sz="14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47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07600" name="Rectangle 80"/>
          <p:cNvSpPr>
            <a:spLocks noChangeArrowheads="1"/>
          </p:cNvSpPr>
          <p:nvPr/>
        </p:nvSpPr>
        <p:spPr bwMode="auto">
          <a:xfrm>
            <a:off x="3786188" y="4765675"/>
            <a:ext cx="3817937" cy="1314450"/>
          </a:xfrm>
          <a:prstGeom prst="rect">
            <a:avLst/>
          </a:prstGeom>
          <a:solidFill>
            <a:srgbClr val="FF99CC"/>
          </a:solidFill>
          <a:ln w="25400">
            <a:solidFill>
              <a:srgbClr val="FF9900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7575" name="Rectangle 55"/>
          <p:cNvSpPr>
            <a:spLocks noChangeArrowheads="1"/>
          </p:cNvSpPr>
          <p:nvPr/>
        </p:nvSpPr>
        <p:spPr bwMode="auto">
          <a:xfrm>
            <a:off x="2165350" y="1235075"/>
            <a:ext cx="5262563" cy="817563"/>
          </a:xfrm>
          <a:prstGeom prst="rect">
            <a:avLst/>
          </a:prstGeom>
          <a:solidFill>
            <a:srgbClr val="FF99CC"/>
          </a:solidFill>
          <a:ln w="22225">
            <a:solidFill>
              <a:srgbClr val="FF9900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5540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92075" y="377825"/>
            <a:ext cx="8928100" cy="1568450"/>
          </a:xfrm>
        </p:spPr>
        <p:txBody>
          <a:bodyPr/>
          <a:lstStyle/>
          <a:p>
            <a:pPr marL="1250950" indent="-1250950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</a:t>
            </a:r>
            <a:r>
              <a:rPr lang="zh-CN" altLang="en-US" sz="2400" dirty="0">
                <a:latin typeface="宋体" panose="02010600030101010101" pitchFamily="2" charset="-122"/>
              </a:rPr>
              <a:t>定理：设试验</a:t>
            </a:r>
            <a:r>
              <a:rPr lang="en-US" altLang="zh-CN" sz="2400" dirty="0">
                <a:latin typeface="宋体" panose="02010600030101010101" pitchFamily="2" charset="-122"/>
              </a:rPr>
              <a:t>E</a:t>
            </a:r>
            <a:r>
              <a:rPr lang="zh-CN" altLang="en-US" sz="2400" dirty="0">
                <a:latin typeface="宋体" panose="02010600030101010101" pitchFamily="2" charset="-122"/>
              </a:rPr>
              <a:t>的样本空间为</a:t>
            </a:r>
            <a:r>
              <a:rPr lang="en-US" altLang="zh-CN" sz="2400" dirty="0">
                <a:latin typeface="宋体" panose="02010600030101010101" pitchFamily="2" charset="-122"/>
              </a:rPr>
              <a:t>S</a:t>
            </a:r>
            <a:r>
              <a:rPr lang="zh-CN" altLang="en-US" sz="2400" dirty="0"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latin typeface="宋体" panose="02010600030101010101" pitchFamily="2" charset="-122"/>
              </a:rPr>
              <a:t>为</a:t>
            </a:r>
            <a:r>
              <a:rPr lang="en-US" altLang="zh-CN" sz="2400" dirty="0">
                <a:latin typeface="宋体" panose="02010600030101010101" pitchFamily="2" charset="-122"/>
              </a:rPr>
              <a:t>E</a:t>
            </a:r>
            <a:r>
              <a:rPr lang="zh-CN" altLang="en-US" sz="2400" dirty="0">
                <a:latin typeface="宋体" panose="02010600030101010101" pitchFamily="2" charset="-122"/>
              </a:rPr>
              <a:t>的事件。</a:t>
            </a:r>
            <a:r>
              <a:rPr lang="en-US" altLang="zh-CN" sz="2400" dirty="0">
                <a:latin typeface="宋体" panose="02010600030101010101" pitchFamily="2" charset="-122"/>
              </a:rPr>
              <a:t>B</a:t>
            </a:r>
            <a:r>
              <a:rPr lang="en-US" altLang="zh-CN" sz="2400" baseline="-25000" dirty="0">
                <a:latin typeface="宋体" panose="02010600030101010101" pitchFamily="2" charset="-122"/>
              </a:rPr>
              <a:t>1</a:t>
            </a:r>
            <a:r>
              <a:rPr lang="en-US" altLang="zh-CN" sz="2400" dirty="0">
                <a:latin typeface="宋体" panose="02010600030101010101" pitchFamily="2" charset="-122"/>
              </a:rPr>
              <a:t>,B</a:t>
            </a:r>
            <a:r>
              <a:rPr lang="en-US" altLang="zh-CN" sz="2400" baseline="-25000" dirty="0">
                <a:latin typeface="宋体" panose="02010600030101010101" pitchFamily="2" charset="-122"/>
              </a:rPr>
              <a:t>2</a:t>
            </a:r>
            <a:r>
              <a:rPr lang="en-US" altLang="zh-CN" sz="2400" dirty="0">
                <a:latin typeface="宋体" panose="02010600030101010101" pitchFamily="2" charset="-122"/>
              </a:rPr>
              <a:t>,…,</a:t>
            </a:r>
            <a:r>
              <a:rPr lang="en-US" altLang="zh-CN" sz="2400" dirty="0" err="1">
                <a:latin typeface="宋体" panose="02010600030101010101" pitchFamily="2" charset="-122"/>
              </a:rPr>
              <a:t>B</a:t>
            </a:r>
            <a:r>
              <a:rPr lang="en-US" altLang="zh-CN" sz="2400" baseline="-25000" dirty="0" err="1">
                <a:latin typeface="宋体" panose="02010600030101010101" pitchFamily="2" charset="-122"/>
              </a:rPr>
              <a:t>n</a:t>
            </a:r>
            <a:r>
              <a:rPr lang="zh-CN" altLang="en-US" sz="2400" dirty="0">
                <a:latin typeface="宋体" panose="02010600030101010101" pitchFamily="2" charset="-122"/>
              </a:rPr>
              <a:t>为</a:t>
            </a:r>
            <a:r>
              <a:rPr lang="en-US" altLang="zh-CN" sz="2400" dirty="0">
                <a:latin typeface="宋体" panose="02010600030101010101" pitchFamily="2" charset="-122"/>
              </a:rPr>
              <a:t>S</a:t>
            </a:r>
            <a:r>
              <a:rPr lang="zh-CN" altLang="en-US" sz="2400" dirty="0">
                <a:latin typeface="宋体" panose="02010600030101010101" pitchFamily="2" charset="-122"/>
              </a:rPr>
              <a:t>的一个划分，</a:t>
            </a:r>
            <a:r>
              <a:rPr lang="en-US" altLang="zh-CN" sz="2400" dirty="0">
                <a:latin typeface="宋体" panose="02010600030101010101" pitchFamily="2" charset="-122"/>
              </a:rPr>
              <a:t>P(B</a:t>
            </a:r>
            <a:r>
              <a:rPr lang="en-US" altLang="zh-CN" sz="2400" baseline="-25000" dirty="0">
                <a:latin typeface="宋体" panose="02010600030101010101" pitchFamily="2" charset="-122"/>
              </a:rPr>
              <a:t>i</a:t>
            </a:r>
            <a:r>
              <a:rPr lang="en-US" altLang="zh-CN" sz="2400" dirty="0">
                <a:latin typeface="宋体" panose="02010600030101010101" pitchFamily="2" charset="-122"/>
              </a:rPr>
              <a:t>)&gt;0</a:t>
            </a:r>
            <a:r>
              <a:rPr lang="zh-CN" altLang="en-US" sz="2400" dirty="0">
                <a:latin typeface="宋体" panose="02010600030101010101" pitchFamily="2" charset="-122"/>
              </a:rPr>
              <a:t>，</a:t>
            </a:r>
            <a:r>
              <a:rPr lang="en-US" altLang="zh-CN" sz="2400" dirty="0" err="1">
                <a:latin typeface="宋体" panose="02010600030101010101" pitchFamily="2" charset="-122"/>
              </a:rPr>
              <a:t>i</a:t>
            </a:r>
            <a:r>
              <a:rPr lang="en-US" altLang="zh-CN" sz="2400" dirty="0">
                <a:latin typeface="宋体" panose="02010600030101010101" pitchFamily="2" charset="-122"/>
              </a:rPr>
              <a:t>=1,2,…,n</a:t>
            </a:r>
            <a:r>
              <a:rPr lang="zh-CN" altLang="en-US" sz="2400" dirty="0">
                <a:latin typeface="宋体" panose="02010600030101010101" pitchFamily="2" charset="-122"/>
              </a:rPr>
              <a:t>；</a:t>
            </a:r>
          </a:p>
          <a:p>
            <a:pPr marL="1250950" indent="-1250950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	则称：				</a:t>
            </a:r>
            <a:endParaRPr lang="zh-CN" altLang="en-US" sz="24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07527" name="Object 7"/>
          <p:cNvGraphicFramePr>
            <a:graphicFrameLocks noGrp="1"/>
          </p:cNvGraphicFramePr>
          <p:nvPr>
            <p:ph sz="quarter" idx="3"/>
          </p:nvPr>
        </p:nvGraphicFramePr>
        <p:xfrm>
          <a:off x="3038475" y="2717800"/>
          <a:ext cx="43656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69" r:id="rId3" imgW="2120900" imgH="228600" progId="Equation.DSMT4">
                  <p:embed/>
                </p:oleObj>
              </mc:Choice>
              <mc:Fallback>
                <p:oleObj r:id="rId3" imgW="2120900" imgH="228600" progId="Equation.DSMT4">
                  <p:embed/>
                  <p:pic>
                    <p:nvPicPr>
                      <p:cNvPr id="0" name="Object 7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475" y="2717800"/>
                        <a:ext cx="4365625" cy="4699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50" name="Object 30"/>
          <p:cNvGraphicFramePr>
            <a:graphicFrameLocks/>
          </p:cNvGraphicFramePr>
          <p:nvPr/>
        </p:nvGraphicFramePr>
        <p:xfrm>
          <a:off x="3794125" y="4884738"/>
          <a:ext cx="3690938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70" r:id="rId5" imgW="1853396" imgH="634725" progId="Equation.DSMT4">
                  <p:embed/>
                </p:oleObj>
              </mc:Choice>
              <mc:Fallback>
                <p:oleObj r:id="rId5" imgW="1853396" imgH="634725" progId="Equation.DSMT4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125" y="4884738"/>
                        <a:ext cx="3690938" cy="126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9"/>
          <p:cNvGrpSpPr>
            <a:grpSpLocks/>
          </p:cNvGrpSpPr>
          <p:nvPr/>
        </p:nvGrpSpPr>
        <p:grpSpPr bwMode="auto">
          <a:xfrm>
            <a:off x="7010400" y="3795713"/>
            <a:ext cx="1800225" cy="863600"/>
            <a:chOff x="4416" y="2391"/>
            <a:chExt cx="1134" cy="544"/>
          </a:xfrm>
        </p:grpSpPr>
        <p:sp>
          <p:nvSpPr>
            <p:cNvPr id="65544" name="AutoShape 31"/>
            <p:cNvSpPr>
              <a:spLocks noChangeArrowheads="1"/>
            </p:cNvSpPr>
            <p:nvPr/>
          </p:nvSpPr>
          <p:spPr bwMode="auto">
            <a:xfrm>
              <a:off x="4416" y="2391"/>
              <a:ext cx="1134" cy="544"/>
            </a:xfrm>
            <a:prstGeom prst="cloudCallout">
              <a:avLst>
                <a:gd name="adj1" fmla="val -154231"/>
                <a:gd name="adj2" fmla="val 109926"/>
              </a:avLst>
            </a:prstGeom>
            <a:solidFill>
              <a:srgbClr val="CCFFCC">
                <a:alpha val="70192"/>
              </a:srgbClr>
            </a:solidFill>
            <a:ln w="9525">
              <a:solidFill>
                <a:srgbClr val="808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chemeClr val="tx1"/>
                </a:solidFill>
              </a:endParaRPr>
            </a:p>
          </p:txBody>
        </p:sp>
        <p:graphicFrame>
          <p:nvGraphicFramePr>
            <p:cNvPr id="65545" name="Object 32"/>
            <p:cNvGraphicFramePr>
              <a:graphicFrameLocks/>
            </p:cNvGraphicFramePr>
            <p:nvPr/>
          </p:nvGraphicFramePr>
          <p:xfrm>
            <a:off x="4416" y="2482"/>
            <a:ext cx="1043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971" r:id="rId7" imgW="1193800" imgH="419100" progId="Equation.DSMT4">
                    <p:embed/>
                  </p:oleObj>
                </mc:Choice>
                <mc:Fallback>
                  <p:oleObj r:id="rId7" imgW="1193800" imgH="419100" progId="Equation.DSMT4">
                    <p:embed/>
                    <p:pic>
                      <p:nvPicPr>
                        <p:cNvPr id="0" name="Object 3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482"/>
                          <a:ext cx="1043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546" name="Litebulb"/>
          <p:cNvSpPr>
            <a:spLocks noEditPoints="1" noChangeArrowheads="1"/>
          </p:cNvSpPr>
          <p:nvPr/>
        </p:nvSpPr>
        <p:spPr bwMode="auto">
          <a:xfrm>
            <a:off x="263525" y="311150"/>
            <a:ext cx="198438" cy="247650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3" name="Group 76"/>
          <p:cNvGrpSpPr>
            <a:grpSpLocks/>
          </p:cNvGrpSpPr>
          <p:nvPr/>
        </p:nvGrpSpPr>
        <p:grpSpPr bwMode="auto">
          <a:xfrm>
            <a:off x="5187950" y="1833563"/>
            <a:ext cx="1855788" cy="757237"/>
            <a:chOff x="3268" y="1155"/>
            <a:chExt cx="1169" cy="477"/>
          </a:xfrm>
        </p:grpSpPr>
        <p:sp>
          <p:nvSpPr>
            <p:cNvPr id="65548" name="AutoShape 39"/>
            <p:cNvSpPr>
              <a:spLocks noChangeArrowheads="1"/>
            </p:cNvSpPr>
            <p:nvPr/>
          </p:nvSpPr>
          <p:spPr bwMode="auto">
            <a:xfrm>
              <a:off x="3268" y="1155"/>
              <a:ext cx="1169" cy="468"/>
            </a:xfrm>
            <a:prstGeom prst="wedgeEllipseCallout">
              <a:avLst>
                <a:gd name="adj1" fmla="val -110736"/>
                <a:gd name="adj2" fmla="val 186968"/>
              </a:avLst>
            </a:prstGeom>
            <a:noFill/>
            <a:ln w="19050">
              <a:solidFill>
                <a:srgbClr val="808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0066"/>
                </a:solidFill>
              </a:endParaRPr>
            </a:p>
          </p:txBody>
        </p:sp>
        <p:graphicFrame>
          <p:nvGraphicFramePr>
            <p:cNvPr id="65549" name="Object 50"/>
            <p:cNvGraphicFramePr>
              <a:graphicFrameLocks/>
            </p:cNvGraphicFramePr>
            <p:nvPr/>
          </p:nvGraphicFramePr>
          <p:xfrm>
            <a:off x="3532" y="1228"/>
            <a:ext cx="728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972" r:id="rId9" imgW="914400" imgH="508000" progId="Equation.DSMT4">
                    <p:embed/>
                  </p:oleObj>
                </mc:Choice>
                <mc:Fallback>
                  <p:oleObj r:id="rId9" imgW="914400" imgH="508000" progId="Equation.DSMT4">
                    <p:embed/>
                    <p:pic>
                      <p:nvPicPr>
                        <p:cNvPr id="0" name="Object 5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2" y="1228"/>
                          <a:ext cx="728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7572" name="Litebulb"/>
          <p:cNvSpPr>
            <a:spLocks noEditPoints="1" noChangeArrowheads="1"/>
          </p:cNvSpPr>
          <p:nvPr/>
        </p:nvSpPr>
        <p:spPr bwMode="auto">
          <a:xfrm>
            <a:off x="398463" y="5102225"/>
            <a:ext cx="196850" cy="263525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4" name="Group 54"/>
          <p:cNvGrpSpPr>
            <a:grpSpLocks/>
          </p:cNvGrpSpPr>
          <p:nvPr/>
        </p:nvGrpSpPr>
        <p:grpSpPr bwMode="auto">
          <a:xfrm>
            <a:off x="2154238" y="1195388"/>
            <a:ext cx="5178425" cy="833437"/>
            <a:chOff x="1327" y="703"/>
            <a:chExt cx="3262" cy="525"/>
          </a:xfrm>
        </p:grpSpPr>
        <p:graphicFrame>
          <p:nvGraphicFramePr>
            <p:cNvPr id="65552" name="Object 4"/>
            <p:cNvGraphicFramePr>
              <a:graphicFrameLocks/>
            </p:cNvGraphicFramePr>
            <p:nvPr/>
          </p:nvGraphicFramePr>
          <p:xfrm>
            <a:off x="1327" y="703"/>
            <a:ext cx="1995" cy="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973" r:id="rId11" imgW="1688367" imgH="444307" progId="Equation.DSMT4">
                    <p:embed/>
                  </p:oleObj>
                </mc:Choice>
                <mc:Fallback>
                  <p:oleObj r:id="rId11" imgW="1688367" imgH="444307" progId="Equation.DSMT4">
                    <p:embed/>
                    <p:pic>
                      <p:nvPicPr>
                        <p:cNvPr id="0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7" y="703"/>
                          <a:ext cx="1995" cy="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553" name="Text Box 53"/>
            <p:cNvSpPr txBox="1">
              <a:spLocks noChangeArrowheads="1"/>
            </p:cNvSpPr>
            <p:nvPr/>
          </p:nvSpPr>
          <p:spPr bwMode="auto">
            <a:xfrm>
              <a:off x="3318" y="779"/>
              <a:ext cx="12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rgbClr val="000000"/>
                  </a:solidFill>
                </a:rPr>
                <a:t>为</a:t>
              </a:r>
              <a:r>
                <a:rPr lang="zh-CN" altLang="en-US" b="1">
                  <a:solidFill>
                    <a:schemeClr val="accent2"/>
                  </a:solidFill>
                </a:rPr>
                <a:t>全概率公式</a:t>
              </a:r>
            </a:p>
          </p:txBody>
        </p:sp>
      </p:grpSp>
      <p:graphicFrame>
        <p:nvGraphicFramePr>
          <p:cNvPr id="107595" name="Object 75"/>
          <p:cNvGraphicFramePr>
            <a:graphicFrameLocks/>
          </p:cNvGraphicFramePr>
          <p:nvPr/>
        </p:nvGraphicFramePr>
        <p:xfrm>
          <a:off x="3040063" y="3240088"/>
          <a:ext cx="2490787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74" r:id="rId13" imgW="1282144" imgH="444307" progId="Equation.DSMT4">
                  <p:embed/>
                </p:oleObj>
              </mc:Choice>
              <mc:Fallback>
                <p:oleObj r:id="rId13" imgW="1282144" imgH="444307" progId="Equation.DSMT4">
                  <p:embed/>
                  <p:pic>
                    <p:nvPicPr>
                      <p:cNvPr id="0" name="Object 75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063" y="3240088"/>
                        <a:ext cx="2490787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98" name="Object 78"/>
          <p:cNvGraphicFramePr>
            <a:graphicFrameLocks/>
          </p:cNvGraphicFramePr>
          <p:nvPr/>
        </p:nvGraphicFramePr>
        <p:xfrm>
          <a:off x="5530850" y="3249613"/>
          <a:ext cx="2589213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975" r:id="rId15" imgW="1332921" imgH="444307" progId="Equation.DSMT4">
                  <p:embed/>
                </p:oleObj>
              </mc:Choice>
              <mc:Fallback>
                <p:oleObj r:id="rId15" imgW="1332921" imgH="444307" progId="Equation.DSMT4">
                  <p:embed/>
                  <p:pic>
                    <p:nvPicPr>
                      <p:cNvPr id="0" name="Object 78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0850" y="3249613"/>
                        <a:ext cx="2589213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86"/>
          <p:cNvGrpSpPr>
            <a:grpSpLocks/>
          </p:cNvGrpSpPr>
          <p:nvPr/>
        </p:nvGrpSpPr>
        <p:grpSpPr bwMode="auto">
          <a:xfrm>
            <a:off x="214313" y="2297113"/>
            <a:ext cx="2592387" cy="1720850"/>
            <a:chOff x="135" y="1503"/>
            <a:chExt cx="1633" cy="1084"/>
          </a:xfrm>
        </p:grpSpPr>
        <p:grpSp>
          <p:nvGrpSpPr>
            <p:cNvPr id="65557" name="Group 60"/>
            <p:cNvGrpSpPr>
              <a:grpSpLocks/>
            </p:cNvGrpSpPr>
            <p:nvPr/>
          </p:nvGrpSpPr>
          <p:grpSpPr bwMode="auto">
            <a:xfrm>
              <a:off x="135" y="1503"/>
              <a:ext cx="1633" cy="1084"/>
              <a:chOff x="135" y="1543"/>
              <a:chExt cx="1633" cy="1084"/>
            </a:xfrm>
          </p:grpSpPr>
          <p:grpSp>
            <p:nvGrpSpPr>
              <p:cNvPr id="65558" name="Group 59"/>
              <p:cNvGrpSpPr>
                <a:grpSpLocks/>
              </p:cNvGrpSpPr>
              <p:nvPr/>
            </p:nvGrpSpPr>
            <p:grpSpPr bwMode="auto">
              <a:xfrm>
                <a:off x="135" y="1543"/>
                <a:ext cx="1633" cy="1084"/>
                <a:chOff x="135" y="1543"/>
                <a:chExt cx="1633" cy="1084"/>
              </a:xfrm>
            </p:grpSpPr>
            <p:sp>
              <p:nvSpPr>
                <p:cNvPr id="65559" name="Rectangle 14"/>
                <p:cNvSpPr>
                  <a:spLocks noChangeArrowheads="1"/>
                </p:cNvSpPr>
                <p:nvPr/>
              </p:nvSpPr>
              <p:spPr bwMode="auto">
                <a:xfrm>
                  <a:off x="135" y="1543"/>
                  <a:ext cx="1633" cy="10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endParaRPr lang="zh-CN" altLang="zh-CN" sz="3200">
                    <a:solidFill>
                      <a:srgbClr val="FF0066"/>
                    </a:solidFill>
                  </a:endParaRPr>
                </a:p>
              </p:txBody>
            </p:sp>
            <p:grpSp>
              <p:nvGrpSpPr>
                <p:cNvPr id="65560" name="Group 33"/>
                <p:cNvGrpSpPr>
                  <a:grpSpLocks/>
                </p:cNvGrpSpPr>
                <p:nvPr/>
              </p:nvGrpSpPr>
              <p:grpSpPr bwMode="auto">
                <a:xfrm>
                  <a:off x="135" y="1545"/>
                  <a:ext cx="1633" cy="1082"/>
                  <a:chOff x="340" y="1711"/>
                  <a:chExt cx="1633" cy="1082"/>
                </a:xfrm>
              </p:grpSpPr>
              <p:sp>
                <p:nvSpPr>
                  <p:cNvPr id="65561" name="Freeform 16"/>
                  <p:cNvSpPr>
                    <a:spLocks noChangeArrowheads="1"/>
                  </p:cNvSpPr>
                  <p:nvPr/>
                </p:nvSpPr>
                <p:spPr bwMode="auto">
                  <a:xfrm>
                    <a:off x="340" y="1711"/>
                    <a:ext cx="602" cy="541"/>
                  </a:xfrm>
                  <a:custGeom>
                    <a:avLst/>
                    <a:gdLst>
                      <a:gd name="T0" fmla="*/ 0 w 635"/>
                      <a:gd name="T1" fmla="*/ 408 h 408"/>
                      <a:gd name="T2" fmla="*/ 317 w 635"/>
                      <a:gd name="T3" fmla="*/ 317 h 408"/>
                      <a:gd name="T4" fmla="*/ 635 w 635"/>
                      <a:gd name="T5" fmla="*/ 0 h 40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35" h="408">
                        <a:moveTo>
                          <a:pt x="0" y="408"/>
                        </a:moveTo>
                        <a:cubicBezTo>
                          <a:pt x="105" y="396"/>
                          <a:pt x="211" y="385"/>
                          <a:pt x="317" y="317"/>
                        </a:cubicBezTo>
                        <a:cubicBezTo>
                          <a:pt x="423" y="249"/>
                          <a:pt x="590" y="30"/>
                          <a:pt x="635" y="0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65562" name="Freeform 17"/>
                  <p:cNvSpPr>
                    <a:spLocks noChangeArrowheads="1"/>
                  </p:cNvSpPr>
                  <p:nvPr/>
                </p:nvSpPr>
                <p:spPr bwMode="auto">
                  <a:xfrm>
                    <a:off x="554" y="2131"/>
                    <a:ext cx="143" cy="662"/>
                  </a:xfrm>
                  <a:custGeom>
                    <a:avLst/>
                    <a:gdLst>
                      <a:gd name="T0" fmla="*/ 91 w 151"/>
                      <a:gd name="T1" fmla="*/ 0 h 499"/>
                      <a:gd name="T2" fmla="*/ 136 w 151"/>
                      <a:gd name="T3" fmla="*/ 227 h 499"/>
                      <a:gd name="T4" fmla="*/ 0 w 151"/>
                      <a:gd name="T5" fmla="*/ 499 h 4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51" h="499">
                        <a:moveTo>
                          <a:pt x="91" y="0"/>
                        </a:moveTo>
                        <a:cubicBezTo>
                          <a:pt x="121" y="72"/>
                          <a:pt x="151" y="144"/>
                          <a:pt x="136" y="227"/>
                        </a:cubicBezTo>
                        <a:cubicBezTo>
                          <a:pt x="121" y="310"/>
                          <a:pt x="30" y="454"/>
                          <a:pt x="0" y="499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65563" name="Freeform 18"/>
                  <p:cNvSpPr>
                    <a:spLocks noChangeArrowheads="1"/>
                  </p:cNvSpPr>
                  <p:nvPr/>
                </p:nvSpPr>
                <p:spPr bwMode="auto">
                  <a:xfrm>
                    <a:off x="769" y="1951"/>
                    <a:ext cx="473" cy="842"/>
                  </a:xfrm>
                  <a:custGeom>
                    <a:avLst/>
                    <a:gdLst>
                      <a:gd name="T0" fmla="*/ 0 w 499"/>
                      <a:gd name="T1" fmla="*/ 0 h 635"/>
                      <a:gd name="T2" fmla="*/ 318 w 499"/>
                      <a:gd name="T3" fmla="*/ 182 h 635"/>
                      <a:gd name="T4" fmla="*/ 499 w 499"/>
                      <a:gd name="T5" fmla="*/ 635 h 6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99" h="635">
                        <a:moveTo>
                          <a:pt x="0" y="0"/>
                        </a:moveTo>
                        <a:cubicBezTo>
                          <a:pt x="117" y="38"/>
                          <a:pt x="235" y="76"/>
                          <a:pt x="318" y="182"/>
                        </a:cubicBezTo>
                        <a:cubicBezTo>
                          <a:pt x="401" y="288"/>
                          <a:pt x="454" y="560"/>
                          <a:pt x="499" y="635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65564" name="Freeform 19"/>
                  <p:cNvSpPr>
                    <a:spLocks noChangeArrowheads="1"/>
                  </p:cNvSpPr>
                  <p:nvPr/>
                </p:nvSpPr>
                <p:spPr bwMode="auto">
                  <a:xfrm>
                    <a:off x="1113" y="1711"/>
                    <a:ext cx="560" cy="541"/>
                  </a:xfrm>
                  <a:custGeom>
                    <a:avLst/>
                    <a:gdLst>
                      <a:gd name="T0" fmla="*/ 0 w 590"/>
                      <a:gd name="T1" fmla="*/ 408 h 408"/>
                      <a:gd name="T2" fmla="*/ 363 w 590"/>
                      <a:gd name="T3" fmla="*/ 317 h 408"/>
                      <a:gd name="T4" fmla="*/ 590 w 590"/>
                      <a:gd name="T5" fmla="*/ 0 h 40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90" h="408">
                        <a:moveTo>
                          <a:pt x="0" y="408"/>
                        </a:moveTo>
                        <a:cubicBezTo>
                          <a:pt x="132" y="396"/>
                          <a:pt x="265" y="385"/>
                          <a:pt x="363" y="317"/>
                        </a:cubicBezTo>
                        <a:cubicBezTo>
                          <a:pt x="461" y="249"/>
                          <a:pt x="537" y="45"/>
                          <a:pt x="590" y="0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65565" name="Freeform 20"/>
                  <p:cNvSpPr>
                    <a:spLocks noChangeArrowheads="1"/>
                  </p:cNvSpPr>
                  <p:nvPr/>
                </p:nvSpPr>
                <p:spPr bwMode="auto">
                  <a:xfrm>
                    <a:off x="1500" y="2072"/>
                    <a:ext cx="473" cy="481"/>
                  </a:xfrm>
                  <a:custGeom>
                    <a:avLst/>
                    <a:gdLst>
                      <a:gd name="T0" fmla="*/ 0 w 499"/>
                      <a:gd name="T1" fmla="*/ 0 h 363"/>
                      <a:gd name="T2" fmla="*/ 499 w 499"/>
                      <a:gd name="T3" fmla="*/ 363 h 3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99" h="363">
                        <a:moveTo>
                          <a:pt x="0" y="0"/>
                        </a:moveTo>
                        <a:cubicBezTo>
                          <a:pt x="211" y="147"/>
                          <a:pt x="423" y="295"/>
                          <a:pt x="499" y="363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65566" name="Freeform 21"/>
                  <p:cNvSpPr>
                    <a:spLocks noChangeArrowheads="1"/>
                  </p:cNvSpPr>
                  <p:nvPr/>
                </p:nvSpPr>
                <p:spPr bwMode="auto">
                  <a:xfrm>
                    <a:off x="1500" y="2313"/>
                    <a:ext cx="215" cy="480"/>
                  </a:xfrm>
                  <a:custGeom>
                    <a:avLst/>
                    <a:gdLst>
                      <a:gd name="T0" fmla="*/ 227 w 227"/>
                      <a:gd name="T1" fmla="*/ 0 h 362"/>
                      <a:gd name="T2" fmla="*/ 0 w 227"/>
                      <a:gd name="T3" fmla="*/ 362 h 3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27" h="362">
                        <a:moveTo>
                          <a:pt x="227" y="0"/>
                        </a:moveTo>
                        <a:cubicBezTo>
                          <a:pt x="136" y="147"/>
                          <a:pt x="45" y="294"/>
                          <a:pt x="0" y="362"/>
                        </a:cubicBez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65567" name="Group 58"/>
              <p:cNvGrpSpPr>
                <a:grpSpLocks/>
              </p:cNvGrpSpPr>
              <p:nvPr/>
            </p:nvGrpSpPr>
            <p:grpSpPr bwMode="auto">
              <a:xfrm>
                <a:off x="135" y="1600"/>
                <a:ext cx="1630" cy="957"/>
                <a:chOff x="135" y="1600"/>
                <a:chExt cx="1630" cy="957"/>
              </a:xfrm>
            </p:grpSpPr>
            <p:sp>
              <p:nvSpPr>
                <p:cNvPr id="65568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35" y="1600"/>
                  <a:ext cx="343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solidFill>
                        <a:srgbClr val="FF0066"/>
                      </a:solidFill>
                    </a:rPr>
                    <a:t>B</a:t>
                  </a:r>
                  <a:r>
                    <a:rPr lang="en-US" altLang="zh-CN" sz="1800" baseline="-25000">
                      <a:solidFill>
                        <a:srgbClr val="FF0066"/>
                      </a:solidFill>
                    </a:rPr>
                    <a:t>1</a:t>
                  </a:r>
                </a:p>
              </p:txBody>
            </p:sp>
            <p:sp>
              <p:nvSpPr>
                <p:cNvPr id="65569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35" y="2326"/>
                  <a:ext cx="265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solidFill>
                        <a:srgbClr val="FF0066"/>
                      </a:solidFill>
                    </a:rPr>
                    <a:t>B</a:t>
                  </a:r>
                  <a:r>
                    <a:rPr lang="en-US" altLang="zh-CN" sz="1800" baseline="-25000">
                      <a:solidFill>
                        <a:srgbClr val="FF0066"/>
                      </a:solidFill>
                    </a:rPr>
                    <a:t>2</a:t>
                  </a:r>
                </a:p>
              </p:txBody>
            </p:sp>
            <p:sp>
              <p:nvSpPr>
                <p:cNvPr id="65570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424" y="2326"/>
                  <a:ext cx="265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solidFill>
                        <a:srgbClr val="FF0066"/>
                      </a:solidFill>
                    </a:rPr>
                    <a:t>B</a:t>
                  </a:r>
                  <a:r>
                    <a:rPr lang="en-US" altLang="zh-CN" sz="1800" baseline="-25000">
                      <a:solidFill>
                        <a:srgbClr val="FF0066"/>
                      </a:solidFill>
                    </a:rPr>
                    <a:t>n</a:t>
                  </a:r>
                </a:p>
              </p:txBody>
            </p:sp>
            <p:sp>
              <p:nvSpPr>
                <p:cNvPr id="65571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553" y="1665"/>
                  <a:ext cx="212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solidFill>
                        <a:srgbClr val="FF0066"/>
                      </a:solidFill>
                    </a:rPr>
                    <a:t>S</a:t>
                  </a:r>
                </a:p>
              </p:txBody>
            </p:sp>
          </p:grpSp>
        </p:grpSp>
        <p:grpSp>
          <p:nvGrpSpPr>
            <p:cNvPr id="65572" name="Group 85"/>
            <p:cNvGrpSpPr>
              <a:grpSpLocks/>
            </p:cNvGrpSpPr>
            <p:nvPr/>
          </p:nvGrpSpPr>
          <p:grpSpPr bwMode="auto">
            <a:xfrm>
              <a:off x="369" y="1558"/>
              <a:ext cx="1083" cy="957"/>
              <a:chOff x="369" y="1558"/>
              <a:chExt cx="1083" cy="957"/>
            </a:xfrm>
          </p:grpSpPr>
          <p:sp>
            <p:nvSpPr>
              <p:cNvPr id="65573" name="Line 67"/>
              <p:cNvSpPr>
                <a:spLocks noChangeShapeType="1"/>
              </p:cNvSpPr>
              <p:nvPr/>
            </p:nvSpPr>
            <p:spPr bwMode="auto">
              <a:xfrm flipH="1">
                <a:off x="448" y="1582"/>
                <a:ext cx="359" cy="66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74" name="Line 68"/>
              <p:cNvSpPr>
                <a:spLocks noChangeShapeType="1"/>
              </p:cNvSpPr>
              <p:nvPr/>
            </p:nvSpPr>
            <p:spPr bwMode="auto">
              <a:xfrm flipH="1">
                <a:off x="963" y="1816"/>
                <a:ext cx="360" cy="66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75" name="Line 69"/>
              <p:cNvSpPr>
                <a:spLocks noChangeShapeType="1"/>
              </p:cNvSpPr>
              <p:nvPr/>
            </p:nvSpPr>
            <p:spPr bwMode="auto">
              <a:xfrm flipH="1">
                <a:off x="658" y="1624"/>
                <a:ext cx="435" cy="80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76" name="Oval 65"/>
              <p:cNvSpPr>
                <a:spLocks noChangeArrowheads="1"/>
              </p:cNvSpPr>
              <p:nvPr/>
            </p:nvSpPr>
            <p:spPr bwMode="auto">
              <a:xfrm>
                <a:off x="369" y="1558"/>
                <a:ext cx="1083" cy="95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5577" name="Text Box 70"/>
              <p:cNvSpPr txBox="1">
                <a:spLocks noChangeArrowheads="1"/>
              </p:cNvSpPr>
              <p:nvPr/>
            </p:nvSpPr>
            <p:spPr bwMode="auto">
              <a:xfrm>
                <a:off x="774" y="1863"/>
                <a:ext cx="25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b="1">
                    <a:solidFill>
                      <a:srgbClr val="FF0000"/>
                    </a:solidFill>
                  </a:rPr>
                  <a:t>A</a:t>
                </a:r>
              </a:p>
            </p:txBody>
          </p:sp>
          <p:sp>
            <p:nvSpPr>
              <p:cNvPr id="65578" name="Line 81"/>
              <p:cNvSpPr>
                <a:spLocks noChangeShapeType="1"/>
              </p:cNvSpPr>
              <p:nvPr/>
            </p:nvSpPr>
            <p:spPr bwMode="auto">
              <a:xfrm flipH="1">
                <a:off x="778" y="1680"/>
                <a:ext cx="435" cy="80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79" name="Line 82"/>
              <p:cNvSpPr>
                <a:spLocks noChangeShapeType="1"/>
              </p:cNvSpPr>
              <p:nvPr/>
            </p:nvSpPr>
            <p:spPr bwMode="auto">
              <a:xfrm flipH="1">
                <a:off x="522" y="1568"/>
                <a:ext cx="435" cy="80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80" name="Line 83"/>
              <p:cNvSpPr>
                <a:spLocks noChangeShapeType="1"/>
              </p:cNvSpPr>
              <p:nvPr/>
            </p:nvSpPr>
            <p:spPr bwMode="auto">
              <a:xfrm flipH="1">
                <a:off x="386" y="1614"/>
                <a:ext cx="269" cy="50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81" name="Line 84"/>
              <p:cNvSpPr>
                <a:spLocks noChangeShapeType="1"/>
              </p:cNvSpPr>
              <p:nvPr/>
            </p:nvSpPr>
            <p:spPr bwMode="auto">
              <a:xfrm flipH="1">
                <a:off x="1138" y="1918"/>
                <a:ext cx="269" cy="50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7607" name="Rectangle 87"/>
          <p:cNvSpPr>
            <a:spLocks noRot="1" noChangeArrowheads="1"/>
          </p:cNvSpPr>
          <p:nvPr/>
        </p:nvSpPr>
        <p:spPr bwMode="auto">
          <a:xfrm>
            <a:off x="215900" y="1890713"/>
            <a:ext cx="8928100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250950" indent="-125095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		</a:t>
            </a: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</a:rPr>
              <a:t>			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证明：</a:t>
            </a: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b="1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b="1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b="1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 b="1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endParaRPr lang="zh-CN" altLang="en-US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07608" name="Rectangle 88"/>
          <p:cNvSpPr>
            <a:spLocks noRot="1" noChangeArrowheads="1"/>
          </p:cNvSpPr>
          <p:nvPr/>
        </p:nvSpPr>
        <p:spPr bwMode="auto">
          <a:xfrm>
            <a:off x="215900" y="4989513"/>
            <a:ext cx="8928100" cy="178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250950" indent="-125095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定理：接上定理条件，</a:t>
            </a: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</a:p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   称此式为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Bayes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公式。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4000783" y="6094785"/>
                <a:ext cx="3060133" cy="782265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783" y="6094785"/>
                <a:ext cx="3060133" cy="7822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7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7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7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7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7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600" grpId="0" animBg="1"/>
      <p:bldP spid="107575" grpId="0" animBg="1"/>
      <p:bldP spid="107572" grpId="0" animBg="1"/>
      <p:bldP spid="107607" grpId="0"/>
      <p:bldP spid="107608" grpId="0"/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FF9569EB-4625-46A5-BF02-381B4E350F7D}" type="slidenum">
              <a:rPr lang="en-US" altLang="zh-CN" sz="14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48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6562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682625" y="476250"/>
            <a:ext cx="8053388" cy="59309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99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800">
                <a:latin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</a:rPr>
              <a:t>全概率公式可由以下框图表示：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latin typeface="宋体" panose="02010600030101010101" pitchFamily="2" charset="-122"/>
              </a:rPr>
              <a:t>	设 </a:t>
            </a:r>
            <a:r>
              <a:rPr lang="en-US" altLang="zh-CN" sz="2800">
                <a:latin typeface="宋体" panose="02010600030101010101" pitchFamily="2" charset="-122"/>
              </a:rPr>
              <a:t>P(B</a:t>
            </a:r>
            <a:r>
              <a:rPr lang="en-US" altLang="zh-CN" sz="2800" baseline="-25000">
                <a:latin typeface="宋体" panose="02010600030101010101" pitchFamily="2" charset="-122"/>
              </a:rPr>
              <a:t>j</a:t>
            </a:r>
            <a:r>
              <a:rPr lang="en-US" altLang="zh-CN" sz="2800">
                <a:latin typeface="宋体" panose="02010600030101010101" pitchFamily="2" charset="-122"/>
              </a:rPr>
              <a:t>)=p</a:t>
            </a:r>
            <a:r>
              <a:rPr lang="en-US" altLang="zh-CN" sz="2800" baseline="-25000">
                <a:latin typeface="宋体" panose="02010600030101010101" pitchFamily="2" charset="-122"/>
              </a:rPr>
              <a:t>j</a:t>
            </a:r>
            <a:r>
              <a:rPr lang="en-US" altLang="zh-CN" sz="2800">
                <a:latin typeface="宋体" panose="02010600030101010101" pitchFamily="2" charset="-122"/>
              </a:rPr>
              <a:t>, P(A|B</a:t>
            </a:r>
            <a:r>
              <a:rPr lang="en-US" altLang="zh-CN" sz="2800" baseline="-25000">
                <a:latin typeface="宋体" panose="02010600030101010101" pitchFamily="2" charset="-122"/>
              </a:rPr>
              <a:t>j</a:t>
            </a:r>
            <a:r>
              <a:rPr lang="en-US" altLang="zh-CN" sz="2800">
                <a:latin typeface="宋体" panose="02010600030101010101" pitchFamily="2" charset="-122"/>
              </a:rPr>
              <a:t>)=q</a:t>
            </a:r>
            <a:r>
              <a:rPr lang="en-US" altLang="zh-CN" sz="2800" baseline="-25000">
                <a:latin typeface="宋体" panose="02010600030101010101" pitchFamily="2" charset="-122"/>
              </a:rPr>
              <a:t>j</a:t>
            </a:r>
            <a:r>
              <a:rPr lang="en-US" altLang="zh-CN" sz="2800">
                <a:latin typeface="宋体" panose="02010600030101010101" pitchFamily="2" charset="-122"/>
              </a:rPr>
              <a:t>, j=1,2,…,n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宋体" panose="02010600030101010101" pitchFamily="2" charset="-122"/>
              </a:rPr>
              <a:t>	</a:t>
            </a:r>
            <a:r>
              <a:rPr lang="zh-CN" altLang="en-US" sz="2800">
                <a:latin typeface="宋体" panose="02010600030101010101" pitchFamily="2" charset="-122"/>
              </a:rPr>
              <a:t>易知：</a:t>
            </a:r>
          </a:p>
        </p:txBody>
      </p:sp>
      <p:graphicFrame>
        <p:nvGraphicFramePr>
          <p:cNvPr id="66563" name="Object 4"/>
          <p:cNvGraphicFramePr>
            <a:graphicFrameLocks noGrp="1"/>
          </p:cNvGraphicFramePr>
          <p:nvPr>
            <p:ph sz="quarter" idx="2"/>
          </p:nvPr>
        </p:nvGraphicFramePr>
        <p:xfrm>
          <a:off x="2311400" y="1600200"/>
          <a:ext cx="152400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02" r:id="rId3" imgW="583947" imgH="444307" progId="Equation.DSMT4">
                  <p:embed/>
                </p:oleObj>
              </mc:Choice>
              <mc:Fallback>
                <p:oleObj r:id="rId3" imgW="583947" imgH="444307" progId="Equation.DSMT4">
                  <p:embed/>
                  <p:pic>
                    <p:nvPicPr>
                      <p:cNvPr id="0" name="Object 4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1600200"/>
                        <a:ext cx="1524000" cy="115093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4" name="Text Box 43"/>
          <p:cNvSpPr txBox="1">
            <a:spLocks noChangeArrowheads="1"/>
          </p:cNvSpPr>
          <p:nvPr/>
        </p:nvSpPr>
        <p:spPr bwMode="auto">
          <a:xfrm>
            <a:off x="3906838" y="3233738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800" b="1">
              <a:solidFill>
                <a:schemeClr val="tx1"/>
              </a:solidFill>
            </a:endParaRPr>
          </a:p>
        </p:txBody>
      </p:sp>
      <p:sp>
        <p:nvSpPr>
          <p:cNvPr id="110600" name="Oval 8"/>
          <p:cNvSpPr>
            <a:spLocks noChangeArrowheads="1"/>
          </p:cNvSpPr>
          <p:nvPr/>
        </p:nvSpPr>
        <p:spPr bwMode="auto">
          <a:xfrm>
            <a:off x="1044575" y="3960813"/>
            <a:ext cx="647700" cy="6477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FF0066"/>
                </a:solidFill>
              </a:rPr>
              <a:t>S</a:t>
            </a:r>
          </a:p>
        </p:txBody>
      </p:sp>
      <p:sp>
        <p:nvSpPr>
          <p:cNvPr id="110601" name="Line 9"/>
          <p:cNvSpPr>
            <a:spLocks noChangeShapeType="1"/>
          </p:cNvSpPr>
          <p:nvPr/>
        </p:nvSpPr>
        <p:spPr bwMode="auto">
          <a:xfrm flipV="1">
            <a:off x="1692275" y="3527425"/>
            <a:ext cx="107950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602" name="Line 10"/>
          <p:cNvSpPr>
            <a:spLocks noChangeShapeType="1"/>
          </p:cNvSpPr>
          <p:nvPr/>
        </p:nvSpPr>
        <p:spPr bwMode="auto">
          <a:xfrm rot="324500">
            <a:off x="1692275" y="4321175"/>
            <a:ext cx="1081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603" name="Line 11"/>
          <p:cNvSpPr>
            <a:spLocks noChangeShapeType="1"/>
          </p:cNvSpPr>
          <p:nvPr/>
        </p:nvSpPr>
        <p:spPr bwMode="auto">
          <a:xfrm rot="481589">
            <a:off x="1547813" y="4537075"/>
            <a:ext cx="1368425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69" name="Text Box 12"/>
          <p:cNvSpPr txBox="1">
            <a:spLocks noChangeArrowheads="1"/>
          </p:cNvSpPr>
          <p:nvPr/>
        </p:nvSpPr>
        <p:spPr bwMode="auto">
          <a:xfrm>
            <a:off x="2770188" y="3311525"/>
            <a:ext cx="446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chemeClr val="folHlink"/>
                </a:solidFill>
              </a:rPr>
              <a:t>P</a:t>
            </a:r>
            <a:r>
              <a:rPr lang="en-US" altLang="zh-CN" sz="2000" b="1" baseline="-25000">
                <a:solidFill>
                  <a:schemeClr val="folHlink"/>
                </a:solidFill>
              </a:rPr>
              <a:t>1</a:t>
            </a:r>
          </a:p>
        </p:txBody>
      </p:sp>
      <p:sp>
        <p:nvSpPr>
          <p:cNvPr id="66570" name="Text Box 13"/>
          <p:cNvSpPr txBox="1">
            <a:spLocks noChangeArrowheads="1"/>
          </p:cNvSpPr>
          <p:nvPr/>
        </p:nvSpPr>
        <p:spPr bwMode="auto">
          <a:xfrm>
            <a:off x="2757488" y="4140200"/>
            <a:ext cx="446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chemeClr val="folHlink"/>
                </a:solidFill>
              </a:rPr>
              <a:t>P</a:t>
            </a:r>
            <a:r>
              <a:rPr lang="en-US" altLang="zh-CN" sz="2000" b="1" baseline="-25000">
                <a:solidFill>
                  <a:schemeClr val="folHlink"/>
                </a:solidFill>
              </a:rPr>
              <a:t>2</a:t>
            </a:r>
          </a:p>
        </p:txBody>
      </p:sp>
      <p:sp>
        <p:nvSpPr>
          <p:cNvPr id="66571" name="Text Box 14"/>
          <p:cNvSpPr txBox="1">
            <a:spLocks noChangeArrowheads="1"/>
          </p:cNvSpPr>
          <p:nvPr/>
        </p:nvSpPr>
        <p:spPr bwMode="auto">
          <a:xfrm>
            <a:off x="2820988" y="5516563"/>
            <a:ext cx="455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chemeClr val="folHlink"/>
                </a:solidFill>
              </a:rPr>
              <a:t>P</a:t>
            </a:r>
            <a:r>
              <a:rPr lang="en-US" altLang="zh-CN" sz="2000" b="1" baseline="-25000">
                <a:solidFill>
                  <a:schemeClr val="folHlink"/>
                </a:solidFill>
              </a:rPr>
              <a:t>n</a:t>
            </a:r>
          </a:p>
        </p:txBody>
      </p:sp>
      <p:sp>
        <p:nvSpPr>
          <p:cNvPr id="66572" name="Text Box 16"/>
          <p:cNvSpPr txBox="1">
            <a:spLocks noChangeArrowheads="1"/>
          </p:cNvSpPr>
          <p:nvPr/>
        </p:nvSpPr>
        <p:spPr bwMode="auto">
          <a:xfrm>
            <a:off x="2803525" y="4292600"/>
            <a:ext cx="257175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0066"/>
                </a:solidFill>
              </a:rPr>
              <a:t>.</a:t>
            </a:r>
          </a:p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0066"/>
                </a:solidFill>
              </a:rPr>
              <a:t>.</a:t>
            </a:r>
          </a:p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0066"/>
                </a:solidFill>
              </a:rPr>
              <a:t>.</a:t>
            </a:r>
          </a:p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1800">
              <a:solidFill>
                <a:srgbClr val="FF0066"/>
              </a:solidFill>
            </a:endParaRPr>
          </a:p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1800">
              <a:solidFill>
                <a:srgbClr val="FF0066"/>
              </a:solidFill>
            </a:endParaRPr>
          </a:p>
        </p:txBody>
      </p:sp>
      <p:sp>
        <p:nvSpPr>
          <p:cNvPr id="66573" name="Text Box 26"/>
          <p:cNvSpPr txBox="1">
            <a:spLocks noChangeArrowheads="1"/>
          </p:cNvSpPr>
          <p:nvPr/>
        </p:nvSpPr>
        <p:spPr bwMode="auto">
          <a:xfrm>
            <a:off x="3348038" y="4176713"/>
            <a:ext cx="460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3366"/>
                </a:solidFill>
              </a:rPr>
              <a:t>B</a:t>
            </a:r>
            <a:r>
              <a:rPr lang="en-US" altLang="zh-CN" sz="2000" b="1" baseline="-25000">
                <a:solidFill>
                  <a:srgbClr val="003366"/>
                </a:solidFill>
              </a:rPr>
              <a:t>2</a:t>
            </a:r>
          </a:p>
        </p:txBody>
      </p:sp>
      <p:grpSp>
        <p:nvGrpSpPr>
          <p:cNvPr id="66574" name="Group 39"/>
          <p:cNvGrpSpPr>
            <a:grpSpLocks/>
          </p:cNvGrpSpPr>
          <p:nvPr/>
        </p:nvGrpSpPr>
        <p:grpSpPr bwMode="auto">
          <a:xfrm>
            <a:off x="3348038" y="3354388"/>
            <a:ext cx="531812" cy="2738437"/>
            <a:chOff x="2409" y="2159"/>
            <a:chExt cx="335" cy="1725"/>
          </a:xfrm>
        </p:grpSpPr>
        <p:sp>
          <p:nvSpPr>
            <p:cNvPr id="66575" name="Text Box 25"/>
            <p:cNvSpPr txBox="1">
              <a:spLocks noChangeArrowheads="1"/>
            </p:cNvSpPr>
            <p:nvPr/>
          </p:nvSpPr>
          <p:spPr bwMode="auto">
            <a:xfrm>
              <a:off x="2409" y="2159"/>
              <a:ext cx="2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</a:rPr>
                <a:t>B</a:t>
              </a:r>
              <a:r>
                <a:rPr lang="en-US" altLang="zh-CN" sz="2000" b="1" baseline="-25000">
                  <a:solidFill>
                    <a:srgbClr val="003366"/>
                  </a:solidFill>
                </a:rPr>
                <a:t>1</a:t>
              </a:r>
            </a:p>
          </p:txBody>
        </p:sp>
        <p:sp>
          <p:nvSpPr>
            <p:cNvPr id="66576" name="Text Box 27"/>
            <p:cNvSpPr txBox="1">
              <a:spLocks noChangeArrowheads="1"/>
            </p:cNvSpPr>
            <p:nvPr/>
          </p:nvSpPr>
          <p:spPr bwMode="auto">
            <a:xfrm>
              <a:off x="2448" y="3474"/>
              <a:ext cx="2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rgbClr val="003366"/>
                  </a:solidFill>
                </a:rPr>
                <a:t>B</a:t>
              </a:r>
              <a:r>
                <a:rPr lang="en-US" altLang="zh-CN" sz="2000" b="1" baseline="-25000">
                  <a:solidFill>
                    <a:srgbClr val="003366"/>
                  </a:solidFill>
                </a:rPr>
                <a:t>n</a:t>
              </a:r>
            </a:p>
          </p:txBody>
        </p:sp>
        <p:sp>
          <p:nvSpPr>
            <p:cNvPr id="66577" name="Text Box 33"/>
            <p:cNvSpPr txBox="1">
              <a:spLocks noChangeArrowheads="1"/>
            </p:cNvSpPr>
            <p:nvPr/>
          </p:nvSpPr>
          <p:spPr bwMode="auto">
            <a:xfrm>
              <a:off x="2491" y="2790"/>
              <a:ext cx="162" cy="1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0066"/>
                  </a:solidFill>
                </a:rPr>
                <a:t>.</a:t>
              </a:r>
            </a:p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0066"/>
                  </a:solidFill>
                </a:rPr>
                <a:t>.</a:t>
              </a:r>
            </a:p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0066"/>
                  </a:solidFill>
                </a:rPr>
                <a:t>.</a:t>
              </a:r>
            </a:p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1800">
                <a:solidFill>
                  <a:srgbClr val="FF0066"/>
                </a:solidFill>
              </a:endParaRPr>
            </a:p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en-US" altLang="zh-CN" sz="1800">
                <a:solidFill>
                  <a:srgbClr val="FF0066"/>
                </a:solidFill>
              </a:endParaRPr>
            </a:p>
          </p:txBody>
        </p:sp>
      </p:grpSp>
      <p:sp>
        <p:nvSpPr>
          <p:cNvPr id="110614" name="Line 22"/>
          <p:cNvSpPr>
            <a:spLocks noChangeShapeType="1"/>
          </p:cNvSpPr>
          <p:nvPr/>
        </p:nvSpPr>
        <p:spPr bwMode="auto">
          <a:xfrm>
            <a:off x="3708400" y="3529013"/>
            <a:ext cx="28797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615" name="Line 23"/>
          <p:cNvSpPr>
            <a:spLocks noChangeShapeType="1"/>
          </p:cNvSpPr>
          <p:nvPr/>
        </p:nvSpPr>
        <p:spPr bwMode="auto">
          <a:xfrm rot="217039">
            <a:off x="3779838" y="4465638"/>
            <a:ext cx="2736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616" name="Line 24"/>
          <p:cNvSpPr>
            <a:spLocks noChangeShapeType="1"/>
          </p:cNvSpPr>
          <p:nvPr/>
        </p:nvSpPr>
        <p:spPr bwMode="auto">
          <a:xfrm flipV="1">
            <a:off x="3779838" y="4610100"/>
            <a:ext cx="2808287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81" name="Text Box 29"/>
          <p:cNvSpPr txBox="1">
            <a:spLocks noChangeArrowheads="1"/>
          </p:cNvSpPr>
          <p:nvPr/>
        </p:nvSpPr>
        <p:spPr bwMode="auto">
          <a:xfrm>
            <a:off x="4716463" y="4105275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3366"/>
                </a:solidFill>
              </a:rPr>
              <a:t>q</a:t>
            </a:r>
            <a:r>
              <a:rPr lang="en-US" altLang="zh-CN" sz="2000" b="1" baseline="-50000">
                <a:solidFill>
                  <a:srgbClr val="003366"/>
                </a:solidFill>
              </a:rPr>
              <a:t>2</a:t>
            </a:r>
          </a:p>
        </p:txBody>
      </p:sp>
      <p:sp>
        <p:nvSpPr>
          <p:cNvPr id="66582" name="Text Box 31"/>
          <p:cNvSpPr txBox="1">
            <a:spLocks noChangeArrowheads="1"/>
          </p:cNvSpPr>
          <p:nvPr/>
        </p:nvSpPr>
        <p:spPr bwMode="auto">
          <a:xfrm>
            <a:off x="4716463" y="3565525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3366"/>
                </a:solidFill>
              </a:rPr>
              <a:t>q</a:t>
            </a:r>
            <a:r>
              <a:rPr lang="en-US" altLang="zh-CN" sz="2000" b="1" baseline="-50000">
                <a:solidFill>
                  <a:srgbClr val="003366"/>
                </a:solidFill>
              </a:rPr>
              <a:t>1</a:t>
            </a:r>
          </a:p>
        </p:txBody>
      </p:sp>
      <p:sp>
        <p:nvSpPr>
          <p:cNvPr id="66583" name="Text Box 32"/>
          <p:cNvSpPr txBox="1">
            <a:spLocks noChangeArrowheads="1"/>
          </p:cNvSpPr>
          <p:nvPr/>
        </p:nvSpPr>
        <p:spPr bwMode="auto">
          <a:xfrm>
            <a:off x="4716463" y="5041900"/>
            <a:ext cx="4413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rgbClr val="003366"/>
                </a:solidFill>
              </a:rPr>
              <a:t>q</a:t>
            </a:r>
            <a:r>
              <a:rPr lang="en-US" altLang="zh-CN" sz="2000" b="1" baseline="-50000">
                <a:solidFill>
                  <a:srgbClr val="003366"/>
                </a:solidFill>
              </a:rPr>
              <a:t>n</a:t>
            </a:r>
          </a:p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1800" baseline="-50000">
              <a:solidFill>
                <a:srgbClr val="FF0066"/>
              </a:solidFill>
            </a:endParaRPr>
          </a:p>
        </p:txBody>
      </p:sp>
      <p:grpSp>
        <p:nvGrpSpPr>
          <p:cNvPr id="66584" name="Group 37"/>
          <p:cNvGrpSpPr>
            <a:grpSpLocks/>
          </p:cNvGrpSpPr>
          <p:nvPr/>
        </p:nvGrpSpPr>
        <p:grpSpPr bwMode="auto">
          <a:xfrm>
            <a:off x="6732588" y="4292600"/>
            <a:ext cx="576262" cy="457200"/>
            <a:chOff x="3742" y="2795"/>
            <a:chExt cx="363" cy="288"/>
          </a:xfrm>
        </p:grpSpPr>
        <p:sp>
          <p:nvSpPr>
            <p:cNvPr id="66585" name="Oval 35"/>
            <p:cNvSpPr>
              <a:spLocks noChangeArrowheads="1"/>
            </p:cNvSpPr>
            <p:nvPr/>
          </p:nvSpPr>
          <p:spPr bwMode="auto">
            <a:xfrm>
              <a:off x="3742" y="288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0066"/>
                </a:solidFill>
              </a:endParaRPr>
            </a:p>
          </p:txBody>
        </p:sp>
        <p:sp>
          <p:nvSpPr>
            <p:cNvPr id="66586" name="Text Box 36"/>
            <p:cNvSpPr txBox="1">
              <a:spLocks noChangeArrowheads="1"/>
            </p:cNvSpPr>
            <p:nvPr/>
          </p:nvSpPr>
          <p:spPr bwMode="auto">
            <a:xfrm>
              <a:off x="3850" y="2795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b="1">
                  <a:solidFill>
                    <a:srgbClr val="FF0066"/>
                  </a:solidFill>
                </a:rPr>
                <a:t>A</a:t>
              </a:r>
            </a:p>
          </p:txBody>
        </p:sp>
      </p:grpSp>
      <p:sp>
        <p:nvSpPr>
          <p:cNvPr id="66587" name="Oval 44"/>
          <p:cNvSpPr>
            <a:spLocks noChangeArrowheads="1"/>
          </p:cNvSpPr>
          <p:nvPr/>
        </p:nvSpPr>
        <p:spPr bwMode="auto">
          <a:xfrm>
            <a:off x="3203575" y="3455988"/>
            <a:ext cx="73025" cy="730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6588" name="Oval 45"/>
          <p:cNvSpPr>
            <a:spLocks noChangeArrowheads="1"/>
          </p:cNvSpPr>
          <p:nvPr/>
        </p:nvSpPr>
        <p:spPr bwMode="auto">
          <a:xfrm>
            <a:off x="3205163" y="4321175"/>
            <a:ext cx="73025" cy="730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6589" name="Oval 46"/>
          <p:cNvSpPr>
            <a:spLocks noChangeArrowheads="1"/>
          </p:cNvSpPr>
          <p:nvPr/>
        </p:nvSpPr>
        <p:spPr bwMode="auto">
          <a:xfrm>
            <a:off x="3276600" y="5616575"/>
            <a:ext cx="73025" cy="7302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0640" name="AutoShape 48"/>
          <p:cNvSpPr>
            <a:spLocks noChangeArrowheads="1"/>
          </p:cNvSpPr>
          <p:nvPr/>
        </p:nvSpPr>
        <p:spPr bwMode="auto">
          <a:xfrm rot="7206931">
            <a:off x="5831682" y="2526506"/>
            <a:ext cx="1727200" cy="360363"/>
          </a:xfrm>
          <a:custGeom>
            <a:avLst/>
            <a:gdLst>
              <a:gd name="T0" fmla="*/ 16200 w 21600"/>
              <a:gd name="T1" fmla="*/ 0 h 21600"/>
              <a:gd name="T2" fmla="*/ 16200 w 21600"/>
              <a:gd name="T3" fmla="*/ 5400 h 21600"/>
              <a:gd name="T4" fmla="*/ 3375 w 21600"/>
              <a:gd name="T5" fmla="*/ 5400 h 21600"/>
              <a:gd name="T6" fmla="*/ 3375 w 21600"/>
              <a:gd name="T7" fmla="*/ 16200 h 21600"/>
              <a:gd name="T8" fmla="*/ 16200 w 21600"/>
              <a:gd name="T9" fmla="*/ 16200 h 21600"/>
              <a:gd name="T10" fmla="*/ 16200 w 21600"/>
              <a:gd name="T11" fmla="*/ 21600 h 21600"/>
              <a:gd name="T12" fmla="*/ 21600 w 21600"/>
              <a:gd name="T13" fmla="*/ 10800 h 21600"/>
              <a:gd name="T14" fmla="*/ 1350 w 21600"/>
              <a:gd name="T15" fmla="*/ 5400 h 21600"/>
              <a:gd name="T16" fmla="*/ 1350 w 21600"/>
              <a:gd name="T17" fmla="*/ 16200 h 21600"/>
              <a:gd name="T18" fmla="*/ 2700 w 21600"/>
              <a:gd name="T19" fmla="*/ 16200 h 21600"/>
              <a:gd name="T20" fmla="*/ 2700 w 21600"/>
              <a:gd name="T21" fmla="*/ 5400 h 21600"/>
              <a:gd name="T22" fmla="*/ 0 w 21600"/>
              <a:gd name="T23" fmla="*/ 5400 h 21600"/>
              <a:gd name="T24" fmla="*/ 0 w 21600"/>
              <a:gd name="T25" fmla="*/ 16200 h 21600"/>
              <a:gd name="T26" fmla="*/ 675 w 21600"/>
              <a:gd name="T27" fmla="*/ 16200 h 21600"/>
              <a:gd name="T28" fmla="*/ 675 w 21600"/>
              <a:gd name="T29" fmla="*/ 54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10641" name="Object 49"/>
          <p:cNvGraphicFramePr>
            <a:graphicFrameLocks/>
          </p:cNvGraphicFramePr>
          <p:nvPr/>
        </p:nvGraphicFramePr>
        <p:xfrm>
          <a:off x="4951413" y="5586413"/>
          <a:ext cx="3455987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03" r:id="rId5" imgW="1713756" imgH="431613" progId="Equation.DSMT4">
                  <p:embed/>
                </p:oleObj>
              </mc:Choice>
              <mc:Fallback>
                <p:oleObj r:id="rId5" imgW="1713756" imgH="431613" progId="Equation.DSMT4">
                  <p:embed/>
                  <p:pic>
                    <p:nvPicPr>
                      <p:cNvPr id="0" name="Object 4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413" y="5586413"/>
                        <a:ext cx="3455987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repeatCount="200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0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0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0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0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2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3" dur="1000" fill="hold"/>
                                        <p:tgtEl>
                                          <p:spTgt spid="110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2000"/>
                                        <p:tgtEl>
                                          <p:spTgt spid="110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0" grpId="0" animBg="1"/>
      <p:bldP spid="110640" grpId="0" animBg="1"/>
      <p:bldP spid="110640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3145744A-EED7-419A-A5BE-20DA67EFBFB9}" type="slidenum">
              <a:rPr lang="en-US" altLang="zh-CN" sz="14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49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13667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0" y="566738"/>
            <a:ext cx="9036050" cy="230822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	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例：一单位有甲、乙两人，已知甲近期出差的概率为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80%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，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	若甲出差，则乙出差的概率为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20%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；若甲不出差，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	则乙出差的概率为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90%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。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求近期乙出差的概率；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若已知乙近期出差在外，求甲出差的概率。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	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800" dirty="0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	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	</a:t>
            </a:r>
          </a:p>
        </p:txBody>
      </p:sp>
      <p:graphicFrame>
        <p:nvGraphicFramePr>
          <p:cNvPr id="113668" name="Object 4"/>
          <p:cNvGraphicFramePr>
            <a:graphicFrameLocks noGrp="1"/>
          </p:cNvGraphicFramePr>
          <p:nvPr>
            <p:ph sz="quarter" idx="2"/>
          </p:nvPr>
        </p:nvGraphicFramePr>
        <p:xfrm>
          <a:off x="1258888" y="2905125"/>
          <a:ext cx="60531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84" r:id="rId3" imgW="3251200" imgH="228600" progId="Equation.DSMT4">
                  <p:embed/>
                </p:oleObj>
              </mc:Choice>
              <mc:Fallback>
                <p:oleObj r:id="rId3" imgW="3251200" imgH="228600" progId="Equation.DSMT4">
                  <p:embed/>
                  <p:pic>
                    <p:nvPicPr>
                      <p:cNvPr id="0" name="Object 4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905125"/>
                        <a:ext cx="6053137" cy="4254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1" name="Object 7"/>
          <p:cNvGraphicFramePr>
            <a:graphicFrameLocks noGrp="1"/>
          </p:cNvGraphicFramePr>
          <p:nvPr>
            <p:ph sz="quarter" idx="3"/>
          </p:nvPr>
        </p:nvGraphicFramePr>
        <p:xfrm>
          <a:off x="830263" y="3544888"/>
          <a:ext cx="274478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85" r:id="rId5" imgW="1535367" imgH="253780" progId="Equation.DSMT4">
                  <p:embed/>
                </p:oleObj>
              </mc:Choice>
              <mc:Fallback>
                <p:oleObj r:id="rId5" imgW="1535367" imgH="253780" progId="Equation.DSMT4">
                  <p:embed/>
                  <p:pic>
                    <p:nvPicPr>
                      <p:cNvPr id="0" name="Object 7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3544888"/>
                        <a:ext cx="2744787" cy="4540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4" name="Object 10"/>
          <p:cNvGraphicFramePr>
            <a:graphicFrameLocks/>
          </p:cNvGraphicFramePr>
          <p:nvPr/>
        </p:nvGraphicFramePr>
        <p:xfrm>
          <a:off x="2038350" y="4119563"/>
          <a:ext cx="3522663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86" r:id="rId7" imgW="2222500" imgH="228600" progId="Equation.DSMT4">
                  <p:embed/>
                </p:oleObj>
              </mc:Choice>
              <mc:Fallback>
                <p:oleObj r:id="rId7" imgW="2222500" imgH="228600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50" y="4119563"/>
                        <a:ext cx="3522663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5" name="Object 11"/>
          <p:cNvGraphicFramePr>
            <a:graphicFrameLocks/>
          </p:cNvGraphicFramePr>
          <p:nvPr/>
        </p:nvGraphicFramePr>
        <p:xfrm>
          <a:off x="2133600" y="4710113"/>
          <a:ext cx="29083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87" r:id="rId9" imgW="1762241" imgH="177492" progId="Equation.DSMT4">
                  <p:embed/>
                </p:oleObj>
              </mc:Choice>
              <mc:Fallback>
                <p:oleObj r:id="rId9" imgW="1762241" imgH="177492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710113"/>
                        <a:ext cx="290830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6" name="Object 12"/>
          <p:cNvGraphicFramePr>
            <a:graphicFrameLocks/>
          </p:cNvGraphicFramePr>
          <p:nvPr/>
        </p:nvGraphicFramePr>
        <p:xfrm>
          <a:off x="1322388" y="5205413"/>
          <a:ext cx="5029200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88" r:id="rId11" imgW="3187700" imgH="419100" progId="Equation.DSMT4">
                  <p:embed/>
                </p:oleObj>
              </mc:Choice>
              <mc:Fallback>
                <p:oleObj r:id="rId11" imgW="3187700" imgH="419100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5205413"/>
                        <a:ext cx="5029200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5094288" y="2370138"/>
            <a:ext cx="2376487" cy="576262"/>
            <a:chOff x="3127" y="1118"/>
            <a:chExt cx="1497" cy="363"/>
          </a:xfrm>
        </p:grpSpPr>
        <p:sp>
          <p:nvSpPr>
            <p:cNvPr id="67593" name="AutoShape 21"/>
            <p:cNvSpPr>
              <a:spLocks noChangeArrowheads="1"/>
            </p:cNvSpPr>
            <p:nvPr/>
          </p:nvSpPr>
          <p:spPr bwMode="auto">
            <a:xfrm>
              <a:off x="3127" y="1118"/>
              <a:ext cx="1497" cy="363"/>
            </a:xfrm>
            <a:prstGeom prst="cloudCallout">
              <a:avLst>
                <a:gd name="adj1" fmla="val -102574"/>
                <a:gd name="adj2" fmla="val 143389"/>
              </a:avLst>
            </a:prstGeom>
            <a:solidFill>
              <a:schemeClr val="accent1">
                <a:alpha val="50194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0066"/>
                </a:solidFill>
              </a:endParaRPr>
            </a:p>
          </p:txBody>
        </p:sp>
        <p:graphicFrame>
          <p:nvGraphicFramePr>
            <p:cNvPr id="67594" name="Object 18"/>
            <p:cNvGraphicFramePr>
              <a:graphicFrameLocks/>
            </p:cNvGraphicFramePr>
            <p:nvPr/>
          </p:nvGraphicFramePr>
          <p:xfrm>
            <a:off x="3269" y="1160"/>
            <a:ext cx="1243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89" r:id="rId13" imgW="1027362" imgH="215619" progId="Equation.DSMT4">
                    <p:embed/>
                  </p:oleObj>
                </mc:Choice>
                <mc:Fallback>
                  <p:oleObj r:id="rId13" imgW="1027362" imgH="215619" progId="Equation.DSMT4">
                    <p:embed/>
                    <p:pic>
                      <p:nvPicPr>
                        <p:cNvPr id="0" name="Object 1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9" y="1160"/>
                          <a:ext cx="1243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60" name="AutoShape 20"/>
          <p:cNvSpPr>
            <a:spLocks noChangeArrowheads="1"/>
          </p:cNvSpPr>
          <p:nvPr/>
        </p:nvSpPr>
        <p:spPr bwMode="auto">
          <a:xfrm rot="-10733007">
            <a:off x="425450" y="6024563"/>
            <a:ext cx="1597025" cy="573087"/>
          </a:xfrm>
          <a:prstGeom prst="wedgeEllipseCallout">
            <a:avLst>
              <a:gd name="adj1" fmla="val -32019"/>
              <a:gd name="adj2" fmla="val 96898"/>
            </a:avLst>
          </a:prstGeom>
          <a:solidFill>
            <a:srgbClr val="99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10800000"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400">
                <a:solidFill>
                  <a:srgbClr val="FF0066"/>
                </a:solidFill>
              </a:rPr>
              <a:t>Bayes</a:t>
            </a:r>
            <a:r>
              <a:rPr lang="zh-CN" altLang="en-US" sz="1400">
                <a:solidFill>
                  <a:srgbClr val="FF0066"/>
                </a:solidFill>
              </a:rPr>
              <a:t>公式</a:t>
            </a:r>
          </a:p>
        </p:txBody>
      </p:sp>
      <p:sp>
        <p:nvSpPr>
          <p:cNvPr id="113687" name="AutoShape 23"/>
          <p:cNvSpPr>
            <a:spLocks noChangeArrowheads="1"/>
          </p:cNvSpPr>
          <p:nvPr/>
        </p:nvSpPr>
        <p:spPr bwMode="auto">
          <a:xfrm rot="268672">
            <a:off x="0" y="4557713"/>
            <a:ext cx="1487488" cy="876300"/>
          </a:xfrm>
          <a:prstGeom prst="cloudCallout">
            <a:avLst>
              <a:gd name="adj1" fmla="val 105620"/>
              <a:gd name="adj2" fmla="val -6950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FF0066"/>
                </a:solidFill>
              </a:rPr>
              <a:t>全概率公式</a:t>
            </a:r>
          </a:p>
        </p:txBody>
      </p:sp>
      <p:graphicFrame>
        <p:nvGraphicFramePr>
          <p:cNvPr id="113691" name="Object 27"/>
          <p:cNvGraphicFramePr>
            <a:graphicFrameLocks/>
          </p:cNvGraphicFramePr>
          <p:nvPr/>
        </p:nvGraphicFramePr>
        <p:xfrm>
          <a:off x="3632200" y="3552825"/>
          <a:ext cx="2070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90" r:id="rId15" imgW="1129810" imgH="228501" progId="Equation.DSMT4">
                  <p:embed/>
                </p:oleObj>
              </mc:Choice>
              <mc:Fallback>
                <p:oleObj r:id="rId15" imgW="1129810" imgH="228501" progId="Equation.DSMT4">
                  <p:embed/>
                  <p:pic>
                    <p:nvPicPr>
                      <p:cNvPr id="0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0" y="3552825"/>
                        <a:ext cx="2070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92" name="Rectangle 28"/>
          <p:cNvSpPr>
            <a:spLocks noChangeArrowheads="1"/>
          </p:cNvSpPr>
          <p:nvPr/>
        </p:nvSpPr>
        <p:spPr bwMode="auto">
          <a:xfrm>
            <a:off x="725488" y="2211388"/>
            <a:ext cx="4522787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1E1169"/>
                </a:solidFill>
                <a:latin typeface="宋体" panose="02010600030101010101" pitchFamily="2" charset="-122"/>
              </a:rPr>
              <a:t>解：设</a:t>
            </a:r>
            <a:r>
              <a:rPr lang="en-US" altLang="zh-CN">
                <a:solidFill>
                  <a:srgbClr val="1E1169"/>
                </a:solidFill>
                <a:latin typeface="宋体" panose="02010600030101010101" pitchFamily="2" charset="-122"/>
              </a:rPr>
              <a:t>A={</a:t>
            </a:r>
            <a:r>
              <a:rPr lang="zh-CN" altLang="en-US">
                <a:solidFill>
                  <a:srgbClr val="1E1169"/>
                </a:solidFill>
                <a:latin typeface="宋体" panose="02010600030101010101" pitchFamily="2" charset="-122"/>
              </a:rPr>
              <a:t>甲出差</a:t>
            </a:r>
            <a:r>
              <a:rPr lang="en-US" altLang="zh-CN">
                <a:solidFill>
                  <a:srgbClr val="1E1169"/>
                </a:solidFill>
                <a:latin typeface="宋体" panose="02010600030101010101" pitchFamily="2" charset="-122"/>
              </a:rPr>
              <a:t>}</a:t>
            </a:r>
            <a:r>
              <a:rPr lang="zh-CN" altLang="en-US">
                <a:solidFill>
                  <a:srgbClr val="1E1169"/>
                </a:solidFill>
                <a:latin typeface="宋体" panose="02010600030101010101" pitchFamily="2" charset="-122"/>
              </a:rPr>
              <a:t>，</a:t>
            </a:r>
            <a:r>
              <a:rPr lang="en-US" altLang="zh-CN">
                <a:solidFill>
                  <a:srgbClr val="1E1169"/>
                </a:solidFill>
                <a:latin typeface="宋体" panose="02010600030101010101" pitchFamily="2" charset="-122"/>
              </a:rPr>
              <a:t>B={</a:t>
            </a:r>
            <a:r>
              <a:rPr lang="zh-CN" altLang="en-US">
                <a:solidFill>
                  <a:srgbClr val="1E1169"/>
                </a:solidFill>
                <a:latin typeface="宋体" panose="02010600030101010101" pitchFamily="2" charset="-122"/>
              </a:rPr>
              <a:t>乙出差</a:t>
            </a:r>
            <a:r>
              <a:rPr lang="en-US" altLang="zh-CN">
                <a:solidFill>
                  <a:srgbClr val="1E1169"/>
                </a:solidFill>
                <a:latin typeface="宋体" panose="02010600030101010101" pitchFamily="2" charset="-122"/>
              </a:rPr>
              <a:t>}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3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3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3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3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3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3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/>
      <p:bldP spid="27660" grpId="0" animBg="1"/>
      <p:bldP spid="113687" grpId="0" animBg="1"/>
      <p:bldP spid="11369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AAE362D4-20B6-4EF5-BA6E-EFAEC86CB55A}" type="slidenum">
              <a:rPr lang="en-US" altLang="zh-CN" sz="14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50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8610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203200" y="349250"/>
            <a:ext cx="8658225" cy="2259013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zh-CN" sz="2400" dirty="0"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例：根据以往的临床记录，某种诊断癌症的试验具有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5%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的假阳性及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5%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的假阴性：若设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A={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试验反应是阳性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}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，	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C={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被诊断患有癌症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}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    	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则有：				已知某一群体</a:t>
            </a:r>
            <a:b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</a:b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</a:rPr>
              <a:t>P(C)=0.005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</a:rPr>
              <a:t>，问这种方法能否用于普查？</a:t>
            </a:r>
          </a:p>
        </p:txBody>
      </p:sp>
      <p:graphicFrame>
        <p:nvGraphicFramePr>
          <p:cNvPr id="68611" name="Object 4"/>
          <p:cNvGraphicFramePr>
            <a:graphicFrameLocks/>
          </p:cNvGraphicFramePr>
          <p:nvPr/>
        </p:nvGraphicFramePr>
        <p:xfrm>
          <a:off x="1897063" y="1625600"/>
          <a:ext cx="37973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82" r:id="rId4" imgW="1854000" imgH="228600" progId="Equation.DSMT4">
                  <p:embed/>
                </p:oleObj>
              </mc:Choice>
              <mc:Fallback>
                <p:oleObj r:id="rId4" imgW="1854000" imgH="2286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7063" y="1625600"/>
                        <a:ext cx="37973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4" name="Object 8"/>
          <p:cNvGraphicFramePr>
            <a:graphicFrameLocks noGrp="1"/>
          </p:cNvGraphicFramePr>
          <p:nvPr>
            <p:ph sz="quarter" idx="3"/>
          </p:nvPr>
        </p:nvGraphicFramePr>
        <p:xfrm>
          <a:off x="1381125" y="2940050"/>
          <a:ext cx="219233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83" r:id="rId6" imgW="1155600" imgH="419040" progId="Equation.DSMT4">
                  <p:embed/>
                </p:oleObj>
              </mc:Choice>
              <mc:Fallback>
                <p:oleObj r:id="rId6" imgW="1155600" imgH="419040" progId="Equation.DSMT4">
                  <p:embed/>
                  <p:pic>
                    <p:nvPicPr>
                      <p:cNvPr id="0" name="Object 8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25" y="2940050"/>
                        <a:ext cx="2192338" cy="8667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9" name="Object 13"/>
          <p:cNvGraphicFramePr>
            <a:graphicFrameLocks noGrp="1"/>
          </p:cNvGraphicFramePr>
          <p:nvPr>
            <p:ph sz="quarter" idx="2"/>
          </p:nvPr>
        </p:nvGraphicFramePr>
        <p:xfrm>
          <a:off x="2403475" y="3929063"/>
          <a:ext cx="5273675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84" r:id="rId8" imgW="2463800" imgH="419100" progId="Equation.DSMT4">
                  <p:embed/>
                </p:oleObj>
              </mc:Choice>
              <mc:Fallback>
                <p:oleObj r:id="rId8" imgW="2463800" imgH="419100" progId="Equation.DSMT4">
                  <p:embed/>
                  <p:pic>
                    <p:nvPicPr>
                      <p:cNvPr id="0" name="Object 13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475" y="3929063"/>
                        <a:ext cx="5273675" cy="89693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57" name="Text Box 21"/>
          <p:cNvSpPr txBox="1">
            <a:spLocks noChangeArrowheads="1"/>
          </p:cNvSpPr>
          <p:nvPr/>
        </p:nvSpPr>
        <p:spPr bwMode="auto">
          <a:xfrm>
            <a:off x="5580063" y="2852738"/>
            <a:ext cx="3184525" cy="9255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FF0066"/>
                </a:solidFill>
              </a:rPr>
              <a:t>若</a:t>
            </a:r>
            <a:r>
              <a:rPr lang="en-US" altLang="zh-CN" sz="1800">
                <a:solidFill>
                  <a:srgbClr val="FF0066"/>
                </a:solidFill>
              </a:rPr>
              <a:t>P(C)</a:t>
            </a:r>
            <a:r>
              <a:rPr lang="zh-CN" altLang="en-US" sz="1800">
                <a:solidFill>
                  <a:srgbClr val="FF0066"/>
                </a:solidFill>
              </a:rPr>
              <a:t>较大，不妨设</a:t>
            </a:r>
            <a:r>
              <a:rPr lang="en-US" altLang="zh-CN" sz="1800">
                <a:solidFill>
                  <a:srgbClr val="FF0066"/>
                </a:solidFill>
              </a:rPr>
              <a:t>P(C)=0.8</a:t>
            </a:r>
          </a:p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FF0066"/>
                </a:solidFill>
              </a:rPr>
              <a:t>推出</a:t>
            </a:r>
            <a:r>
              <a:rPr lang="en-US" altLang="zh-CN" sz="1800">
                <a:solidFill>
                  <a:srgbClr val="FF0066"/>
                </a:solidFill>
              </a:rPr>
              <a:t>P(C|A)=0.987</a:t>
            </a:r>
          </a:p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FF0066"/>
                </a:solidFill>
              </a:rPr>
              <a:t>说明这种试验方法可在医院用</a:t>
            </a:r>
          </a:p>
        </p:txBody>
      </p:sp>
      <p:sp>
        <p:nvSpPr>
          <p:cNvPr id="116762" name="Rectangle 26"/>
          <p:cNvSpPr>
            <a:spLocks noRot="1" noChangeArrowheads="1"/>
          </p:cNvSpPr>
          <p:nvPr/>
        </p:nvSpPr>
        <p:spPr bwMode="auto">
          <a:xfrm>
            <a:off x="355600" y="2368550"/>
            <a:ext cx="8658225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解：考察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P(C|A)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的值</a:t>
            </a:r>
          </a:p>
        </p:txBody>
      </p:sp>
      <p:sp>
        <p:nvSpPr>
          <p:cNvPr id="116763" name="Rectangle 27"/>
          <p:cNvSpPr>
            <a:spLocks noRot="1" noChangeArrowheads="1"/>
          </p:cNvSpPr>
          <p:nvPr/>
        </p:nvSpPr>
        <p:spPr bwMode="auto">
          <a:xfrm>
            <a:off x="355600" y="4999038"/>
            <a:ext cx="8658225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	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若用于普查，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100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个阳性病人中被诊断患有癌症的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	大约有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8.7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个，所以不宜用于普查。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1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57" grpId="0" animBg="1"/>
      <p:bldP spid="116762" grpId="0"/>
      <p:bldP spid="11676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0E728AAA-3D99-4096-A285-F965FDACAF54}" type="slidenum">
              <a:rPr lang="en-US" altLang="zh-CN" sz="14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51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16763" name="Rectangle 27"/>
          <p:cNvSpPr>
            <a:spLocks noRot="1" noChangeArrowheads="1"/>
          </p:cNvSpPr>
          <p:nvPr/>
        </p:nvSpPr>
        <p:spPr bwMode="auto">
          <a:xfrm>
            <a:off x="355600" y="4999038"/>
            <a:ext cx="8658225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endParaRPr lang="zh-CN" altLang="en-US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69635" name="图片 4" descr="S@EG7{WE$CAZT(NI4839T`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13" y="258763"/>
            <a:ext cx="6699250" cy="633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6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959C45B1-27C8-405B-B38F-229440E4D8BA}" type="slidenum">
              <a:rPr lang="en-US" altLang="zh-CN" sz="14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52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706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-2413000" y="-150813"/>
            <a:ext cx="8229600" cy="1143001"/>
          </a:xfrm>
        </p:spPr>
        <p:txBody>
          <a:bodyPr/>
          <a:lstStyle/>
          <a:p>
            <a:pPr eaLnBrk="1" hangingPunct="1"/>
            <a:r>
              <a:rPr lang="en-US" altLang="zh-CN" sz="4000">
                <a:latin typeface="宋体" panose="02010600030101010101" pitchFamily="2" charset="-122"/>
              </a:rPr>
              <a:t>§6  </a:t>
            </a:r>
            <a:r>
              <a:rPr lang="zh-CN" altLang="en-US" sz="4000">
                <a:latin typeface="宋体" panose="02010600030101010101" pitchFamily="2" charset="-122"/>
              </a:rPr>
              <a:t>独立性</a:t>
            </a:r>
          </a:p>
        </p:txBody>
      </p:sp>
      <p:sp>
        <p:nvSpPr>
          <p:cNvPr id="120835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234950" y="779463"/>
            <a:ext cx="8570913" cy="982662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Blip>
                <a:blip r:embed="rId3"/>
              </a:buBlip>
              <a:tabLst>
                <a:tab pos="631825" algn="l"/>
              </a:tabLst>
            </a:pPr>
            <a:r>
              <a:rPr lang="en-US" altLang="zh-CN" sz="2400" dirty="0"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</a:rPr>
              <a:t>例：有</a:t>
            </a:r>
            <a:r>
              <a:rPr lang="en-US" altLang="zh-CN" sz="2400" dirty="0">
                <a:latin typeface="宋体" panose="02010600030101010101" pitchFamily="2" charset="-122"/>
              </a:rPr>
              <a:t>10</a:t>
            </a:r>
            <a:r>
              <a:rPr lang="zh-CN" altLang="en-US" sz="2400" dirty="0">
                <a:latin typeface="宋体" panose="02010600030101010101" pitchFamily="2" charset="-122"/>
              </a:rPr>
              <a:t>件产品，其中</a:t>
            </a:r>
            <a:r>
              <a:rPr lang="en-US" altLang="zh-CN" sz="2400" dirty="0">
                <a:latin typeface="宋体" panose="02010600030101010101" pitchFamily="2" charset="-122"/>
              </a:rPr>
              <a:t>8</a:t>
            </a:r>
            <a:r>
              <a:rPr lang="zh-CN" altLang="en-US" sz="2400" dirty="0">
                <a:latin typeface="宋体" panose="02010600030101010101" pitchFamily="2" charset="-122"/>
              </a:rPr>
              <a:t>件为正品，</a:t>
            </a:r>
            <a:r>
              <a:rPr lang="en-US" altLang="zh-CN" sz="2400" dirty="0"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</a:rPr>
              <a:t>件为次品。从中取</a:t>
            </a:r>
            <a:r>
              <a:rPr lang="en-US" altLang="zh-CN" sz="2400" dirty="0">
                <a:latin typeface="宋体" panose="02010600030101010101" pitchFamily="2" charset="-122"/>
              </a:rPr>
              <a:t>2	 	  </a:t>
            </a:r>
            <a:r>
              <a:rPr lang="zh-CN" altLang="en-US" sz="2400" dirty="0">
                <a:latin typeface="宋体" panose="02010600030101010101" pitchFamily="2" charset="-122"/>
              </a:rPr>
              <a:t>次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每次取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件，设</a:t>
            </a:r>
            <a:r>
              <a:rPr lang="en-US" altLang="zh-CN" sz="2400" dirty="0">
                <a:latin typeface="宋体" panose="02010600030101010101" pitchFamily="2" charset="-122"/>
              </a:rPr>
              <a:t>A</a:t>
            </a:r>
            <a:r>
              <a:rPr lang="en-US" altLang="zh-CN" sz="2400" baseline="-25000" dirty="0">
                <a:latin typeface="宋体" panose="02010600030101010101" pitchFamily="2" charset="-122"/>
              </a:rPr>
              <a:t>i</a:t>
            </a:r>
            <a:r>
              <a:rPr lang="en-US" altLang="zh-CN" sz="2400" dirty="0">
                <a:latin typeface="宋体" panose="02010600030101010101" pitchFamily="2" charset="-122"/>
              </a:rPr>
              <a:t>={</a:t>
            </a:r>
            <a:r>
              <a:rPr lang="zh-CN" altLang="en-US" sz="2400" dirty="0">
                <a:latin typeface="宋体" panose="02010600030101010101" pitchFamily="2" charset="-122"/>
              </a:rPr>
              <a:t>第</a:t>
            </a:r>
            <a:r>
              <a:rPr lang="en-US" altLang="zh-CN" sz="2400" dirty="0" err="1">
                <a:latin typeface="宋体" panose="02010600030101010101" pitchFamily="2" charset="-122"/>
              </a:rPr>
              <a:t>i</a:t>
            </a:r>
            <a:r>
              <a:rPr lang="zh-CN" altLang="en-US" sz="2400" dirty="0">
                <a:latin typeface="宋体" panose="02010600030101010101" pitchFamily="2" charset="-122"/>
              </a:rPr>
              <a:t>次取到正品</a:t>
            </a:r>
            <a:r>
              <a:rPr lang="en-US" altLang="zh-CN" sz="2400" dirty="0">
                <a:latin typeface="宋体" panose="02010600030101010101" pitchFamily="2" charset="-122"/>
              </a:rPr>
              <a:t>}</a:t>
            </a:r>
            <a:r>
              <a:rPr lang="zh-CN" altLang="en-US" sz="2400" dirty="0">
                <a:latin typeface="宋体" panose="02010600030101010101" pitchFamily="2" charset="-122"/>
              </a:rPr>
              <a:t>，</a:t>
            </a:r>
            <a:r>
              <a:rPr lang="en-US" altLang="zh-CN" sz="2400" dirty="0" err="1">
                <a:latin typeface="宋体" panose="02010600030101010101" pitchFamily="2" charset="-122"/>
              </a:rPr>
              <a:t>i</a:t>
            </a:r>
            <a:r>
              <a:rPr lang="en-US" altLang="zh-CN" sz="2400" dirty="0">
                <a:latin typeface="宋体" panose="02010600030101010101" pitchFamily="2" charset="-122"/>
              </a:rPr>
              <a:t>=1,2</a:t>
            </a:r>
          </a:p>
        </p:txBody>
      </p:sp>
      <p:graphicFrame>
        <p:nvGraphicFramePr>
          <p:cNvPr id="120836" name="Object 4"/>
          <p:cNvGraphicFramePr>
            <a:graphicFrameLocks noGrp="1"/>
          </p:cNvGraphicFramePr>
          <p:nvPr>
            <p:ph sz="quarter" idx="2"/>
          </p:nvPr>
        </p:nvGraphicFramePr>
        <p:xfrm>
          <a:off x="3848100" y="1790700"/>
          <a:ext cx="3090863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33" r:id="rId4" imgW="1713756" imgH="393529" progId="Equation.DSMT4">
                  <p:embed/>
                </p:oleObj>
              </mc:Choice>
              <mc:Fallback>
                <p:oleObj r:id="rId4" imgW="1713756" imgH="393529" progId="Equation.DSMT4">
                  <p:embed/>
                  <p:pic>
                    <p:nvPicPr>
                      <p:cNvPr id="0" name="Object 4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1790700"/>
                        <a:ext cx="3090863" cy="70961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8" name="Object 6"/>
          <p:cNvGraphicFramePr>
            <a:graphicFrameLocks noGrp="1"/>
          </p:cNvGraphicFramePr>
          <p:nvPr>
            <p:ph sz="quarter" idx="3"/>
          </p:nvPr>
        </p:nvGraphicFramePr>
        <p:xfrm>
          <a:off x="3786188" y="2671763"/>
          <a:ext cx="270827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34" r:id="rId6" imgW="1459866" imgH="393529" progId="Equation.DSMT4">
                  <p:embed/>
                </p:oleObj>
              </mc:Choice>
              <mc:Fallback>
                <p:oleObj r:id="rId6" imgW="1459866" imgH="393529" progId="Equation.DSMT4">
                  <p:embed/>
                  <p:pic>
                    <p:nvPicPr>
                      <p:cNvPr id="0" name="Object 6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2671763"/>
                        <a:ext cx="2708275" cy="7302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0" name="Object 8"/>
          <p:cNvGraphicFramePr>
            <a:graphicFrameLocks/>
          </p:cNvGraphicFramePr>
          <p:nvPr/>
        </p:nvGraphicFramePr>
        <p:xfrm>
          <a:off x="4614863" y="4714875"/>
          <a:ext cx="24098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35" r:id="rId8" imgW="1180076" imgH="203024" progId="Equation.DSMT4">
                  <p:embed/>
                </p:oleObj>
              </mc:Choice>
              <mc:Fallback>
                <p:oleObj r:id="rId8" imgW="1180076" imgH="203024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4863" y="4714875"/>
                        <a:ext cx="24098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1" name="Litebulb"/>
          <p:cNvSpPr>
            <a:spLocks noEditPoints="1" noChangeArrowheads="1"/>
          </p:cNvSpPr>
          <p:nvPr/>
        </p:nvSpPr>
        <p:spPr bwMode="auto">
          <a:xfrm>
            <a:off x="533400" y="4741863"/>
            <a:ext cx="193675" cy="271462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0842" name="Rectangle 10"/>
          <p:cNvSpPr>
            <a:spLocks noRot="1" noChangeArrowheads="1"/>
          </p:cNvSpPr>
          <p:nvPr/>
        </p:nvSpPr>
        <p:spPr bwMode="auto">
          <a:xfrm>
            <a:off x="387350" y="1612900"/>
            <a:ext cx="857091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355725" indent="-457200"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buClr>
                <a:schemeClr val="accent2"/>
              </a:buClr>
              <a:buFont typeface="Arial" panose="020B0604020202020204" pitchFamily="34" charset="0"/>
              <a:buBlip>
                <a:blip r:embed="rId10"/>
              </a:buBlip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不放回抽样时，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20843" name="Rectangle 11"/>
          <p:cNvSpPr>
            <a:spLocks noRot="1" noChangeArrowheads="1"/>
          </p:cNvSpPr>
          <p:nvPr/>
        </p:nvSpPr>
        <p:spPr bwMode="auto">
          <a:xfrm>
            <a:off x="387350" y="2041525"/>
            <a:ext cx="8570913" cy="113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355725" indent="-457200"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Arial" panose="020B0604020202020204" pitchFamily="34" charset="0"/>
              <a:buAutoNum type="arabicParenBoth"/>
            </a:pPr>
            <a:endParaRPr lang="en-US" altLang="zh-CN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1">
              <a:buClr>
                <a:schemeClr val="accent2"/>
              </a:buClr>
              <a:buFont typeface="Arial" panose="020B0604020202020204" pitchFamily="34" charset="0"/>
              <a:buBlip>
                <a:blip r:embed="rId10"/>
              </a:buBlip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放回抽样时，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20844" name="Rectangle 12"/>
          <p:cNvSpPr>
            <a:spLocks noRot="1" noChangeArrowheads="1"/>
          </p:cNvSpPr>
          <p:nvPr/>
        </p:nvSpPr>
        <p:spPr bwMode="auto">
          <a:xfrm>
            <a:off x="387350" y="3325813"/>
            <a:ext cx="8570913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	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即放回抽样时，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en-US" altLang="zh-CN" baseline="-2500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的发生对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en-US" altLang="zh-CN" baseline="-2500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的发生概率不影响</a:t>
            </a:r>
          </a:p>
          <a:p>
            <a:pPr>
              <a:buClr>
                <a:schemeClr val="hlink"/>
              </a:buClr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		  	同样，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en-US" altLang="zh-CN" baseline="-2500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的发生对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en-US" altLang="zh-CN" baseline="-2500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的发生概率不影响</a:t>
            </a:r>
          </a:p>
        </p:txBody>
      </p:sp>
      <p:sp>
        <p:nvSpPr>
          <p:cNvPr id="120845" name="Rectangle 13"/>
          <p:cNvSpPr>
            <a:spLocks noRot="1" noChangeArrowheads="1"/>
          </p:cNvSpPr>
          <p:nvPr/>
        </p:nvSpPr>
        <p:spPr bwMode="auto">
          <a:xfrm>
            <a:off x="387350" y="4687888"/>
            <a:ext cx="8570913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6318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定义：设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B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为两随机事件，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		   若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P(B|A)=P(B)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， 即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P(AB)=P(A)*P(B)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	     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即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P(A|B)=P(A)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时，称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B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相互独立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。 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0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/>
      <p:bldP spid="120841" grpId="0" animBg="1"/>
      <p:bldP spid="120842" grpId="0"/>
      <p:bldP spid="120843" grpId="0"/>
      <p:bldP spid="120844" grpId="0"/>
      <p:bldP spid="12084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02852217-315F-4800-A25A-43D7B6525220}" type="slidenum">
              <a:rPr lang="en-US" altLang="zh-CN" sz="14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53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23907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71438" y="236538"/>
            <a:ext cx="8801100" cy="61912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宋体" panose="02010600030101010101" pitchFamily="2" charset="-122"/>
              </a:rPr>
              <a:t>		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>
              <a:latin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latin typeface="宋体" panose="02010600030101010101" pitchFamily="2" charset="-122"/>
              </a:rPr>
              <a:t>  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>
              <a:latin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>
              <a:latin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>
              <a:latin typeface="宋体" panose="02010600030101010101" pitchFamily="2" charset="-122"/>
            </a:endParaRPr>
          </a:p>
          <a:p>
            <a:pPr eaLnBrk="1" hangingPunct="1"/>
            <a:endParaRPr lang="en-US" altLang="zh-CN" sz="2800">
              <a:latin typeface="宋体" panose="02010600030101010101" pitchFamily="2" charset="-122"/>
            </a:endParaRPr>
          </a:p>
          <a:p>
            <a:pPr eaLnBrk="1" hangingPunct="1"/>
            <a:endParaRPr lang="en-US" altLang="zh-CN" sz="280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sz="2400">
                <a:latin typeface="宋体" panose="02010600030101010101" pitchFamily="2" charset="-122"/>
              </a:rPr>
              <a:t>注意：</a:t>
            </a:r>
          </a:p>
        </p:txBody>
      </p:sp>
      <p:graphicFrame>
        <p:nvGraphicFramePr>
          <p:cNvPr id="71683" name="Object 23"/>
          <p:cNvGraphicFramePr>
            <a:graphicFrameLocks noGrp="1"/>
          </p:cNvGraphicFramePr>
          <p:nvPr>
            <p:ph sz="quarter" idx="2"/>
          </p:nvPr>
        </p:nvGraphicFramePr>
        <p:xfrm>
          <a:off x="882650" y="492125"/>
          <a:ext cx="6653213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9" r:id="rId3" imgW="4481155" imgH="990170" progId="Equation.DSMT4">
                  <p:embed/>
                </p:oleObj>
              </mc:Choice>
              <mc:Fallback>
                <p:oleObj r:id="rId3" imgW="4481155" imgH="990170" progId="Equation.DSMT4">
                  <p:embed/>
                  <p:pic>
                    <p:nvPicPr>
                      <p:cNvPr id="0" name="Object 23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650" y="492125"/>
                        <a:ext cx="6653213" cy="14700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27"/>
          <p:cNvGraphicFramePr>
            <a:graphicFrameLocks noGrp="1"/>
          </p:cNvGraphicFramePr>
          <p:nvPr>
            <p:ph sz="quarter" idx="3"/>
          </p:nvPr>
        </p:nvGraphicFramePr>
        <p:xfrm>
          <a:off x="920750" y="2147888"/>
          <a:ext cx="5905500" cy="159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0" r:id="rId5" imgW="3390900" imgH="914400" progId="Equation.DSMT4">
                  <p:embed/>
                </p:oleObj>
              </mc:Choice>
              <mc:Fallback>
                <p:oleObj r:id="rId5" imgW="3390900" imgH="914400" progId="Equation.DSMT4">
                  <p:embed/>
                  <p:pic>
                    <p:nvPicPr>
                      <p:cNvPr id="0" name="Object 27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2147888"/>
                        <a:ext cx="5905500" cy="159226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35" name="Object 31"/>
          <p:cNvGraphicFramePr>
            <a:graphicFrameLocks/>
          </p:cNvGraphicFramePr>
          <p:nvPr/>
        </p:nvGraphicFramePr>
        <p:xfrm>
          <a:off x="1762125" y="4746625"/>
          <a:ext cx="33432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1" r:id="rId7" imgW="1953257" imgH="215619" progId="Equation.DSMT4">
                  <p:embed/>
                </p:oleObj>
              </mc:Choice>
              <mc:Fallback>
                <p:oleObj r:id="rId7" imgW="1953257" imgH="215619" progId="Equation.DSMT4">
                  <p:embed/>
                  <p:pic>
                    <p:nvPicPr>
                      <p:cNvPr id="0" name="Object 3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25" y="4746625"/>
                        <a:ext cx="334327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Rectangle 33"/>
          <p:cNvSpPr>
            <a:spLocks noChangeArrowheads="1"/>
          </p:cNvSpPr>
          <p:nvPr/>
        </p:nvSpPr>
        <p:spPr bwMode="auto">
          <a:xfrm>
            <a:off x="679450" y="458788"/>
            <a:ext cx="6861175" cy="412750"/>
          </a:xfrm>
          <a:prstGeom prst="rect">
            <a:avLst/>
          </a:prstGeom>
          <a:noFill/>
          <a:ln w="25400">
            <a:solidFill>
              <a:srgbClr val="8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3938" name="Litebulb"/>
          <p:cNvSpPr>
            <a:spLocks noEditPoints="1" noChangeArrowheads="1"/>
          </p:cNvSpPr>
          <p:nvPr/>
        </p:nvSpPr>
        <p:spPr bwMode="auto">
          <a:xfrm>
            <a:off x="646113" y="2176463"/>
            <a:ext cx="209550" cy="255587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23939" name="Object 35"/>
          <p:cNvGraphicFramePr>
            <a:graphicFrameLocks/>
          </p:cNvGraphicFramePr>
          <p:nvPr/>
        </p:nvGraphicFramePr>
        <p:xfrm>
          <a:off x="1730375" y="5376863"/>
          <a:ext cx="6253163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2" r:id="rId9" imgW="3657600" imgH="457200" progId="Equation.DSMT4">
                  <p:embed/>
                </p:oleObj>
              </mc:Choice>
              <mc:Fallback>
                <p:oleObj r:id="rId9" imgW="3657600" imgH="457200" progId="Equation.DSMT4">
                  <p:embed/>
                  <p:pic>
                    <p:nvPicPr>
                      <p:cNvPr id="0" name="Object 35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75" y="5376863"/>
                        <a:ext cx="6253163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3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3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3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/>
      <p:bldP spid="12393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FD47E781-B83C-4A94-8E35-3323F2BED122}" type="slidenum">
              <a:rPr lang="en-US" altLang="zh-CN" sz="1400" smtClean="0">
                <a:solidFill>
                  <a:schemeClr val="tx1"/>
                </a:solidFill>
              </a:rPr>
              <a:pPr>
                <a:buClr>
                  <a:schemeClr val="tx1"/>
                </a:buClr>
              </a:pPr>
              <a:t>54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72706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276225" y="525463"/>
            <a:ext cx="8597900" cy="586105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Blip>
                <a:blip r:embed="rId3"/>
              </a:buBlip>
              <a:tabLst>
                <a:tab pos="1250950" algn="l"/>
              </a:tabLst>
            </a:pPr>
            <a:r>
              <a:rPr lang="en-US" altLang="zh-CN">
                <a:latin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</a:rPr>
              <a:t>例：甲、乙两人同时向一目标射击，甲击中 	率为</a:t>
            </a:r>
            <a:r>
              <a:rPr lang="en-US" altLang="zh-CN">
                <a:latin typeface="宋体" panose="02010600030101010101" pitchFamily="2" charset="-122"/>
              </a:rPr>
              <a:t>0.8</a:t>
            </a:r>
            <a:r>
              <a:rPr lang="zh-CN" altLang="en-US">
                <a:latin typeface="宋体" panose="02010600030101010101" pitchFamily="2" charset="-122"/>
              </a:rPr>
              <a:t>，乙击中率为</a:t>
            </a:r>
            <a:r>
              <a:rPr lang="en-US" altLang="zh-CN">
                <a:latin typeface="宋体" panose="02010600030101010101" pitchFamily="2" charset="-122"/>
              </a:rPr>
              <a:t>0.7</a:t>
            </a:r>
            <a:r>
              <a:rPr lang="zh-CN" altLang="en-US">
                <a:latin typeface="宋体" panose="02010600030101010101" pitchFamily="2" charset="-122"/>
              </a:rPr>
              <a:t>，求目标被	击中的概率。</a:t>
            </a:r>
          </a:p>
        </p:txBody>
      </p:sp>
      <p:graphicFrame>
        <p:nvGraphicFramePr>
          <p:cNvPr id="126980" name="Object 4"/>
          <p:cNvGraphicFramePr>
            <a:graphicFrameLocks noGrp="1"/>
          </p:cNvGraphicFramePr>
          <p:nvPr>
            <p:ph sz="quarter" idx="2"/>
          </p:nvPr>
        </p:nvGraphicFramePr>
        <p:xfrm>
          <a:off x="1646238" y="3884613"/>
          <a:ext cx="6792912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22" r:id="rId4" imgW="2879151" imgH="215619" progId="Equation.DSMT4">
                  <p:embed/>
                </p:oleObj>
              </mc:Choice>
              <mc:Fallback>
                <p:oleObj r:id="rId4" imgW="2879151" imgH="215619" progId="Equation.DSMT4">
                  <p:embed/>
                  <p:pic>
                    <p:nvPicPr>
                      <p:cNvPr id="0" name="Object 4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238" y="3884613"/>
                        <a:ext cx="6792912" cy="50641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3" name="Object 7"/>
          <p:cNvGraphicFramePr>
            <a:graphicFrameLocks noGrp="1"/>
          </p:cNvGraphicFramePr>
          <p:nvPr>
            <p:ph sz="quarter" idx="3"/>
          </p:nvPr>
        </p:nvGraphicFramePr>
        <p:xfrm>
          <a:off x="1109663" y="5664200"/>
          <a:ext cx="5186362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23" r:id="rId6" imgW="2017549" imgH="203024" progId="Equation.DSMT4">
                  <p:embed/>
                </p:oleObj>
              </mc:Choice>
              <mc:Fallback>
                <p:oleObj r:id="rId6" imgW="2017549" imgH="203024" progId="Equation.DSMT4">
                  <p:embed/>
                  <p:pic>
                    <p:nvPicPr>
                      <p:cNvPr id="0" name="Object 7"/>
                      <p:cNvPicPr>
                        <a:picLocks noGrp="1" noRo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5664200"/>
                        <a:ext cx="5186362" cy="52228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709" name="Picture 10" descr="J0293844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007FFF"/>
              </a:clrFrom>
              <a:clrTo>
                <a:srgbClr val="007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8" y="1665288"/>
            <a:ext cx="709612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987" name="Rectangle 11"/>
          <p:cNvSpPr>
            <a:spLocks noRot="1" noChangeArrowheads="1"/>
          </p:cNvSpPr>
          <p:nvPr/>
        </p:nvSpPr>
        <p:spPr bwMode="auto">
          <a:xfrm>
            <a:off x="428625" y="2133600"/>
            <a:ext cx="8597900" cy="168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解：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	设 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A={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甲击中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},B={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乙击中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}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		C={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目标被击中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}</a:t>
            </a:r>
          </a:p>
        </p:txBody>
      </p:sp>
      <p:sp>
        <p:nvSpPr>
          <p:cNvPr id="126988" name="Rectangle 12"/>
          <p:cNvSpPr>
            <a:spLocks noRot="1" noChangeArrowheads="1"/>
          </p:cNvSpPr>
          <p:nvPr/>
        </p:nvSpPr>
        <p:spPr bwMode="auto">
          <a:xfrm>
            <a:off x="428625" y="4448175"/>
            <a:ext cx="85979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1250950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	∵ 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甲、乙同时射击，其结果互不影响，</a:t>
            </a:r>
          </a:p>
          <a:p>
            <a:pPr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	∴ 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B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相互独立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6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7" grpId="0"/>
      <p:bldP spid="12698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CD46D03B-870F-4D19-A178-27340504D8E2}" type="slidenum">
              <a:rPr lang="ko-KR" altLang="en-US" sz="1400" smtClean="0">
                <a:solidFill>
                  <a:schemeClr val="tx1"/>
                </a:solidFill>
                <a:latin typeface="-윤명조240" pitchFamily="18" charset="-127"/>
                <a:ea typeface="-윤명조240" pitchFamily="18" charset="-127"/>
              </a:rPr>
              <a:pPr>
                <a:buClr>
                  <a:schemeClr val="tx1"/>
                </a:buClr>
              </a:pPr>
              <a:t>55</a:t>
            </a:fld>
            <a:endParaRPr lang="ko-KR" altLang="en-US" sz="1400">
              <a:solidFill>
                <a:schemeClr val="tx1"/>
              </a:solidFill>
              <a:latin typeface="-윤명조240" pitchFamily="18" charset="-127"/>
              <a:ea typeface="-윤명조240" pitchFamily="18" charset="-127"/>
            </a:endParaRPr>
          </a:p>
        </p:txBody>
      </p:sp>
      <p:sp>
        <p:nvSpPr>
          <p:cNvPr id="73730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998538" y="103188"/>
            <a:ext cx="7974012" cy="6243637"/>
          </a:xfrm>
        </p:spPr>
        <p:txBody>
          <a:bodyPr/>
          <a:lstStyle/>
          <a:p>
            <a:pPr marL="0" indent="0" eaLnBrk="1" hangingPunct="1">
              <a:buFontTx/>
              <a:buBlip>
                <a:blip r:embed="rId3"/>
              </a:buBlip>
            </a:pPr>
            <a:r>
              <a:rPr lang="en-US" altLang="zh-CN" sz="25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例：有</a:t>
            </a:r>
            <a:r>
              <a:rPr lang="en-US" altLang="zh-CN" sz="250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个独立元件构成的系统</a:t>
            </a:r>
            <a:r>
              <a:rPr lang="en-US" altLang="zh-CN" sz="25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如图</a:t>
            </a:r>
            <a:r>
              <a:rPr lang="en-US" altLang="zh-CN" sz="250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，设每个元件能正常运行的概率为</a:t>
            </a:r>
            <a:r>
              <a:rPr lang="en-US" altLang="zh-CN" sz="250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，求系统正常运行的概率。</a:t>
            </a:r>
          </a:p>
          <a:p>
            <a:pPr marL="0" indent="0"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2770" name="Object 1044"/>
          <p:cNvGraphicFramePr>
            <a:graphicFrameLocks noGrp="1"/>
          </p:cNvGraphicFramePr>
          <p:nvPr>
            <p:ph sz="quarter" idx="2"/>
          </p:nvPr>
        </p:nvGraphicFramePr>
        <p:xfrm>
          <a:off x="1516063" y="1223963"/>
          <a:ext cx="5845175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29" r:id="rId4" imgW="2843566" imgH="533169" progId="Equation.DSMT4">
                  <p:embed/>
                </p:oleObj>
              </mc:Choice>
              <mc:Fallback>
                <p:oleObj r:id="rId4" imgW="2843566" imgH="533169" progId="Equation.DSMT4">
                  <p:embed/>
                  <p:pic>
                    <p:nvPicPr>
                      <p:cNvPr id="0" name="Object 104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063" y="1223963"/>
                        <a:ext cx="5845175" cy="10953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732" name="Group 1052"/>
          <p:cNvGrpSpPr>
            <a:grpSpLocks/>
          </p:cNvGrpSpPr>
          <p:nvPr/>
        </p:nvGrpSpPr>
        <p:grpSpPr bwMode="auto">
          <a:xfrm>
            <a:off x="785813" y="5122863"/>
            <a:ext cx="4606925" cy="1123950"/>
            <a:chOff x="445" y="3197"/>
            <a:chExt cx="2902" cy="708"/>
          </a:xfrm>
        </p:grpSpPr>
        <p:sp>
          <p:nvSpPr>
            <p:cNvPr id="73733" name="Line 1029"/>
            <p:cNvSpPr>
              <a:spLocks noChangeShapeType="1"/>
            </p:cNvSpPr>
            <p:nvPr/>
          </p:nvSpPr>
          <p:spPr bwMode="auto">
            <a:xfrm>
              <a:off x="445" y="3578"/>
              <a:ext cx="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4" name="Rectangle 1030"/>
            <p:cNvSpPr>
              <a:spLocks noChangeArrowheads="1"/>
            </p:cNvSpPr>
            <p:nvPr/>
          </p:nvSpPr>
          <p:spPr bwMode="auto">
            <a:xfrm>
              <a:off x="813" y="3471"/>
              <a:ext cx="392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0066"/>
                  </a:solidFill>
                </a:rPr>
                <a:t>1</a:t>
              </a:r>
            </a:p>
          </p:txBody>
        </p:sp>
        <p:sp>
          <p:nvSpPr>
            <p:cNvPr id="73735" name="Line 1031"/>
            <p:cNvSpPr>
              <a:spLocks noChangeShapeType="1"/>
            </p:cNvSpPr>
            <p:nvPr/>
          </p:nvSpPr>
          <p:spPr bwMode="auto">
            <a:xfrm>
              <a:off x="1205" y="3570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6" name="Line 1032"/>
            <p:cNvSpPr>
              <a:spLocks noChangeShapeType="1"/>
            </p:cNvSpPr>
            <p:nvPr/>
          </p:nvSpPr>
          <p:spPr bwMode="auto">
            <a:xfrm>
              <a:off x="1392" y="3294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7" name="Line 1033"/>
            <p:cNvSpPr>
              <a:spLocks noChangeShapeType="1"/>
            </p:cNvSpPr>
            <p:nvPr/>
          </p:nvSpPr>
          <p:spPr bwMode="auto">
            <a:xfrm>
              <a:off x="1392" y="3291"/>
              <a:ext cx="2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8" name="Line 1034"/>
            <p:cNvSpPr>
              <a:spLocks noChangeShapeType="1"/>
            </p:cNvSpPr>
            <p:nvPr/>
          </p:nvSpPr>
          <p:spPr bwMode="auto">
            <a:xfrm>
              <a:off x="2732" y="3288"/>
              <a:ext cx="2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9" name="Line 1035"/>
            <p:cNvSpPr>
              <a:spLocks noChangeShapeType="1"/>
            </p:cNvSpPr>
            <p:nvPr/>
          </p:nvSpPr>
          <p:spPr bwMode="auto">
            <a:xfrm>
              <a:off x="2062" y="3291"/>
              <a:ext cx="2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0" name="Rectangle 1036"/>
            <p:cNvSpPr>
              <a:spLocks noChangeArrowheads="1"/>
            </p:cNvSpPr>
            <p:nvPr/>
          </p:nvSpPr>
          <p:spPr bwMode="auto">
            <a:xfrm>
              <a:off x="1920" y="3724"/>
              <a:ext cx="392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0066"/>
                  </a:solidFill>
                </a:rPr>
                <a:t>4</a:t>
              </a:r>
            </a:p>
          </p:txBody>
        </p:sp>
        <p:sp>
          <p:nvSpPr>
            <p:cNvPr id="73741" name="Rectangle 1037"/>
            <p:cNvSpPr>
              <a:spLocks noChangeArrowheads="1"/>
            </p:cNvSpPr>
            <p:nvPr/>
          </p:nvSpPr>
          <p:spPr bwMode="auto">
            <a:xfrm>
              <a:off x="2344" y="3200"/>
              <a:ext cx="393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0066"/>
                  </a:solidFill>
                </a:rPr>
                <a:t>3</a:t>
              </a:r>
            </a:p>
          </p:txBody>
        </p:sp>
        <p:sp>
          <p:nvSpPr>
            <p:cNvPr id="73742" name="Rectangle 1038"/>
            <p:cNvSpPr>
              <a:spLocks noChangeArrowheads="1"/>
            </p:cNvSpPr>
            <p:nvPr/>
          </p:nvSpPr>
          <p:spPr bwMode="auto">
            <a:xfrm>
              <a:off x="1669" y="3197"/>
              <a:ext cx="393" cy="18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0066"/>
                  </a:solidFill>
                </a:rPr>
                <a:t>2</a:t>
              </a:r>
            </a:p>
          </p:txBody>
        </p:sp>
        <p:sp>
          <p:nvSpPr>
            <p:cNvPr id="73743" name="Line 1039"/>
            <p:cNvSpPr>
              <a:spLocks noChangeShapeType="1"/>
            </p:cNvSpPr>
            <p:nvPr/>
          </p:nvSpPr>
          <p:spPr bwMode="auto">
            <a:xfrm>
              <a:off x="3019" y="3562"/>
              <a:ext cx="3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4" name="Line 1040"/>
            <p:cNvSpPr>
              <a:spLocks noChangeShapeType="1"/>
            </p:cNvSpPr>
            <p:nvPr/>
          </p:nvSpPr>
          <p:spPr bwMode="auto">
            <a:xfrm>
              <a:off x="2318" y="3848"/>
              <a:ext cx="6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5" name="Line 1041"/>
            <p:cNvSpPr>
              <a:spLocks noChangeShapeType="1"/>
            </p:cNvSpPr>
            <p:nvPr/>
          </p:nvSpPr>
          <p:spPr bwMode="auto">
            <a:xfrm flipH="1">
              <a:off x="1386" y="3847"/>
              <a:ext cx="5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6" name="Line 1042"/>
            <p:cNvSpPr>
              <a:spLocks noChangeShapeType="1"/>
            </p:cNvSpPr>
            <p:nvPr/>
          </p:nvSpPr>
          <p:spPr bwMode="auto">
            <a:xfrm>
              <a:off x="3014" y="3289"/>
              <a:ext cx="0" cy="5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747" name="Text Box 1051"/>
          <p:cNvSpPr txBox="1">
            <a:spLocks noChangeArrowheads="1"/>
          </p:cNvSpPr>
          <p:nvPr/>
        </p:nvSpPr>
        <p:spPr bwMode="auto">
          <a:xfrm>
            <a:off x="5564188" y="5449888"/>
            <a:ext cx="34829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marL="2286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000"/>
              <a:t>注意：这里系统的概念与电路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sz="2000"/>
              <a:t>           中的系统概念不同</a:t>
            </a:r>
          </a:p>
        </p:txBody>
      </p:sp>
      <p:graphicFrame>
        <p:nvGraphicFramePr>
          <p:cNvPr id="1114141" name="Object 1053"/>
          <p:cNvGraphicFramePr>
            <a:graphicFrameLocks/>
          </p:cNvGraphicFramePr>
          <p:nvPr/>
        </p:nvGraphicFramePr>
        <p:xfrm>
          <a:off x="2214563" y="2281238"/>
          <a:ext cx="299402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30" r:id="rId6" imgW="1471922" imgH="253780" progId="Equation.DSMT4">
                  <p:embed/>
                </p:oleObj>
              </mc:Choice>
              <mc:Fallback>
                <p:oleObj r:id="rId6" imgW="1471922" imgH="253780" progId="Equation.DSMT4">
                  <p:embed/>
                  <p:pic>
                    <p:nvPicPr>
                      <p:cNvPr id="0" name="Object 105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2281238"/>
                        <a:ext cx="2994025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4144" name="Object 1056"/>
          <p:cNvGraphicFramePr>
            <a:graphicFrameLocks/>
          </p:cNvGraphicFramePr>
          <p:nvPr/>
        </p:nvGraphicFramePr>
        <p:xfrm>
          <a:off x="2228850" y="2847975"/>
          <a:ext cx="427831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31" r:id="rId8" imgW="2133600" imgH="228600" progId="Equation.DSMT4">
                  <p:embed/>
                </p:oleObj>
              </mc:Choice>
              <mc:Fallback>
                <p:oleObj r:id="rId8" imgW="2133600" imgH="228600" progId="Equation.DSMT4">
                  <p:embed/>
                  <p:pic>
                    <p:nvPicPr>
                      <p:cNvPr id="0" name="Object 105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2847975"/>
                        <a:ext cx="427831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4145" name="Object 1057"/>
          <p:cNvGraphicFramePr>
            <a:graphicFrameLocks/>
          </p:cNvGraphicFramePr>
          <p:nvPr/>
        </p:nvGraphicFramePr>
        <p:xfrm>
          <a:off x="1890713" y="3368675"/>
          <a:ext cx="6294437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32" r:id="rId10" imgW="3008594" imgH="241195" progId="Equation.DSMT4">
                  <p:embed/>
                </p:oleObj>
              </mc:Choice>
              <mc:Fallback>
                <p:oleObj r:id="rId10" imgW="3008594" imgH="241195" progId="Equation.DSMT4">
                  <p:embed/>
                  <p:pic>
                    <p:nvPicPr>
                      <p:cNvPr id="0" name="Object 105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713" y="3368675"/>
                        <a:ext cx="6294437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59"/>
          <p:cNvGrpSpPr>
            <a:grpSpLocks/>
          </p:cNvGrpSpPr>
          <p:nvPr/>
        </p:nvGrpSpPr>
        <p:grpSpPr bwMode="auto">
          <a:xfrm>
            <a:off x="1276350" y="4157663"/>
            <a:ext cx="7545388" cy="514350"/>
            <a:chOff x="724" y="2609"/>
            <a:chExt cx="4753" cy="324"/>
          </a:xfrm>
        </p:grpSpPr>
        <p:graphicFrame>
          <p:nvGraphicFramePr>
            <p:cNvPr id="73752" name="Object 1047"/>
            <p:cNvGraphicFramePr>
              <a:graphicFrameLocks/>
            </p:cNvGraphicFramePr>
            <p:nvPr/>
          </p:nvGraphicFramePr>
          <p:xfrm>
            <a:off x="854" y="2609"/>
            <a:ext cx="4623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33" r:id="rId12" imgW="3441600" imgH="241200" progId="Equation.DSMT4">
                    <p:embed/>
                  </p:oleObj>
                </mc:Choice>
                <mc:Fallback>
                  <p:oleObj r:id="rId12" imgW="3441600" imgH="241200" progId="Equation.DSMT4">
                    <p:embed/>
                    <p:pic>
                      <p:nvPicPr>
                        <p:cNvPr id="0" name="Object 104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4" y="2609"/>
                          <a:ext cx="4623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53" name="Litebulb"/>
            <p:cNvSpPr>
              <a:spLocks noEditPoints="1" noChangeArrowheads="1"/>
            </p:cNvSpPr>
            <p:nvPr/>
          </p:nvSpPr>
          <p:spPr bwMode="auto">
            <a:xfrm>
              <a:off x="724" y="2616"/>
              <a:ext cx="109" cy="140"/>
            </a:xfrm>
            <a:custGeom>
              <a:avLst/>
              <a:gdLst>
                <a:gd name="T0" fmla="*/ 11552 w 21600"/>
                <a:gd name="T1" fmla="*/ 21688 h 21600"/>
                <a:gd name="T2" fmla="*/ 12617 w 21600"/>
                <a:gd name="T3" fmla="*/ 21441 h 21600"/>
                <a:gd name="T4" fmla="*/ 13396 w 21600"/>
                <a:gd name="T5" fmla="*/ 21000 h 21600"/>
                <a:gd name="T6" fmla="*/ 14045 w 21600"/>
                <a:gd name="T7" fmla="*/ 20435 h 21600"/>
                <a:gd name="T8" fmla="*/ 14460 w 21600"/>
                <a:gd name="T9" fmla="*/ 19747 h 21600"/>
                <a:gd name="T10" fmla="*/ 14512 w 21600"/>
                <a:gd name="T11" fmla="*/ 19147 h 21600"/>
                <a:gd name="T12" fmla="*/ 14512 w 21600"/>
                <a:gd name="T13" fmla="*/ 18052 h 21600"/>
                <a:gd name="T14" fmla="*/ 14512 w 21600"/>
                <a:gd name="T15" fmla="*/ 16464 h 21600"/>
                <a:gd name="T16" fmla="*/ 14616 w 21600"/>
                <a:gd name="T17" fmla="*/ 15547 h 21600"/>
                <a:gd name="T18" fmla="*/ 15161 w 21600"/>
                <a:gd name="T19" fmla="*/ 14735 h 21600"/>
                <a:gd name="T20" fmla="*/ 18043 w 21600"/>
                <a:gd name="T21" fmla="*/ 12670 h 21600"/>
                <a:gd name="T22" fmla="*/ 19938 w 21600"/>
                <a:gd name="T23" fmla="*/ 11099 h 21600"/>
                <a:gd name="T24" fmla="*/ 20950 w 21600"/>
                <a:gd name="T25" fmla="*/ 9794 h 21600"/>
                <a:gd name="T26" fmla="*/ 21444 w 21600"/>
                <a:gd name="T27" fmla="*/ 8664 h 21600"/>
                <a:gd name="T28" fmla="*/ 21600 w 21600"/>
                <a:gd name="T29" fmla="*/ 7341 h 21600"/>
                <a:gd name="T30" fmla="*/ 21496 w 21600"/>
                <a:gd name="T31" fmla="*/ 6229 h 21600"/>
                <a:gd name="T32" fmla="*/ 21132 w 21600"/>
                <a:gd name="T33" fmla="*/ 5135 h 21600"/>
                <a:gd name="T34" fmla="*/ 20535 w 21600"/>
                <a:gd name="T35" fmla="*/ 4164 h 21600"/>
                <a:gd name="T36" fmla="*/ 19782 w 21600"/>
                <a:gd name="T37" fmla="*/ 3247 h 21600"/>
                <a:gd name="T38" fmla="*/ 17705 w 21600"/>
                <a:gd name="T39" fmla="*/ 1694 h 21600"/>
                <a:gd name="T40" fmla="*/ 15940 w 21600"/>
                <a:gd name="T41" fmla="*/ 900 h 21600"/>
                <a:gd name="T42" fmla="*/ 14564 w 21600"/>
                <a:gd name="T43" fmla="*/ 458 h 21600"/>
                <a:gd name="T44" fmla="*/ 13006 w 21600"/>
                <a:gd name="T45" fmla="*/ 158 h 21600"/>
                <a:gd name="T46" fmla="*/ 11423 w 21600"/>
                <a:gd name="T47" fmla="*/ 17 h 21600"/>
                <a:gd name="T48" fmla="*/ 9709 w 21600"/>
                <a:gd name="T49" fmla="*/ 52 h 21600"/>
                <a:gd name="T50" fmla="*/ 8177 w 21600"/>
                <a:gd name="T51" fmla="*/ 229 h 21600"/>
                <a:gd name="T52" fmla="*/ 6620 w 21600"/>
                <a:gd name="T53" fmla="*/ 600 h 21600"/>
                <a:gd name="T54" fmla="*/ 5270 w 21600"/>
                <a:gd name="T55" fmla="*/ 1076 h 21600"/>
                <a:gd name="T56" fmla="*/ 3219 w 21600"/>
                <a:gd name="T57" fmla="*/ 2152 h 21600"/>
                <a:gd name="T58" fmla="*/ 1635 w 21600"/>
                <a:gd name="T59" fmla="*/ 3547 h 21600"/>
                <a:gd name="T60" fmla="*/ 934 w 21600"/>
                <a:gd name="T61" fmla="*/ 4464 h 21600"/>
                <a:gd name="T62" fmla="*/ 389 w 21600"/>
                <a:gd name="T63" fmla="*/ 5523 h 21600"/>
                <a:gd name="T64" fmla="*/ 129 w 21600"/>
                <a:gd name="T65" fmla="*/ 6564 h 21600"/>
                <a:gd name="T66" fmla="*/ 77 w 21600"/>
                <a:gd name="T67" fmla="*/ 7782 h 21600"/>
                <a:gd name="T68" fmla="*/ 389 w 21600"/>
                <a:gd name="T69" fmla="*/ 9035 h 21600"/>
                <a:gd name="T70" fmla="*/ 934 w 21600"/>
                <a:gd name="T71" fmla="*/ 10164 h 21600"/>
                <a:gd name="T72" fmla="*/ 2336 w 21600"/>
                <a:gd name="T73" fmla="*/ 11647 h 21600"/>
                <a:gd name="T74" fmla="*/ 4932 w 21600"/>
                <a:gd name="T75" fmla="*/ 13552 h 21600"/>
                <a:gd name="T76" fmla="*/ 6879 w 21600"/>
                <a:gd name="T77" fmla="*/ 15141 h 21600"/>
                <a:gd name="T78" fmla="*/ 7165 w 21600"/>
                <a:gd name="T79" fmla="*/ 15758 h 21600"/>
                <a:gd name="T80" fmla="*/ 7165 w 21600"/>
                <a:gd name="T81" fmla="*/ 16976 h 21600"/>
                <a:gd name="T82" fmla="*/ 7165 w 21600"/>
                <a:gd name="T83" fmla="*/ 18529 h 21600"/>
                <a:gd name="T84" fmla="*/ 7165 w 21600"/>
                <a:gd name="T85" fmla="*/ 19235 h 21600"/>
                <a:gd name="T86" fmla="*/ 7321 w 21600"/>
                <a:gd name="T87" fmla="*/ 19994 h 21600"/>
                <a:gd name="T88" fmla="*/ 7814 w 21600"/>
                <a:gd name="T89" fmla="*/ 20629 h 21600"/>
                <a:gd name="T90" fmla="*/ 8515 w 21600"/>
                <a:gd name="T91" fmla="*/ 21176 h 21600"/>
                <a:gd name="T92" fmla="*/ 9424 w 21600"/>
                <a:gd name="T93" fmla="*/ 21547 h 21600"/>
                <a:gd name="T94" fmla="*/ 10462 w 21600"/>
                <a:gd name="T95" fmla="*/ 21723 h 21600"/>
                <a:gd name="T96" fmla="*/ 8541 w 21600"/>
                <a:gd name="T97" fmla="*/ 12035 h 21600"/>
                <a:gd name="T98" fmla="*/ 8541 w 21600"/>
                <a:gd name="T99" fmla="*/ 10182 h 21600"/>
                <a:gd name="T100" fmla="*/ 12279 w 21600"/>
                <a:gd name="T101" fmla="*/ 9547 h 21600"/>
                <a:gd name="T102" fmla="*/ 12902 w 21600"/>
                <a:gd name="T103" fmla="*/ 12247 h 21600"/>
                <a:gd name="T104" fmla="*/ 14512 w 21600"/>
                <a:gd name="T105" fmla="*/ 15952 h 21600"/>
                <a:gd name="T106" fmla="*/ 7191 w 21600"/>
                <a:gd name="T107" fmla="*/ 18123 h 21600"/>
                <a:gd name="T108" fmla="*/ 7217 w 21600"/>
                <a:gd name="T109" fmla="*/ 1918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600" h="21600">
                  <a:moveTo>
                    <a:pt x="10825" y="21723"/>
                  </a:moveTo>
                  <a:lnTo>
                    <a:pt x="11215" y="21723"/>
                  </a:lnTo>
                  <a:lnTo>
                    <a:pt x="11552" y="21688"/>
                  </a:lnTo>
                  <a:lnTo>
                    <a:pt x="11916" y="21617"/>
                  </a:lnTo>
                  <a:lnTo>
                    <a:pt x="12253" y="21547"/>
                  </a:lnTo>
                  <a:lnTo>
                    <a:pt x="12617" y="21441"/>
                  </a:lnTo>
                  <a:lnTo>
                    <a:pt x="12902" y="21317"/>
                  </a:lnTo>
                  <a:lnTo>
                    <a:pt x="13162" y="21176"/>
                  </a:lnTo>
                  <a:lnTo>
                    <a:pt x="13396" y="21000"/>
                  </a:lnTo>
                  <a:lnTo>
                    <a:pt x="13655" y="20841"/>
                  </a:lnTo>
                  <a:lnTo>
                    <a:pt x="13863" y="20629"/>
                  </a:lnTo>
                  <a:lnTo>
                    <a:pt x="14045" y="20435"/>
                  </a:lnTo>
                  <a:lnTo>
                    <a:pt x="14200" y="20223"/>
                  </a:lnTo>
                  <a:lnTo>
                    <a:pt x="14356" y="19994"/>
                  </a:lnTo>
                  <a:lnTo>
                    <a:pt x="14460" y="19747"/>
                  </a:lnTo>
                  <a:lnTo>
                    <a:pt x="14512" y="19482"/>
                  </a:lnTo>
                  <a:lnTo>
                    <a:pt x="14512" y="19235"/>
                  </a:lnTo>
                  <a:lnTo>
                    <a:pt x="14512" y="19147"/>
                  </a:lnTo>
                  <a:lnTo>
                    <a:pt x="14512" y="18900"/>
                  </a:lnTo>
                  <a:lnTo>
                    <a:pt x="14512" y="18529"/>
                  </a:lnTo>
                  <a:lnTo>
                    <a:pt x="14512" y="18052"/>
                  </a:lnTo>
                  <a:lnTo>
                    <a:pt x="14512" y="17505"/>
                  </a:lnTo>
                  <a:lnTo>
                    <a:pt x="14512" y="16976"/>
                  </a:lnTo>
                  <a:lnTo>
                    <a:pt x="14512" y="16464"/>
                  </a:lnTo>
                  <a:lnTo>
                    <a:pt x="14512" y="15952"/>
                  </a:lnTo>
                  <a:lnTo>
                    <a:pt x="14512" y="15758"/>
                  </a:lnTo>
                  <a:lnTo>
                    <a:pt x="14616" y="15547"/>
                  </a:lnTo>
                  <a:lnTo>
                    <a:pt x="14694" y="15352"/>
                  </a:lnTo>
                  <a:lnTo>
                    <a:pt x="14798" y="15141"/>
                  </a:lnTo>
                  <a:lnTo>
                    <a:pt x="15161" y="14735"/>
                  </a:lnTo>
                  <a:lnTo>
                    <a:pt x="15602" y="14329"/>
                  </a:lnTo>
                  <a:lnTo>
                    <a:pt x="16745" y="13552"/>
                  </a:lnTo>
                  <a:lnTo>
                    <a:pt x="18043" y="12670"/>
                  </a:lnTo>
                  <a:lnTo>
                    <a:pt x="18744" y="12194"/>
                  </a:lnTo>
                  <a:lnTo>
                    <a:pt x="19341" y="11647"/>
                  </a:lnTo>
                  <a:lnTo>
                    <a:pt x="19938" y="11099"/>
                  </a:lnTo>
                  <a:lnTo>
                    <a:pt x="20483" y="10464"/>
                  </a:lnTo>
                  <a:lnTo>
                    <a:pt x="20743" y="10164"/>
                  </a:lnTo>
                  <a:lnTo>
                    <a:pt x="20950" y="9794"/>
                  </a:lnTo>
                  <a:lnTo>
                    <a:pt x="21132" y="9441"/>
                  </a:lnTo>
                  <a:lnTo>
                    <a:pt x="21288" y="9035"/>
                  </a:lnTo>
                  <a:lnTo>
                    <a:pt x="21444" y="8664"/>
                  </a:lnTo>
                  <a:lnTo>
                    <a:pt x="21548" y="8223"/>
                  </a:lnTo>
                  <a:lnTo>
                    <a:pt x="21600" y="7782"/>
                  </a:lnTo>
                  <a:lnTo>
                    <a:pt x="21600" y="7341"/>
                  </a:lnTo>
                  <a:lnTo>
                    <a:pt x="21600" y="6935"/>
                  </a:lnTo>
                  <a:lnTo>
                    <a:pt x="21548" y="6564"/>
                  </a:lnTo>
                  <a:lnTo>
                    <a:pt x="21496" y="6229"/>
                  </a:lnTo>
                  <a:lnTo>
                    <a:pt x="21392" y="5858"/>
                  </a:lnTo>
                  <a:lnTo>
                    <a:pt x="21288" y="5523"/>
                  </a:lnTo>
                  <a:lnTo>
                    <a:pt x="21132" y="5135"/>
                  </a:lnTo>
                  <a:lnTo>
                    <a:pt x="20950" y="4800"/>
                  </a:lnTo>
                  <a:lnTo>
                    <a:pt x="20743" y="4464"/>
                  </a:lnTo>
                  <a:lnTo>
                    <a:pt x="20535" y="4164"/>
                  </a:lnTo>
                  <a:lnTo>
                    <a:pt x="20301" y="3847"/>
                  </a:lnTo>
                  <a:lnTo>
                    <a:pt x="20042" y="3547"/>
                  </a:lnTo>
                  <a:lnTo>
                    <a:pt x="19782" y="3247"/>
                  </a:lnTo>
                  <a:lnTo>
                    <a:pt x="19133" y="2664"/>
                  </a:lnTo>
                  <a:lnTo>
                    <a:pt x="18458" y="2152"/>
                  </a:lnTo>
                  <a:lnTo>
                    <a:pt x="17705" y="1694"/>
                  </a:lnTo>
                  <a:lnTo>
                    <a:pt x="16849" y="1252"/>
                  </a:lnTo>
                  <a:lnTo>
                    <a:pt x="16407" y="1076"/>
                  </a:lnTo>
                  <a:lnTo>
                    <a:pt x="15940" y="900"/>
                  </a:lnTo>
                  <a:lnTo>
                    <a:pt x="15499" y="741"/>
                  </a:lnTo>
                  <a:lnTo>
                    <a:pt x="15057" y="600"/>
                  </a:lnTo>
                  <a:lnTo>
                    <a:pt x="14564" y="458"/>
                  </a:lnTo>
                  <a:lnTo>
                    <a:pt x="14045" y="335"/>
                  </a:lnTo>
                  <a:lnTo>
                    <a:pt x="13500" y="229"/>
                  </a:lnTo>
                  <a:lnTo>
                    <a:pt x="13006" y="158"/>
                  </a:lnTo>
                  <a:lnTo>
                    <a:pt x="12461" y="88"/>
                  </a:lnTo>
                  <a:lnTo>
                    <a:pt x="11968" y="52"/>
                  </a:lnTo>
                  <a:lnTo>
                    <a:pt x="11423" y="17"/>
                  </a:lnTo>
                  <a:lnTo>
                    <a:pt x="10825" y="17"/>
                  </a:lnTo>
                  <a:lnTo>
                    <a:pt x="10254" y="17"/>
                  </a:lnTo>
                  <a:lnTo>
                    <a:pt x="9709" y="52"/>
                  </a:lnTo>
                  <a:lnTo>
                    <a:pt x="9216" y="88"/>
                  </a:lnTo>
                  <a:lnTo>
                    <a:pt x="8671" y="158"/>
                  </a:lnTo>
                  <a:lnTo>
                    <a:pt x="8177" y="229"/>
                  </a:lnTo>
                  <a:lnTo>
                    <a:pt x="7632" y="335"/>
                  </a:lnTo>
                  <a:lnTo>
                    <a:pt x="7113" y="458"/>
                  </a:lnTo>
                  <a:lnTo>
                    <a:pt x="6620" y="600"/>
                  </a:lnTo>
                  <a:lnTo>
                    <a:pt x="6178" y="741"/>
                  </a:lnTo>
                  <a:lnTo>
                    <a:pt x="5737" y="900"/>
                  </a:lnTo>
                  <a:lnTo>
                    <a:pt x="5270" y="1076"/>
                  </a:lnTo>
                  <a:lnTo>
                    <a:pt x="4828" y="1252"/>
                  </a:lnTo>
                  <a:lnTo>
                    <a:pt x="3972" y="1694"/>
                  </a:lnTo>
                  <a:lnTo>
                    <a:pt x="3219" y="2152"/>
                  </a:lnTo>
                  <a:lnTo>
                    <a:pt x="2544" y="2664"/>
                  </a:lnTo>
                  <a:lnTo>
                    <a:pt x="1895" y="3247"/>
                  </a:lnTo>
                  <a:lnTo>
                    <a:pt x="1635" y="3547"/>
                  </a:lnTo>
                  <a:lnTo>
                    <a:pt x="1375" y="3847"/>
                  </a:lnTo>
                  <a:lnTo>
                    <a:pt x="1142" y="4164"/>
                  </a:lnTo>
                  <a:lnTo>
                    <a:pt x="934" y="4464"/>
                  </a:lnTo>
                  <a:lnTo>
                    <a:pt x="726" y="4800"/>
                  </a:lnTo>
                  <a:lnTo>
                    <a:pt x="545" y="5135"/>
                  </a:lnTo>
                  <a:lnTo>
                    <a:pt x="389" y="5523"/>
                  </a:lnTo>
                  <a:lnTo>
                    <a:pt x="285" y="5858"/>
                  </a:lnTo>
                  <a:lnTo>
                    <a:pt x="181" y="6229"/>
                  </a:lnTo>
                  <a:lnTo>
                    <a:pt x="129" y="6564"/>
                  </a:lnTo>
                  <a:lnTo>
                    <a:pt x="77" y="6935"/>
                  </a:lnTo>
                  <a:lnTo>
                    <a:pt x="77" y="7341"/>
                  </a:lnTo>
                  <a:lnTo>
                    <a:pt x="77" y="7782"/>
                  </a:lnTo>
                  <a:lnTo>
                    <a:pt x="129" y="8223"/>
                  </a:lnTo>
                  <a:lnTo>
                    <a:pt x="233" y="8664"/>
                  </a:lnTo>
                  <a:lnTo>
                    <a:pt x="389" y="9035"/>
                  </a:lnTo>
                  <a:lnTo>
                    <a:pt x="545" y="9441"/>
                  </a:lnTo>
                  <a:lnTo>
                    <a:pt x="726" y="9794"/>
                  </a:lnTo>
                  <a:lnTo>
                    <a:pt x="934" y="10164"/>
                  </a:lnTo>
                  <a:lnTo>
                    <a:pt x="1194" y="10464"/>
                  </a:lnTo>
                  <a:lnTo>
                    <a:pt x="1739" y="11099"/>
                  </a:lnTo>
                  <a:lnTo>
                    <a:pt x="2336" y="11647"/>
                  </a:lnTo>
                  <a:lnTo>
                    <a:pt x="2933" y="12194"/>
                  </a:lnTo>
                  <a:lnTo>
                    <a:pt x="3634" y="12670"/>
                  </a:lnTo>
                  <a:lnTo>
                    <a:pt x="4932" y="13552"/>
                  </a:lnTo>
                  <a:lnTo>
                    <a:pt x="6075" y="14329"/>
                  </a:lnTo>
                  <a:lnTo>
                    <a:pt x="6516" y="14735"/>
                  </a:lnTo>
                  <a:lnTo>
                    <a:pt x="6879" y="15141"/>
                  </a:lnTo>
                  <a:lnTo>
                    <a:pt x="6983" y="15352"/>
                  </a:lnTo>
                  <a:lnTo>
                    <a:pt x="7061" y="15547"/>
                  </a:lnTo>
                  <a:lnTo>
                    <a:pt x="7165" y="15758"/>
                  </a:lnTo>
                  <a:lnTo>
                    <a:pt x="7165" y="15952"/>
                  </a:lnTo>
                  <a:lnTo>
                    <a:pt x="7165" y="16464"/>
                  </a:lnTo>
                  <a:lnTo>
                    <a:pt x="7165" y="16976"/>
                  </a:lnTo>
                  <a:lnTo>
                    <a:pt x="7165" y="17505"/>
                  </a:lnTo>
                  <a:lnTo>
                    <a:pt x="7165" y="18052"/>
                  </a:lnTo>
                  <a:lnTo>
                    <a:pt x="7165" y="18529"/>
                  </a:lnTo>
                  <a:lnTo>
                    <a:pt x="7165" y="18900"/>
                  </a:lnTo>
                  <a:lnTo>
                    <a:pt x="7165" y="19147"/>
                  </a:lnTo>
                  <a:lnTo>
                    <a:pt x="7165" y="19235"/>
                  </a:lnTo>
                  <a:lnTo>
                    <a:pt x="7165" y="19482"/>
                  </a:lnTo>
                  <a:lnTo>
                    <a:pt x="7217" y="19747"/>
                  </a:lnTo>
                  <a:lnTo>
                    <a:pt x="7321" y="19994"/>
                  </a:lnTo>
                  <a:lnTo>
                    <a:pt x="7476" y="20223"/>
                  </a:lnTo>
                  <a:lnTo>
                    <a:pt x="7632" y="20435"/>
                  </a:lnTo>
                  <a:lnTo>
                    <a:pt x="7814" y="20629"/>
                  </a:lnTo>
                  <a:lnTo>
                    <a:pt x="8022" y="20841"/>
                  </a:lnTo>
                  <a:lnTo>
                    <a:pt x="8281" y="21000"/>
                  </a:lnTo>
                  <a:lnTo>
                    <a:pt x="8515" y="21176"/>
                  </a:lnTo>
                  <a:lnTo>
                    <a:pt x="8775" y="21317"/>
                  </a:lnTo>
                  <a:lnTo>
                    <a:pt x="9060" y="21441"/>
                  </a:lnTo>
                  <a:lnTo>
                    <a:pt x="9424" y="21547"/>
                  </a:lnTo>
                  <a:lnTo>
                    <a:pt x="9761" y="21617"/>
                  </a:lnTo>
                  <a:lnTo>
                    <a:pt x="10125" y="21688"/>
                  </a:lnTo>
                  <a:lnTo>
                    <a:pt x="10462" y="21723"/>
                  </a:lnTo>
                  <a:lnTo>
                    <a:pt x="10825" y="21723"/>
                  </a:lnTo>
                  <a:close/>
                </a:path>
                <a:path w="21600" h="21600">
                  <a:moveTo>
                    <a:pt x="9242" y="14417"/>
                  </a:moveTo>
                  <a:lnTo>
                    <a:pt x="8541" y="12035"/>
                  </a:lnTo>
                  <a:lnTo>
                    <a:pt x="7295" y="10129"/>
                  </a:lnTo>
                  <a:lnTo>
                    <a:pt x="6905" y="9652"/>
                  </a:lnTo>
                  <a:lnTo>
                    <a:pt x="8541" y="10182"/>
                  </a:lnTo>
                  <a:lnTo>
                    <a:pt x="9787" y="9547"/>
                  </a:lnTo>
                  <a:lnTo>
                    <a:pt x="11189" y="10129"/>
                  </a:lnTo>
                  <a:lnTo>
                    <a:pt x="12279" y="9547"/>
                  </a:lnTo>
                  <a:lnTo>
                    <a:pt x="13370" y="10076"/>
                  </a:lnTo>
                  <a:lnTo>
                    <a:pt x="14850" y="9652"/>
                  </a:lnTo>
                  <a:lnTo>
                    <a:pt x="12902" y="12247"/>
                  </a:lnTo>
                  <a:lnTo>
                    <a:pt x="12357" y="14417"/>
                  </a:lnTo>
                  <a:moveTo>
                    <a:pt x="7191" y="15952"/>
                  </a:moveTo>
                  <a:lnTo>
                    <a:pt x="14512" y="15952"/>
                  </a:lnTo>
                  <a:lnTo>
                    <a:pt x="14512" y="17064"/>
                  </a:lnTo>
                  <a:lnTo>
                    <a:pt x="7191" y="17047"/>
                  </a:lnTo>
                  <a:lnTo>
                    <a:pt x="7191" y="18123"/>
                  </a:lnTo>
                  <a:lnTo>
                    <a:pt x="14512" y="18158"/>
                  </a:lnTo>
                  <a:lnTo>
                    <a:pt x="14538" y="19182"/>
                  </a:lnTo>
                  <a:lnTo>
                    <a:pt x="7217" y="19182"/>
                  </a:lnTo>
                </a:path>
              </a:pathLst>
            </a:cu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1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11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114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CD680C84-87BA-4027-BB9A-0451862AD7EC}" type="slidenum">
              <a:rPr lang="ko-KR" altLang="en-US" sz="1400" smtClean="0">
                <a:solidFill>
                  <a:schemeClr val="tx1"/>
                </a:solidFill>
                <a:latin typeface="-윤명조240" pitchFamily="18" charset="-127"/>
                <a:ea typeface="-윤명조240" pitchFamily="18" charset="-127"/>
              </a:rPr>
              <a:pPr>
                <a:buClr>
                  <a:schemeClr val="tx1"/>
                </a:buClr>
              </a:pPr>
              <a:t>56</a:t>
            </a:fld>
            <a:endParaRPr lang="ko-KR" altLang="en-US" sz="1400">
              <a:solidFill>
                <a:schemeClr val="tx1"/>
              </a:solidFill>
              <a:latin typeface="-윤명조240" pitchFamily="18" charset="-127"/>
              <a:ea typeface="-윤명조240" pitchFamily="18" charset="-127"/>
            </a:endParaRPr>
          </a:p>
        </p:txBody>
      </p:sp>
      <p:sp>
        <p:nvSpPr>
          <p:cNvPr id="7475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31875" y="528638"/>
            <a:ext cx="1042988" cy="692150"/>
          </a:xfrm>
        </p:spPr>
        <p:txBody>
          <a:bodyPr/>
          <a:lstStyle/>
          <a:p>
            <a:pPr eaLnBrk="1" hangingPunct="1">
              <a:buFontTx/>
              <a:buBlip>
                <a:blip r:embed="rId3"/>
              </a:buBlip>
            </a:pPr>
            <a:r>
              <a:rPr lang="en-US" altLang="zh-CN" sz="2000"/>
              <a:t> </a:t>
            </a:r>
          </a:p>
        </p:txBody>
      </p:sp>
      <p:graphicFrame>
        <p:nvGraphicFramePr>
          <p:cNvPr id="74755" name="Object 7"/>
          <p:cNvGraphicFramePr>
            <a:graphicFrameLocks noGrp="1"/>
          </p:cNvGraphicFramePr>
          <p:nvPr>
            <p:ph sz="half" idx="2"/>
          </p:nvPr>
        </p:nvGraphicFramePr>
        <p:xfrm>
          <a:off x="1466850" y="487363"/>
          <a:ext cx="7677150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47" r:id="rId4" imgW="4318000" imgH="787400" progId="Equation.DSMT4">
                  <p:embed/>
                </p:oleObj>
              </mc:Choice>
              <mc:Fallback>
                <p:oleObj r:id="rId4" imgW="4318000" imgH="787400" progId="Equation.DSMT4">
                  <p:embed/>
                  <p:pic>
                    <p:nvPicPr>
                      <p:cNvPr id="0" name="Object 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850" y="487363"/>
                        <a:ext cx="7677150" cy="14001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0859" name="Object 11"/>
          <p:cNvGraphicFramePr>
            <a:graphicFrameLocks/>
          </p:cNvGraphicFramePr>
          <p:nvPr/>
        </p:nvGraphicFramePr>
        <p:xfrm>
          <a:off x="1287463" y="1993900"/>
          <a:ext cx="62325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48" r:id="rId6" imgW="3172246" imgH="253780" progId="Equation.DSMT4">
                  <p:embed/>
                </p:oleObj>
              </mc:Choice>
              <mc:Fallback>
                <p:oleObj r:id="rId6" imgW="3172246" imgH="25378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463" y="1993900"/>
                        <a:ext cx="62325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0864" name="Object 16"/>
          <p:cNvGraphicFramePr>
            <a:graphicFrameLocks/>
          </p:cNvGraphicFramePr>
          <p:nvPr/>
        </p:nvGraphicFramePr>
        <p:xfrm>
          <a:off x="1884363" y="2478088"/>
          <a:ext cx="1839912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49" r:id="rId8" imgW="989741" imgH="253780" progId="Equation.DSMT4">
                  <p:embed/>
                </p:oleObj>
              </mc:Choice>
              <mc:Fallback>
                <p:oleObj r:id="rId8" imgW="989741" imgH="253780" progId="Equation.DSMT4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363" y="2478088"/>
                        <a:ext cx="1839912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0866" name="Object 18"/>
          <p:cNvGraphicFramePr>
            <a:graphicFrameLocks/>
          </p:cNvGraphicFramePr>
          <p:nvPr/>
        </p:nvGraphicFramePr>
        <p:xfrm>
          <a:off x="1339850" y="2887663"/>
          <a:ext cx="7069138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50" r:id="rId10" imgW="3846431" imgH="533169" progId="Equation.DSMT4">
                  <p:embed/>
                </p:oleObj>
              </mc:Choice>
              <mc:Fallback>
                <p:oleObj r:id="rId10" imgW="3846431" imgH="533169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2887663"/>
                        <a:ext cx="7069138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0867" name="Object 19"/>
          <p:cNvGraphicFramePr>
            <a:graphicFrameLocks/>
          </p:cNvGraphicFramePr>
          <p:nvPr/>
        </p:nvGraphicFramePr>
        <p:xfrm>
          <a:off x="1746250" y="5724525"/>
          <a:ext cx="3481388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51" r:id="rId12" imgW="1803400" imgH="279400" progId="Equation.DSMT4">
                  <p:embed/>
                </p:oleObj>
              </mc:Choice>
              <mc:Fallback>
                <p:oleObj r:id="rId12" imgW="1803400" imgH="279400" progId="Equation.DSMT4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0" y="5724525"/>
                        <a:ext cx="3481388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0868" name="Object 20"/>
          <p:cNvGraphicFramePr>
            <a:graphicFrameLocks/>
          </p:cNvGraphicFramePr>
          <p:nvPr/>
        </p:nvGraphicFramePr>
        <p:xfrm>
          <a:off x="1333500" y="3884613"/>
          <a:ext cx="78105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52" r:id="rId14" imgW="4457700" imgH="825500" progId="Equation.DSMT4">
                  <p:embed/>
                </p:oleObj>
              </mc:Choice>
              <mc:Fallback>
                <p:oleObj r:id="rId14" imgW="4457700" imgH="825500" progId="Equation.DSMT4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0" y="3884613"/>
                        <a:ext cx="78105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0869" name="Object 21"/>
          <p:cNvGraphicFramePr>
            <a:graphicFrameLocks/>
          </p:cNvGraphicFramePr>
          <p:nvPr/>
        </p:nvGraphicFramePr>
        <p:xfrm>
          <a:off x="5326063" y="5330825"/>
          <a:ext cx="2640012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53" r:id="rId16" imgW="1485255" imgH="710891" progId="Equation.DSMT4">
                  <p:embed/>
                </p:oleObj>
              </mc:Choice>
              <mc:Fallback>
                <p:oleObj r:id="rId16" imgW="1485255" imgH="710891" progId="Equation.DSMT4">
                  <p:embed/>
                  <p:pic>
                    <p:nvPicPr>
                      <p:cNvPr id="0" name="Object 21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6063" y="5330825"/>
                        <a:ext cx="2640012" cy="126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70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70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70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70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1000"/>
                                        <p:tgtEl>
                                          <p:spTgt spid="1870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1000"/>
                                        <p:tgtEl>
                                          <p:spTgt spid="187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70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70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87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互不相容 </a:t>
            </a:r>
            <a:r>
              <a:rPr lang="en-US" altLang="zh-CN" dirty="0"/>
              <a:t>&amp; </a:t>
            </a:r>
            <a:r>
              <a:rPr lang="zh-CN" altLang="en-US" dirty="0"/>
              <a:t>互相独立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zh-CN" altLang="en-US" dirty="0"/>
              <a:t>事件</a:t>
            </a:r>
            <a:r>
              <a:rPr lang="en-US" altLang="zh-CN" dirty="0"/>
              <a:t>A,B</a:t>
            </a:r>
            <a:r>
              <a:rPr lang="zh-CN" altLang="en-US" dirty="0"/>
              <a:t>独立是指这两个事件之间的概率满足一个等式：</a:t>
            </a:r>
            <a:r>
              <a:rPr lang="en-US" altLang="zh-CN" dirty="0"/>
              <a:t>P(AB)=P(A)P(B)</a:t>
            </a:r>
          </a:p>
          <a:p>
            <a:endParaRPr lang="zh-CN" altLang="en-US" dirty="0"/>
          </a:p>
          <a:p>
            <a:r>
              <a:rPr lang="zh-CN" altLang="en-US" dirty="0"/>
              <a:t>事件</a:t>
            </a:r>
            <a:r>
              <a:rPr lang="en-US" altLang="zh-CN" dirty="0"/>
              <a:t>A,B</a:t>
            </a:r>
            <a:r>
              <a:rPr lang="zh-CN" altLang="en-US" dirty="0"/>
              <a:t>互不相容是指这两个事件之间的运算满足一个等式：</a:t>
            </a:r>
            <a:r>
              <a:rPr lang="en-US" altLang="zh-CN" dirty="0"/>
              <a:t>AB=</a:t>
            </a:r>
            <a:r>
              <a:rPr lang="zh-CN" altLang="en-US" dirty="0"/>
              <a:t>空集。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P(A)P(B)=0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独立才能推出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互不相容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P(A)P(B)=0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互不相容才能推出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一般情况下，两件互不相容的事件不一定相互独立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两个相互独立的事件也不一定互不相容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41363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拿硬币举例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抛一次硬币，出现正面和反面的概率是互不相容的。但出现正面，反面则无法出现，二者不独立。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同时抛两枚硬币，第一枚与第二枚之间毫无关联，相互独立。但两枚之间的正反都有可能出现，并非互不相容。</a:t>
            </a:r>
          </a:p>
        </p:txBody>
      </p:sp>
    </p:spTree>
    <p:extLst>
      <p:ext uri="{BB962C8B-B14F-4D97-AF65-F5344CB8AC3E}">
        <p14:creationId xmlns:p14="http://schemas.microsoft.com/office/powerpoint/2010/main" val="15898034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4CEC1A37-A24E-4D69-A9EE-5D85460F752D}" type="slidenum">
              <a:rPr lang="ko-KR" altLang="en-US" sz="1400" smtClean="0">
                <a:solidFill>
                  <a:schemeClr val="tx1"/>
                </a:solidFill>
                <a:latin typeface="-윤명조240" pitchFamily="18" charset="-127"/>
                <a:ea typeface="-윤명조240" pitchFamily="18" charset="-127"/>
              </a:rPr>
              <a:pPr>
                <a:buClr>
                  <a:schemeClr val="tx1"/>
                </a:buClr>
              </a:pPr>
              <a:t>59</a:t>
            </a:fld>
            <a:endParaRPr lang="ko-KR" altLang="en-US" sz="1400">
              <a:solidFill>
                <a:schemeClr val="tx1"/>
              </a:solidFill>
              <a:latin typeface="-윤명조240" pitchFamily="18" charset="-127"/>
              <a:ea typeface="-윤명조240" pitchFamily="18" charset="-127"/>
            </a:endParaRPr>
          </a:p>
        </p:txBody>
      </p:sp>
      <p:sp>
        <p:nvSpPr>
          <p:cNvPr id="75778" name="Rectangle 5"/>
          <p:cNvSpPr>
            <a:spLocks noGrp="1" noChangeArrowheads="1"/>
          </p:cNvSpPr>
          <p:nvPr>
            <p:ph type="title"/>
          </p:nvPr>
        </p:nvSpPr>
        <p:spPr>
          <a:xfrm>
            <a:off x="1106488" y="317500"/>
            <a:ext cx="7561262" cy="857250"/>
          </a:xfrm>
        </p:spPr>
        <p:txBody>
          <a:bodyPr/>
          <a:lstStyle/>
          <a:p>
            <a:pPr eaLnBrk="1" hangingPunct="1"/>
            <a:r>
              <a:rPr lang="zh-CN" altLang="en-US"/>
              <a:t>总结：</a:t>
            </a:r>
          </a:p>
        </p:txBody>
      </p:sp>
      <p:graphicFrame>
        <p:nvGraphicFramePr>
          <p:cNvPr id="75779" name="Object 4"/>
          <p:cNvGraphicFramePr>
            <a:graphicFrameLocks noGrp="1"/>
          </p:cNvGraphicFramePr>
          <p:nvPr>
            <p:ph idx="1"/>
          </p:nvPr>
        </p:nvGraphicFramePr>
        <p:xfrm>
          <a:off x="1077913" y="1158875"/>
          <a:ext cx="7272337" cy="543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35" r:id="rId3" imgW="4038480" imgH="4012920" progId="Equation.DSMT4">
                  <p:embed/>
                </p:oleObj>
              </mc:Choice>
              <mc:Fallback>
                <p:oleObj r:id="rId3" imgW="4038480" imgH="4012920" progId="Equation.DSMT4">
                  <p:embed/>
                  <p:pic>
                    <p:nvPicPr>
                      <p:cNvPr id="0" name="Object 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913" y="1158875"/>
                        <a:ext cx="7272337" cy="543083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第一章  概率论的基本概念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07" y="1194334"/>
            <a:ext cx="9150674" cy="5365216"/>
          </a:xfrm>
        </p:spPr>
      </p:pic>
    </p:spTree>
    <p:extLst>
      <p:ext uri="{BB962C8B-B14F-4D97-AF65-F5344CB8AC3E}">
        <p14:creationId xmlns:p14="http://schemas.microsoft.com/office/powerpoint/2010/main" val="31834762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3EC8643C-C27F-43F5-9864-77EFB5A804BE}" type="slidenum">
              <a:rPr lang="ko-KR" altLang="en-US" sz="1400" smtClean="0">
                <a:solidFill>
                  <a:schemeClr val="tx1"/>
                </a:solidFill>
                <a:latin typeface="-윤명조240" pitchFamily="18" charset="-127"/>
                <a:ea typeface="-윤명조240" pitchFamily="18" charset="-127"/>
              </a:rPr>
              <a:pPr>
                <a:buClr>
                  <a:schemeClr val="tx1"/>
                </a:buClr>
              </a:pPr>
              <a:t>61</a:t>
            </a:fld>
            <a:endParaRPr lang="ko-KR" altLang="en-US" sz="1400">
              <a:solidFill>
                <a:schemeClr val="tx1"/>
              </a:solidFill>
              <a:latin typeface="-윤명조240" pitchFamily="18" charset="-127"/>
              <a:ea typeface="-윤명조240" pitchFamily="18" charset="-127"/>
            </a:endParaRPr>
          </a:p>
        </p:txBody>
      </p:sp>
      <p:sp>
        <p:nvSpPr>
          <p:cNvPr id="76802" name="Rectangle 5"/>
          <p:cNvSpPr>
            <a:spLocks noGrp="1" noChangeArrowheads="1"/>
          </p:cNvSpPr>
          <p:nvPr>
            <p:ph type="title"/>
          </p:nvPr>
        </p:nvSpPr>
        <p:spPr>
          <a:xfrm>
            <a:off x="1106488" y="317500"/>
            <a:ext cx="7561262" cy="857250"/>
          </a:xfrm>
        </p:spPr>
        <p:txBody>
          <a:bodyPr/>
          <a:lstStyle/>
          <a:p>
            <a:pPr eaLnBrk="1" hangingPunct="1"/>
            <a:r>
              <a:rPr lang="zh-CN" altLang="en-US"/>
              <a:t>课后习题</a:t>
            </a:r>
          </a:p>
        </p:txBody>
      </p:sp>
      <p:sp>
        <p:nvSpPr>
          <p:cNvPr id="76803" name="内容占位符 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7，9，13，15，17，19，21，23</a:t>
            </a:r>
          </a:p>
        </p:txBody>
      </p:sp>
    </p:spTree>
  </p:cSld>
  <p:clrMapOvr>
    <a:masterClrMapping/>
  </p:clrMapOvr>
  <p:transition spd="med"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BA733362-D755-4265-BAC1-B72CFE694226}" type="slidenum">
              <a:rPr lang="ko-KR" altLang="en-US" sz="1400" smtClean="0">
                <a:solidFill>
                  <a:schemeClr val="tx1"/>
                </a:solidFill>
                <a:latin typeface="-윤명조240" pitchFamily="18" charset="-127"/>
                <a:ea typeface="-윤명조240" pitchFamily="18" charset="-127"/>
              </a:rPr>
              <a:pPr>
                <a:buClr>
                  <a:schemeClr val="tx1"/>
                </a:buClr>
              </a:pPr>
              <a:t>62</a:t>
            </a:fld>
            <a:endParaRPr lang="ko-KR" altLang="en-US" sz="1400">
              <a:solidFill>
                <a:schemeClr val="tx1"/>
              </a:solidFill>
              <a:latin typeface="-윤명조240" pitchFamily="18" charset="-127"/>
              <a:ea typeface="-윤명조240" pitchFamily="18" charset="-127"/>
            </a:endParaRPr>
          </a:p>
        </p:txBody>
      </p:sp>
      <p:sp>
        <p:nvSpPr>
          <p:cNvPr id="778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52513" y="204788"/>
            <a:ext cx="2760662" cy="857250"/>
          </a:xfrm>
        </p:spPr>
        <p:txBody>
          <a:bodyPr/>
          <a:lstStyle/>
          <a:p>
            <a:pPr eaLnBrk="1" hangingPunct="1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复习思考题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</p:txBody>
      </p:sp>
      <p:graphicFrame>
        <p:nvGraphicFramePr>
          <p:cNvPr id="77827" name="Object 1029"/>
          <p:cNvGraphicFramePr>
            <a:graphicFrameLocks noGrp="1"/>
          </p:cNvGraphicFramePr>
          <p:nvPr>
            <p:ph idx="1"/>
          </p:nvPr>
        </p:nvGraphicFramePr>
        <p:xfrm>
          <a:off x="1104900" y="2295525"/>
          <a:ext cx="7742238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40" r:id="rId3" imgW="5359400" imgH="736600" progId="Equation.DSMT4">
                  <p:embed/>
                </p:oleObj>
              </mc:Choice>
              <mc:Fallback>
                <p:oleObj r:id="rId3" imgW="5359400" imgH="736600" progId="Equation.DSMT4">
                  <p:embed/>
                  <p:pic>
                    <p:nvPicPr>
                      <p:cNvPr id="0" name="Object 1029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2295525"/>
                        <a:ext cx="7742238" cy="11938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Rectangle 1027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033463" y="1128713"/>
            <a:ext cx="7543800" cy="45148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1800" dirty="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事件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不发生，则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A=</a:t>
            </a:r>
            <a:r>
              <a:rPr lang="ru-RU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Ф</a:t>
            </a:r>
            <a:r>
              <a:rPr lang="en-US" altLang="zh-CN" sz="1800" i="1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对吗？试举例证明之。</a:t>
            </a:r>
          </a:p>
          <a:p>
            <a:pPr eaLnBrk="1" hangingPunct="1">
              <a:buFontTx/>
              <a:buNone/>
            </a:pPr>
            <a:r>
              <a:rPr lang="en-US" altLang="zh-CN" sz="1800" dirty="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两事件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为互不相容，即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AB=</a:t>
            </a:r>
            <a:r>
              <a:rPr lang="ru-RU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Ф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互逆”，对吗？   </a:t>
            </a:r>
            <a:b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 反之成立吗？试举例说明之。</a:t>
            </a:r>
          </a:p>
          <a:p>
            <a:pPr eaLnBrk="1" hangingPunct="1">
              <a:buFontTx/>
              <a:buNone/>
            </a:pP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1800" dirty="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甲、乙两人同时猜一谜，设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A=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甲猜中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B=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乙猜中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</a:p>
          <a:p>
            <a:pPr eaLnBrk="1" hangingPunct="1">
              <a:buFont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   则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A∪B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={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甲、乙两人至少有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人猜中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。若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P(A)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=0.7,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P(B)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=0.8,</a:t>
            </a:r>
          </a:p>
          <a:p>
            <a:pPr eaLnBrk="1" hangingPunct="1">
              <a:buFontTx/>
              <a:buNone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则“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P(A∪B)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=0.7+0.8=1.5”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对吗？</a:t>
            </a:r>
          </a:p>
          <a:p>
            <a:pPr eaLnBrk="1" hangingPunct="1">
              <a:buFontTx/>
              <a:buNone/>
            </a:pPr>
            <a:r>
              <a:rPr lang="en-US" altLang="zh-CN" sz="1800" dirty="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满足什么条件的试验问题称为古典概型问题？</a:t>
            </a:r>
          </a:p>
          <a:p>
            <a:pPr eaLnBrk="1" hangingPunct="1">
              <a:buFontTx/>
              <a:buNone/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7829" name="Object 1031"/>
          <p:cNvGraphicFramePr>
            <a:graphicFrameLocks/>
          </p:cNvGraphicFramePr>
          <p:nvPr/>
        </p:nvGraphicFramePr>
        <p:xfrm>
          <a:off x="1106488" y="5260975"/>
          <a:ext cx="6942137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41" r:id="rId5" imgW="4519239" imgH="761669" progId="Equation.DSMT4">
                  <p:embed/>
                </p:oleObj>
              </mc:Choice>
              <mc:Fallback>
                <p:oleObj r:id="rId5" imgW="4519239" imgH="761669" progId="Equation.DSMT4">
                  <p:embed/>
                  <p:pic>
                    <p:nvPicPr>
                      <p:cNvPr id="0" name="Object 103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488" y="5260975"/>
                        <a:ext cx="6942137" cy="116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CB4E13DF-9835-45DE-AE11-19B43614AC5B}" type="slidenum">
              <a:rPr lang="ko-KR" altLang="en-US" sz="1400" smtClean="0">
                <a:solidFill>
                  <a:schemeClr val="tx1"/>
                </a:solidFill>
                <a:latin typeface="-윤명조240" pitchFamily="18" charset="-127"/>
                <a:ea typeface="-윤명조240" pitchFamily="18" charset="-127"/>
              </a:rPr>
              <a:pPr>
                <a:buClr>
                  <a:schemeClr val="tx1"/>
                </a:buClr>
              </a:pPr>
              <a:t>63</a:t>
            </a:fld>
            <a:endParaRPr lang="ko-KR" altLang="en-US" sz="1400">
              <a:solidFill>
                <a:schemeClr val="tx1"/>
              </a:solidFill>
              <a:latin typeface="-윤명조240" pitchFamily="18" charset="-127"/>
              <a:ea typeface="-윤명조240" pitchFamily="18" charset="-127"/>
            </a:endParaRPr>
          </a:p>
        </p:txBody>
      </p:sp>
      <p:sp>
        <p:nvSpPr>
          <p:cNvPr id="78850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1055688" y="1066800"/>
            <a:ext cx="7837487" cy="55927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180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如何理解样本点是两两互不相容的？</a:t>
            </a:r>
          </a:p>
          <a:p>
            <a:pPr eaLnBrk="1" hangingPunct="1">
              <a:buFontTx/>
              <a:buNone/>
            </a:pP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180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为两随机事件，试举例说明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P(AB)=P(B|A)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表示不同的意义。</a:t>
            </a:r>
          </a:p>
          <a:p>
            <a:pPr eaLnBrk="1" hangingPunct="1">
              <a:buFontTx/>
              <a:buNone/>
            </a:pP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180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10.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什么条件下称两事件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相互独立？</a:t>
            </a:r>
          </a:p>
          <a:p>
            <a:pPr eaLnBrk="1" hangingPunct="1">
              <a:buFontTx/>
              <a:buNone/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	什么条件下称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个事件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1800" baseline="-250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1800" baseline="-250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,…,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18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相互独立？</a:t>
            </a:r>
          </a:p>
          <a:p>
            <a:pPr eaLnBrk="1" hangingPunct="1">
              <a:buFontTx/>
              <a:buNone/>
            </a:pP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180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11.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为两事件，且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P(A)≠0,P(B)≠0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相互独立、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互不相容能否同时成立？试举例说明之。</a:t>
            </a:r>
          </a:p>
          <a:p>
            <a:pPr eaLnBrk="1" hangingPunct="1">
              <a:buFontTx/>
              <a:buNone/>
            </a:pP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180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12.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为两事件，且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P(A)=a,P(B)=b,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问：</a:t>
            </a:r>
          </a:p>
          <a:p>
            <a:pPr eaLnBrk="1" hangingPunct="1">
              <a:buFontTx/>
              <a:buNone/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(1)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独立时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P(A∪B)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为何值？</a:t>
            </a:r>
          </a:p>
          <a:p>
            <a:pPr eaLnBrk="1" hangingPunct="1">
              <a:buFontTx/>
              <a:buNone/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(2)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互不相容时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P(A∪B)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为何值？</a:t>
            </a:r>
          </a:p>
          <a:p>
            <a:pPr eaLnBrk="1" hangingPunct="1">
              <a:buFontTx/>
              <a:buNone/>
            </a:pPr>
            <a:endParaRPr lang="en-US" altLang="zh-CN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8851" name="Object 1028"/>
          <p:cNvGraphicFramePr>
            <a:graphicFrameLocks noGrp="1"/>
          </p:cNvGraphicFramePr>
          <p:nvPr>
            <p:ph sz="half" idx="2"/>
          </p:nvPr>
        </p:nvGraphicFramePr>
        <p:xfrm>
          <a:off x="1111250" y="2290763"/>
          <a:ext cx="7373938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7" r:id="rId3" imgW="4610100" imgH="558800" progId="Equation.DSMT4">
                  <p:embed/>
                </p:oleObj>
              </mc:Choice>
              <mc:Fallback>
                <p:oleObj r:id="rId3" imgW="4610100" imgH="558800" progId="Equation.DSMT4">
                  <p:embed/>
                  <p:pic>
                    <p:nvPicPr>
                      <p:cNvPr id="0" name="Object 1028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0" y="2290763"/>
                        <a:ext cx="7373938" cy="89376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EE524745-1D61-4347-A885-6245B5B4C05C}" type="slidenum">
              <a:rPr lang="ko-KR" altLang="en-US" sz="1400" smtClean="0">
                <a:solidFill>
                  <a:schemeClr val="tx1"/>
                </a:solidFill>
                <a:latin typeface="-윤명조240" pitchFamily="18" charset="-127"/>
                <a:ea typeface="-윤명조240" pitchFamily="18" charset="-127"/>
              </a:rPr>
              <a:pPr>
                <a:buClr>
                  <a:schemeClr val="tx1"/>
                </a:buClr>
              </a:pPr>
              <a:t>64</a:t>
            </a:fld>
            <a:endParaRPr lang="ko-KR" altLang="en-US" sz="1400">
              <a:solidFill>
                <a:schemeClr val="tx1"/>
              </a:solidFill>
              <a:latin typeface="-윤명조240" pitchFamily="18" charset="-127"/>
              <a:ea typeface="-윤명조240" pitchFamily="18" charset="-127"/>
            </a:endParaRPr>
          </a:p>
        </p:txBody>
      </p:sp>
      <p:sp>
        <p:nvSpPr>
          <p:cNvPr id="79874" name="Rectangle 1027"/>
          <p:cNvSpPr>
            <a:spLocks noGrp="1" noChangeArrowheads="1"/>
          </p:cNvSpPr>
          <p:nvPr>
            <p:ph idx="1"/>
          </p:nvPr>
        </p:nvSpPr>
        <p:spPr>
          <a:xfrm>
            <a:off x="1166813" y="1209675"/>
            <a:ext cx="7567612" cy="43021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00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13.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当满足什么条件时称事件组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aseline="-250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aseline="-250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,…,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为样为本空间</a:t>
            </a:r>
          </a:p>
          <a:p>
            <a:pPr eaLnBrk="1" hangingPunct="1"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	 的一个划分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</a:p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14.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A,B,C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为三随机事件，当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A≠B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，且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P(A)≠0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P(B)≠0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时，</a:t>
            </a:r>
          </a:p>
          <a:p>
            <a:pPr eaLnBrk="1" hangingPunct="1">
              <a:buFontTx/>
              <a:buNone/>
            </a:pP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P(C|A)+P(C|B)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有意义吗？试举例说明。</a:t>
            </a:r>
          </a:p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A,B,C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为三随机事件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且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P(C)≠0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eaLnBrk="1" hangingPunct="1"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P(A∪B|C)=P(A|C)+P(B|C)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P(AB|C)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是否成立？</a:t>
            </a:r>
          </a:p>
          <a:p>
            <a:pPr eaLnBrk="1" hangingPunct="1">
              <a:buFontTx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	若成立，与概率的加法公式比较之。</a:t>
            </a:r>
          </a:p>
        </p:txBody>
      </p:sp>
    </p:spTree>
  </p:cSld>
  <p:clrMapOvr>
    <a:masterClrMapping/>
  </p:clrMapOvr>
  <p:transition spd="med"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C3EB627A-F39A-4D6F-AF7C-E4A236B6662A}" type="slidenum">
              <a:rPr lang="ko-KR" altLang="en-US" sz="1400" smtClean="0">
                <a:solidFill>
                  <a:schemeClr val="tx1"/>
                </a:solidFill>
                <a:latin typeface="-소망M" pitchFamily="18" charset="-127"/>
                <a:ea typeface="-소망M" pitchFamily="18" charset="-127"/>
              </a:rPr>
              <a:pPr>
                <a:buClr>
                  <a:schemeClr val="tx1"/>
                </a:buClr>
              </a:pPr>
              <a:t>65</a:t>
            </a:fld>
            <a:endParaRPr lang="ko-KR" altLang="en-US" sz="1400">
              <a:solidFill>
                <a:schemeClr val="tx1"/>
              </a:solidFill>
              <a:latin typeface="-소망M" pitchFamily="18" charset="-127"/>
              <a:ea typeface="-소망M" pitchFamily="18" charset="-127"/>
            </a:endParaRPr>
          </a:p>
        </p:txBody>
      </p:sp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2388" y="11588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第二章  随机变量及其分布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  <a:tabLst>
                <a:tab pos="1427163" algn="l"/>
              </a:tabLst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关键词：</a:t>
            </a:r>
          </a:p>
          <a:p>
            <a:pPr eaLnBrk="1" hangingPunct="1">
              <a:buFontTx/>
              <a:buNone/>
              <a:tabLst>
                <a:tab pos="1427163" algn="l"/>
              </a:tabLst>
            </a:pPr>
            <a:r>
              <a:rPr lang="zh-CN" altLang="en-US">
                <a:ea typeface="宋体" panose="02010600030101010101" pitchFamily="2" charset="-122"/>
              </a:rPr>
              <a:t>		</a:t>
            </a:r>
            <a:r>
              <a:rPr lang="zh-CN" altLang="en-US">
                <a:solidFill>
                  <a:srgbClr val="008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随机变量  </a:t>
            </a:r>
          </a:p>
          <a:p>
            <a:pPr eaLnBrk="1" hangingPunct="1">
              <a:buFontTx/>
              <a:buNone/>
              <a:tabLst>
                <a:tab pos="1427163" algn="l"/>
              </a:tabLst>
            </a:pPr>
            <a:r>
              <a:rPr lang="zh-CN" altLang="en-US">
                <a:solidFill>
                  <a:srgbClr val="008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概率分布函数  </a:t>
            </a:r>
          </a:p>
          <a:p>
            <a:pPr eaLnBrk="1" hangingPunct="1">
              <a:buFontTx/>
              <a:buNone/>
              <a:tabLst>
                <a:tab pos="1427163" algn="l"/>
              </a:tabLst>
            </a:pPr>
            <a:r>
              <a:rPr lang="zh-CN" altLang="en-US">
                <a:solidFill>
                  <a:srgbClr val="008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离散型随机变量  </a:t>
            </a:r>
          </a:p>
          <a:p>
            <a:pPr eaLnBrk="1" hangingPunct="1">
              <a:buFontTx/>
              <a:buNone/>
              <a:tabLst>
                <a:tab pos="1427163" algn="l"/>
              </a:tabLst>
            </a:pPr>
            <a:r>
              <a:rPr lang="zh-CN" altLang="en-US">
                <a:solidFill>
                  <a:srgbClr val="008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连续型随机变量  </a:t>
            </a:r>
          </a:p>
          <a:p>
            <a:pPr eaLnBrk="1" hangingPunct="1">
              <a:buFontTx/>
              <a:buNone/>
              <a:tabLst>
                <a:tab pos="1427163" algn="l"/>
              </a:tabLst>
            </a:pPr>
            <a:r>
              <a:rPr lang="zh-CN" altLang="en-US">
                <a:solidFill>
                  <a:srgbClr val="008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随机变量的函数</a:t>
            </a:r>
          </a:p>
        </p:txBody>
      </p:sp>
      <p:sp>
        <p:nvSpPr>
          <p:cNvPr id="136196" name="Sound"/>
          <p:cNvSpPr>
            <a:spLocks noEditPoints="1" noChangeArrowheads="1"/>
          </p:cNvSpPr>
          <p:nvPr/>
        </p:nvSpPr>
        <p:spPr bwMode="auto">
          <a:xfrm>
            <a:off x="804863" y="1436688"/>
            <a:ext cx="257175" cy="257175"/>
          </a:xfrm>
          <a:custGeom>
            <a:avLst/>
            <a:gdLst>
              <a:gd name="T0" fmla="*/ 11164 w 21600"/>
              <a:gd name="T1" fmla="*/ 21159 h 21600"/>
              <a:gd name="T2" fmla="*/ 11164 w 21600"/>
              <a:gd name="T3" fmla="*/ 0 h 21600"/>
              <a:gd name="T4" fmla="*/ 0 w 21600"/>
              <a:gd name="T5" fmla="*/ 10800 h 21600"/>
              <a:gd name="T6" fmla="*/ 21600 w 21600"/>
              <a:gd name="T7" fmla="*/ 10800 h 21600"/>
              <a:gd name="T8" fmla="*/ 761 w 21600"/>
              <a:gd name="T9" fmla="*/ 22454 h 21600"/>
              <a:gd name="T10" fmla="*/ 21069 w 21600"/>
              <a:gd name="T11" fmla="*/ 28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7273"/>
                </a:moveTo>
                <a:lnTo>
                  <a:pt x="5824" y="7273"/>
                </a:lnTo>
                <a:lnTo>
                  <a:pt x="11164" y="0"/>
                </a:lnTo>
                <a:lnTo>
                  <a:pt x="11164" y="21159"/>
                </a:lnTo>
                <a:lnTo>
                  <a:pt x="5824" y="13885"/>
                </a:lnTo>
                <a:lnTo>
                  <a:pt x="0" y="13885"/>
                </a:lnTo>
                <a:lnTo>
                  <a:pt x="0" y="7273"/>
                </a:lnTo>
                <a:close/>
              </a:path>
              <a:path w="21600" h="21600">
                <a:moveTo>
                  <a:pt x="13024" y="7273"/>
                </a:moveTo>
                <a:lnTo>
                  <a:pt x="13591" y="6722"/>
                </a:lnTo>
                <a:lnTo>
                  <a:pt x="13833" y="7548"/>
                </a:lnTo>
                <a:lnTo>
                  <a:pt x="14076" y="8485"/>
                </a:lnTo>
                <a:lnTo>
                  <a:pt x="14157" y="9367"/>
                </a:lnTo>
                <a:lnTo>
                  <a:pt x="14197" y="10524"/>
                </a:lnTo>
                <a:lnTo>
                  <a:pt x="14197" y="11406"/>
                </a:lnTo>
                <a:lnTo>
                  <a:pt x="14116" y="12012"/>
                </a:lnTo>
                <a:lnTo>
                  <a:pt x="13995" y="12728"/>
                </a:lnTo>
                <a:lnTo>
                  <a:pt x="13833" y="13444"/>
                </a:lnTo>
                <a:lnTo>
                  <a:pt x="13712" y="14106"/>
                </a:lnTo>
                <a:lnTo>
                  <a:pt x="13591" y="14546"/>
                </a:lnTo>
                <a:lnTo>
                  <a:pt x="13065" y="13885"/>
                </a:lnTo>
                <a:lnTo>
                  <a:pt x="13307" y="12893"/>
                </a:lnTo>
                <a:lnTo>
                  <a:pt x="13469" y="11791"/>
                </a:lnTo>
                <a:lnTo>
                  <a:pt x="13550" y="10910"/>
                </a:lnTo>
                <a:lnTo>
                  <a:pt x="13591" y="10138"/>
                </a:lnTo>
                <a:lnTo>
                  <a:pt x="13469" y="9367"/>
                </a:lnTo>
                <a:lnTo>
                  <a:pt x="13388" y="8595"/>
                </a:lnTo>
                <a:lnTo>
                  <a:pt x="13267" y="7934"/>
                </a:lnTo>
                <a:lnTo>
                  <a:pt x="13024" y="7273"/>
                </a:lnTo>
                <a:close/>
              </a:path>
              <a:path w="21600" h="21600">
                <a:moveTo>
                  <a:pt x="16382" y="3967"/>
                </a:moveTo>
                <a:lnTo>
                  <a:pt x="16786" y="5179"/>
                </a:lnTo>
                <a:lnTo>
                  <a:pt x="17150" y="6612"/>
                </a:lnTo>
                <a:lnTo>
                  <a:pt x="17474" y="8651"/>
                </a:lnTo>
                <a:lnTo>
                  <a:pt x="17595" y="9753"/>
                </a:lnTo>
                <a:lnTo>
                  <a:pt x="17635" y="12012"/>
                </a:lnTo>
                <a:lnTo>
                  <a:pt x="17393" y="13665"/>
                </a:lnTo>
                <a:lnTo>
                  <a:pt x="17150" y="15208"/>
                </a:lnTo>
                <a:lnTo>
                  <a:pt x="16786" y="16310"/>
                </a:lnTo>
                <a:lnTo>
                  <a:pt x="16341" y="17687"/>
                </a:lnTo>
                <a:lnTo>
                  <a:pt x="15815" y="17081"/>
                </a:lnTo>
                <a:lnTo>
                  <a:pt x="16503" y="14602"/>
                </a:lnTo>
                <a:lnTo>
                  <a:pt x="16786" y="13169"/>
                </a:lnTo>
                <a:lnTo>
                  <a:pt x="16867" y="12012"/>
                </a:lnTo>
                <a:lnTo>
                  <a:pt x="16867" y="9642"/>
                </a:lnTo>
                <a:lnTo>
                  <a:pt x="16705" y="7989"/>
                </a:lnTo>
                <a:lnTo>
                  <a:pt x="16422" y="6612"/>
                </a:lnTo>
                <a:lnTo>
                  <a:pt x="16220" y="5675"/>
                </a:lnTo>
                <a:lnTo>
                  <a:pt x="15856" y="4518"/>
                </a:lnTo>
                <a:lnTo>
                  <a:pt x="16382" y="3967"/>
                </a:lnTo>
                <a:close/>
              </a:path>
              <a:path w="21600" h="21600">
                <a:moveTo>
                  <a:pt x="18889" y="1377"/>
                </a:moveTo>
                <a:lnTo>
                  <a:pt x="19415" y="826"/>
                </a:lnTo>
                <a:lnTo>
                  <a:pt x="20194" y="2576"/>
                </a:lnTo>
                <a:lnTo>
                  <a:pt x="20831" y="4683"/>
                </a:lnTo>
                <a:lnTo>
                  <a:pt x="21357" y="7204"/>
                </a:lnTo>
                <a:lnTo>
                  <a:pt x="21650" y="9450"/>
                </a:lnTo>
                <a:lnTo>
                  <a:pt x="21600" y="12301"/>
                </a:lnTo>
                <a:lnTo>
                  <a:pt x="21215" y="15938"/>
                </a:lnTo>
                <a:lnTo>
                  <a:pt x="20629" y="18348"/>
                </a:lnTo>
                <a:lnTo>
                  <a:pt x="19415" y="21655"/>
                </a:lnTo>
                <a:lnTo>
                  <a:pt x="18889" y="21159"/>
                </a:lnTo>
                <a:lnTo>
                  <a:pt x="19901" y="18404"/>
                </a:lnTo>
                <a:lnTo>
                  <a:pt x="20467" y="15593"/>
                </a:lnTo>
                <a:lnTo>
                  <a:pt x="20791" y="12342"/>
                </a:lnTo>
                <a:lnTo>
                  <a:pt x="20871" y="9532"/>
                </a:lnTo>
                <a:lnTo>
                  <a:pt x="20629" y="7411"/>
                </a:lnTo>
                <a:lnTo>
                  <a:pt x="20062" y="4628"/>
                </a:lnTo>
                <a:lnTo>
                  <a:pt x="19415" y="2810"/>
                </a:lnTo>
                <a:lnTo>
                  <a:pt x="18889" y="1377"/>
                </a:lnTo>
                <a:close/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marL="1143000" indent="-228600">
              <a:buFontTx/>
              <a:buChar char="•"/>
              <a:defRPr/>
            </a:pPr>
            <a:endParaRPr lang="zh-CN" altLang="zh-CN" sz="1800">
              <a:solidFill>
                <a:schemeClr val="tx1"/>
              </a:solidFill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80958" r:id="rId2" imgW="1442880" imgH="1476360"/>
        </mc:Choice>
        <mc:Fallback>
          <p:control r:id="rId2" imgW="1442880" imgH="1476360">
            <p:pic>
              <p:nvPicPr>
                <p:cNvPr id="80901" name="ShockwaveFlash1"/>
                <p:cNvPicPr>
                  <a:picLocks noChangeArrowheads="1" noChangeShapeType="1"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 bwMode="auto">
                <a:xfrm>
                  <a:off x="6616700" y="4565650"/>
                  <a:ext cx="1443038" cy="14763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</p:cSld>
  <p:clrMapOvr>
    <a:masterClrMapping/>
  </p:clrMapOvr>
  <p:transition spd="med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8.33333E-7 -1.48148E-6 C 0.06892 -1.48148E-6 0.125 0.02847 0.125 0.06389 C 0.125 0.09908 0.06892 0.12778 8.33333E-7 0.12778 C -0.0691 0.12778 -0.125 0.09908 -0.125 0.06389 C -0.125 0.02847 -0.0691 -1.48148E-6 8.33333E-7 -1.48148E-6 Z " pathEditMode="relative" rAng="0" ptsTypes="fffff">
                                      <p:cBhvr>
                                        <p:cTn id="6" dur="1000" fill="hold"/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6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4" grpId="0"/>
      <p:bldP spid="136195" grpId="0" build="p"/>
      <p:bldP spid="13619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E8F51E1B-4873-456C-8BC5-A84426BC4728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66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903288" y="0"/>
            <a:ext cx="6911975" cy="1052513"/>
          </a:xfrm>
        </p:spPr>
        <p:txBody>
          <a:bodyPr/>
          <a:lstStyle/>
          <a:p>
            <a:pPr eaLnBrk="1" hangingPunct="1"/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</a:rPr>
              <a:t>§1 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</a:rPr>
              <a:t>随机变量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6975"/>
            <a:ext cx="8229600" cy="635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b="1">
                <a:solidFill>
                  <a:srgbClr val="0033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常见的两类试验结果：</a:t>
            </a: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971550" y="1844675"/>
            <a:ext cx="7704138" cy="1079500"/>
            <a:chOff x="612" y="1162"/>
            <a:chExt cx="4853" cy="680"/>
          </a:xfrm>
        </p:grpSpPr>
        <p:sp>
          <p:nvSpPr>
            <p:cNvPr id="81925" name="AutoShape 4"/>
            <p:cNvSpPr>
              <a:spLocks/>
            </p:cNvSpPr>
            <p:nvPr/>
          </p:nvSpPr>
          <p:spPr bwMode="auto">
            <a:xfrm>
              <a:off x="612" y="1266"/>
              <a:ext cx="142" cy="485"/>
            </a:xfrm>
            <a:prstGeom prst="leftBrace">
              <a:avLst>
                <a:gd name="adj1" fmla="val 2809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926" name="Text Box 5"/>
            <p:cNvSpPr txBox="1">
              <a:spLocks noChangeArrowheads="1"/>
            </p:cNvSpPr>
            <p:nvPr/>
          </p:nvSpPr>
          <p:spPr bwMode="auto">
            <a:xfrm>
              <a:off x="703" y="1162"/>
              <a:ext cx="39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000">
                  <a:solidFill>
                    <a:schemeClr val="tx1"/>
                  </a:solidFill>
                </a:rPr>
                <a:t>示数的</a:t>
              </a:r>
              <a:r>
                <a:rPr lang="en-US" altLang="zh-CN" sz="2000">
                  <a:solidFill>
                    <a:schemeClr val="tx1"/>
                  </a:solidFill>
                </a:rPr>
                <a:t>——</a:t>
              </a:r>
              <a:r>
                <a:rPr lang="zh-CN" altLang="en-US" sz="2000">
                  <a:solidFill>
                    <a:schemeClr val="tx1"/>
                  </a:solidFill>
                </a:rPr>
                <a:t>降雨量；候车人数；发生交通事故的次数</a:t>
              </a:r>
              <a:r>
                <a:rPr lang="en-US" altLang="zh-CN" sz="2000" b="1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81927" name="Text Box 6"/>
            <p:cNvSpPr txBox="1">
              <a:spLocks noChangeArrowheads="1"/>
            </p:cNvSpPr>
            <p:nvPr/>
          </p:nvSpPr>
          <p:spPr bwMode="auto">
            <a:xfrm>
              <a:off x="711" y="1592"/>
              <a:ext cx="47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000">
                  <a:solidFill>
                    <a:schemeClr val="tx1"/>
                  </a:solidFill>
                </a:rPr>
                <a:t>示性的</a:t>
              </a:r>
              <a:r>
                <a:rPr lang="en-US" altLang="zh-CN" sz="2000">
                  <a:solidFill>
                    <a:schemeClr val="tx1"/>
                  </a:solidFill>
                </a:rPr>
                <a:t>——</a:t>
              </a:r>
              <a:r>
                <a:rPr lang="zh-CN" altLang="en-US" sz="2000">
                  <a:solidFill>
                    <a:schemeClr val="tx1"/>
                  </a:solidFill>
                </a:rPr>
                <a:t>明天天气（晴，多云</a:t>
              </a:r>
              <a:r>
                <a:rPr lang="en-US" altLang="zh-CN" sz="2000" b="1">
                  <a:solidFill>
                    <a:schemeClr val="tx1"/>
                  </a:solidFill>
                </a:rPr>
                <a:t>…</a:t>
              </a:r>
              <a:r>
                <a:rPr lang="zh-CN" altLang="en-US" sz="2000">
                  <a:solidFill>
                    <a:schemeClr val="tx1"/>
                  </a:solidFill>
                </a:rPr>
                <a:t>）；化验结果（阳性，阴性）</a:t>
              </a:r>
              <a:r>
                <a:rPr lang="en-US" altLang="zh-CN" sz="2000" b="1">
                  <a:solidFill>
                    <a:schemeClr val="tx1"/>
                  </a:solidFill>
                </a:rPr>
                <a:t>…</a:t>
              </a:r>
            </a:p>
          </p:txBody>
        </p:sp>
      </p:grp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971550" y="3571875"/>
            <a:ext cx="3763963" cy="936625"/>
            <a:chOff x="1445" y="2568"/>
            <a:chExt cx="2371" cy="590"/>
          </a:xfrm>
        </p:grpSpPr>
        <p:grpSp>
          <p:nvGrpSpPr>
            <p:cNvPr id="81929" name="Group 30"/>
            <p:cNvGrpSpPr>
              <a:grpSpLocks/>
            </p:cNvGrpSpPr>
            <p:nvPr/>
          </p:nvGrpSpPr>
          <p:grpSpPr bwMode="auto">
            <a:xfrm>
              <a:off x="1445" y="2568"/>
              <a:ext cx="1843" cy="590"/>
              <a:chOff x="1400" y="2568"/>
              <a:chExt cx="1843" cy="590"/>
            </a:xfrm>
          </p:grpSpPr>
          <p:grpSp>
            <p:nvGrpSpPr>
              <p:cNvPr id="81930" name="Group 29"/>
              <p:cNvGrpSpPr>
                <a:grpSpLocks/>
              </p:cNvGrpSpPr>
              <p:nvPr/>
            </p:nvGrpSpPr>
            <p:grpSpPr bwMode="auto">
              <a:xfrm>
                <a:off x="1429" y="2659"/>
                <a:ext cx="1316" cy="499"/>
                <a:chOff x="1429" y="2659"/>
                <a:chExt cx="1316" cy="499"/>
              </a:xfrm>
            </p:grpSpPr>
            <p:sp>
              <p:nvSpPr>
                <p:cNvPr id="81931" name="Rectangle 21"/>
                <p:cNvSpPr>
                  <a:spLocks noChangeArrowheads="1"/>
                </p:cNvSpPr>
                <p:nvPr/>
              </p:nvSpPr>
              <p:spPr bwMode="auto">
                <a:xfrm>
                  <a:off x="1429" y="2659"/>
                  <a:ext cx="1316" cy="499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90000" tIns="46800" rIns="90000" bIns="46800" anchor="ctr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1932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069" y="2734"/>
                  <a:ext cx="221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>
                      <a:solidFill>
                        <a:srgbClr val="FF0066"/>
                      </a:solidFill>
                    </a:rPr>
                    <a:t>e</a:t>
                  </a:r>
                </a:p>
              </p:txBody>
            </p:sp>
          </p:grpSp>
          <p:sp>
            <p:nvSpPr>
              <p:cNvPr id="81933" name="Text Box 24"/>
              <p:cNvSpPr txBox="1">
                <a:spLocks noChangeArrowheads="1"/>
              </p:cNvSpPr>
              <p:nvPr/>
            </p:nvSpPr>
            <p:spPr bwMode="auto">
              <a:xfrm>
                <a:off x="1400" y="2568"/>
                <a:ext cx="21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>
                    <a:solidFill>
                      <a:srgbClr val="FF0066"/>
                    </a:solidFill>
                  </a:rPr>
                  <a:t>s</a:t>
                </a:r>
              </a:p>
            </p:txBody>
          </p:sp>
          <p:sp>
            <p:nvSpPr>
              <p:cNvPr id="81934" name="Freeform 25"/>
              <p:cNvSpPr>
                <a:spLocks noChangeArrowheads="1"/>
              </p:cNvSpPr>
              <p:nvPr/>
            </p:nvSpPr>
            <p:spPr bwMode="auto">
              <a:xfrm>
                <a:off x="2336" y="2832"/>
                <a:ext cx="907" cy="99"/>
              </a:xfrm>
              <a:custGeom>
                <a:avLst/>
                <a:gdLst>
                  <a:gd name="T0" fmla="*/ 0 w 907"/>
                  <a:gd name="T1" fmla="*/ 53 h 99"/>
                  <a:gd name="T2" fmla="*/ 453 w 907"/>
                  <a:gd name="T3" fmla="*/ 8 h 99"/>
                  <a:gd name="T4" fmla="*/ 907 w 907"/>
                  <a:gd name="T5" fmla="*/ 9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07" h="99">
                    <a:moveTo>
                      <a:pt x="0" y="53"/>
                    </a:moveTo>
                    <a:cubicBezTo>
                      <a:pt x="151" y="26"/>
                      <a:pt x="302" y="0"/>
                      <a:pt x="453" y="8"/>
                    </a:cubicBezTo>
                    <a:cubicBezTo>
                      <a:pt x="604" y="16"/>
                      <a:pt x="755" y="57"/>
                      <a:pt x="907" y="99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1935" name="Line 26"/>
            <p:cNvSpPr>
              <a:spLocks noChangeShapeType="1"/>
            </p:cNvSpPr>
            <p:nvPr/>
          </p:nvSpPr>
          <p:spPr bwMode="auto">
            <a:xfrm>
              <a:off x="2925" y="2931"/>
              <a:ext cx="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6" name="Text Box 27"/>
            <p:cNvSpPr txBox="1">
              <a:spLocks noChangeArrowheads="1"/>
            </p:cNvSpPr>
            <p:nvPr/>
          </p:nvSpPr>
          <p:spPr bwMode="auto">
            <a:xfrm>
              <a:off x="3606" y="2659"/>
              <a:ext cx="2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0066"/>
                  </a:solidFill>
                </a:rPr>
                <a:t>x</a:t>
              </a:r>
            </a:p>
          </p:txBody>
        </p:sp>
      </p:grp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4987925" y="5607050"/>
            <a:ext cx="1403350" cy="977900"/>
            <a:chOff x="3102" y="3199"/>
            <a:chExt cx="797" cy="733"/>
          </a:xfrm>
        </p:grpSpPr>
        <p:sp>
          <p:nvSpPr>
            <p:cNvPr id="81938" name="AutoShape 32"/>
            <p:cNvSpPr>
              <a:spLocks/>
            </p:cNvSpPr>
            <p:nvPr/>
          </p:nvSpPr>
          <p:spPr bwMode="auto">
            <a:xfrm>
              <a:off x="3102" y="3294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939" name="Text Box 33"/>
            <p:cNvSpPr txBox="1">
              <a:spLocks noChangeArrowheads="1"/>
            </p:cNvSpPr>
            <p:nvPr/>
          </p:nvSpPr>
          <p:spPr bwMode="auto">
            <a:xfrm>
              <a:off x="3277" y="3199"/>
              <a:ext cx="622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chemeClr val="tx1"/>
                  </a:solidFill>
                </a:rPr>
                <a:t>离散型的</a:t>
              </a:r>
            </a:p>
          </p:txBody>
        </p:sp>
        <p:sp>
          <p:nvSpPr>
            <p:cNvPr id="81940" name="Text Box 34"/>
            <p:cNvSpPr txBox="1">
              <a:spLocks noChangeArrowheads="1"/>
            </p:cNvSpPr>
            <p:nvPr/>
          </p:nvSpPr>
          <p:spPr bwMode="auto">
            <a:xfrm>
              <a:off x="3277" y="3657"/>
              <a:ext cx="622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chemeClr val="tx1"/>
                  </a:solidFill>
                </a:rPr>
                <a:t>连续型的</a:t>
              </a:r>
            </a:p>
          </p:txBody>
        </p:sp>
      </p:grpSp>
      <p:sp>
        <p:nvSpPr>
          <p:cNvPr id="139301" name="Text Box 37"/>
          <p:cNvSpPr txBox="1">
            <a:spLocks noChangeArrowheads="1"/>
          </p:cNvSpPr>
          <p:nvPr/>
        </p:nvSpPr>
        <p:spPr bwMode="auto">
          <a:xfrm>
            <a:off x="4813300" y="3933825"/>
            <a:ext cx="4149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chemeClr val="tx1"/>
                </a:solidFill>
              </a:rPr>
              <a:t>X=f(e)</a:t>
            </a:r>
            <a:r>
              <a:rPr lang="zh-CN" altLang="en-US" sz="1800">
                <a:solidFill>
                  <a:schemeClr val="tx1"/>
                </a:solidFill>
              </a:rPr>
              <a:t>－－为</a:t>
            </a:r>
            <a:r>
              <a:rPr lang="en-US" altLang="zh-CN" sz="1800">
                <a:solidFill>
                  <a:schemeClr val="tx1"/>
                </a:solidFill>
              </a:rPr>
              <a:t>S</a:t>
            </a:r>
            <a:r>
              <a:rPr lang="zh-CN" altLang="en-US" sz="1800">
                <a:solidFill>
                  <a:schemeClr val="tx1"/>
                </a:solidFill>
              </a:rPr>
              <a:t>上的单值函数，</a:t>
            </a:r>
            <a:r>
              <a:rPr lang="en-US" altLang="zh-CN" sz="1800">
                <a:solidFill>
                  <a:schemeClr val="tx1"/>
                </a:solidFill>
              </a:rPr>
              <a:t>X</a:t>
            </a:r>
            <a:r>
              <a:rPr lang="zh-CN" altLang="en-US" sz="1800">
                <a:solidFill>
                  <a:schemeClr val="tx1"/>
                </a:solidFill>
              </a:rPr>
              <a:t>为实数 </a:t>
            </a:r>
          </a:p>
        </p:txBody>
      </p:sp>
      <p:sp>
        <p:nvSpPr>
          <p:cNvPr id="139302" name="Rectangle 38"/>
          <p:cNvSpPr>
            <a:spLocks noChangeArrowheads="1"/>
          </p:cNvSpPr>
          <p:nvPr/>
        </p:nvSpPr>
        <p:spPr bwMode="auto">
          <a:xfrm>
            <a:off x="471488" y="2952750"/>
            <a:ext cx="82296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 sz="3200" b="1">
                <a:solidFill>
                  <a:srgbClr val="003366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3200">
                <a:solidFill>
                  <a:srgbClr val="5E5D2F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3200">
                <a:solidFill>
                  <a:srgbClr val="5E5D2F"/>
                </a:solidFill>
                <a:latin typeface="宋体" panose="02010600030101010101" pitchFamily="2" charset="-122"/>
              </a:rPr>
              <a:t>中心问题：将试验结果数量化</a:t>
            </a:r>
          </a:p>
        </p:txBody>
      </p:sp>
      <p:sp>
        <p:nvSpPr>
          <p:cNvPr id="139303" name="Rectangle 39"/>
          <p:cNvSpPr>
            <a:spLocks noChangeArrowheads="1"/>
          </p:cNvSpPr>
          <p:nvPr/>
        </p:nvSpPr>
        <p:spPr bwMode="auto">
          <a:xfrm>
            <a:off x="488950" y="4632325"/>
            <a:ext cx="8229600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 sz="3200" b="1">
                <a:solidFill>
                  <a:srgbClr val="003366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3200">
                <a:solidFill>
                  <a:srgbClr val="5E5D2F"/>
                </a:solidFill>
                <a:latin typeface="宋体" panose="02010600030101010101" pitchFamily="2" charset="-122"/>
              </a:rPr>
              <a:t>  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定义：随试验结果而变的量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X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为随机变量，随机变量的取值随试验结果而定。</a:t>
            </a:r>
          </a:p>
        </p:txBody>
      </p:sp>
      <p:sp>
        <p:nvSpPr>
          <p:cNvPr id="139304" name="Rectangle 40"/>
          <p:cNvSpPr>
            <a:spLocks noChangeArrowheads="1"/>
          </p:cNvSpPr>
          <p:nvPr/>
        </p:nvSpPr>
        <p:spPr bwMode="auto">
          <a:xfrm>
            <a:off x="471488" y="5770563"/>
            <a:ext cx="82296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 sz="3200" b="1">
                <a:solidFill>
                  <a:srgbClr val="003366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3200">
                <a:solidFill>
                  <a:srgbClr val="5E5D2F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3200">
                <a:solidFill>
                  <a:srgbClr val="5E5D2F"/>
                </a:solidFill>
                <a:latin typeface="宋体" panose="02010600030101010101" pitchFamily="2" charset="-122"/>
              </a:rPr>
              <a:t>常见的两类随机变量</a:t>
            </a: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9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9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9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9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9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9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build="p"/>
      <p:bldP spid="139301" grpId="0"/>
      <p:bldP spid="139302" grpId="0"/>
      <p:bldP spid="139303" grpId="0"/>
      <p:bldP spid="13930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7811D6C0-C831-4576-A8A1-9A600F31A8C9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67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35038" y="-85725"/>
            <a:ext cx="8229600" cy="993775"/>
          </a:xfrm>
        </p:spPr>
        <p:txBody>
          <a:bodyPr/>
          <a:lstStyle/>
          <a:p>
            <a:pPr eaLnBrk="1" hangingPunct="1"/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</a:rPr>
              <a:t>§2 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</a:rPr>
              <a:t>离散型随机变量及其分布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908050"/>
            <a:ext cx="8642350" cy="11461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定义：取值可数的随机变量为</a:t>
            </a: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离散量</a:t>
            </a:r>
          </a:p>
          <a:p>
            <a:pPr eaLnBrk="1" hangingPunct="1">
              <a:buFontTx/>
              <a:buNone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离散量的概率分布</a:t>
            </a:r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分布律</a:t>
            </a:r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graphicFrame>
        <p:nvGraphicFramePr>
          <p:cNvPr id="140311" name="Object 23"/>
          <p:cNvGraphicFramePr>
            <a:graphicFrameLocks noGrp="1"/>
          </p:cNvGraphicFramePr>
          <p:nvPr>
            <p:ph sz="quarter" idx="2"/>
          </p:nvPr>
        </p:nvGraphicFramePr>
        <p:xfrm>
          <a:off x="6600825" y="2076450"/>
          <a:ext cx="18034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25" r:id="rId3" imgW="977476" imgH="431613" progId="Equation.DSMT4">
                  <p:embed/>
                </p:oleObj>
              </mc:Choice>
              <mc:Fallback>
                <p:oleObj r:id="rId3" imgW="977476" imgH="431613" progId="Equation.DSMT4">
                  <p:embed/>
                  <p:pic>
                    <p:nvPicPr>
                      <p:cNvPr id="0" name="Object 23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2076450"/>
                        <a:ext cx="1803400" cy="8985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1443038" y="3162300"/>
            <a:ext cx="6140450" cy="1812925"/>
            <a:chOff x="909" y="1992"/>
            <a:chExt cx="3868" cy="1142"/>
          </a:xfrm>
        </p:grpSpPr>
        <p:sp>
          <p:nvSpPr>
            <p:cNvPr id="82950" name="AutoShape 27"/>
            <p:cNvSpPr>
              <a:spLocks noChangeArrowheads="1"/>
            </p:cNvSpPr>
            <p:nvPr/>
          </p:nvSpPr>
          <p:spPr bwMode="auto">
            <a:xfrm>
              <a:off x="1012" y="1992"/>
              <a:ext cx="3765" cy="1142"/>
            </a:xfrm>
            <a:prstGeom prst="horizontalScroll">
              <a:avLst>
                <a:gd name="adj" fmla="val 12500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951" name="Text Box 29"/>
            <p:cNvSpPr txBox="1">
              <a:spLocks noChangeArrowheads="1"/>
            </p:cNvSpPr>
            <p:nvPr/>
          </p:nvSpPr>
          <p:spPr bwMode="auto">
            <a:xfrm>
              <a:off x="909" y="2155"/>
              <a:ext cx="3601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chemeClr val="tx1"/>
                  </a:solidFill>
                </a:rPr>
                <a:t>样本空间</a:t>
              </a:r>
              <a:r>
                <a:rPr lang="en-US" altLang="zh-CN" sz="1800">
                  <a:solidFill>
                    <a:schemeClr val="tx1"/>
                  </a:solidFill>
                </a:rPr>
                <a:t>S</a:t>
              </a:r>
              <a:r>
                <a:rPr lang="zh-CN" altLang="en-US" sz="1800">
                  <a:solidFill>
                    <a:schemeClr val="tx1"/>
                  </a:solidFill>
                </a:rPr>
                <a:t>＝</a:t>
              </a:r>
              <a:r>
                <a:rPr lang="en-US" altLang="zh-CN" sz="1800">
                  <a:solidFill>
                    <a:schemeClr val="tx1"/>
                  </a:solidFill>
                </a:rPr>
                <a:t>{ X=x</a:t>
              </a:r>
              <a:r>
                <a:rPr lang="en-US" altLang="zh-CN" sz="1800" baseline="-50000">
                  <a:solidFill>
                    <a:schemeClr val="tx1"/>
                  </a:solidFill>
                </a:rPr>
                <a:t>1</a:t>
              </a:r>
              <a:r>
                <a:rPr lang="zh-CN" altLang="en-US" sz="1800">
                  <a:solidFill>
                    <a:schemeClr val="tx1"/>
                  </a:solidFill>
                </a:rPr>
                <a:t>，</a:t>
              </a:r>
              <a:r>
                <a:rPr lang="en-US" altLang="zh-CN" sz="1800">
                  <a:solidFill>
                    <a:schemeClr val="tx1"/>
                  </a:solidFill>
                </a:rPr>
                <a:t>X=x</a:t>
              </a:r>
              <a:r>
                <a:rPr lang="en-US" altLang="zh-CN" sz="1800" baseline="-50000">
                  <a:solidFill>
                    <a:schemeClr val="tx1"/>
                  </a:solidFill>
                </a:rPr>
                <a:t>2</a:t>
              </a:r>
              <a:r>
                <a:rPr lang="zh-CN" altLang="en-US" sz="1800">
                  <a:solidFill>
                    <a:schemeClr val="tx1"/>
                  </a:solidFill>
                </a:rPr>
                <a:t>，</a:t>
              </a:r>
              <a:r>
                <a:rPr lang="en-US" altLang="zh-CN" sz="1800">
                  <a:solidFill>
                    <a:schemeClr val="tx1"/>
                  </a:solidFill>
                </a:rPr>
                <a:t>…</a:t>
              </a:r>
              <a:r>
                <a:rPr lang="zh-CN" altLang="en-US" sz="1800">
                  <a:solidFill>
                    <a:schemeClr val="tx1"/>
                  </a:solidFill>
                </a:rPr>
                <a:t>，</a:t>
              </a:r>
              <a:r>
                <a:rPr lang="en-US" altLang="zh-CN" sz="1800">
                  <a:solidFill>
                    <a:schemeClr val="tx1"/>
                  </a:solidFill>
                </a:rPr>
                <a:t>X=x</a:t>
              </a:r>
              <a:r>
                <a:rPr lang="en-US" altLang="zh-CN" sz="1800" baseline="-50000">
                  <a:solidFill>
                    <a:schemeClr val="tx1"/>
                  </a:solidFill>
                </a:rPr>
                <a:t>n</a:t>
              </a:r>
              <a:r>
                <a:rPr lang="zh-CN" altLang="en-US" sz="1800">
                  <a:solidFill>
                    <a:schemeClr val="tx1"/>
                  </a:solidFill>
                </a:rPr>
                <a:t>，</a:t>
              </a:r>
              <a:r>
                <a:rPr lang="en-US" altLang="zh-CN" sz="1800">
                  <a:solidFill>
                    <a:schemeClr val="tx1"/>
                  </a:solidFill>
                </a:rPr>
                <a:t>… }</a:t>
              </a:r>
            </a:p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chemeClr val="tx1"/>
                  </a:solidFill>
                </a:rPr>
                <a:t>由于样本点两两不相容</a:t>
              </a:r>
            </a:p>
          </p:txBody>
        </p:sp>
        <p:graphicFrame>
          <p:nvGraphicFramePr>
            <p:cNvPr id="82952" name="Object 30"/>
            <p:cNvGraphicFramePr>
              <a:graphicFrameLocks/>
            </p:cNvGraphicFramePr>
            <p:nvPr/>
          </p:nvGraphicFramePr>
          <p:xfrm>
            <a:off x="1532" y="2465"/>
            <a:ext cx="2399" cy="5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26" r:id="rId5" imgW="1967646" imgH="431613" progId="Equation.DSMT4">
                    <p:embed/>
                  </p:oleObj>
                </mc:Choice>
                <mc:Fallback>
                  <p:oleObj r:id="rId5" imgW="1967646" imgH="431613" progId="Equation.DSMT4">
                    <p:embed/>
                    <p:pic>
                      <p:nvPicPr>
                        <p:cNvPr id="0" name="Object 3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2" y="2465"/>
                          <a:ext cx="2399" cy="5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2382838" y="5114925"/>
            <a:ext cx="6238875" cy="1014413"/>
            <a:chOff x="1565" y="3294"/>
            <a:chExt cx="3930" cy="639"/>
          </a:xfrm>
        </p:grpSpPr>
        <p:sp>
          <p:nvSpPr>
            <p:cNvPr id="82954" name="AutoShape 32"/>
            <p:cNvSpPr>
              <a:spLocks/>
            </p:cNvSpPr>
            <p:nvPr/>
          </p:nvSpPr>
          <p:spPr bwMode="auto">
            <a:xfrm>
              <a:off x="1565" y="3353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955" name="Text Box 33"/>
            <p:cNvSpPr txBox="1">
              <a:spLocks noChangeArrowheads="1"/>
            </p:cNvSpPr>
            <p:nvPr/>
          </p:nvSpPr>
          <p:spPr bwMode="auto">
            <a:xfrm>
              <a:off x="1701" y="3294"/>
              <a:ext cx="24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1</a:t>
              </a:r>
              <a:r>
                <a:rPr lang="zh-CN" altLang="en-US" sz="1800">
                  <a:solidFill>
                    <a:schemeClr val="tx1"/>
                  </a:solidFill>
                </a:rPr>
                <a:t>、写出可能取值－－即写出了样本点</a:t>
              </a:r>
            </a:p>
          </p:txBody>
        </p:sp>
        <p:sp>
          <p:nvSpPr>
            <p:cNvPr id="82956" name="Text Box 34"/>
            <p:cNvSpPr txBox="1">
              <a:spLocks noChangeArrowheads="1"/>
            </p:cNvSpPr>
            <p:nvPr/>
          </p:nvSpPr>
          <p:spPr bwMode="auto">
            <a:xfrm>
              <a:off x="1701" y="3702"/>
              <a:ext cx="37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chemeClr val="tx1"/>
                  </a:solidFill>
                </a:rPr>
                <a:t>2</a:t>
              </a:r>
              <a:r>
                <a:rPr lang="zh-CN" altLang="en-US" sz="1800">
                  <a:solidFill>
                    <a:schemeClr val="tx1"/>
                  </a:solidFill>
                </a:rPr>
                <a:t>、写出相应的概率－－即写出了每一个样本点出现的概率</a:t>
              </a:r>
            </a:p>
          </p:txBody>
        </p:sp>
      </p:grpSp>
      <p:sp>
        <p:nvSpPr>
          <p:cNvPr id="140323" name="Litebulb"/>
          <p:cNvSpPr>
            <a:spLocks noEditPoints="1" noChangeArrowheads="1"/>
          </p:cNvSpPr>
          <p:nvPr/>
        </p:nvSpPr>
        <p:spPr bwMode="auto">
          <a:xfrm>
            <a:off x="609600" y="1028700"/>
            <a:ext cx="204788" cy="257175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1047750" y="2106613"/>
            <a:ext cx="4808538" cy="925512"/>
            <a:chOff x="660" y="1337"/>
            <a:chExt cx="3029" cy="583"/>
          </a:xfrm>
        </p:grpSpPr>
        <p:graphicFrame>
          <p:nvGraphicFramePr>
            <p:cNvPr id="82959" name="Object 57"/>
            <p:cNvGraphicFramePr>
              <a:graphicFrameLocks/>
            </p:cNvGraphicFramePr>
            <p:nvPr/>
          </p:nvGraphicFramePr>
          <p:xfrm>
            <a:off x="687" y="1634"/>
            <a:ext cx="21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27" r:id="rId7" imgW="152202" imgH="164885" progId="Equation.DSMT4">
                    <p:embed/>
                  </p:oleObj>
                </mc:Choice>
                <mc:Fallback>
                  <p:oleObj r:id="rId7" imgW="152202" imgH="164885" progId="Equation.DSMT4">
                    <p:embed/>
                    <p:pic>
                      <p:nvPicPr>
                        <p:cNvPr id="0" name="Object 5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7" y="1634"/>
                          <a:ext cx="21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2960" name="Group 59"/>
            <p:cNvGrpSpPr>
              <a:grpSpLocks/>
            </p:cNvGrpSpPr>
            <p:nvPr/>
          </p:nvGrpSpPr>
          <p:grpSpPr bwMode="auto">
            <a:xfrm>
              <a:off x="660" y="1337"/>
              <a:ext cx="3029" cy="583"/>
              <a:chOff x="660" y="1337"/>
              <a:chExt cx="3029" cy="583"/>
            </a:xfrm>
          </p:grpSpPr>
          <p:sp>
            <p:nvSpPr>
              <p:cNvPr id="82961" name="Line 4"/>
              <p:cNvSpPr>
                <a:spLocks noChangeShapeType="1"/>
              </p:cNvSpPr>
              <p:nvPr/>
            </p:nvSpPr>
            <p:spPr bwMode="auto">
              <a:xfrm>
                <a:off x="660" y="1617"/>
                <a:ext cx="302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2" name="Line 5"/>
              <p:cNvSpPr>
                <a:spLocks noChangeShapeType="1"/>
              </p:cNvSpPr>
              <p:nvPr/>
            </p:nvSpPr>
            <p:spPr bwMode="auto">
              <a:xfrm>
                <a:off x="963" y="1375"/>
                <a:ext cx="0" cy="5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3" name="Text Box 10"/>
              <p:cNvSpPr txBox="1">
                <a:spLocks noChangeArrowheads="1"/>
              </p:cNvSpPr>
              <p:nvPr/>
            </p:nvSpPr>
            <p:spPr bwMode="auto">
              <a:xfrm>
                <a:off x="1923" y="1343"/>
                <a:ext cx="48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 b="1">
                    <a:solidFill>
                      <a:schemeClr val="tx1"/>
                    </a:solidFill>
                  </a:rPr>
                  <a:t>…</a:t>
                </a:r>
              </a:p>
            </p:txBody>
          </p:sp>
          <p:sp>
            <p:nvSpPr>
              <p:cNvPr id="82964" name="Text Box 17"/>
              <p:cNvSpPr txBox="1">
                <a:spLocks noChangeArrowheads="1"/>
              </p:cNvSpPr>
              <p:nvPr/>
            </p:nvSpPr>
            <p:spPr bwMode="auto">
              <a:xfrm>
                <a:off x="2892" y="1343"/>
                <a:ext cx="48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 b="1">
                    <a:solidFill>
                      <a:schemeClr val="tx1"/>
                    </a:solidFill>
                  </a:rPr>
                  <a:t>…</a:t>
                </a:r>
              </a:p>
            </p:txBody>
          </p:sp>
          <p:sp>
            <p:nvSpPr>
              <p:cNvPr id="82965" name="Text Box 18"/>
              <p:cNvSpPr txBox="1">
                <a:spLocks noChangeArrowheads="1"/>
              </p:cNvSpPr>
              <p:nvPr/>
            </p:nvSpPr>
            <p:spPr bwMode="auto">
              <a:xfrm>
                <a:off x="1933" y="1587"/>
                <a:ext cx="48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 b="1">
                    <a:solidFill>
                      <a:schemeClr val="tx1"/>
                    </a:solidFill>
                  </a:rPr>
                  <a:t>…</a:t>
                </a:r>
              </a:p>
            </p:txBody>
          </p:sp>
          <p:sp>
            <p:nvSpPr>
              <p:cNvPr id="82966" name="Text Box 19"/>
              <p:cNvSpPr txBox="1">
                <a:spLocks noChangeArrowheads="1"/>
              </p:cNvSpPr>
              <p:nvPr/>
            </p:nvSpPr>
            <p:spPr bwMode="auto">
              <a:xfrm>
                <a:off x="2902" y="1577"/>
                <a:ext cx="48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 b="1">
                    <a:solidFill>
                      <a:schemeClr val="tx1"/>
                    </a:solidFill>
                  </a:rPr>
                  <a:t>…</a:t>
                </a:r>
              </a:p>
            </p:txBody>
          </p:sp>
          <p:graphicFrame>
            <p:nvGraphicFramePr>
              <p:cNvPr id="82967" name="Object 42"/>
              <p:cNvGraphicFramePr>
                <a:graphicFrameLocks/>
              </p:cNvGraphicFramePr>
              <p:nvPr/>
            </p:nvGraphicFramePr>
            <p:xfrm>
              <a:off x="1126" y="1337"/>
              <a:ext cx="183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3528" r:id="rId9" imgW="152268" imgH="228402" progId="Equation.DSMT4">
                      <p:embed/>
                    </p:oleObj>
                  </mc:Choice>
                  <mc:Fallback>
                    <p:oleObj r:id="rId9" imgW="152268" imgH="228402" progId="Equation.DSMT4">
                      <p:embed/>
                      <p:pic>
                        <p:nvPicPr>
                          <p:cNvPr id="0" name="Object 4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26" y="1337"/>
                            <a:ext cx="183" cy="2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968" name="Object 51"/>
              <p:cNvGraphicFramePr>
                <a:graphicFrameLocks/>
              </p:cNvGraphicFramePr>
              <p:nvPr/>
            </p:nvGraphicFramePr>
            <p:xfrm>
              <a:off x="1662" y="1339"/>
              <a:ext cx="199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3529" r:id="rId11" imgW="164885" imgH="228303" progId="Equation.DSMT4">
                      <p:embed/>
                    </p:oleObj>
                  </mc:Choice>
                  <mc:Fallback>
                    <p:oleObj r:id="rId11" imgW="164885" imgH="228303" progId="Equation.DSMT4">
                      <p:embed/>
                      <p:pic>
                        <p:nvPicPr>
                          <p:cNvPr id="0" name="Object 5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62" y="1339"/>
                            <a:ext cx="199" cy="2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969" name="Object 52"/>
              <p:cNvGraphicFramePr>
                <a:graphicFrameLocks/>
              </p:cNvGraphicFramePr>
              <p:nvPr/>
            </p:nvGraphicFramePr>
            <p:xfrm>
              <a:off x="2550" y="1338"/>
              <a:ext cx="183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3530" r:id="rId13" imgW="152268" imgH="228402" progId="Equation.DSMT4">
                      <p:embed/>
                    </p:oleObj>
                  </mc:Choice>
                  <mc:Fallback>
                    <p:oleObj r:id="rId13" imgW="152268" imgH="228402" progId="Equation.DSMT4">
                      <p:embed/>
                      <p:pic>
                        <p:nvPicPr>
                          <p:cNvPr id="0" name="Object 5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50" y="1338"/>
                            <a:ext cx="183" cy="2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970" name="Object 53"/>
              <p:cNvGraphicFramePr>
                <a:graphicFrameLocks/>
              </p:cNvGraphicFramePr>
              <p:nvPr/>
            </p:nvGraphicFramePr>
            <p:xfrm>
              <a:off x="1104" y="1583"/>
              <a:ext cx="213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3531" r:id="rId15" imgW="177492" imgH="228204" progId="Equation.DSMT4">
                      <p:embed/>
                    </p:oleObj>
                  </mc:Choice>
                  <mc:Fallback>
                    <p:oleObj r:id="rId15" imgW="177492" imgH="228204" progId="Equation.DSMT4">
                      <p:embed/>
                      <p:pic>
                        <p:nvPicPr>
                          <p:cNvPr id="0" name="Object 5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4" y="1583"/>
                            <a:ext cx="213" cy="2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971" name="Object 54"/>
              <p:cNvGraphicFramePr>
                <a:graphicFrameLocks/>
              </p:cNvGraphicFramePr>
              <p:nvPr/>
            </p:nvGraphicFramePr>
            <p:xfrm>
              <a:off x="1651" y="1586"/>
              <a:ext cx="230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3532" r:id="rId17" imgW="190417" imgH="228501" progId="Equation.DSMT4">
                      <p:embed/>
                    </p:oleObj>
                  </mc:Choice>
                  <mc:Fallback>
                    <p:oleObj r:id="rId17" imgW="190417" imgH="228501" progId="Equation.DSMT4">
                      <p:embed/>
                      <p:pic>
                        <p:nvPicPr>
                          <p:cNvPr id="0" name="Object 5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51" y="1586"/>
                            <a:ext cx="230" cy="2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972" name="Object 55"/>
              <p:cNvGraphicFramePr>
                <a:graphicFrameLocks/>
              </p:cNvGraphicFramePr>
              <p:nvPr/>
            </p:nvGraphicFramePr>
            <p:xfrm>
              <a:off x="2546" y="1587"/>
              <a:ext cx="198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3533" r:id="rId19" imgW="164885" imgH="228303" progId="Equation.DSMT4">
                      <p:embed/>
                    </p:oleObj>
                  </mc:Choice>
                  <mc:Fallback>
                    <p:oleObj r:id="rId19" imgW="164885" imgH="228303" progId="Equation.DSMT4">
                      <p:embed/>
                      <p:pic>
                        <p:nvPicPr>
                          <p:cNvPr id="0" name="Object 5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6" y="1587"/>
                            <a:ext cx="198" cy="2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973" name="Object 58"/>
              <p:cNvGraphicFramePr>
                <a:graphicFrameLocks/>
              </p:cNvGraphicFramePr>
              <p:nvPr/>
            </p:nvGraphicFramePr>
            <p:xfrm>
              <a:off x="684" y="1348"/>
              <a:ext cx="249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3534" r:id="rId21" imgW="177492" imgH="164814" progId="Equation.DSMT4">
                      <p:embed/>
                    </p:oleObj>
                  </mc:Choice>
                  <mc:Fallback>
                    <p:oleObj r:id="rId21" imgW="177492" imgH="164814" progId="Equation.DSMT4">
                      <p:embed/>
                      <p:pic>
                        <p:nvPicPr>
                          <p:cNvPr id="0" name="Object 5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4" y="1348"/>
                            <a:ext cx="249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0349" name="Rectangle 61"/>
          <p:cNvSpPr>
            <a:spLocks noChangeArrowheads="1"/>
          </p:cNvSpPr>
          <p:nvPr/>
        </p:nvSpPr>
        <p:spPr bwMode="auto">
          <a:xfrm>
            <a:off x="403225" y="4999038"/>
            <a:ext cx="864235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5E5D2F"/>
                </a:solidFill>
                <a:latin typeface="宋体" panose="02010600030101010101" pitchFamily="2" charset="-122"/>
              </a:rPr>
              <a:t>#</a:t>
            </a: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概率分布</a:t>
            </a: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0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0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0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0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0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0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advAuto="0"/>
      <p:bldP spid="140323" grpId="0" animBg="1"/>
      <p:bldP spid="14034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AEFE58B0-3CB0-418C-A68F-1FDEF6C1183F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68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9788" y="355600"/>
            <a:ext cx="8027987" cy="1644650"/>
          </a:xfrm>
        </p:spPr>
        <p:txBody>
          <a:bodyPr/>
          <a:lstStyle/>
          <a:p>
            <a:pPr marL="0" indent="0" eaLnBrk="1" hangingPunct="1">
              <a:buFontTx/>
              <a:buBlip>
                <a:blip r:embed="rId3"/>
              </a:buBlip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例：某人骑自行车从学校到火车站，一路上要经	  	 过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个独立的交通灯，设各灯工作独立，且设  	 各灯为红灯的概率为</a:t>
            </a:r>
            <a:r>
              <a:rPr lang="en-US" altLang="zh-CN" sz="2400" i="1">
                <a:solidFill>
                  <a:srgbClr val="1E116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2400" i="1">
                <a:solidFill>
                  <a:srgbClr val="1E116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&lt;p&lt;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，以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表示首次	   	 停车时所通过的交通灯数，求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的概率分布律。</a:t>
            </a:r>
          </a:p>
        </p:txBody>
      </p:sp>
      <p:graphicFrame>
        <p:nvGraphicFramePr>
          <p:cNvPr id="143364" name="Object 4"/>
          <p:cNvGraphicFramePr>
            <a:graphicFrameLocks noGrp="1"/>
          </p:cNvGraphicFramePr>
          <p:nvPr>
            <p:ph sz="quarter" idx="2"/>
          </p:nvPr>
        </p:nvGraphicFramePr>
        <p:xfrm>
          <a:off x="1552575" y="3487738"/>
          <a:ext cx="28003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71" r:id="rId4" imgW="1459866" imgH="228501" progId="Equation.DSMT4">
                  <p:embed/>
                </p:oleObj>
              </mc:Choice>
              <mc:Fallback>
                <p:oleObj r:id="rId4" imgW="1459866" imgH="228501" progId="Equation.DSMT4">
                  <p:embed/>
                  <p:pic>
                    <p:nvPicPr>
                      <p:cNvPr id="0" name="Object 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3487738"/>
                        <a:ext cx="2800350" cy="4381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7" name="Object 7"/>
          <p:cNvGraphicFramePr>
            <a:graphicFrameLocks noGrp="1"/>
          </p:cNvGraphicFramePr>
          <p:nvPr>
            <p:ph sz="quarter" idx="3"/>
          </p:nvPr>
        </p:nvGraphicFramePr>
        <p:xfrm>
          <a:off x="4883150" y="3486150"/>
          <a:ext cx="38671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72" r:id="rId6" imgW="1967646" imgH="241195" progId="Equation.DSMT4">
                  <p:embed/>
                </p:oleObj>
              </mc:Choice>
              <mc:Fallback>
                <p:oleObj r:id="rId6" imgW="1967646" imgH="241195" progId="Equation.DSMT4">
                  <p:embed/>
                  <p:pic>
                    <p:nvPicPr>
                      <p:cNvPr id="0" name="Object 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50" y="3486150"/>
                        <a:ext cx="3867150" cy="47466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0" name="Object 10"/>
          <p:cNvGraphicFramePr>
            <a:graphicFrameLocks/>
          </p:cNvGraphicFramePr>
          <p:nvPr/>
        </p:nvGraphicFramePr>
        <p:xfrm>
          <a:off x="1522413" y="3998913"/>
          <a:ext cx="46101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73" r:id="rId8" imgW="2221536" imgH="241195" progId="Equation.DSMT4">
                  <p:embed/>
                </p:oleObj>
              </mc:Choice>
              <mc:Fallback>
                <p:oleObj r:id="rId8" imgW="2221536" imgH="241195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2413" y="3998913"/>
                        <a:ext cx="461010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1" name="Object 11"/>
          <p:cNvGraphicFramePr>
            <a:graphicFrameLocks/>
          </p:cNvGraphicFramePr>
          <p:nvPr/>
        </p:nvGraphicFramePr>
        <p:xfrm>
          <a:off x="1509713" y="4581525"/>
          <a:ext cx="44958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74" r:id="rId10" imgW="2107285" imgH="241195" progId="Equation.DSMT4">
                  <p:embed/>
                </p:oleObj>
              </mc:Choice>
              <mc:Fallback>
                <p:oleObj r:id="rId10" imgW="2107285" imgH="241195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9713" y="4581525"/>
                        <a:ext cx="449580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2027238" y="5508625"/>
            <a:ext cx="4105275" cy="987425"/>
            <a:chOff x="793" y="2886"/>
            <a:chExt cx="2586" cy="622"/>
          </a:xfrm>
        </p:grpSpPr>
        <p:grpSp>
          <p:nvGrpSpPr>
            <p:cNvPr id="83976" name="Group 29"/>
            <p:cNvGrpSpPr>
              <a:grpSpLocks/>
            </p:cNvGrpSpPr>
            <p:nvPr/>
          </p:nvGrpSpPr>
          <p:grpSpPr bwMode="auto">
            <a:xfrm>
              <a:off x="793" y="2886"/>
              <a:ext cx="2450" cy="622"/>
              <a:chOff x="793" y="2931"/>
              <a:chExt cx="2450" cy="622"/>
            </a:xfrm>
          </p:grpSpPr>
          <p:sp>
            <p:nvSpPr>
              <p:cNvPr id="83977" name="Line 14"/>
              <p:cNvSpPr>
                <a:spLocks noChangeShapeType="1"/>
              </p:cNvSpPr>
              <p:nvPr/>
            </p:nvSpPr>
            <p:spPr bwMode="auto">
              <a:xfrm>
                <a:off x="1099" y="3008"/>
                <a:ext cx="0" cy="5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78" name="Text Box 17"/>
              <p:cNvSpPr txBox="1">
                <a:spLocks noChangeArrowheads="1"/>
              </p:cNvSpPr>
              <p:nvPr/>
            </p:nvSpPr>
            <p:spPr bwMode="auto">
              <a:xfrm>
                <a:off x="808" y="3250"/>
                <a:ext cx="19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>
                    <a:solidFill>
                      <a:schemeClr val="tx1"/>
                    </a:solidFill>
                  </a:rPr>
                  <a:t>p</a:t>
                </a:r>
              </a:p>
            </p:txBody>
          </p:sp>
          <p:grpSp>
            <p:nvGrpSpPr>
              <p:cNvPr id="83979" name="Group 28"/>
              <p:cNvGrpSpPr>
                <a:grpSpLocks/>
              </p:cNvGrpSpPr>
              <p:nvPr/>
            </p:nvGrpSpPr>
            <p:grpSpPr bwMode="auto">
              <a:xfrm>
                <a:off x="793" y="2931"/>
                <a:ext cx="2450" cy="248"/>
                <a:chOff x="793" y="2931"/>
                <a:chExt cx="2450" cy="248"/>
              </a:xfrm>
            </p:grpSpPr>
            <p:sp>
              <p:nvSpPr>
                <p:cNvPr id="8398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793" y="2948"/>
                  <a:ext cx="21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solidFill>
                        <a:schemeClr val="tx1"/>
                      </a:solidFill>
                    </a:rPr>
                    <a:t>X</a:t>
                  </a:r>
                </a:p>
              </p:txBody>
            </p:sp>
            <p:sp>
              <p:nvSpPr>
                <p:cNvPr id="83981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232" y="2948"/>
                  <a:ext cx="19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3982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796" y="2941"/>
                  <a:ext cx="19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83983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367" y="2941"/>
                  <a:ext cx="195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83984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758" y="2931"/>
                  <a:ext cx="485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fontAlgn="t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180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</p:grpSp>
        </p:grpSp>
        <p:grpSp>
          <p:nvGrpSpPr>
            <p:cNvPr id="83985" name="Group 30"/>
            <p:cNvGrpSpPr>
              <a:grpSpLocks/>
            </p:cNvGrpSpPr>
            <p:nvPr/>
          </p:nvGrpSpPr>
          <p:grpSpPr bwMode="auto">
            <a:xfrm>
              <a:off x="796" y="3203"/>
              <a:ext cx="2583" cy="237"/>
              <a:chOff x="796" y="3244"/>
              <a:chExt cx="2583" cy="237"/>
            </a:xfrm>
          </p:grpSpPr>
          <p:sp>
            <p:nvSpPr>
              <p:cNvPr id="83986" name="Line 13"/>
              <p:cNvSpPr>
                <a:spLocks noChangeShapeType="1"/>
              </p:cNvSpPr>
              <p:nvPr/>
            </p:nvSpPr>
            <p:spPr bwMode="auto">
              <a:xfrm flipV="1">
                <a:off x="796" y="3249"/>
                <a:ext cx="2583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87" name="Text Box 21"/>
              <p:cNvSpPr txBox="1">
                <a:spLocks noChangeArrowheads="1"/>
              </p:cNvSpPr>
              <p:nvPr/>
            </p:nvSpPr>
            <p:spPr bwMode="auto">
              <a:xfrm>
                <a:off x="1250" y="3244"/>
                <a:ext cx="19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>
                    <a:solidFill>
                      <a:schemeClr val="tx1"/>
                    </a:solidFill>
                  </a:rPr>
                  <a:t>p</a:t>
                </a:r>
                <a:endParaRPr lang="en-US" altLang="zh-CN" sz="1800" baseline="-50000">
                  <a:solidFill>
                    <a:schemeClr val="tx1"/>
                  </a:solidFill>
                </a:endParaRPr>
              </a:p>
            </p:txBody>
          </p:sp>
          <p:sp>
            <p:nvSpPr>
              <p:cNvPr id="83988" name="Text Box 23"/>
              <p:cNvSpPr txBox="1">
                <a:spLocks noChangeArrowheads="1"/>
              </p:cNvSpPr>
              <p:nvPr/>
            </p:nvSpPr>
            <p:spPr bwMode="auto">
              <a:xfrm>
                <a:off x="1624" y="3249"/>
                <a:ext cx="4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>
                    <a:solidFill>
                      <a:schemeClr val="tx1"/>
                    </a:solidFill>
                  </a:rPr>
                  <a:t>p(1-p)</a:t>
                </a:r>
                <a:endParaRPr lang="en-US" altLang="zh-CN" sz="1800" baseline="-50000">
                  <a:solidFill>
                    <a:schemeClr val="tx1"/>
                  </a:solidFill>
                </a:endParaRPr>
              </a:p>
            </p:txBody>
          </p:sp>
          <p:sp>
            <p:nvSpPr>
              <p:cNvPr id="83989" name="Text Box 24"/>
              <p:cNvSpPr txBox="1">
                <a:spLocks noChangeArrowheads="1"/>
              </p:cNvSpPr>
              <p:nvPr/>
            </p:nvSpPr>
            <p:spPr bwMode="auto">
              <a:xfrm>
                <a:off x="2200" y="3250"/>
                <a:ext cx="55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>
                    <a:solidFill>
                      <a:schemeClr val="tx1"/>
                    </a:solidFill>
                  </a:rPr>
                  <a:t>(1-p)</a:t>
                </a:r>
                <a:r>
                  <a:rPr lang="en-US" altLang="zh-CN" sz="1800" baseline="30000">
                    <a:solidFill>
                      <a:schemeClr val="tx1"/>
                    </a:solidFill>
                  </a:rPr>
                  <a:t>2</a:t>
                </a:r>
                <a:r>
                  <a:rPr lang="en-US" altLang="zh-CN" sz="1800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83990" name="Text Box 27"/>
              <p:cNvSpPr txBox="1">
                <a:spLocks noChangeArrowheads="1"/>
              </p:cNvSpPr>
              <p:nvPr/>
            </p:nvSpPr>
            <p:spPr bwMode="auto">
              <a:xfrm>
                <a:off x="2744" y="3249"/>
                <a:ext cx="59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>
                    <a:solidFill>
                      <a:schemeClr val="tx1"/>
                    </a:solidFill>
                  </a:rPr>
                  <a:t>(1-p)</a:t>
                </a:r>
                <a:r>
                  <a:rPr lang="en-US" altLang="zh-CN" sz="1800" baseline="30000">
                    <a:solidFill>
                      <a:schemeClr val="tx1"/>
                    </a:solidFill>
                  </a:rPr>
                  <a:t>3</a:t>
                </a:r>
                <a:endParaRPr lang="en-US" altLang="zh-CN" sz="18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6303963" y="4843463"/>
            <a:ext cx="2590800" cy="1125537"/>
            <a:chOff x="3971" y="3071"/>
            <a:chExt cx="1632" cy="709"/>
          </a:xfrm>
        </p:grpSpPr>
        <p:sp>
          <p:nvSpPr>
            <p:cNvPr id="83992" name="AutoShape 33"/>
            <p:cNvSpPr>
              <a:spLocks noChangeArrowheads="1"/>
            </p:cNvSpPr>
            <p:nvPr/>
          </p:nvSpPr>
          <p:spPr bwMode="auto">
            <a:xfrm flipV="1">
              <a:off x="3971" y="3071"/>
              <a:ext cx="1632" cy="709"/>
            </a:xfrm>
            <a:prstGeom prst="cloudCallout">
              <a:avLst>
                <a:gd name="adj1" fmla="val -56315"/>
                <a:gd name="adj2" fmla="val 96120"/>
              </a:avLst>
            </a:prstGeom>
            <a:solidFill>
              <a:schemeClr val="accent1">
                <a:alpha val="50194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lIns="90000" tIns="46800" rIns="90000" bIns="46800"/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t"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0066"/>
                </a:solidFill>
              </a:endParaRPr>
            </a:p>
          </p:txBody>
        </p:sp>
        <p:graphicFrame>
          <p:nvGraphicFramePr>
            <p:cNvPr id="83993" name="Object 34"/>
            <p:cNvGraphicFramePr>
              <a:graphicFrameLocks/>
            </p:cNvGraphicFramePr>
            <p:nvPr/>
          </p:nvGraphicFramePr>
          <p:xfrm>
            <a:off x="3996" y="3266"/>
            <a:ext cx="1483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275" r:id="rId12" imgW="1955800" imgH="508000" progId="Equation.DSMT4">
                    <p:embed/>
                  </p:oleObj>
                </mc:Choice>
                <mc:Fallback>
                  <p:oleObj r:id="rId12" imgW="1955800" imgH="508000" progId="Equation.DSMT4">
                    <p:embed/>
                    <p:pic>
                      <p:nvPicPr>
                        <p:cNvPr id="0" name="Object 3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6" y="3266"/>
                          <a:ext cx="1483" cy="3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83994" name="Picture 37" descr="jt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923925"/>
            <a:ext cx="37147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8" name="Rectangle 38"/>
          <p:cNvSpPr>
            <a:spLocks noChangeArrowheads="1"/>
          </p:cNvSpPr>
          <p:nvPr/>
        </p:nvSpPr>
        <p:spPr bwMode="auto">
          <a:xfrm>
            <a:off x="992188" y="1927225"/>
            <a:ext cx="8027987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   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解：</a:t>
            </a:r>
          </a:p>
          <a:p>
            <a:pPr latinLnBrk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	 设</a:t>
            </a:r>
            <a:r>
              <a:rPr lang="en-US" altLang="zh-CN" i="1">
                <a:solidFill>
                  <a:srgbClr val="5E5D2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solidFill>
                  <a:srgbClr val="5E5D2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={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i="1">
                <a:solidFill>
                  <a:srgbClr val="5E5D2F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个灯为红灯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}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，则</a:t>
            </a:r>
            <a:r>
              <a:rPr lang="en-US" altLang="zh-CN" i="1">
                <a:solidFill>
                  <a:srgbClr val="5E5D2F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5E5D2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solidFill>
                  <a:srgbClr val="5E5D2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)=</a:t>
            </a:r>
            <a:r>
              <a:rPr lang="en-US" altLang="zh-CN" i="1">
                <a:solidFill>
                  <a:srgbClr val="5E5D2F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i="1">
                <a:solidFill>
                  <a:srgbClr val="5E5D2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=1,2,3 </a:t>
            </a:r>
          </a:p>
          <a:p>
            <a:pPr latinLnBrk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	 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且</a:t>
            </a:r>
            <a:r>
              <a:rPr lang="en-US" altLang="zh-CN" i="1">
                <a:solidFill>
                  <a:srgbClr val="5E5D2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solidFill>
                  <a:srgbClr val="5E5D2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,</a:t>
            </a:r>
            <a:r>
              <a:rPr lang="en-US" altLang="zh-CN" i="1">
                <a:solidFill>
                  <a:srgbClr val="5E5D2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solidFill>
                  <a:srgbClr val="5E5D2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,</a:t>
            </a:r>
            <a:r>
              <a:rPr lang="en-US" altLang="zh-CN" i="1">
                <a:solidFill>
                  <a:srgbClr val="5E5D2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solidFill>
                  <a:srgbClr val="5E5D2F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相互独立。</a:t>
            </a: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E5C9BC52-6DBF-4ADA-A218-69578A965977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69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8499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00125" y="341313"/>
            <a:ext cx="7912100" cy="1716087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Blip>
                <a:blip r:embed="rId3"/>
              </a:buBlip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例：从生产线上随机抽产品进行检测，设产品	 的次品率为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0&lt;p&lt;1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，若查到一只次品就	 得停机检修，设停机时已检测到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只产品，	 试写出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的概率分布律。</a:t>
            </a:r>
            <a:endParaRPr lang="zh-CN" altLang="en-US" sz="2800" b="1">
              <a:solidFill>
                <a:srgbClr val="1E116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46436" name="Object 4"/>
          <p:cNvGraphicFramePr>
            <a:graphicFrameLocks noGrp="1"/>
          </p:cNvGraphicFramePr>
          <p:nvPr>
            <p:ph sz="quarter" idx="2"/>
          </p:nvPr>
        </p:nvGraphicFramePr>
        <p:xfrm>
          <a:off x="1666875" y="3803650"/>
          <a:ext cx="694848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53" r:id="rId4" imgW="3313262" imgH="241195" progId="Equation.DSMT4">
                  <p:embed/>
                </p:oleObj>
              </mc:Choice>
              <mc:Fallback>
                <p:oleObj r:id="rId4" imgW="3313262" imgH="241195" progId="Equation.DSMT4">
                  <p:embed/>
                  <p:pic>
                    <p:nvPicPr>
                      <p:cNvPr id="0" name="Object 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75" y="3803650"/>
                        <a:ext cx="6948488" cy="50641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42" name="Rectangle 10"/>
          <p:cNvSpPr>
            <a:spLocks noChangeArrowheads="1"/>
          </p:cNvSpPr>
          <p:nvPr/>
        </p:nvSpPr>
        <p:spPr bwMode="auto">
          <a:xfrm>
            <a:off x="1152525" y="2397125"/>
            <a:ext cx="7912100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解：设</a:t>
            </a: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2800" baseline="-25000">
                <a:solidFill>
                  <a:srgbClr val="5E5D2F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={</a:t>
            </a: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i</a:t>
            </a: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次抽到正品</a:t>
            </a: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}</a:t>
            </a: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i=1,2,…</a:t>
            </a:r>
          </a:p>
          <a:p>
            <a:pPr latinLnBrk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	  </a:t>
            </a: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则</a:t>
            </a: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2800" baseline="-25000">
                <a:solidFill>
                  <a:srgbClr val="5E5D2F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,A</a:t>
            </a:r>
            <a:r>
              <a:rPr lang="en-US" altLang="zh-CN" sz="2800" baseline="-25000">
                <a:solidFill>
                  <a:srgbClr val="5E5D2F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,…</a:t>
            </a: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相互独立。</a:t>
            </a:r>
          </a:p>
        </p:txBody>
      </p:sp>
      <p:sp>
        <p:nvSpPr>
          <p:cNvPr id="146443" name="Rectangle 11"/>
          <p:cNvSpPr>
            <a:spLocks noChangeArrowheads="1"/>
          </p:cNvSpPr>
          <p:nvPr/>
        </p:nvSpPr>
        <p:spPr bwMode="auto">
          <a:xfrm>
            <a:off x="1152525" y="4711700"/>
            <a:ext cx="791210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2800" dirty="0">
                <a:solidFill>
                  <a:srgbClr val="5E5D2F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800" dirty="0">
                <a:solidFill>
                  <a:srgbClr val="5E5D2F"/>
                </a:solidFill>
                <a:latin typeface="宋体" panose="02010600030101010101" pitchFamily="2" charset="-122"/>
              </a:rPr>
              <a:t>亦称</a:t>
            </a:r>
            <a:r>
              <a:rPr lang="en-US" altLang="zh-CN" sz="2800" dirty="0">
                <a:solidFill>
                  <a:srgbClr val="5E5D2F"/>
                </a:solidFill>
                <a:latin typeface="宋体" panose="02010600030101010101" pitchFamily="2" charset="-122"/>
              </a:rPr>
              <a:t>X</a:t>
            </a:r>
            <a:r>
              <a:rPr lang="zh-CN" altLang="en-US" sz="2800" dirty="0">
                <a:solidFill>
                  <a:srgbClr val="5E5D2F"/>
                </a:solidFill>
                <a:latin typeface="宋体" panose="02010600030101010101" pitchFamily="2" charset="-122"/>
              </a:rPr>
              <a:t>为服从参数</a:t>
            </a:r>
            <a:r>
              <a:rPr lang="en-US" altLang="zh-CN" sz="2800" dirty="0">
                <a:solidFill>
                  <a:srgbClr val="5E5D2F"/>
                </a:solidFill>
                <a:latin typeface="宋体" panose="02010600030101010101" pitchFamily="2" charset="-122"/>
              </a:rPr>
              <a:t>p</a:t>
            </a:r>
            <a:r>
              <a:rPr lang="zh-CN" altLang="en-US" sz="2800" dirty="0">
                <a:solidFill>
                  <a:srgbClr val="5E5D2F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800" b="1" dirty="0">
                <a:solidFill>
                  <a:srgbClr val="0070C0"/>
                </a:solidFill>
                <a:latin typeface="宋体" panose="02010600030101010101" pitchFamily="2" charset="-122"/>
              </a:rPr>
              <a:t>几何分布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2" name="矩形 1"/>
          <p:cNvSpPr/>
          <p:nvPr/>
        </p:nvSpPr>
        <p:spPr>
          <a:xfrm>
            <a:off x="-72193" y="5457490"/>
            <a:ext cx="9136818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在概率论和统计学中，几何分布（英语：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Geometric distribution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）指的是以下两种离散型概率分布中的一种： </a:t>
            </a: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在伯努利试验中，得到一次成功所需要的试验次数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的值域是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1, 2, 3, ... }</a:t>
            </a:r>
          </a:p>
          <a:p>
            <a:pPr lvl="1"/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在得到第一次成功之前所经历的失败次数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= X − 1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的值域是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0, 1, 2, 3, ... }</a:t>
            </a: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42" grpId="0"/>
      <p:bldP spid="146443" grpId="0"/>
      <p:bldP spid="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8A874028-6FD6-4FA4-8A5E-E42A2304760C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70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311150"/>
            <a:ext cx="8759825" cy="3030538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三个主要的离散型随机变量</a:t>
            </a:r>
          </a:p>
          <a:p>
            <a:pPr marL="609600" indent="-609600" eaLnBrk="1" hangingPunct="1">
              <a:buFontTx/>
              <a:buNone/>
            </a:pP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－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1(p)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分布				</a:t>
            </a:r>
          </a:p>
          <a:p>
            <a:pPr marL="914400" lvl="1" indent="-457200" eaLnBrk="1" hangingPunct="1">
              <a:buFont typeface="Wingdings" panose="05000000000000000000" pitchFamily="2" charset="2"/>
              <a:buChar char="Ø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chemeClr val="accent2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二项分布</a:t>
            </a:r>
          </a:p>
          <a:p>
            <a:pPr marL="914400" lvl="1" indent="-457200" eaLnBrk="1" hangingPunct="1">
              <a:buFont typeface="Wingdings" panose="05000000000000000000" pitchFamily="2" charset="2"/>
              <a:buNone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4287838" y="1189038"/>
            <a:ext cx="2305050" cy="746125"/>
            <a:chOff x="2900" y="455"/>
            <a:chExt cx="1134" cy="412"/>
          </a:xfrm>
        </p:grpSpPr>
        <p:sp>
          <p:nvSpPr>
            <p:cNvPr id="86020" name="Line 5"/>
            <p:cNvSpPr>
              <a:spLocks noChangeShapeType="1"/>
            </p:cNvSpPr>
            <p:nvPr/>
          </p:nvSpPr>
          <p:spPr bwMode="auto">
            <a:xfrm>
              <a:off x="3218" y="505"/>
              <a:ext cx="0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21" name="Line 4"/>
            <p:cNvSpPr>
              <a:spLocks noChangeShapeType="1"/>
            </p:cNvSpPr>
            <p:nvPr/>
          </p:nvSpPr>
          <p:spPr bwMode="auto">
            <a:xfrm>
              <a:off x="2900" y="686"/>
              <a:ext cx="11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6022" name="Group 38"/>
            <p:cNvGrpSpPr>
              <a:grpSpLocks/>
            </p:cNvGrpSpPr>
            <p:nvPr/>
          </p:nvGrpSpPr>
          <p:grpSpPr bwMode="auto">
            <a:xfrm>
              <a:off x="3014" y="455"/>
              <a:ext cx="921" cy="389"/>
              <a:chOff x="3014" y="455"/>
              <a:chExt cx="921" cy="389"/>
            </a:xfrm>
          </p:grpSpPr>
          <p:sp>
            <p:nvSpPr>
              <p:cNvPr id="86023" name="Text Box 6"/>
              <p:cNvSpPr txBox="1">
                <a:spLocks noChangeArrowheads="1"/>
              </p:cNvSpPr>
              <p:nvPr/>
            </p:nvSpPr>
            <p:spPr bwMode="auto">
              <a:xfrm>
                <a:off x="3014" y="455"/>
                <a:ext cx="16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>
                    <a:solidFill>
                      <a:schemeClr val="tx1"/>
                    </a:solidFill>
                  </a:rPr>
                  <a:t>X</a:t>
                </a:r>
              </a:p>
            </p:txBody>
          </p:sp>
          <p:sp>
            <p:nvSpPr>
              <p:cNvPr id="86024" name="Text Box 7"/>
              <p:cNvSpPr txBox="1">
                <a:spLocks noChangeArrowheads="1"/>
              </p:cNvSpPr>
              <p:nvPr/>
            </p:nvSpPr>
            <p:spPr bwMode="auto">
              <a:xfrm>
                <a:off x="3020" y="642"/>
                <a:ext cx="15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86025" name="Text Box 8"/>
              <p:cNvSpPr txBox="1">
                <a:spLocks noChangeArrowheads="1"/>
              </p:cNvSpPr>
              <p:nvPr/>
            </p:nvSpPr>
            <p:spPr bwMode="auto">
              <a:xfrm>
                <a:off x="3420" y="641"/>
                <a:ext cx="15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>
                    <a:solidFill>
                      <a:schemeClr val="tx1"/>
                    </a:solidFill>
                  </a:rPr>
                  <a:t>q</a:t>
                </a:r>
              </a:p>
            </p:txBody>
          </p:sp>
          <p:sp>
            <p:nvSpPr>
              <p:cNvPr id="86026" name="Text Box 9"/>
              <p:cNvSpPr txBox="1">
                <a:spLocks noChangeArrowheads="1"/>
              </p:cNvSpPr>
              <p:nvPr/>
            </p:nvSpPr>
            <p:spPr bwMode="auto">
              <a:xfrm>
                <a:off x="3428" y="455"/>
                <a:ext cx="151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6027" name="Text Box 10"/>
              <p:cNvSpPr txBox="1">
                <a:spLocks noChangeArrowheads="1"/>
              </p:cNvSpPr>
              <p:nvPr/>
            </p:nvSpPr>
            <p:spPr bwMode="auto">
              <a:xfrm>
                <a:off x="3783" y="459"/>
                <a:ext cx="152" cy="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86028" name="Text Box 11"/>
              <p:cNvSpPr txBox="1">
                <a:spLocks noChangeArrowheads="1"/>
              </p:cNvSpPr>
              <p:nvPr/>
            </p:nvSpPr>
            <p:spPr bwMode="auto">
              <a:xfrm>
                <a:off x="3783" y="641"/>
                <a:ext cx="15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t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800">
                    <a:solidFill>
                      <a:schemeClr val="tx1"/>
                    </a:solidFill>
                  </a:rPr>
                  <a:t>p</a:t>
                </a:r>
              </a:p>
            </p:txBody>
          </p:sp>
        </p:grpSp>
      </p:grpSp>
      <p:sp>
        <p:nvSpPr>
          <p:cNvPr id="148501" name="AutoShape 21"/>
          <p:cNvSpPr>
            <a:spLocks noChangeArrowheads="1"/>
          </p:cNvSpPr>
          <p:nvPr/>
        </p:nvSpPr>
        <p:spPr bwMode="auto">
          <a:xfrm>
            <a:off x="6003925" y="300038"/>
            <a:ext cx="2338388" cy="584200"/>
          </a:xfrm>
          <a:prstGeom prst="wedgeEllipseCallout">
            <a:avLst>
              <a:gd name="adj1" fmla="val -64255"/>
              <a:gd name="adj2" fmla="val 89130"/>
            </a:avLst>
          </a:prstGeom>
          <a:noFill/>
          <a:ln w="31750" cap="rnd">
            <a:solidFill>
              <a:srgbClr val="FF66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008080"/>
                </a:solidFill>
              </a:rPr>
              <a:t>样本空间中只有两个样本点</a:t>
            </a:r>
          </a:p>
        </p:txBody>
      </p:sp>
      <p:sp>
        <p:nvSpPr>
          <p:cNvPr id="41992" name="AutoShape 22"/>
          <p:cNvSpPr>
            <a:spLocks noChangeArrowheads="1"/>
          </p:cNvSpPr>
          <p:nvPr/>
        </p:nvSpPr>
        <p:spPr bwMode="auto">
          <a:xfrm flipV="1">
            <a:off x="1843088" y="5543550"/>
            <a:ext cx="2505075" cy="708025"/>
          </a:xfrm>
          <a:prstGeom prst="wedgeRoundRectCallout">
            <a:avLst>
              <a:gd name="adj1" fmla="val -45440"/>
              <a:gd name="adj2" fmla="val 142148"/>
              <a:gd name="adj3" fmla="val 16667"/>
            </a:avLst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lIns="90000" tIns="46800" rIns="90000" bIns="46800"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FF0066"/>
                </a:solidFill>
              </a:rPr>
              <a:t>即每次试验结果</a:t>
            </a:r>
          </a:p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FF0066"/>
                </a:solidFill>
              </a:rPr>
              <a:t>互不影响</a:t>
            </a:r>
          </a:p>
        </p:txBody>
      </p:sp>
      <p:sp>
        <p:nvSpPr>
          <p:cNvPr id="41993" name="AutoShape 23"/>
          <p:cNvSpPr>
            <a:spLocks noChangeArrowheads="1"/>
          </p:cNvSpPr>
          <p:nvPr/>
        </p:nvSpPr>
        <p:spPr bwMode="auto">
          <a:xfrm flipV="1">
            <a:off x="6021388" y="4935538"/>
            <a:ext cx="2774950" cy="1014412"/>
          </a:xfrm>
          <a:prstGeom prst="wedgeRoundRectCallout">
            <a:avLst>
              <a:gd name="adj1" fmla="val 29519"/>
              <a:gd name="adj2" fmla="val 114472"/>
              <a:gd name="adj3" fmla="val 16667"/>
            </a:avLst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lIns="90000" tIns="46800" rIns="90000" bIns="46800"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FF0066"/>
                </a:solidFill>
              </a:rPr>
              <a:t>在相同条件下</a:t>
            </a:r>
          </a:p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FF0066"/>
                </a:solidFill>
              </a:rPr>
              <a:t>重复进行</a:t>
            </a:r>
          </a:p>
        </p:txBody>
      </p:sp>
      <p:sp>
        <p:nvSpPr>
          <p:cNvPr id="148507" name="Text Box 27"/>
          <p:cNvSpPr txBox="1">
            <a:spLocks noChangeArrowheads="1"/>
          </p:cNvSpPr>
          <p:nvPr/>
        </p:nvSpPr>
        <p:spPr bwMode="auto">
          <a:xfrm>
            <a:off x="6956425" y="1316038"/>
            <a:ext cx="1714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2286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(p+q=1)</a:t>
            </a:r>
          </a:p>
        </p:txBody>
      </p:sp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474663" y="3471863"/>
            <a:ext cx="8495251" cy="1350517"/>
            <a:chOff x="0" y="1371"/>
            <a:chExt cx="5316" cy="873"/>
          </a:xfrm>
        </p:grpSpPr>
        <p:graphicFrame>
          <p:nvGraphicFramePr>
            <p:cNvPr id="86034" name="Object 14"/>
            <p:cNvGraphicFramePr>
              <a:graphicFrameLocks/>
            </p:cNvGraphicFramePr>
            <p:nvPr/>
          </p:nvGraphicFramePr>
          <p:xfrm>
            <a:off x="4808" y="1378"/>
            <a:ext cx="404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49" r:id="rId3" imgW="317225" imgH="228402" progId="Equation.DSMT4">
                    <p:embed/>
                  </p:oleObj>
                </mc:Choice>
                <mc:Fallback>
                  <p:oleObj r:id="rId3" imgW="317225" imgH="228402" progId="Equation.DSMT4">
                    <p:embed/>
                    <p:pic>
                      <p:nvPicPr>
                        <p:cNvPr id="0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8" y="1378"/>
                          <a:ext cx="404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8508" name="Text Box 28"/>
            <p:cNvSpPr txBox="1">
              <a:spLocks noChangeArrowheads="1"/>
            </p:cNvSpPr>
            <p:nvPr/>
          </p:nvSpPr>
          <p:spPr bwMode="auto">
            <a:xfrm>
              <a:off x="0" y="1371"/>
              <a:ext cx="5316" cy="87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lvl="1">
                <a:buFontTx/>
                <a:buNone/>
                <a:defRPr/>
              </a:pPr>
              <a:r>
                <a:rPr kumimoji="1" lang="en-US" altLang="zh-CN" b="1" dirty="0">
                  <a:solidFill>
                    <a:srgbClr val="5E5D2F"/>
                  </a:solidFill>
                  <a:latin typeface="宋体" panose="02010600030101010101" pitchFamily="2" charset="-122"/>
                </a:rPr>
                <a:t>  *</a:t>
              </a:r>
              <a:r>
                <a:rPr kumimoji="1" lang="en-US" altLang="zh-CN" dirty="0">
                  <a:solidFill>
                    <a:srgbClr val="5E5D2F"/>
                  </a:solidFill>
                  <a:latin typeface="宋体" panose="02010600030101010101" pitchFamily="2" charset="-122"/>
                </a:rPr>
                <a:t> </a:t>
              </a:r>
              <a:r>
                <a:rPr kumimoji="1" lang="en-US" altLang="zh-CN" b="1" dirty="0">
                  <a:solidFill>
                    <a:srgbClr val="5E5D2F"/>
                  </a:solidFill>
                  <a:latin typeface="宋体" panose="02010600030101010101" pitchFamily="2" charset="-122"/>
                </a:rPr>
                <a:t>n</a:t>
              </a:r>
              <a:r>
                <a:rPr kumimoji="1" lang="zh-CN" altLang="en-US" dirty="0">
                  <a:solidFill>
                    <a:srgbClr val="5E5D2F"/>
                  </a:solidFill>
                  <a:latin typeface="宋体" panose="02010600030101010101" pitchFamily="2" charset="-122"/>
                </a:rPr>
                <a:t>重贝努利试验：设试验</a:t>
              </a:r>
              <a:r>
                <a:rPr kumimoji="1" lang="en-US" altLang="zh-CN" dirty="0">
                  <a:solidFill>
                    <a:srgbClr val="5E5D2F"/>
                  </a:solidFill>
                  <a:latin typeface="宋体" panose="02010600030101010101" pitchFamily="2" charset="-122"/>
                </a:rPr>
                <a:t>E</a:t>
              </a:r>
              <a:r>
                <a:rPr kumimoji="1" lang="zh-CN" altLang="en-US" dirty="0">
                  <a:solidFill>
                    <a:srgbClr val="5E5D2F"/>
                  </a:solidFill>
                  <a:latin typeface="宋体" panose="02010600030101010101" pitchFamily="2" charset="-122"/>
                </a:rPr>
                <a:t>只有两个可能的结果：</a:t>
              </a:r>
            </a:p>
            <a:p>
              <a:pPr lvl="1">
                <a:buFontTx/>
                <a:buNone/>
                <a:defRPr/>
              </a:pPr>
              <a:r>
                <a:rPr kumimoji="1" lang="zh-CN" altLang="en-US" dirty="0">
                  <a:solidFill>
                    <a:srgbClr val="5E5D2F"/>
                  </a:solidFill>
                  <a:latin typeface="宋体" panose="02010600030101010101" pitchFamily="2" charset="-122"/>
                </a:rPr>
                <a:t>  </a:t>
              </a:r>
              <a:r>
                <a:rPr kumimoji="1" lang="en-US" altLang="zh-CN" dirty="0">
                  <a:solidFill>
                    <a:srgbClr val="5E5D2F"/>
                  </a:solidFill>
                  <a:latin typeface="宋体" panose="02010600030101010101" pitchFamily="2" charset="-122"/>
                </a:rPr>
                <a:t>p(A)=p,0&lt;p&lt;1,</a:t>
              </a:r>
              <a:r>
                <a:rPr kumimoji="1" lang="zh-CN" altLang="en-US" dirty="0">
                  <a:solidFill>
                    <a:srgbClr val="5E5D2F"/>
                  </a:solidFill>
                  <a:latin typeface="宋体" panose="02010600030101010101" pitchFamily="2" charset="-122"/>
                </a:rPr>
                <a:t>将</a:t>
              </a:r>
              <a:r>
                <a:rPr kumimoji="1" lang="en-US" altLang="zh-CN" dirty="0">
                  <a:solidFill>
                    <a:srgbClr val="5E5D2F"/>
                  </a:solidFill>
                  <a:latin typeface="宋体" panose="02010600030101010101" pitchFamily="2" charset="-122"/>
                </a:rPr>
                <a:t>E</a:t>
              </a:r>
              <a:r>
                <a:rPr kumimoji="1" lang="zh-CN" altLang="en-US" dirty="0">
                  <a:solidFill>
                    <a:srgbClr val="5E5D2F"/>
                  </a:solidFill>
                  <a:latin typeface="宋体" panose="02010600030101010101" pitchFamily="2" charset="-122"/>
                </a:rPr>
                <a:t>独立地重复进行</a:t>
              </a:r>
              <a:r>
                <a:rPr kumimoji="1" lang="en-US" altLang="zh-CN" b="1" dirty="0">
                  <a:solidFill>
                    <a:srgbClr val="5E5D2F"/>
                  </a:solidFill>
                  <a:latin typeface="宋体" panose="02010600030101010101" pitchFamily="2" charset="-122"/>
                </a:rPr>
                <a:t>n</a:t>
              </a:r>
              <a:r>
                <a:rPr kumimoji="1" lang="zh-CN" altLang="en-US" dirty="0">
                  <a:solidFill>
                    <a:srgbClr val="5E5D2F"/>
                  </a:solidFill>
                  <a:latin typeface="宋体" panose="02010600030101010101" pitchFamily="2" charset="-122"/>
                </a:rPr>
                <a:t>次，则称这一串</a:t>
              </a:r>
              <a:r>
                <a:rPr kumimoji="1" lang="zh-CN" alt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重复</a:t>
              </a:r>
            </a:p>
            <a:p>
              <a:pPr lvl="1">
                <a:buFontTx/>
                <a:buNone/>
                <a:defRPr/>
              </a:pPr>
              <a:r>
                <a:rPr kumimoji="1" lang="zh-CN" altLang="en-US" b="1" dirty="0">
                  <a:solidFill>
                    <a:srgbClr val="5E5D2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  </a:t>
              </a:r>
              <a:r>
                <a:rPr kumimoji="1" lang="zh-CN" altLang="en-US" dirty="0">
                  <a:solidFill>
                    <a:srgbClr val="5E5D2F"/>
                  </a:solidFill>
                  <a:latin typeface="宋体" panose="02010600030101010101" pitchFamily="2" charset="-122"/>
                </a:rPr>
                <a:t>的</a:t>
              </a:r>
              <a:r>
                <a:rPr kumimoji="1" lang="zh-CN" altLang="en-US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</a:rPr>
                <a:t>独立</a:t>
              </a:r>
              <a:r>
                <a:rPr kumimoji="1" lang="zh-CN" altLang="en-US" dirty="0">
                  <a:solidFill>
                    <a:srgbClr val="5E5D2F"/>
                  </a:solidFill>
                  <a:latin typeface="宋体" panose="02010600030101010101" pitchFamily="2" charset="-122"/>
                </a:rPr>
                <a:t>试验为</a:t>
              </a:r>
              <a:r>
                <a:rPr kumimoji="1" lang="en-US" altLang="zh-CN" b="1" dirty="0">
                  <a:solidFill>
                    <a:srgbClr val="5E5D2F"/>
                  </a:solidFill>
                  <a:latin typeface="宋体" panose="02010600030101010101" pitchFamily="2" charset="-122"/>
                </a:rPr>
                <a:t>n</a:t>
              </a:r>
              <a:r>
                <a:rPr kumimoji="1" lang="zh-CN" altLang="en-US" dirty="0">
                  <a:solidFill>
                    <a:srgbClr val="5E5D2F"/>
                  </a:solidFill>
                  <a:latin typeface="宋体" panose="02010600030101010101" pitchFamily="2" charset="-122"/>
                </a:rPr>
                <a:t>重</a:t>
              </a:r>
              <a:r>
                <a:rPr kumimoji="1" lang="zh-CN" altLang="en-US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伯努利试验</a:t>
              </a:r>
              <a:r>
                <a:rPr kumimoji="1" lang="zh-CN" altLang="en-US" dirty="0">
                  <a:solidFill>
                    <a:srgbClr val="5E5D2F"/>
                  </a:solidFill>
                  <a:latin typeface="宋体" panose="02010600030101010101" pitchFamily="2" charset="-122"/>
                </a:rPr>
                <a:t>。</a:t>
              </a:r>
              <a:endParaRPr lang="zh-CN" altLang="en-US" dirty="0"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86036" name="Objec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7104256"/>
              </p:ext>
            </p:extLst>
          </p:nvPr>
        </p:nvGraphicFramePr>
        <p:xfrm>
          <a:off x="1000125" y="2008188"/>
          <a:ext cx="4905375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50" name="公式" r:id="rId5" imgW="2234880" imgH="228600" progId="Equation.3">
                  <p:embed/>
                </p:oleObj>
              </mc:Choice>
              <mc:Fallback>
                <p:oleObj name="公式" r:id="rId5" imgW="2234880" imgH="228600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2008188"/>
                        <a:ext cx="4905375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082688" y="2081463"/>
            <a:ext cx="2721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服从以</a:t>
            </a:r>
            <a:r>
              <a:rPr lang="en-US" altLang="zh-CN" dirty="0"/>
              <a:t>p</a:t>
            </a:r>
            <a:r>
              <a:rPr lang="zh-CN" altLang="en-US" dirty="0"/>
              <a:t>为参数的</a:t>
            </a:r>
            <a:r>
              <a:rPr lang="en-US" altLang="zh-CN" dirty="0"/>
              <a:t>0-1</a:t>
            </a:r>
            <a:r>
              <a:rPr lang="zh-CN" altLang="en-US" dirty="0"/>
              <a:t>分布</a:t>
            </a: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8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/>
      <p:bldP spid="148501" grpId="0" animBg="1"/>
      <p:bldP spid="41992" grpId="0" animBg="1"/>
      <p:bldP spid="41993" grpId="0" animBg="1"/>
      <p:bldP spid="148507" grpId="0"/>
      <p:bldP spid="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3BB5293B-88FF-4875-AAE3-433FDB6E5805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71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87042" name="Rectangle 1026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962025"/>
            <a:ext cx="8759825" cy="1425575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例：</a:t>
            </a:r>
          </a:p>
          <a:p>
            <a:pPr marL="1614488" lvl="2" indent="-457200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独立重复地抛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次硬币，每次只有两个可能的结果：</a:t>
            </a:r>
          </a:p>
          <a:p>
            <a:pPr marL="1614488" lvl="2" indent="-457200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         正面，反面，</a:t>
            </a:r>
          </a:p>
        </p:txBody>
      </p:sp>
      <p:sp>
        <p:nvSpPr>
          <p:cNvPr id="2078736" name="Line 1040"/>
          <p:cNvSpPr>
            <a:spLocks noChangeShapeType="1"/>
          </p:cNvSpPr>
          <p:nvPr/>
        </p:nvSpPr>
        <p:spPr bwMode="auto">
          <a:xfrm>
            <a:off x="3500438" y="4538663"/>
            <a:ext cx="723900" cy="681037"/>
          </a:xfrm>
          <a:prstGeom prst="line">
            <a:avLst/>
          </a:prstGeom>
          <a:noFill/>
          <a:ln w="22225">
            <a:solidFill>
              <a:srgbClr val="99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78737" name="Text Box 1041"/>
          <p:cNvSpPr txBox="1">
            <a:spLocks noChangeArrowheads="1"/>
          </p:cNvSpPr>
          <p:nvPr/>
        </p:nvSpPr>
        <p:spPr bwMode="auto">
          <a:xfrm>
            <a:off x="4256088" y="5478463"/>
            <a:ext cx="3027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t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1"/>
                </a:solidFill>
              </a:rPr>
              <a:t>如果是不放回抽样呢？</a:t>
            </a:r>
          </a:p>
        </p:txBody>
      </p:sp>
      <p:graphicFrame>
        <p:nvGraphicFramePr>
          <p:cNvPr id="43010" name="Object 1046"/>
          <p:cNvGraphicFramePr>
            <a:graphicFrameLocks noGrp="1"/>
          </p:cNvGraphicFramePr>
          <p:nvPr>
            <p:ph sz="quarter" idx="3"/>
          </p:nvPr>
        </p:nvGraphicFramePr>
        <p:xfrm>
          <a:off x="3595688" y="3400425"/>
          <a:ext cx="7778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27" r:id="rId3" imgW="342751" imgH="228501" progId="Equation.DSMT4">
                  <p:embed/>
                </p:oleObj>
              </mc:Choice>
              <mc:Fallback>
                <p:oleObj r:id="rId3" imgW="342751" imgH="228501" progId="Equation.DSMT4">
                  <p:embed/>
                  <p:pic>
                    <p:nvPicPr>
                      <p:cNvPr id="0" name="Object 1046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688" y="3400425"/>
                        <a:ext cx="777875" cy="51911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743" name="Object 1047"/>
          <p:cNvGraphicFramePr>
            <a:graphicFrameLocks/>
          </p:cNvGraphicFramePr>
          <p:nvPr/>
        </p:nvGraphicFramePr>
        <p:xfrm>
          <a:off x="4427538" y="4624388"/>
          <a:ext cx="88582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28" r:id="rId5" imgW="342751" imgH="228501" progId="Equation.DSMT4">
                  <p:embed/>
                </p:oleObj>
              </mc:Choice>
              <mc:Fallback>
                <p:oleObj r:id="rId5" imgW="342751" imgH="228501" progId="Equation.DSMT4">
                  <p:embed/>
                  <p:pic>
                    <p:nvPicPr>
                      <p:cNvPr id="0" name="Object 104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624388"/>
                        <a:ext cx="885825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744" name="Object 1048"/>
          <p:cNvGraphicFramePr>
            <a:graphicFrameLocks/>
          </p:cNvGraphicFramePr>
          <p:nvPr/>
        </p:nvGraphicFramePr>
        <p:xfrm>
          <a:off x="4416425" y="1963738"/>
          <a:ext cx="25146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29" r:id="rId6" imgW="1205454" imgH="253780" progId="Equation.DSMT4">
                  <p:embed/>
                </p:oleObj>
              </mc:Choice>
              <mc:Fallback>
                <p:oleObj r:id="rId6" imgW="1205454" imgH="253780" progId="Equation.DSMT4">
                  <p:embed/>
                  <p:pic>
                    <p:nvPicPr>
                      <p:cNvPr id="0" name="Object 104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425" y="1963738"/>
                        <a:ext cx="251460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745" name="Object 1049"/>
          <p:cNvGraphicFramePr>
            <a:graphicFrameLocks/>
          </p:cNvGraphicFramePr>
          <p:nvPr/>
        </p:nvGraphicFramePr>
        <p:xfrm>
          <a:off x="4953000" y="3440113"/>
          <a:ext cx="14938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30" r:id="rId8" imgW="723272" imgH="253780" progId="Equation.DSMT4">
                  <p:embed/>
                </p:oleObj>
              </mc:Choice>
              <mc:Fallback>
                <p:oleObj r:id="rId8" imgW="723272" imgH="253780" progId="Equation.DSMT4">
                  <p:embed/>
                  <p:pic>
                    <p:nvPicPr>
                      <p:cNvPr id="0" name="Object 104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440113"/>
                        <a:ext cx="149383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746" name="Object 1050"/>
          <p:cNvGraphicFramePr>
            <a:graphicFrameLocks/>
          </p:cNvGraphicFramePr>
          <p:nvPr/>
        </p:nvGraphicFramePr>
        <p:xfrm>
          <a:off x="5645150" y="4759325"/>
          <a:ext cx="145415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31" r:id="rId10" imgW="723272" imgH="253780" progId="Equation.DSMT4">
                  <p:embed/>
                </p:oleObj>
              </mc:Choice>
              <mc:Fallback>
                <p:oleObj r:id="rId10" imgW="723272" imgH="253780" progId="Equation.DSMT4">
                  <p:embed/>
                  <p:pic>
                    <p:nvPicPr>
                      <p:cNvPr id="0" name="Object 105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150" y="4759325"/>
                        <a:ext cx="145415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747" name="Rectangle 1051"/>
          <p:cNvSpPr>
            <a:spLocks noChangeArrowheads="1"/>
          </p:cNvSpPr>
          <p:nvPr/>
        </p:nvSpPr>
        <p:spPr bwMode="auto">
          <a:xfrm>
            <a:off x="0" y="2700338"/>
            <a:ext cx="875982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	  2.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将一颗骰子抛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n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次，设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A={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得到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1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点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}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，则每次试验</a:t>
            </a:r>
          </a:p>
          <a:p>
            <a:pPr latinLnBrk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         只有两个结果：</a:t>
            </a:r>
          </a:p>
        </p:txBody>
      </p:sp>
      <p:sp>
        <p:nvSpPr>
          <p:cNvPr id="2078748" name="Rectangle 1052"/>
          <p:cNvSpPr>
            <a:spLocks noChangeArrowheads="1"/>
          </p:cNvSpPr>
          <p:nvPr/>
        </p:nvSpPr>
        <p:spPr bwMode="auto">
          <a:xfrm>
            <a:off x="152400" y="3949700"/>
            <a:ext cx="8759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	  3.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从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52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张牌中</a:t>
            </a:r>
            <a:r>
              <a:rPr lang="zh-CN" altLang="en-US" u="sng">
                <a:solidFill>
                  <a:srgbClr val="5E5D2F"/>
                </a:solidFill>
                <a:latin typeface="宋体" panose="02010600030101010101" pitchFamily="2" charset="-122"/>
              </a:rPr>
              <a:t>有放回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地取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n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次，设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A={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取到红牌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}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，则</a:t>
            </a:r>
          </a:p>
          <a:p>
            <a:pPr latinLnBrk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         每次只有两个结果：</a:t>
            </a: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8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78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78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78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7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78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07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07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37" grpId="0"/>
      <p:bldP spid="2078747" grpId="0"/>
      <p:bldP spid="207874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FEF74F73-07C9-48E8-A7DB-4F59F9825801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72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8806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98538" y="336550"/>
            <a:ext cx="7442200" cy="1627188"/>
          </a:xfrm>
        </p:spPr>
        <p:txBody>
          <a:bodyPr/>
          <a:lstStyle/>
          <a:p>
            <a:pPr eaLnBrk="1" hangingPunct="1">
              <a:buFontTx/>
              <a:buBlip>
                <a:blip r:embed="rId3"/>
              </a:buBlip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重贝努利试验中发生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次，则</a:t>
            </a:r>
          </a:p>
          <a:p>
            <a:pPr eaLnBrk="1" hangingPunct="1">
              <a:buFontTx/>
              <a:buNone/>
            </a:pP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并称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服从参数为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二项分布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，记 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b(n, p)</a:t>
            </a:r>
            <a:endParaRPr lang="zh-CN" alt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8067" name="Object 0"/>
          <p:cNvGraphicFramePr>
            <a:graphicFrameLocks noGrp="1"/>
          </p:cNvGraphicFramePr>
          <p:nvPr>
            <p:ph sz="quarter" idx="2"/>
          </p:nvPr>
        </p:nvGraphicFramePr>
        <p:xfrm>
          <a:off x="1444625" y="893763"/>
          <a:ext cx="563721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10" r:id="rId4" imgW="2564287" imgH="241195" progId="Equation.DSMT4">
                  <p:embed/>
                </p:oleObj>
              </mc:Choice>
              <mc:Fallback>
                <p:oleObj r:id="rId4" imgW="2564287" imgH="241195" progId="Equation.DSMT4">
                  <p:embed/>
                  <p:pic>
                    <p:nvPicPr>
                      <p:cNvPr id="0" name="Object 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25" y="893763"/>
                        <a:ext cx="5637213" cy="5302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9554" name="Object 2"/>
          <p:cNvGraphicFramePr>
            <a:graphicFrameLocks/>
          </p:cNvGraphicFramePr>
          <p:nvPr/>
        </p:nvGraphicFramePr>
        <p:xfrm>
          <a:off x="2178050" y="3074988"/>
          <a:ext cx="366553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11" r:id="rId6" imgW="2018424" imgH="241195" progId="Equation.DSMT4">
                  <p:embed/>
                </p:oleObj>
              </mc:Choice>
              <mc:Fallback>
                <p:oleObj r:id="rId6" imgW="2018424" imgH="241195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0" y="3074988"/>
                        <a:ext cx="3665538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9555" name="Object 3"/>
          <p:cNvGraphicFramePr>
            <a:graphicFrameLocks/>
          </p:cNvGraphicFramePr>
          <p:nvPr/>
        </p:nvGraphicFramePr>
        <p:xfrm>
          <a:off x="2101850" y="4953000"/>
          <a:ext cx="33274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12" r:id="rId8" imgW="1726451" imgH="241195" progId="Equation.DSMT4">
                  <p:embed/>
                </p:oleObj>
              </mc:Choice>
              <mc:Fallback>
                <p:oleObj r:id="rId8" imgW="1726451" imgH="241195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850" y="4953000"/>
                        <a:ext cx="33274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9556" name="Object 4"/>
          <p:cNvGraphicFramePr>
            <a:graphicFrameLocks/>
          </p:cNvGraphicFramePr>
          <p:nvPr/>
        </p:nvGraphicFramePr>
        <p:xfrm>
          <a:off x="2135188" y="4365625"/>
          <a:ext cx="666273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13" r:id="rId10" imgW="3681402" imgH="241195" progId="Equation.DSMT4">
                  <p:embed/>
                </p:oleObj>
              </mc:Choice>
              <mc:Fallback>
                <p:oleObj r:id="rId10" imgW="3681402" imgH="241195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4365625"/>
                        <a:ext cx="6662737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9557" name="Object 5"/>
          <p:cNvGraphicFramePr>
            <a:graphicFrameLocks/>
          </p:cNvGraphicFramePr>
          <p:nvPr/>
        </p:nvGraphicFramePr>
        <p:xfrm>
          <a:off x="2160588" y="3752850"/>
          <a:ext cx="67151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14" r:id="rId12" imgW="3592541" imgH="241195" progId="Equation.DSMT4">
                  <p:embed/>
                </p:oleObj>
              </mc:Choice>
              <mc:Fallback>
                <p:oleObj r:id="rId12" imgW="3592541" imgH="241195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3752850"/>
                        <a:ext cx="671512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9558" name="Object 6"/>
          <p:cNvGraphicFramePr>
            <a:graphicFrameLocks/>
          </p:cNvGraphicFramePr>
          <p:nvPr/>
        </p:nvGraphicFramePr>
        <p:xfrm>
          <a:off x="109538" y="5729288"/>
          <a:ext cx="692943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15" r:id="rId14" imgW="3008594" imgH="241195" progId="Equation.DSMT4">
                  <p:embed/>
                </p:oleObj>
              </mc:Choice>
              <mc:Fallback>
                <p:oleObj r:id="rId14" imgW="3008594" imgH="241195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8" y="5729288"/>
                        <a:ext cx="6929437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4" name="Object 7"/>
          <p:cNvGraphicFramePr>
            <a:graphicFrameLocks/>
          </p:cNvGraphicFramePr>
          <p:nvPr/>
        </p:nvGraphicFramePr>
        <p:xfrm>
          <a:off x="4165600" y="1816100"/>
          <a:ext cx="40798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16" r:id="rId16" imgW="2830871" imgH="431613" progId="Equation.DSMT4">
                  <p:embed/>
                </p:oleObj>
              </mc:Choice>
              <mc:Fallback>
                <p:oleObj r:id="rId16" imgW="2830871" imgH="431613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1816100"/>
                        <a:ext cx="4079875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5" name="AutoShape 18"/>
          <p:cNvSpPr>
            <a:spLocks noChangeArrowheads="1"/>
          </p:cNvSpPr>
          <p:nvPr/>
        </p:nvSpPr>
        <p:spPr bwMode="auto">
          <a:xfrm>
            <a:off x="3047207" y="1963738"/>
            <a:ext cx="963612" cy="249237"/>
          </a:xfrm>
          <a:custGeom>
            <a:avLst/>
            <a:gdLst>
              <a:gd name="T0" fmla="*/ 16200 w 21600"/>
              <a:gd name="T1" fmla="*/ 0 h 21600"/>
              <a:gd name="T2" fmla="*/ 16200 w 21600"/>
              <a:gd name="T3" fmla="*/ 5400 h 21600"/>
              <a:gd name="T4" fmla="*/ 3375 w 21600"/>
              <a:gd name="T5" fmla="*/ 5400 h 21600"/>
              <a:gd name="T6" fmla="*/ 3375 w 21600"/>
              <a:gd name="T7" fmla="*/ 16200 h 21600"/>
              <a:gd name="T8" fmla="*/ 16200 w 21600"/>
              <a:gd name="T9" fmla="*/ 16200 h 21600"/>
              <a:gd name="T10" fmla="*/ 16200 w 21600"/>
              <a:gd name="T11" fmla="*/ 21600 h 21600"/>
              <a:gd name="T12" fmla="*/ 21600 w 21600"/>
              <a:gd name="T13" fmla="*/ 10800 h 21600"/>
              <a:gd name="T14" fmla="*/ 1350 w 21600"/>
              <a:gd name="T15" fmla="*/ 5400 h 21600"/>
              <a:gd name="T16" fmla="*/ 1350 w 21600"/>
              <a:gd name="T17" fmla="*/ 16200 h 21600"/>
              <a:gd name="T18" fmla="*/ 2700 w 21600"/>
              <a:gd name="T19" fmla="*/ 16200 h 21600"/>
              <a:gd name="T20" fmla="*/ 2700 w 21600"/>
              <a:gd name="T21" fmla="*/ 5400 h 21600"/>
              <a:gd name="T22" fmla="*/ 0 w 21600"/>
              <a:gd name="T23" fmla="*/ 5400 h 21600"/>
              <a:gd name="T24" fmla="*/ 0 w 21600"/>
              <a:gd name="T25" fmla="*/ 16200 h 21600"/>
              <a:gd name="T26" fmla="*/ 675 w 21600"/>
              <a:gd name="T27" fmla="*/ 16200 h 21600"/>
              <a:gd name="T28" fmla="*/ 675 w 21600"/>
              <a:gd name="T29" fmla="*/ 54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CC00">
              <a:alpha val="50194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1571" name="Rectangle 19"/>
          <p:cNvSpPr>
            <a:spLocks noChangeArrowheads="1"/>
          </p:cNvSpPr>
          <p:nvPr/>
        </p:nvSpPr>
        <p:spPr bwMode="auto">
          <a:xfrm>
            <a:off x="1150938" y="2374900"/>
            <a:ext cx="74422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rgbClr val="5E5D2F"/>
                </a:solidFill>
                <a:latin typeface="宋体" panose="02010600030101010101" pitchFamily="2" charset="-122"/>
              </a:rPr>
              <a:t>推导：设</a:t>
            </a:r>
            <a:r>
              <a:rPr lang="en-US" altLang="zh-CN" sz="2800" dirty="0">
                <a:solidFill>
                  <a:srgbClr val="5E5D2F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2800" b="1" baseline="-25000" dirty="0">
                <a:solidFill>
                  <a:srgbClr val="5E5D2F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800" dirty="0">
                <a:solidFill>
                  <a:srgbClr val="5E5D2F"/>
                </a:solidFill>
                <a:latin typeface="宋体" panose="02010600030101010101" pitchFamily="2" charset="-122"/>
              </a:rPr>
              <a:t>={ </a:t>
            </a:r>
            <a:r>
              <a:rPr lang="zh-CN" altLang="en-US" sz="2800" dirty="0">
                <a:solidFill>
                  <a:srgbClr val="5E5D2F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2800" dirty="0" err="1">
                <a:solidFill>
                  <a:srgbClr val="5E5D2F"/>
                </a:solidFill>
                <a:latin typeface="宋体" panose="02010600030101010101" pitchFamily="2" charset="-122"/>
              </a:rPr>
              <a:t>i</a:t>
            </a:r>
            <a:r>
              <a:rPr lang="zh-CN" altLang="en-US" sz="2800" dirty="0">
                <a:solidFill>
                  <a:srgbClr val="5E5D2F"/>
                </a:solidFill>
                <a:latin typeface="宋体" panose="02010600030101010101" pitchFamily="2" charset="-122"/>
              </a:rPr>
              <a:t>次</a:t>
            </a:r>
            <a:r>
              <a:rPr lang="en-US" altLang="zh-CN" sz="2800" dirty="0">
                <a:solidFill>
                  <a:srgbClr val="5E5D2F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800" dirty="0">
                <a:solidFill>
                  <a:srgbClr val="5E5D2F"/>
                </a:solidFill>
                <a:latin typeface="宋体" panose="02010600030101010101" pitchFamily="2" charset="-122"/>
              </a:rPr>
              <a:t>发生 </a:t>
            </a:r>
            <a:r>
              <a:rPr lang="en-US" altLang="zh-CN" sz="2800" dirty="0">
                <a:solidFill>
                  <a:srgbClr val="5E5D2F"/>
                </a:solidFill>
                <a:latin typeface="宋体" panose="02010600030101010101" pitchFamily="2" charset="-122"/>
              </a:rPr>
              <a:t>}</a:t>
            </a:r>
            <a:r>
              <a:rPr lang="zh-CN" altLang="en-US" sz="2800" dirty="0">
                <a:solidFill>
                  <a:srgbClr val="5E5D2F"/>
                </a:solidFill>
                <a:latin typeface="宋体" panose="02010600030101010101" pitchFamily="2" charset="-122"/>
              </a:rPr>
              <a:t>，先设</a:t>
            </a:r>
            <a:r>
              <a:rPr lang="en-US" altLang="zh-CN" sz="2800" dirty="0">
                <a:solidFill>
                  <a:srgbClr val="5E5D2F"/>
                </a:solidFill>
                <a:latin typeface="宋体" panose="02010600030101010101" pitchFamily="2" charset="-122"/>
              </a:rPr>
              <a:t>n=3</a:t>
            </a:r>
          </a:p>
          <a:p>
            <a:pPr latinLnBrk="1">
              <a:buFont typeface="Arial" panose="020B0604020202020204" pitchFamily="34" charset="0"/>
              <a:buNone/>
            </a:pPr>
            <a:endParaRPr lang="en-US" altLang="zh-CN" sz="2800" dirty="0">
              <a:solidFill>
                <a:srgbClr val="5E5D2F"/>
              </a:solidFill>
              <a:latin typeface="宋体" panose="02010600030101010101" pitchFamily="2" charset="-122"/>
            </a:endParaRPr>
          </a:p>
          <a:p>
            <a:pPr latinLnBrk="1">
              <a:buFont typeface="Arial" panose="020B0604020202020204" pitchFamily="34" charset="0"/>
              <a:buNone/>
            </a:pPr>
            <a:endParaRPr lang="en-US" altLang="zh-CN" sz="2800" dirty="0">
              <a:solidFill>
                <a:srgbClr val="5E5D2F"/>
              </a:solidFill>
              <a:latin typeface="宋体" panose="02010600030101010101" pitchFamily="2" charset="-122"/>
            </a:endParaRPr>
          </a:p>
          <a:p>
            <a:pPr latinLnBrk="1">
              <a:buFont typeface="Arial" panose="020B0604020202020204" pitchFamily="34" charset="0"/>
              <a:buNone/>
            </a:pPr>
            <a:endParaRPr lang="en-US" altLang="zh-CN" sz="2800" dirty="0">
              <a:solidFill>
                <a:srgbClr val="5E5D2F"/>
              </a:solidFill>
              <a:latin typeface="宋体" panose="02010600030101010101" pitchFamily="2" charset="-122"/>
            </a:endParaRPr>
          </a:p>
          <a:p>
            <a:pPr latinLnBrk="1">
              <a:buFont typeface="Arial" panose="020B0604020202020204" pitchFamily="34" charset="0"/>
              <a:buNone/>
            </a:pPr>
            <a:endParaRPr lang="en-US" altLang="zh-CN" sz="2800" dirty="0">
              <a:solidFill>
                <a:srgbClr val="5E5D2F"/>
              </a:solidFill>
              <a:latin typeface="宋体" panose="02010600030101010101" pitchFamily="2" charset="-122"/>
            </a:endParaRPr>
          </a:p>
          <a:p>
            <a:pPr latinLnBrk="1">
              <a:buFont typeface="Arial" panose="020B0604020202020204" pitchFamily="34" charset="0"/>
              <a:buNone/>
            </a:pPr>
            <a:endParaRPr lang="en-US" altLang="zh-CN" sz="2800" dirty="0">
              <a:solidFill>
                <a:srgbClr val="5E5D2F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AutoShape 270" descr="X\sim b(n,p)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630989" y="189452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1800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二项式展开</a:t>
            </a: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199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9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99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19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19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7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6DA89440-A31D-4000-845F-428721D67392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73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89090" name="Rectangle 3"/>
          <p:cNvSpPr>
            <a:spLocks noGrp="1" noChangeArrowheads="1"/>
          </p:cNvSpPr>
          <p:nvPr>
            <p:ph idx="1"/>
          </p:nvPr>
        </p:nvSpPr>
        <p:spPr>
          <a:xfrm>
            <a:off x="984250" y="822325"/>
            <a:ext cx="7700963" cy="4354513"/>
          </a:xfrm>
        </p:spPr>
        <p:txBody>
          <a:bodyPr/>
          <a:lstStyle/>
          <a:p>
            <a:pPr marL="352425" indent="-352425" eaLnBrk="1" hangingPunct="1">
              <a:lnSpc>
                <a:spcPct val="90000"/>
              </a:lnSpc>
              <a:buFontTx/>
              <a:buBlip>
                <a:blip r:embed="rId2"/>
              </a:buBlip>
              <a:tabLst>
                <a:tab pos="801688" algn="l"/>
              </a:tabLst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例：</a:t>
            </a:r>
          </a:p>
          <a:p>
            <a:pPr marL="352425" indent="-352425" eaLnBrk="1" hangingPunct="1">
              <a:lnSpc>
                <a:spcPct val="90000"/>
              </a:lnSpc>
              <a:buFontTx/>
              <a:buNone/>
              <a:tabLst>
                <a:tab pos="801688" algn="l"/>
              </a:tabLst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     设有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80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台同类型设备，各台工作是相互独立的，发生故障的概率都是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0.01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，且一台设备的故障能有一个人处理。</a:t>
            </a:r>
          </a:p>
          <a:p>
            <a:pPr marL="352425" indent="-352425" eaLnBrk="1" hangingPunct="1">
              <a:lnSpc>
                <a:spcPct val="90000"/>
              </a:lnSpc>
              <a:buFontTx/>
              <a:buNone/>
              <a:tabLst>
                <a:tab pos="801688" algn="l"/>
              </a:tabLst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		考虑两种配备维修工人的方法，</a:t>
            </a:r>
          </a:p>
          <a:p>
            <a:pPr marL="352425" indent="-352425" eaLnBrk="1" hangingPunct="1">
              <a:lnSpc>
                <a:spcPct val="90000"/>
              </a:lnSpc>
              <a:buFontTx/>
              <a:buNone/>
              <a:tabLst>
                <a:tab pos="801688" algn="l"/>
              </a:tabLst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 其一是由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个人维护，每人负责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台；</a:t>
            </a:r>
          </a:p>
          <a:p>
            <a:pPr marL="352425" indent="-352425" eaLnBrk="1" hangingPunct="1">
              <a:lnSpc>
                <a:spcPct val="90000"/>
              </a:lnSpc>
              <a:buFontTx/>
              <a:buNone/>
              <a:tabLst>
                <a:tab pos="801688" algn="l"/>
              </a:tabLst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 其二是由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个人共同维护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80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台。</a:t>
            </a:r>
          </a:p>
          <a:p>
            <a:pPr marL="352425" indent="-352425" eaLnBrk="1" hangingPunct="1">
              <a:lnSpc>
                <a:spcPct val="90000"/>
              </a:lnSpc>
              <a:buFontTx/>
              <a:buNone/>
              <a:tabLst>
                <a:tab pos="801688" algn="l"/>
              </a:tabLst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 试比较这两种方法在设备发生故障时不能及时维修的概率的大小。</a:t>
            </a:r>
          </a:p>
        </p:txBody>
      </p:sp>
    </p:spTree>
  </p:cSld>
  <p:clrMapOvr>
    <a:masterClrMapping/>
  </p:clrMapOvr>
  <p:transition spd="med">
    <p:diamond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CB71803B-5BC3-417B-AE61-49508FC6C544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74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graphicFrame>
        <p:nvGraphicFramePr>
          <p:cNvPr id="90114" name="Object 1027"/>
          <p:cNvGraphicFramePr>
            <a:graphicFrameLocks/>
          </p:cNvGraphicFramePr>
          <p:nvPr/>
        </p:nvGraphicFramePr>
        <p:xfrm>
          <a:off x="1077913" y="501650"/>
          <a:ext cx="8066087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62" r:id="rId3" imgW="4330440" imgH="939600" progId="Equation.DSMT4">
                  <p:embed/>
                </p:oleObj>
              </mc:Choice>
              <mc:Fallback>
                <p:oleObj r:id="rId3" imgW="4330440" imgH="939600" progId="Equation.DSMT4">
                  <p:embed/>
                  <p:pic>
                    <p:nvPicPr>
                      <p:cNvPr id="0" name="Object 102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913" y="501650"/>
                        <a:ext cx="8066087" cy="174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748" name="Object 1028"/>
          <p:cNvGraphicFramePr>
            <a:graphicFrameLocks/>
          </p:cNvGraphicFramePr>
          <p:nvPr/>
        </p:nvGraphicFramePr>
        <p:xfrm>
          <a:off x="1711325" y="2357438"/>
          <a:ext cx="587533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63" r:id="rId5" imgW="2639309" imgH="253780" progId="Equation.DSMT4">
                  <p:embed/>
                </p:oleObj>
              </mc:Choice>
              <mc:Fallback>
                <p:oleObj r:id="rId5" imgW="2639309" imgH="253780" progId="Equation.DSMT4">
                  <p:embed/>
                  <p:pic>
                    <p:nvPicPr>
                      <p:cNvPr id="0" name="Object 102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1325" y="2357438"/>
                        <a:ext cx="5875338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749" name="Object 1029"/>
          <p:cNvGraphicFramePr>
            <a:graphicFrameLocks/>
          </p:cNvGraphicFramePr>
          <p:nvPr/>
        </p:nvGraphicFramePr>
        <p:xfrm>
          <a:off x="1692275" y="2870200"/>
          <a:ext cx="29908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64" r:id="rId7" imgW="1548056" imgH="253780" progId="Equation.DSMT4">
                  <p:embed/>
                </p:oleObj>
              </mc:Choice>
              <mc:Fallback>
                <p:oleObj r:id="rId7" imgW="1548056" imgH="253780" progId="Equation.DSMT4">
                  <p:embed/>
                  <p:pic>
                    <p:nvPicPr>
                      <p:cNvPr id="0" name="Object 1029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870200"/>
                        <a:ext cx="299085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750" name="Object 1030"/>
          <p:cNvGraphicFramePr>
            <a:graphicFrameLocks/>
          </p:cNvGraphicFramePr>
          <p:nvPr/>
        </p:nvGraphicFramePr>
        <p:xfrm>
          <a:off x="1289050" y="3294063"/>
          <a:ext cx="3157538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65" r:id="rId9" imgW="1764534" imgH="431613" progId="Equation.DSMT4">
                  <p:embed/>
                </p:oleObj>
              </mc:Choice>
              <mc:Fallback>
                <p:oleObj r:id="rId9" imgW="1764534" imgH="431613" progId="Equation.DSMT4">
                  <p:embed/>
                  <p:pic>
                    <p:nvPicPr>
                      <p:cNvPr id="0" name="Object 103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3294063"/>
                        <a:ext cx="3157538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751" name="Object 1031"/>
          <p:cNvGraphicFramePr>
            <a:graphicFrameLocks/>
          </p:cNvGraphicFramePr>
          <p:nvPr/>
        </p:nvGraphicFramePr>
        <p:xfrm>
          <a:off x="4533900" y="3284538"/>
          <a:ext cx="461010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66" r:id="rId11" imgW="2488120" imgH="431613" progId="Equation.DSMT4">
                  <p:embed/>
                </p:oleObj>
              </mc:Choice>
              <mc:Fallback>
                <p:oleObj r:id="rId11" imgW="2488120" imgH="431613" progId="Equation.DSMT4">
                  <p:embed/>
                  <p:pic>
                    <p:nvPicPr>
                      <p:cNvPr id="0" name="Object 1031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3284538"/>
                        <a:ext cx="4610100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752" name="Object 1032"/>
          <p:cNvGraphicFramePr>
            <a:graphicFrameLocks/>
          </p:cNvGraphicFramePr>
          <p:nvPr/>
        </p:nvGraphicFramePr>
        <p:xfrm>
          <a:off x="1487488" y="4079875"/>
          <a:ext cx="5105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67" r:id="rId13" imgW="2372840" imgH="253780" progId="Equation.DSMT4">
                  <p:embed/>
                </p:oleObj>
              </mc:Choice>
              <mc:Fallback>
                <p:oleObj r:id="rId13" imgW="2372840" imgH="253780" progId="Equation.DSMT4">
                  <p:embed/>
                  <p:pic>
                    <p:nvPicPr>
                      <p:cNvPr id="0" name="Object 1032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4079875"/>
                        <a:ext cx="51054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753" name="Object 1033"/>
          <p:cNvGraphicFramePr>
            <a:graphicFrameLocks/>
          </p:cNvGraphicFramePr>
          <p:nvPr/>
        </p:nvGraphicFramePr>
        <p:xfrm>
          <a:off x="1604963" y="4624388"/>
          <a:ext cx="6408737" cy="121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68" r:id="rId15" imgW="3670300" imgH="698500" progId="Equation.DSMT4">
                  <p:embed/>
                </p:oleObj>
              </mc:Choice>
              <mc:Fallback>
                <p:oleObj r:id="rId15" imgW="3670300" imgH="698500" progId="Equation.DSMT4">
                  <p:embed/>
                  <p:pic>
                    <p:nvPicPr>
                      <p:cNvPr id="0" name="Object 1033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4624388"/>
                        <a:ext cx="6408737" cy="1217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754" name="Object 1034"/>
          <p:cNvGraphicFramePr>
            <a:graphicFrameLocks/>
          </p:cNvGraphicFramePr>
          <p:nvPr/>
        </p:nvGraphicFramePr>
        <p:xfrm>
          <a:off x="1641475" y="5811838"/>
          <a:ext cx="5719763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69" r:id="rId17" imgW="3072067" imgH="431613" progId="Equation.DSMT4">
                  <p:embed/>
                </p:oleObj>
              </mc:Choice>
              <mc:Fallback>
                <p:oleObj r:id="rId17" imgW="3072067" imgH="431613" progId="Equation.DSMT4">
                  <p:embed/>
                  <p:pic>
                    <p:nvPicPr>
                      <p:cNvPr id="0" name="Object 1034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1475" y="5811838"/>
                        <a:ext cx="5719763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79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79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79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79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7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7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79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79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07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79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79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4C8B9E48-AD69-4198-A9E9-27C602C15A53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75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9113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1225" y="377825"/>
            <a:ext cx="7812088" cy="3195638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Blip>
                <a:blip r:embed="rId3"/>
              </a:buBlip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例：某人骑了自行车从学校到火车站，一路上	 要经过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个独立的交通灯，设各灯工作独	 立，且设各灯为红灯的概率为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0&lt;p&lt;1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	 以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表示一路上遇到红灯的次数。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的概率分布律；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求恰好遇到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次红灯的概率。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</p:txBody>
      </p:sp>
      <p:graphicFrame>
        <p:nvGraphicFramePr>
          <p:cNvPr id="46083" name="Object 1"/>
          <p:cNvGraphicFramePr>
            <a:graphicFrameLocks noGrp="1"/>
          </p:cNvGraphicFramePr>
          <p:nvPr>
            <p:ph sz="quarter" idx="3"/>
          </p:nvPr>
        </p:nvGraphicFramePr>
        <p:xfrm>
          <a:off x="2335213" y="4743450"/>
          <a:ext cx="613727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90" r:id="rId4" imgW="2613931" imgH="253780" progId="Equation.DSMT4">
                  <p:embed/>
                </p:oleObj>
              </mc:Choice>
              <mc:Fallback>
                <p:oleObj r:id="rId4" imgW="2613931" imgH="253780" progId="Equation.DSMT4">
                  <p:embed/>
                  <p:pic>
                    <p:nvPicPr>
                      <p:cNvPr id="0" name="Object 1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213" y="4743450"/>
                        <a:ext cx="6137275" cy="59531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0578" name="Object 2"/>
          <p:cNvGraphicFramePr>
            <a:graphicFrameLocks/>
          </p:cNvGraphicFramePr>
          <p:nvPr/>
        </p:nvGraphicFramePr>
        <p:xfrm>
          <a:off x="2266950" y="5618163"/>
          <a:ext cx="41275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91" r:id="rId6" imgW="1738391" imgH="253780" progId="Equation.DSMT4">
                  <p:embed/>
                </p:oleObj>
              </mc:Choice>
              <mc:Fallback>
                <p:oleObj r:id="rId6" imgW="1738391" imgH="25378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5618163"/>
                        <a:ext cx="41275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1142" name="Picture 12" descr="jt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400" y="2076450"/>
            <a:ext cx="37147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7389" name="Rectangle 13"/>
          <p:cNvSpPr>
            <a:spLocks noChangeArrowheads="1"/>
          </p:cNvSpPr>
          <p:nvPr/>
        </p:nvSpPr>
        <p:spPr bwMode="auto">
          <a:xfrm>
            <a:off x="1063625" y="3721100"/>
            <a:ext cx="7812088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None/>
            </a:pPr>
            <a:r>
              <a:rPr lang="en-US" altLang="zh-CN" sz="2800" dirty="0">
                <a:solidFill>
                  <a:srgbClr val="5E5D2F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800" dirty="0">
                <a:solidFill>
                  <a:srgbClr val="5E5D2F"/>
                </a:solidFill>
                <a:latin typeface="宋体" panose="02010600030101010101" pitchFamily="2" charset="-122"/>
              </a:rPr>
              <a:t>解：这是三重贝努利试验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~ b(3, p)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>
              <a:buFont typeface="Arial" panose="020B0604020202020204" pitchFamily="34" charset="0"/>
              <a:buNone/>
            </a:pPr>
            <a:endParaRPr lang="zh-CN" altLang="en-US" sz="2800" dirty="0">
              <a:solidFill>
                <a:srgbClr val="5E5D2F"/>
              </a:solidFill>
              <a:latin typeface="宋体" panose="02010600030101010101" pitchFamily="2" charset="-122"/>
            </a:endParaRPr>
          </a:p>
          <a:p>
            <a:pPr latinLnBrk="1">
              <a:buFont typeface="Arial" panose="020B0604020202020204" pitchFamily="34" charset="0"/>
              <a:buNone/>
            </a:pPr>
            <a:endParaRPr lang="zh-CN" altLang="en-US" sz="2800" dirty="0">
              <a:solidFill>
                <a:srgbClr val="5E5D2F"/>
              </a:solidFill>
              <a:latin typeface="宋体" panose="02010600030101010101" pitchFamily="2" charset="-122"/>
            </a:endParaRPr>
          </a:p>
          <a:p>
            <a:pPr latinLnBrk="1"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rgbClr val="5E5D2F"/>
                </a:solidFill>
                <a:latin typeface="宋体" panose="02010600030101010101" pitchFamily="2" charset="-122"/>
              </a:rPr>
              <a:t>	</a:t>
            </a:r>
          </a:p>
          <a:p>
            <a:pPr latinLnBrk="1">
              <a:buFont typeface="Arial" panose="020B0604020202020204" pitchFamily="34" charset="0"/>
              <a:buNone/>
            </a:pPr>
            <a:endParaRPr lang="zh-CN" altLang="en-US" sz="2800" dirty="0">
              <a:solidFill>
                <a:srgbClr val="5E5D2F"/>
              </a:solidFill>
              <a:latin typeface="宋体" panose="02010600030101010101" pitchFamily="2" charset="-122"/>
            </a:endParaRPr>
          </a:p>
          <a:p>
            <a:pPr latinLnBrk="1"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rgbClr val="5E5D2F"/>
                </a:solidFill>
                <a:latin typeface="宋体" panose="02010600030101010101" pitchFamily="2" charset="-122"/>
              </a:rPr>
              <a:t>	</a:t>
            </a: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7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0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8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79E06F7A-6050-4EE8-A59A-A0FA5EF0BDE4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76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9216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08050" y="457200"/>
            <a:ext cx="8040688" cy="2255838"/>
          </a:xfrm>
        </p:spPr>
        <p:txBody>
          <a:bodyPr/>
          <a:lstStyle/>
          <a:p>
            <a:pPr marL="0" indent="0" eaLnBrk="1" hangingPunct="1">
              <a:buFontTx/>
              <a:buBlip>
                <a:blip r:embed="rId3"/>
              </a:buBlip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例：某人独立射击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次，设每次命中率为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</a:p>
          <a:p>
            <a:pPr marL="0" indent="0" eaLnBrk="1" hangingPunct="1">
              <a:buFontTx/>
              <a:buNone/>
            </a:pP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0&lt;p&lt;1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，设命中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次，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 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的概率分布	 律；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 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求至少有一次命中的概率。</a:t>
            </a:r>
          </a:p>
          <a:p>
            <a:pPr marL="0" indent="0" eaLnBrk="1" hangingPunct="1">
              <a:buFontTx/>
              <a:buNone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</p:txBody>
      </p:sp>
      <p:graphicFrame>
        <p:nvGraphicFramePr>
          <p:cNvPr id="47107" name="Object 1"/>
          <p:cNvGraphicFramePr>
            <a:graphicFrameLocks noGrp="1"/>
          </p:cNvGraphicFramePr>
          <p:nvPr>
            <p:ph sz="quarter" idx="3"/>
          </p:nvPr>
        </p:nvGraphicFramePr>
        <p:xfrm>
          <a:off x="1952625" y="2536825"/>
          <a:ext cx="62452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76" r:id="rId4" imgW="2766199" imgH="253780" progId="Equation.DSMT4">
                  <p:embed/>
                </p:oleObj>
              </mc:Choice>
              <mc:Fallback>
                <p:oleObj r:id="rId4" imgW="2766199" imgH="253780" progId="Equation.DSMT4">
                  <p:embed/>
                  <p:pic>
                    <p:nvPicPr>
                      <p:cNvPr id="0" name="Object 1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625" y="2536825"/>
                        <a:ext cx="6245225" cy="57308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602" name="Object 2"/>
          <p:cNvGraphicFramePr>
            <a:graphicFrameLocks/>
          </p:cNvGraphicFramePr>
          <p:nvPr/>
        </p:nvGraphicFramePr>
        <p:xfrm>
          <a:off x="1908175" y="3149600"/>
          <a:ext cx="56038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77" r:id="rId6" imgW="2537797" imgH="253780" progId="Equation.DSMT4">
                  <p:embed/>
                </p:oleObj>
              </mc:Choice>
              <mc:Fallback>
                <p:oleObj r:id="rId6" imgW="2537797" imgH="25378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149600"/>
                        <a:ext cx="56038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603" name="Object 3"/>
          <p:cNvGraphicFramePr>
            <a:graphicFrameLocks/>
          </p:cNvGraphicFramePr>
          <p:nvPr/>
        </p:nvGraphicFramePr>
        <p:xfrm>
          <a:off x="3181350" y="3986213"/>
          <a:ext cx="243998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78" r:id="rId8" imgW="1016000" imgH="279400" progId="Equation.DSMT4">
                  <p:embed/>
                </p:oleObj>
              </mc:Choice>
              <mc:Fallback>
                <p:oleObj r:id="rId8" imgW="1016000" imgH="2794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3986213"/>
                        <a:ext cx="2439988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12" name="AutoShape 12"/>
          <p:cNvSpPr>
            <a:spLocks noChangeArrowheads="1"/>
          </p:cNvSpPr>
          <p:nvPr/>
        </p:nvSpPr>
        <p:spPr bwMode="auto">
          <a:xfrm>
            <a:off x="557213" y="5099050"/>
            <a:ext cx="371475" cy="263525"/>
          </a:xfrm>
          <a:prstGeom prst="ribbon2">
            <a:avLst>
              <a:gd name="adj1" fmla="val 12500"/>
              <a:gd name="adj2" fmla="val 50000"/>
            </a:avLst>
          </a:prstGeom>
          <a:solidFill>
            <a:srgbClr val="FF99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92168" name="Picture 13" descr="f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63" y="1252538"/>
            <a:ext cx="7556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14" name="Rectangle 14"/>
          <p:cNvSpPr>
            <a:spLocks noChangeArrowheads="1"/>
          </p:cNvSpPr>
          <p:nvPr/>
        </p:nvSpPr>
        <p:spPr bwMode="auto">
          <a:xfrm>
            <a:off x="1060450" y="1935163"/>
            <a:ext cx="804068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None/>
            </a:pPr>
            <a:r>
              <a:rPr lang="en-US" altLang="zh-CN" sz="2800" dirty="0">
                <a:solidFill>
                  <a:srgbClr val="5E5D2F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800" dirty="0">
                <a:solidFill>
                  <a:srgbClr val="5E5D2F"/>
                </a:solidFill>
                <a:latin typeface="宋体" panose="02010600030101010101" pitchFamily="2" charset="-122"/>
              </a:rPr>
              <a:t>解：这是</a:t>
            </a:r>
            <a:r>
              <a:rPr lang="en-US" altLang="zh-CN" sz="2800" dirty="0">
                <a:solidFill>
                  <a:srgbClr val="5E5D2F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800" dirty="0">
                <a:solidFill>
                  <a:srgbClr val="5E5D2F"/>
                </a:solidFill>
                <a:latin typeface="宋体" panose="02010600030101010101" pitchFamily="2" charset="-122"/>
              </a:rPr>
              <a:t>重贝努利试验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~ b(n, p)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rgbClr val="5E5D2F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358415" name="Rectangle 15"/>
          <p:cNvSpPr>
            <a:spLocks noChangeArrowheads="1"/>
          </p:cNvSpPr>
          <p:nvPr/>
        </p:nvSpPr>
        <p:spPr bwMode="auto">
          <a:xfrm>
            <a:off x="1060450" y="3949700"/>
            <a:ext cx="8040688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同时可知： </a:t>
            </a:r>
          </a:p>
        </p:txBody>
      </p:sp>
      <p:sp>
        <p:nvSpPr>
          <p:cNvPr id="358416" name="Rectangle 16"/>
          <p:cNvSpPr>
            <a:spLocks noChangeArrowheads="1"/>
          </p:cNvSpPr>
          <p:nvPr/>
        </p:nvSpPr>
        <p:spPr bwMode="auto">
          <a:xfrm>
            <a:off x="1060450" y="5032375"/>
            <a:ext cx="8040688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上式的意义为：若</a:t>
            </a:r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p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较小，</a:t>
            </a:r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p≠0,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只要</a:t>
            </a:r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充分大，至少有一次命中的概率很大。即“小概率事件”在大量试验中“至少有一次发生”几乎是必然的。</a:t>
            </a: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0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0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5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12" grpId="0" animBg="1"/>
      <p:bldP spid="358414" grpId="0"/>
      <p:bldP spid="358415" grpId="0"/>
      <p:bldP spid="35841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6C6C66AE-2B51-437E-AC03-7A70EE7319CB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77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359438" name="Rectangle 14"/>
          <p:cNvSpPr>
            <a:spLocks noChangeArrowheads="1"/>
          </p:cNvSpPr>
          <p:nvPr/>
        </p:nvSpPr>
        <p:spPr bwMode="auto">
          <a:xfrm>
            <a:off x="6715125" y="3259138"/>
            <a:ext cx="2428875" cy="1154112"/>
          </a:xfrm>
          <a:prstGeom prst="rect">
            <a:avLst/>
          </a:prstGeom>
          <a:noFill/>
          <a:ln w="31750" algn="ctr">
            <a:solidFill>
              <a:srgbClr val="008080"/>
            </a:solidFill>
            <a:miter lim="800000"/>
          </a:ln>
          <a:effectLst>
            <a:outerShdw dist="107763" dir="13500000" algn="ctr" rotWithShape="0">
              <a:schemeClr val="bg2">
                <a:alpha val="50000"/>
              </a:schemeClr>
            </a:outerShdw>
          </a:effectLst>
        </p:spPr>
        <p:txBody>
          <a:bodyPr lIns="90000" tIns="46800" rIns="90000" bIns="46800" anchor="ctr">
            <a:spAutoFit/>
          </a:bodyPr>
          <a:lstStyle/>
          <a:p>
            <a:pPr>
              <a:buFontTx/>
              <a:buChar char="•"/>
              <a:defRPr/>
            </a:pPr>
            <a:endParaRPr lang="zh-CN" alt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42950" y="306388"/>
            <a:ext cx="8421688" cy="2144712"/>
          </a:xfrm>
        </p:spPr>
        <p:txBody>
          <a:bodyPr/>
          <a:lstStyle/>
          <a:p>
            <a:pPr marL="0" indent="0" eaLnBrk="1" hangingPunct="1">
              <a:buFontTx/>
              <a:buBlip>
                <a:blip r:embed="rId3"/>
              </a:buBlip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例：有一大批产品，其验收方案如下：先作第一次检验，	 	从中任取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件，经检验无次品接受这批产品，次品数大	于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拒收；否则作第二次检验，从中任取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件，仅当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件	中无次品便接受这批产品，设产品的次品率为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</a:p>
          <a:p>
            <a:pPr marL="0" indent="0" eaLnBrk="1" hangingPunct="1">
              <a:buFontTx/>
              <a:buNone/>
            </a:pPr>
            <a:r>
              <a:rPr lang="zh-CN" altLang="en-US" sz="2400" dirty="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求这批产品能被接受的概率</a:t>
            </a:r>
            <a:r>
              <a:rPr lang="en-US" altLang="zh-CN" sz="2400" dirty="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L(p)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endParaRPr lang="en-US" altLang="en-US" sz="2400" baseline="30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8130" name="Object 0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435218644"/>
              </p:ext>
            </p:extLst>
          </p:nvPr>
        </p:nvGraphicFramePr>
        <p:xfrm>
          <a:off x="985838" y="4705603"/>
          <a:ext cx="9652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0" r:id="rId4" imgW="469492" imgH="203024" progId="Equation.DSMT4">
                  <p:embed/>
                </p:oleObj>
              </mc:Choice>
              <mc:Fallback>
                <p:oleObj r:id="rId4" imgW="469492" imgH="203024" progId="Equation.DSMT4">
                  <p:embed/>
                  <p:pic>
                    <p:nvPicPr>
                      <p:cNvPr id="0" name="Object 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4705603"/>
                        <a:ext cx="965200" cy="41751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9" name="Object 1"/>
          <p:cNvGraphicFramePr>
            <a:graphicFrameLocks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1" r:id="rId6" imgW="127776" imgH="198763" progId="Equation.DSMT4">
                  <p:embed/>
                </p:oleObj>
              </mc:Choice>
              <mc:Fallback>
                <p:oleObj r:id="rId6" imgW="127776" imgH="198763" progId="Equation.DSMT4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0" name="AutoShape 11"/>
          <p:cNvSpPr>
            <a:spLocks noChangeArrowheads="1"/>
          </p:cNvSpPr>
          <p:nvPr/>
        </p:nvSpPr>
        <p:spPr bwMode="auto">
          <a:xfrm flipV="1">
            <a:off x="206375" y="5714752"/>
            <a:ext cx="1663700" cy="825500"/>
          </a:xfrm>
          <a:prstGeom prst="wedgeEllipseCallout">
            <a:avLst>
              <a:gd name="adj1" fmla="val 12019"/>
              <a:gd name="adj2" fmla="val 79806"/>
            </a:avLst>
          </a:prstGeom>
          <a:solidFill>
            <a:schemeClr val="accent1">
              <a:alpha val="50194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10800000" lIns="90000" tIns="46800" rIns="90000" bIns="46800"/>
          <a:lstStyle>
            <a:lvl1pPr marL="2286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rgbClr val="FF0000"/>
                </a:solidFill>
                <a:latin typeface="宋体" panose="02010600030101010101" pitchFamily="2" charset="-122"/>
              </a:rPr>
              <a:t>L(P)=P(A)</a:t>
            </a:r>
          </a:p>
        </p:txBody>
      </p:sp>
      <p:graphicFrame>
        <p:nvGraphicFramePr>
          <p:cNvPr id="2202626" name="Object 2"/>
          <p:cNvGraphicFramePr>
            <a:graphicFrameLocks/>
          </p:cNvGraphicFramePr>
          <p:nvPr/>
        </p:nvGraphicFramePr>
        <p:xfrm>
          <a:off x="6718300" y="3343275"/>
          <a:ext cx="2174875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2" r:id="rId8" imgW="1332921" imgH="660113" progId="Equation.DSMT4">
                  <p:embed/>
                </p:oleObj>
              </mc:Choice>
              <mc:Fallback>
                <p:oleObj r:id="rId8" imgW="1332921" imgH="660113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300" y="3343275"/>
                        <a:ext cx="2174875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437" name="Line 13"/>
          <p:cNvSpPr>
            <a:spLocks noChangeShapeType="1"/>
          </p:cNvSpPr>
          <p:nvPr/>
        </p:nvSpPr>
        <p:spPr bwMode="auto">
          <a:xfrm rot="16758117" flipH="1">
            <a:off x="7742752" y="4310267"/>
            <a:ext cx="498448" cy="234040"/>
          </a:xfrm>
          <a:prstGeom prst="line">
            <a:avLst/>
          </a:prstGeom>
          <a:noFill/>
          <a:ln w="31750">
            <a:solidFill>
              <a:srgbClr val="FF66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02627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5396425"/>
              </p:ext>
            </p:extLst>
          </p:nvPr>
        </p:nvGraphicFramePr>
        <p:xfrm>
          <a:off x="1881188" y="4697665"/>
          <a:ext cx="2947987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3" r:id="rId10" imgW="1433855" imgH="203024" progId="Equation.DSMT4">
                  <p:embed/>
                </p:oleObj>
              </mc:Choice>
              <mc:Fallback>
                <p:oleObj r:id="rId10" imgW="1433855" imgH="203024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188" y="4697665"/>
                        <a:ext cx="2947987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2628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3203065"/>
              </p:ext>
            </p:extLst>
          </p:nvPr>
        </p:nvGraphicFramePr>
        <p:xfrm>
          <a:off x="4810125" y="4705603"/>
          <a:ext cx="396557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4" r:id="rId12" imgW="1928726" imgH="203024" progId="Equation.DSMT4">
                  <p:embed/>
                </p:oleObj>
              </mc:Choice>
              <mc:Fallback>
                <p:oleObj r:id="rId12" imgW="1928726" imgH="203024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25" y="4705603"/>
                        <a:ext cx="396557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2629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359633"/>
              </p:ext>
            </p:extLst>
          </p:nvPr>
        </p:nvGraphicFramePr>
        <p:xfrm>
          <a:off x="2338388" y="5256465"/>
          <a:ext cx="315595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5" r:id="rId14" imgW="1535367" imgH="203024" progId="Equation.DSMT4">
                  <p:embed/>
                </p:oleObj>
              </mc:Choice>
              <mc:Fallback>
                <p:oleObj r:id="rId14" imgW="1535367" imgH="203024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8" y="5256465"/>
                        <a:ext cx="315595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2630" name="Objec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983571"/>
              </p:ext>
            </p:extLst>
          </p:nvPr>
        </p:nvGraphicFramePr>
        <p:xfrm>
          <a:off x="1733550" y="5952877"/>
          <a:ext cx="61023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6" r:id="rId16" imgW="2971800" imgH="228600" progId="Equation.DSMT4">
                  <p:embed/>
                </p:oleObj>
              </mc:Choice>
              <mc:Fallback>
                <p:oleObj r:id="rId16" imgW="2971800" imgH="228600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5952877"/>
                        <a:ext cx="61023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444" name="Rectangle 20"/>
          <p:cNvSpPr>
            <a:spLocks noChangeArrowheads="1"/>
          </p:cNvSpPr>
          <p:nvPr/>
        </p:nvSpPr>
        <p:spPr bwMode="auto">
          <a:xfrm>
            <a:off x="722313" y="2287588"/>
            <a:ext cx="8421687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5E5D2F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</a:rPr>
              <a:t>解：</a:t>
            </a:r>
          </a:p>
          <a:p>
            <a:pPr latinLnBrk="1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</a:rPr>
              <a:t>	设</a:t>
            </a:r>
            <a:r>
              <a:rPr lang="en-US" altLang="zh-CN" dirty="0">
                <a:solidFill>
                  <a:srgbClr val="5E5D2F"/>
                </a:solidFill>
                <a:latin typeface="宋体" panose="02010600030101010101" pitchFamily="2" charset="-122"/>
              </a:rPr>
              <a:t>X</a:t>
            </a: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</a:rPr>
              <a:t>为第一次抽得的次品数，</a:t>
            </a:r>
            <a:r>
              <a:rPr lang="en-US" altLang="zh-CN" dirty="0">
                <a:solidFill>
                  <a:srgbClr val="5E5D2F"/>
                </a:solidFill>
                <a:latin typeface="宋体" panose="02010600030101010101" pitchFamily="2" charset="-122"/>
              </a:rPr>
              <a:t>Y</a:t>
            </a: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</a:rPr>
              <a:t>为第</a:t>
            </a:r>
            <a:r>
              <a:rPr lang="en-US" altLang="zh-CN" dirty="0">
                <a:solidFill>
                  <a:srgbClr val="5E5D2F"/>
                </a:solidFill>
                <a:latin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</a:rPr>
              <a:t>次抽得的次品数；</a:t>
            </a:r>
          </a:p>
          <a:p>
            <a:pPr latinLnBrk="1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</a:rPr>
              <a:t>	则</a:t>
            </a:r>
            <a:r>
              <a:rPr lang="en-US" altLang="zh-CN" dirty="0">
                <a:solidFill>
                  <a:srgbClr val="5E5D2F"/>
                </a:solidFill>
                <a:latin typeface="宋体" panose="02010600030101010101" pitchFamily="2" charset="-122"/>
              </a:rPr>
              <a:t>X</a:t>
            </a: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dirty="0">
                <a:solidFill>
                  <a:srgbClr val="5E5D2F"/>
                </a:solidFill>
                <a:latin typeface="宋体" panose="02010600030101010101" pitchFamily="2" charset="-122"/>
              </a:rPr>
              <a:t>b(10,p)</a:t>
            </a: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dirty="0">
                <a:solidFill>
                  <a:srgbClr val="5E5D2F"/>
                </a:solidFill>
                <a:latin typeface="宋体" panose="02010600030101010101" pitchFamily="2" charset="-122"/>
              </a:rPr>
              <a:t>Y</a:t>
            </a: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dirty="0">
                <a:solidFill>
                  <a:srgbClr val="5E5D2F"/>
                </a:solidFill>
                <a:latin typeface="宋体" panose="02010600030101010101" pitchFamily="2" charset="-122"/>
              </a:rPr>
              <a:t>b(5,p)</a:t>
            </a: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</a:rPr>
              <a:t>，</a:t>
            </a:r>
          </a:p>
          <a:p>
            <a:pPr latinLnBrk="1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</a:rPr>
              <a:t>      且</a:t>
            </a:r>
            <a:r>
              <a:rPr lang="en-US" altLang="zh-CN" dirty="0">
                <a:solidFill>
                  <a:srgbClr val="5E5D2F"/>
                </a:solidFill>
                <a:latin typeface="宋体" panose="02010600030101010101" pitchFamily="2" charset="-122"/>
              </a:rPr>
              <a:t>{X=</a:t>
            </a:r>
            <a:r>
              <a:rPr lang="en-US" altLang="zh-CN" dirty="0" err="1">
                <a:solidFill>
                  <a:srgbClr val="5E5D2F"/>
                </a:solidFill>
                <a:latin typeface="宋体" panose="02010600030101010101" pitchFamily="2" charset="-122"/>
              </a:rPr>
              <a:t>i</a:t>
            </a:r>
            <a:r>
              <a:rPr lang="en-US" altLang="zh-CN" dirty="0">
                <a:solidFill>
                  <a:srgbClr val="5E5D2F"/>
                </a:solidFill>
                <a:latin typeface="宋体" panose="02010600030101010101" pitchFamily="2" charset="-122"/>
              </a:rPr>
              <a:t>}</a:t>
            </a: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dirty="0">
                <a:solidFill>
                  <a:srgbClr val="5E5D2F"/>
                </a:solidFill>
                <a:latin typeface="宋体" panose="02010600030101010101" pitchFamily="2" charset="-122"/>
              </a:rPr>
              <a:t>{Y=j}</a:t>
            </a: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</a:rPr>
              <a:t>独立。</a:t>
            </a:r>
            <a:r>
              <a:rPr lang="en-US" altLang="zh-CN" dirty="0">
                <a:solidFill>
                  <a:srgbClr val="5E5D2F"/>
                </a:solidFill>
                <a:latin typeface="宋体" panose="02010600030101010101" pitchFamily="2" charset="-122"/>
              </a:rPr>
              <a:t>A={</a:t>
            </a: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</a:rPr>
              <a:t>接受该批</a:t>
            </a:r>
            <a:r>
              <a:rPr lang="en-US" altLang="zh-CN" dirty="0">
                <a:solidFill>
                  <a:srgbClr val="5E5D2F"/>
                </a:solidFill>
                <a:latin typeface="宋体" panose="02010600030101010101" pitchFamily="2" charset="-122"/>
              </a:rPr>
              <a:t>}</a:t>
            </a: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</a:rPr>
              <a:t>。</a:t>
            </a:r>
            <a:endParaRPr lang="en-US" altLang="en-US" baseline="30000" dirty="0">
              <a:solidFill>
                <a:srgbClr val="5E5D2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9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0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0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5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202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0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0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38" grpId="0" animBg="1"/>
      <p:bldP spid="48140" grpId="0" animBg="1"/>
      <p:bldP spid="359444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6E4A27C1-63CA-4C4A-9B0F-B85117830C70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78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9421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6413" y="341313"/>
            <a:ext cx="8197850" cy="2460625"/>
          </a:xfrm>
        </p:spPr>
        <p:txBody>
          <a:bodyPr/>
          <a:lstStyle/>
          <a:p>
            <a:pPr marL="977900" lvl="1"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泊松分布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(Poisson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分布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273050" indent="-273050"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若随机变量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的概率分布律为</a:t>
            </a:r>
          </a:p>
          <a:p>
            <a:pPr marL="273050" indent="-273050" eaLnBrk="1" hangingPunct="1">
              <a:lnSpc>
                <a:spcPct val="90000"/>
              </a:lnSpc>
              <a:buFontTx/>
              <a:buNone/>
            </a:pP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73050" indent="-273050" eaLnBrk="1" hangingPunct="1">
              <a:lnSpc>
                <a:spcPct val="90000"/>
              </a:lnSpc>
              <a:buFontTx/>
              <a:buNone/>
            </a:pP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73050" indent="-273050"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称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服从参数为</a:t>
            </a:r>
            <a:r>
              <a:rPr lang="el-GR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λ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泊松（</a:t>
            </a:r>
            <a:r>
              <a:rPr lang="en-US" altLang="zh-CN" sz="2400" dirty="0"/>
              <a:t>Poisson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）分布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，记</a:t>
            </a:r>
          </a:p>
        </p:txBody>
      </p:sp>
      <p:graphicFrame>
        <p:nvGraphicFramePr>
          <p:cNvPr id="94211" name="Object 0"/>
          <p:cNvGraphicFramePr>
            <a:graphicFrameLocks noGrp="1"/>
          </p:cNvGraphicFramePr>
          <p:nvPr>
            <p:ph sz="quarter" idx="2"/>
          </p:nvPr>
        </p:nvGraphicFramePr>
        <p:xfrm>
          <a:off x="1057275" y="1377950"/>
          <a:ext cx="4710113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41" r:id="rId3" imgW="2374900" imgH="419100" progId="Equation.DSMT4">
                  <p:embed/>
                </p:oleObj>
              </mc:Choice>
              <mc:Fallback>
                <p:oleObj r:id="rId3" imgW="2374900" imgH="419100" progId="Equation.DSMT4">
                  <p:embed/>
                  <p:pic>
                    <p:nvPicPr>
                      <p:cNvPr id="0" name="Object 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1377950"/>
                        <a:ext cx="4710113" cy="7683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2" name="Object 1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737204902"/>
              </p:ext>
            </p:extLst>
          </p:nvPr>
        </p:nvGraphicFramePr>
        <p:xfrm>
          <a:off x="7615238" y="2261394"/>
          <a:ext cx="13684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42" r:id="rId5" imgW="634449" imgH="203024" progId="Equation.DSMT4">
                  <p:embed/>
                </p:oleObj>
              </mc:Choice>
              <mc:Fallback>
                <p:oleObj r:id="rId5" imgW="634449" imgH="203024" progId="Equation.DSMT4">
                  <p:embed/>
                  <p:pic>
                    <p:nvPicPr>
                      <p:cNvPr id="0" name="Object 1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5238" y="2261394"/>
                        <a:ext cx="1368425" cy="4381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3650" name="Object 2"/>
          <p:cNvGraphicFramePr>
            <a:graphicFrameLocks/>
          </p:cNvGraphicFramePr>
          <p:nvPr/>
        </p:nvGraphicFramePr>
        <p:xfrm>
          <a:off x="1651000" y="4467225"/>
          <a:ext cx="4103688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43" r:id="rId7" imgW="2133600" imgH="419100" progId="Equation.DSMT4">
                  <p:embed/>
                </p:oleObj>
              </mc:Choice>
              <mc:Fallback>
                <p:oleObj r:id="rId7" imgW="2133600" imgH="41910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4467225"/>
                        <a:ext cx="4103688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3651" name="Object 3"/>
          <p:cNvGraphicFramePr>
            <a:graphicFrameLocks/>
          </p:cNvGraphicFramePr>
          <p:nvPr/>
        </p:nvGraphicFramePr>
        <p:xfrm>
          <a:off x="1177925" y="5264150"/>
          <a:ext cx="736282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44" r:id="rId9" imgW="4085853" imgH="253780" progId="Equation.DSMT4">
                  <p:embed/>
                </p:oleObj>
              </mc:Choice>
              <mc:Fallback>
                <p:oleObj r:id="rId9" imgW="4085853" imgH="25378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925" y="5264150"/>
                        <a:ext cx="7362825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3652" name="Object 4"/>
          <p:cNvGraphicFramePr>
            <a:graphicFrameLocks/>
          </p:cNvGraphicFramePr>
          <p:nvPr/>
        </p:nvGraphicFramePr>
        <p:xfrm>
          <a:off x="1106488" y="5800725"/>
          <a:ext cx="53689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45" r:id="rId11" imgW="2654300" imgH="419100" progId="Equation.DSMT4">
                  <p:embed/>
                </p:oleObj>
              </mc:Choice>
              <mc:Fallback>
                <p:oleObj r:id="rId11" imgW="2654300" imgH="4191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488" y="5800725"/>
                        <a:ext cx="536892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707" name="Rectangle 19"/>
          <p:cNvSpPr>
            <a:spLocks noChangeArrowheads="1"/>
          </p:cNvSpPr>
          <p:nvPr/>
        </p:nvSpPr>
        <p:spPr bwMode="auto">
          <a:xfrm>
            <a:off x="506413" y="2954337"/>
            <a:ext cx="819785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lnSpc>
                <a:spcPct val="90000"/>
              </a:lnSpc>
              <a:buBlip>
                <a:blip r:embed="rId13"/>
              </a:buBlip>
            </a:pPr>
            <a:r>
              <a:rPr lang="zh-CN" altLang="en-US" dirty="0">
                <a:solidFill>
                  <a:srgbClr val="1E1169"/>
                </a:solidFill>
                <a:latin typeface="宋体" panose="02010600030101010101" pitchFamily="2" charset="-122"/>
              </a:rPr>
              <a:t>例：设某汽车停靠站候车人数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~ π(</a:t>
            </a:r>
            <a:r>
              <a:rPr lang="el-G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l-G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=4.5</a:t>
            </a:r>
            <a:r>
              <a:rPr lang="zh-CN" altLang="en-US" dirty="0">
                <a:solidFill>
                  <a:srgbClr val="1E1169"/>
                </a:solidFill>
                <a:latin typeface="宋体" panose="02010600030101010101" pitchFamily="2" charset="-122"/>
              </a:rPr>
              <a:t> </a:t>
            </a:r>
          </a:p>
          <a:p>
            <a:pPr latinLnBrk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1E1169"/>
                </a:solidFill>
                <a:latin typeface="宋体" panose="02010600030101010101" pitchFamily="2" charset="-122"/>
              </a:rPr>
              <a:t>		</a:t>
            </a:r>
            <a:r>
              <a:rPr lang="en-US" altLang="zh-CN" dirty="0">
                <a:solidFill>
                  <a:srgbClr val="1E116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dirty="0">
                <a:solidFill>
                  <a:srgbClr val="1E1169"/>
                </a:solidFill>
                <a:latin typeface="宋体" panose="02010600030101010101" pitchFamily="2" charset="-122"/>
              </a:rPr>
              <a:t>求至少有两人候车的概率；</a:t>
            </a:r>
          </a:p>
          <a:p>
            <a:pPr latinLnBrk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1E1169"/>
                </a:solidFill>
                <a:latin typeface="宋体" panose="02010600030101010101" pitchFamily="2" charset="-122"/>
              </a:rPr>
              <a:t>	    </a:t>
            </a:r>
            <a:r>
              <a:rPr lang="en-US" altLang="zh-CN" dirty="0">
                <a:solidFill>
                  <a:srgbClr val="1E116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dirty="0">
                <a:solidFill>
                  <a:srgbClr val="1E1169"/>
                </a:solidFill>
                <a:latin typeface="宋体" panose="02010600030101010101" pitchFamily="2" charset="-122"/>
              </a:rPr>
              <a:t>已知至少有两人候车，求恰有两人候车的概率。</a:t>
            </a:r>
          </a:p>
          <a:p>
            <a:pPr latinLnBrk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</a:rPr>
              <a:t>    解：</a:t>
            </a:r>
          </a:p>
        </p:txBody>
      </p:sp>
      <p:pic>
        <p:nvPicPr>
          <p:cNvPr id="94217" name="Picture 18" descr="1(3)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8988" y="1074738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0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0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03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03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0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707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泊松分布适合于描述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单位时间内随机事件发生的次数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的概率分布。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如某一服务设施在一定时间内受到的服务请求的次数，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电话交换机接到呼叫的次数、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汽车站台的候客人数、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机器出现的故障数、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自然灾害发生的次数、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序列的变异数、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放射性原子核的衰变数、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激光的光子数分布等等。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594709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1A816739-2099-4193-A2AA-BBA546E94598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80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graphicFrame>
        <p:nvGraphicFramePr>
          <p:cNvPr id="95234" name="Object 102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076968"/>
              </p:ext>
            </p:extLst>
          </p:nvPr>
        </p:nvGraphicFramePr>
        <p:xfrm>
          <a:off x="1135063" y="3132478"/>
          <a:ext cx="6554787" cy="226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92" r:id="rId3" imgW="3160928" imgH="1091726" progId="Equation.DSMT4">
                  <p:embed/>
                </p:oleObj>
              </mc:Choice>
              <mc:Fallback>
                <p:oleObj r:id="rId3" imgW="3160928" imgH="1091726" progId="Equation.DSMT4">
                  <p:embed/>
                  <p:pic>
                    <p:nvPicPr>
                      <p:cNvPr id="0" name="Object 102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5063" y="3132478"/>
                        <a:ext cx="6554787" cy="22637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5" name="Rectangle 7"/>
          <p:cNvSpPr>
            <a:spLocks noChangeArrowheads="1"/>
          </p:cNvSpPr>
          <p:nvPr/>
        </p:nvSpPr>
        <p:spPr bwMode="auto">
          <a:xfrm>
            <a:off x="1593850" y="3956390"/>
            <a:ext cx="6207125" cy="1685925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678405" y="5979701"/>
            <a:ext cx="3711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泊松定理 证明 见书</a:t>
            </a:r>
            <a:r>
              <a:rPr lang="en-US" altLang="zh-CN" dirty="0"/>
              <a:t>p37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023938" y="728882"/>
            <a:ext cx="783732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4F4F4F"/>
                </a:solidFill>
                <a:latin typeface="-apple-system"/>
              </a:rPr>
              <a:t>泊松分布是二项分布</a:t>
            </a:r>
            <a:r>
              <a:rPr lang="en-US" altLang="zh-CN" dirty="0">
                <a:solidFill>
                  <a:srgbClr val="4F4F4F"/>
                </a:solidFill>
                <a:latin typeface="-apple-system"/>
              </a:rPr>
              <a:t>n</a:t>
            </a:r>
            <a:r>
              <a:rPr lang="zh-CN" altLang="en-US" dirty="0">
                <a:solidFill>
                  <a:srgbClr val="4F4F4F"/>
                </a:solidFill>
                <a:latin typeface="-apple-system"/>
              </a:rPr>
              <a:t>很大而</a:t>
            </a:r>
            <a:r>
              <a:rPr lang="en-US" altLang="zh-CN" dirty="0">
                <a:solidFill>
                  <a:srgbClr val="4F4F4F"/>
                </a:solidFill>
                <a:latin typeface="-apple-system"/>
              </a:rPr>
              <a:t>p</a:t>
            </a:r>
            <a:r>
              <a:rPr lang="zh-CN" altLang="en-US" dirty="0">
                <a:solidFill>
                  <a:srgbClr val="4F4F4F"/>
                </a:solidFill>
                <a:latin typeface="-apple-system"/>
              </a:rPr>
              <a:t>很小时的一种极限形式。</a:t>
            </a:r>
            <a:endParaRPr lang="en-US" altLang="zh-CN" dirty="0">
              <a:solidFill>
                <a:srgbClr val="4F4F4F"/>
              </a:solidFill>
              <a:latin typeface="-apple-system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000" dirty="0"/>
              <a:t>把连续的时间分割层无数小份（</a:t>
            </a:r>
            <a:r>
              <a:rPr lang="en-US" altLang="zh-CN" sz="2000" dirty="0"/>
              <a:t> n</a:t>
            </a:r>
            <a:r>
              <a:rPr lang="zh-CN" altLang="en-US" sz="2000" dirty="0"/>
              <a:t>很大），每个小份之间都是相互独立的。在每个很小的时间区间内，事情可能发生也可能不发生，因此这就是一个</a:t>
            </a:r>
            <a:r>
              <a:rPr lang="en-US" altLang="zh-CN" sz="2000" dirty="0"/>
              <a:t>p</a:t>
            </a:r>
            <a:r>
              <a:rPr lang="zh-CN" altLang="en-US" sz="2000" dirty="0"/>
              <a:t>很小的二项分布。</a:t>
            </a:r>
            <a:endParaRPr lang="en-US" altLang="zh-CN" sz="20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000" dirty="0"/>
              <a:t>对应的泊松分布中的</a:t>
            </a:r>
            <a:r>
              <a:rPr lang="en-US" altLang="zh-CN" sz="2000" dirty="0"/>
              <a:t>lambda</a:t>
            </a:r>
            <a:r>
              <a:rPr lang="zh-CN" altLang="en-US" sz="2000" dirty="0"/>
              <a:t>意义就是：一个时间段内时间平均发生的次数。</a:t>
            </a:r>
          </a:p>
        </p:txBody>
      </p:sp>
      <p:sp>
        <p:nvSpPr>
          <p:cNvPr id="4" name="矩形 3"/>
          <p:cNvSpPr/>
          <p:nvPr/>
        </p:nvSpPr>
        <p:spPr>
          <a:xfrm>
            <a:off x="4239001" y="4102335"/>
            <a:ext cx="33842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buNone/>
            </a:pPr>
            <a:r>
              <a:rPr lang="zh-CN" altLang="en-US" dirty="0"/>
              <a:t>书上：</a:t>
            </a:r>
            <a:r>
              <a:rPr lang="en-US" altLang="zh-CN" dirty="0"/>
              <a:t>n&gt;20, p&lt;0.05</a:t>
            </a:r>
            <a:endParaRPr lang="zh-CN" altLang="en-US" dirty="0"/>
          </a:p>
        </p:txBody>
      </p:sp>
    </p:spTree>
  </p:cSld>
  <p:clrMapOvr>
    <a:masterClrMapping/>
  </p:clrMapOvr>
  <p:transition spd="med">
    <p:diamond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某芯片次品率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0.1%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，相互独立，求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只产品中至少有两只次品的概率。以</a:t>
            </a:r>
            <a:r>
              <a:rPr lang="en-US" altLang="zh-CN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记作次品数，</a:t>
            </a:r>
            <a:r>
              <a:rPr lang="en-US" altLang="zh-CN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X~b</a:t>
            </a:r>
            <a:r>
              <a:rPr lang="en-US" altLang="zh-CN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(1000, 0.001)</a:t>
            </a:r>
            <a:endParaRPr lang="zh-CN" altLang="en-US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469571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B105E993-92AD-4415-8C1D-B799EDBA57E8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82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9625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44550" y="252413"/>
            <a:ext cx="7832725" cy="59388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4000">
                <a:latin typeface="宋体" panose="02010600030101010101" pitchFamily="2" charset="-122"/>
                <a:ea typeface="宋体" panose="02010600030101010101" pitchFamily="2" charset="-122"/>
              </a:rPr>
              <a:t>§3 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</a:rPr>
              <a:t>随机变量的分布函数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96259" name="Object 0"/>
          <p:cNvGraphicFramePr>
            <a:graphicFrameLocks noGrp="1"/>
          </p:cNvGraphicFramePr>
          <p:nvPr>
            <p:ph sz="quarter" idx="2"/>
          </p:nvPr>
        </p:nvGraphicFramePr>
        <p:xfrm>
          <a:off x="884238" y="1030288"/>
          <a:ext cx="65754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79" r:id="rId3" imgW="3018669" imgH="215619" progId="Equation.DSMT4">
                  <p:embed/>
                </p:oleObj>
              </mc:Choice>
              <mc:Fallback>
                <p:oleObj r:id="rId3" imgW="3018669" imgH="215619" progId="Equation.DSMT4">
                  <p:embed/>
                  <p:pic>
                    <p:nvPicPr>
                      <p:cNvPr id="0" name="Object 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1030288"/>
                        <a:ext cx="6575425" cy="47148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0" name="Object 1"/>
          <p:cNvGraphicFramePr>
            <a:graphicFrameLocks noGrp="1"/>
          </p:cNvGraphicFramePr>
          <p:nvPr>
            <p:ph sz="quarter" idx="3"/>
          </p:nvPr>
        </p:nvGraphicFramePr>
        <p:xfrm>
          <a:off x="922338" y="1514475"/>
          <a:ext cx="78994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80" r:id="rId5" imgW="3962400" imgH="457200" progId="Equation.DSMT4">
                  <p:embed/>
                </p:oleObj>
              </mc:Choice>
              <mc:Fallback>
                <p:oleObj r:id="rId5" imgW="3962400" imgH="457200" progId="Equation.DSMT4">
                  <p:embed/>
                  <p:pic>
                    <p:nvPicPr>
                      <p:cNvPr id="0" name="Object 1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1514475"/>
                        <a:ext cx="7899400" cy="9112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5698" name="Object 2"/>
          <p:cNvGraphicFramePr>
            <a:graphicFrameLocks/>
          </p:cNvGraphicFramePr>
          <p:nvPr/>
        </p:nvGraphicFramePr>
        <p:xfrm>
          <a:off x="3105150" y="5183188"/>
          <a:ext cx="450532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81" r:id="rId7" imgW="2349500" imgH="228600" progId="Equation.DSMT4">
                  <p:embed/>
                </p:oleObj>
              </mc:Choice>
              <mc:Fallback>
                <p:oleObj r:id="rId7" imgW="2349500" imgH="22860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5183188"/>
                        <a:ext cx="4505325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2" name="Object 3"/>
          <p:cNvGraphicFramePr>
            <a:graphicFrameLocks/>
          </p:cNvGraphicFramePr>
          <p:nvPr/>
        </p:nvGraphicFramePr>
        <p:xfrm>
          <a:off x="754063" y="2835275"/>
          <a:ext cx="2413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82" r:id="rId9" imgW="1141514" imgH="215619" progId="Equation.DSMT4">
                  <p:embed/>
                </p:oleObj>
              </mc:Choice>
              <mc:Fallback>
                <p:oleObj r:id="rId9" imgW="1141514" imgH="215619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063" y="2835275"/>
                        <a:ext cx="2413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3817" name="Litebulb"/>
          <p:cNvSpPr>
            <a:spLocks noEditPoints="1" noChangeArrowheads="1"/>
          </p:cNvSpPr>
          <p:nvPr/>
        </p:nvSpPr>
        <p:spPr bwMode="auto">
          <a:xfrm>
            <a:off x="720725" y="1587500"/>
            <a:ext cx="184150" cy="260350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205700" name="Object 4"/>
          <p:cNvGraphicFramePr>
            <a:graphicFrameLocks/>
          </p:cNvGraphicFramePr>
          <p:nvPr/>
        </p:nvGraphicFramePr>
        <p:xfrm>
          <a:off x="2836863" y="4419600"/>
          <a:ext cx="17907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83" r:id="rId11" imgW="964363" imgH="203024" progId="Equation.DSMT4">
                  <p:embed/>
                </p:oleObj>
              </mc:Choice>
              <mc:Fallback>
                <p:oleObj r:id="rId11" imgW="964363" imgH="203024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6863" y="4419600"/>
                        <a:ext cx="17907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6265" name="Group 94"/>
          <p:cNvGrpSpPr>
            <a:grpSpLocks/>
          </p:cNvGrpSpPr>
          <p:nvPr/>
        </p:nvGrpSpPr>
        <p:grpSpPr bwMode="auto">
          <a:xfrm>
            <a:off x="2103438" y="2693988"/>
            <a:ext cx="4618037" cy="1651000"/>
            <a:chOff x="1325" y="1677"/>
            <a:chExt cx="2909" cy="1040"/>
          </a:xfrm>
        </p:grpSpPr>
        <p:sp>
          <p:nvSpPr>
            <p:cNvPr id="96266" name="Freeform 34"/>
            <p:cNvSpPr>
              <a:spLocks noChangeArrowheads="1"/>
            </p:cNvSpPr>
            <p:nvPr/>
          </p:nvSpPr>
          <p:spPr bwMode="auto">
            <a:xfrm>
              <a:off x="2106" y="1830"/>
              <a:ext cx="449" cy="615"/>
            </a:xfrm>
            <a:custGeom>
              <a:avLst/>
              <a:gdLst>
                <a:gd name="T0" fmla="*/ 449 w 449"/>
                <a:gd name="T1" fmla="*/ 0 h 615"/>
                <a:gd name="T2" fmla="*/ 205 w 449"/>
                <a:gd name="T3" fmla="*/ 186 h 615"/>
                <a:gd name="T4" fmla="*/ 0 w 449"/>
                <a:gd name="T5" fmla="*/ 615 h 6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9" h="615">
                  <a:moveTo>
                    <a:pt x="449" y="0"/>
                  </a:moveTo>
                  <a:cubicBezTo>
                    <a:pt x="364" y="42"/>
                    <a:pt x="280" y="84"/>
                    <a:pt x="205" y="186"/>
                  </a:cubicBezTo>
                  <a:cubicBezTo>
                    <a:pt x="130" y="288"/>
                    <a:pt x="23" y="519"/>
                    <a:pt x="0" y="615"/>
                  </a:cubicBezTo>
                </a:path>
              </a:pathLst>
            </a:custGeom>
            <a:noFill/>
            <a:ln w="25400">
              <a:solidFill>
                <a:srgbClr val="9933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96267" name="Object 7"/>
            <p:cNvGraphicFramePr>
              <a:graphicFrameLocks/>
            </p:cNvGraphicFramePr>
            <p:nvPr/>
          </p:nvGraphicFramePr>
          <p:xfrm>
            <a:off x="2796" y="2474"/>
            <a:ext cx="221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784" r:id="rId13" imgW="126725" imgH="139397" progId="Equation.DSMT4">
                    <p:embed/>
                  </p:oleObj>
                </mc:Choice>
                <mc:Fallback>
                  <p:oleObj r:id="rId13" imgW="126725" imgH="139397" progId="Equation.DSMT4">
                    <p:embed/>
                    <p:pic>
                      <p:nvPicPr>
                        <p:cNvPr id="0" name="Object 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6" y="2474"/>
                          <a:ext cx="221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6268" name="Group 30"/>
            <p:cNvGrpSpPr>
              <a:grpSpLocks/>
            </p:cNvGrpSpPr>
            <p:nvPr/>
          </p:nvGrpSpPr>
          <p:grpSpPr bwMode="auto">
            <a:xfrm>
              <a:off x="1325" y="2191"/>
              <a:ext cx="2909" cy="293"/>
              <a:chOff x="1543" y="2728"/>
              <a:chExt cx="2909" cy="293"/>
            </a:xfrm>
          </p:grpSpPr>
          <p:sp>
            <p:nvSpPr>
              <p:cNvPr id="96269" name="Line 14"/>
              <p:cNvSpPr>
                <a:spLocks noChangeShapeType="1"/>
              </p:cNvSpPr>
              <p:nvPr/>
            </p:nvSpPr>
            <p:spPr bwMode="auto">
              <a:xfrm>
                <a:off x="1543" y="3004"/>
                <a:ext cx="290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96270" name="Group 29"/>
              <p:cNvGrpSpPr>
                <a:grpSpLocks/>
              </p:cNvGrpSpPr>
              <p:nvPr/>
            </p:nvGrpSpPr>
            <p:grpSpPr bwMode="auto">
              <a:xfrm>
                <a:off x="1659" y="2728"/>
                <a:ext cx="1474" cy="293"/>
                <a:chOff x="1659" y="2738"/>
                <a:chExt cx="1474" cy="293"/>
              </a:xfrm>
            </p:grpSpPr>
            <p:sp>
              <p:nvSpPr>
                <p:cNvPr id="96271" name="Line 16"/>
                <p:cNvSpPr>
                  <a:spLocks noChangeShapeType="1"/>
                </p:cNvSpPr>
                <p:nvPr/>
              </p:nvSpPr>
              <p:spPr bwMode="auto">
                <a:xfrm>
                  <a:off x="1688" y="2760"/>
                  <a:ext cx="144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72" name="Line 19"/>
                <p:cNvSpPr>
                  <a:spLocks noChangeShapeType="1"/>
                </p:cNvSpPr>
                <p:nvPr/>
              </p:nvSpPr>
              <p:spPr bwMode="auto">
                <a:xfrm>
                  <a:off x="3126" y="2767"/>
                  <a:ext cx="0" cy="23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73" name="Line 20"/>
                <p:cNvSpPr>
                  <a:spLocks noChangeShapeType="1"/>
                </p:cNvSpPr>
                <p:nvPr/>
              </p:nvSpPr>
              <p:spPr bwMode="auto">
                <a:xfrm rot="314417" flipH="1">
                  <a:off x="1659" y="2743"/>
                  <a:ext cx="136" cy="2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74" name="Line 21"/>
                <p:cNvSpPr>
                  <a:spLocks noChangeShapeType="1"/>
                </p:cNvSpPr>
                <p:nvPr/>
              </p:nvSpPr>
              <p:spPr bwMode="auto">
                <a:xfrm rot="314417" flipH="1">
                  <a:off x="1834" y="2742"/>
                  <a:ext cx="136" cy="2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75" name="Line 22"/>
                <p:cNvSpPr>
                  <a:spLocks noChangeShapeType="1"/>
                </p:cNvSpPr>
                <p:nvPr/>
              </p:nvSpPr>
              <p:spPr bwMode="auto">
                <a:xfrm rot="314417" flipH="1">
                  <a:off x="2399" y="2740"/>
                  <a:ext cx="136" cy="2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76" name="Line 23"/>
                <p:cNvSpPr>
                  <a:spLocks noChangeShapeType="1"/>
                </p:cNvSpPr>
                <p:nvPr/>
              </p:nvSpPr>
              <p:spPr bwMode="auto">
                <a:xfrm rot="314417" flipH="1">
                  <a:off x="2594" y="2749"/>
                  <a:ext cx="136" cy="2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77" name="Line 24"/>
                <p:cNvSpPr>
                  <a:spLocks noChangeShapeType="1"/>
                </p:cNvSpPr>
                <p:nvPr/>
              </p:nvSpPr>
              <p:spPr bwMode="auto">
                <a:xfrm rot="314417" flipH="1">
                  <a:off x="2788" y="2748"/>
                  <a:ext cx="136" cy="2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78" name="Line 25"/>
                <p:cNvSpPr>
                  <a:spLocks noChangeShapeType="1"/>
                </p:cNvSpPr>
                <p:nvPr/>
              </p:nvSpPr>
              <p:spPr bwMode="auto">
                <a:xfrm rot="314417" flipH="1">
                  <a:off x="2962" y="2758"/>
                  <a:ext cx="136" cy="2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79" name="Line 26"/>
                <p:cNvSpPr>
                  <a:spLocks noChangeShapeType="1"/>
                </p:cNvSpPr>
                <p:nvPr/>
              </p:nvSpPr>
              <p:spPr bwMode="auto">
                <a:xfrm rot="314417" flipH="1">
                  <a:off x="2213" y="2740"/>
                  <a:ext cx="136" cy="2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6280" name="Line 27"/>
                <p:cNvSpPr>
                  <a:spLocks noChangeShapeType="1"/>
                </p:cNvSpPr>
                <p:nvPr/>
              </p:nvSpPr>
              <p:spPr bwMode="auto">
                <a:xfrm rot="314417" flipH="1">
                  <a:off x="2026" y="2738"/>
                  <a:ext cx="136" cy="27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96281" name="Object 8"/>
            <p:cNvGraphicFramePr>
              <a:graphicFrameLocks/>
            </p:cNvGraphicFramePr>
            <p:nvPr/>
          </p:nvGraphicFramePr>
          <p:xfrm>
            <a:off x="2524" y="1677"/>
            <a:ext cx="279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785" r:id="rId15" imgW="177492" imgH="164814" progId="Equation.DSMT4">
                    <p:embed/>
                  </p:oleObj>
                </mc:Choice>
                <mc:Fallback>
                  <p:oleObj r:id="rId15" imgW="177492" imgH="164814" progId="Equation.DSMT4">
                    <p:embed/>
                    <p:pic>
                      <p:nvPicPr>
                        <p:cNvPr id="0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4" y="1677"/>
                          <a:ext cx="279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6282" name="Object 5"/>
          <p:cNvGraphicFramePr>
            <a:graphicFrameLocks/>
          </p:cNvGraphicFramePr>
          <p:nvPr/>
        </p:nvGraphicFramePr>
        <p:xfrm>
          <a:off x="809625" y="4314825"/>
          <a:ext cx="17700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86" r:id="rId17" imgW="837110" imgH="215619" progId="Equation.DSMT4">
                  <p:embed/>
                </p:oleObj>
              </mc:Choice>
              <mc:Fallback>
                <p:oleObj r:id="rId17" imgW="837110" imgH="215619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" y="4314825"/>
                        <a:ext cx="17700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5702" name="Object 6"/>
          <p:cNvGraphicFramePr>
            <a:graphicFrameLocks/>
          </p:cNvGraphicFramePr>
          <p:nvPr/>
        </p:nvGraphicFramePr>
        <p:xfrm>
          <a:off x="2816225" y="4808538"/>
          <a:ext cx="527685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787" r:id="rId19" imgW="2841101" imgH="215619" progId="Equation.DSMT4">
                  <p:embed/>
                </p:oleObj>
              </mc:Choice>
              <mc:Fallback>
                <p:oleObj r:id="rId19" imgW="2841101" imgH="215619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4808538"/>
                        <a:ext cx="5276850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2000" fill="hold"/>
                                        <p:tgtEl>
                                          <p:spTgt spid="37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20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20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2205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81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3BB349F6-D8E5-4E8F-BFAF-1B6A132513CC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83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9728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23938" y="441325"/>
            <a:ext cx="7704137" cy="5895975"/>
          </a:xfrm>
        </p:spPr>
        <p:txBody>
          <a:bodyPr/>
          <a:lstStyle/>
          <a:p>
            <a:pPr marL="0" indent="0" eaLnBrk="1" hangingPunct="1">
              <a:buFontTx/>
              <a:buBlip>
                <a:blip r:embed="rId3"/>
              </a:buBlip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例：			</a:t>
            </a:r>
          </a:p>
          <a:p>
            <a:pPr marL="0" indent="0" eaLnBrk="1" hangingPunct="1">
              <a:buFontTx/>
              <a:buNone/>
            </a:pPr>
            <a:endParaRPr lang="zh-CN" altLang="en-US" sz="2400">
              <a:solidFill>
                <a:srgbClr val="00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buFontTx/>
              <a:buNone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</a:p>
          <a:p>
            <a:pPr marL="0" indent="0" eaLnBrk="1" hangingPunct="1">
              <a:buFontTx/>
              <a:buNone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解：</a:t>
            </a:r>
          </a:p>
        </p:txBody>
      </p:sp>
      <p:graphicFrame>
        <p:nvGraphicFramePr>
          <p:cNvPr id="52226" name="Object 0"/>
          <p:cNvGraphicFramePr>
            <a:graphicFrameLocks noGrp="1"/>
          </p:cNvGraphicFramePr>
          <p:nvPr>
            <p:ph sz="quarter" idx="2"/>
          </p:nvPr>
        </p:nvGraphicFramePr>
        <p:xfrm>
          <a:off x="1593850" y="2465388"/>
          <a:ext cx="4337050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46" r:id="rId4" imgW="2081896" imgH="710891" progId="Equation.DSMT4">
                  <p:embed/>
                </p:oleObj>
              </mc:Choice>
              <mc:Fallback>
                <p:oleObj r:id="rId4" imgW="2081896" imgH="710891" progId="Equation.DSMT4">
                  <p:embed/>
                  <p:pic>
                    <p:nvPicPr>
                      <p:cNvPr id="0" name="Object 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2465388"/>
                        <a:ext cx="4337050" cy="148113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7284" name="Group 15"/>
          <p:cNvGrpSpPr>
            <a:grpSpLocks/>
          </p:cNvGrpSpPr>
          <p:nvPr/>
        </p:nvGrpSpPr>
        <p:grpSpPr bwMode="auto">
          <a:xfrm>
            <a:off x="2359025" y="314325"/>
            <a:ext cx="2027238" cy="850900"/>
            <a:chOff x="1281" y="1101"/>
            <a:chExt cx="1277" cy="536"/>
          </a:xfrm>
        </p:grpSpPr>
        <p:sp>
          <p:nvSpPr>
            <p:cNvPr id="97285" name="Text Box 7"/>
            <p:cNvSpPr txBox="1">
              <a:spLocks noChangeArrowheads="1"/>
            </p:cNvSpPr>
            <p:nvPr/>
          </p:nvSpPr>
          <p:spPr bwMode="auto">
            <a:xfrm>
              <a:off x="1286" y="1338"/>
              <a:ext cx="2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>
                  <a:latin typeface="宋体" panose="02010600030101010101" pitchFamily="2" charset="-122"/>
                </a:rPr>
                <a:t>p</a:t>
              </a:r>
              <a:endParaRPr lang="en-US" altLang="zh-CN" b="1" baseline="-25000">
                <a:latin typeface="宋体" panose="02010600030101010101" pitchFamily="2" charset="-122"/>
              </a:endParaRPr>
            </a:p>
          </p:txBody>
        </p:sp>
        <p:grpSp>
          <p:nvGrpSpPr>
            <p:cNvPr id="97286" name="Group 14"/>
            <p:cNvGrpSpPr>
              <a:grpSpLocks/>
            </p:cNvGrpSpPr>
            <p:nvPr/>
          </p:nvGrpSpPr>
          <p:grpSpPr bwMode="auto">
            <a:xfrm>
              <a:off x="1281" y="1101"/>
              <a:ext cx="1277" cy="536"/>
              <a:chOff x="1281" y="1101"/>
              <a:chExt cx="1277" cy="536"/>
            </a:xfrm>
          </p:grpSpPr>
          <p:sp>
            <p:nvSpPr>
              <p:cNvPr id="97287" name="Line 4"/>
              <p:cNvSpPr>
                <a:spLocks noChangeShapeType="1"/>
              </p:cNvSpPr>
              <p:nvPr/>
            </p:nvSpPr>
            <p:spPr bwMode="auto">
              <a:xfrm>
                <a:off x="1298" y="1406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288" name="Line 5"/>
              <p:cNvSpPr>
                <a:spLocks noChangeShapeType="1"/>
              </p:cNvSpPr>
              <p:nvPr/>
            </p:nvSpPr>
            <p:spPr bwMode="auto">
              <a:xfrm>
                <a:off x="1533" y="1160"/>
                <a:ext cx="0" cy="46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97289" name="Group 13"/>
              <p:cNvGrpSpPr>
                <a:grpSpLocks/>
              </p:cNvGrpSpPr>
              <p:nvPr/>
            </p:nvGrpSpPr>
            <p:grpSpPr bwMode="auto">
              <a:xfrm>
                <a:off x="1281" y="1101"/>
                <a:ext cx="1104" cy="536"/>
                <a:chOff x="1281" y="1101"/>
                <a:chExt cx="1104" cy="536"/>
              </a:xfrm>
            </p:grpSpPr>
            <p:sp>
              <p:nvSpPr>
                <p:cNvPr id="97290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281" y="1101"/>
                  <a:ext cx="21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marL="228600" indent="-228600"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 typeface="Arial" panose="020B0604020202020204" pitchFamily="34" charset="0"/>
                    <a:buNone/>
                  </a:pPr>
                  <a:r>
                    <a:rPr lang="en-US" altLang="zh-CN">
                      <a:latin typeface="宋体" panose="02010600030101010101" pitchFamily="2" charset="-122"/>
                    </a:rPr>
                    <a:t>X</a:t>
                  </a:r>
                </a:p>
              </p:txBody>
            </p:sp>
            <p:sp>
              <p:nvSpPr>
                <p:cNvPr id="97291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740" y="1109"/>
                  <a:ext cx="21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marL="228600" indent="-228600"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 typeface="Arial" panose="020B0604020202020204" pitchFamily="34" charset="0"/>
                    <a:buNone/>
                  </a:pPr>
                  <a:r>
                    <a:rPr lang="en-US" altLang="zh-CN">
                      <a:latin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97292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170" y="1107"/>
                  <a:ext cx="21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marL="228600" indent="-228600"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 typeface="Arial" panose="020B0604020202020204" pitchFamily="34" charset="0"/>
                    <a:buNone/>
                  </a:pPr>
                  <a:r>
                    <a:rPr lang="en-US" altLang="zh-CN"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97293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749" y="1349"/>
                  <a:ext cx="21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marL="228600" indent="-228600"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 typeface="Arial" panose="020B0604020202020204" pitchFamily="34" charset="0"/>
                    <a:buNone/>
                  </a:pPr>
                  <a:r>
                    <a:rPr lang="en-US" altLang="zh-CN">
                      <a:latin typeface="宋体" panose="02010600030101010101" pitchFamily="2" charset="-122"/>
                    </a:rPr>
                    <a:t>q</a:t>
                  </a:r>
                </a:p>
              </p:txBody>
            </p:sp>
            <p:sp>
              <p:nvSpPr>
                <p:cNvPr id="9729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175" y="1348"/>
                  <a:ext cx="21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 marL="228600" indent="-228600"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 typeface="Arial" panose="020B0604020202020204" pitchFamily="34" charset="0"/>
                    <a:buNone/>
                  </a:pPr>
                  <a:r>
                    <a:rPr lang="en-US" altLang="zh-CN">
                      <a:latin typeface="宋体" panose="02010600030101010101" pitchFamily="2" charset="-122"/>
                    </a:rPr>
                    <a:t>p</a:t>
                  </a:r>
                </a:p>
              </p:txBody>
            </p:sp>
          </p:grpSp>
        </p:grpSp>
      </p:grpSp>
      <p:graphicFrame>
        <p:nvGraphicFramePr>
          <p:cNvPr id="52227" name="Object 1"/>
          <p:cNvGraphicFramePr>
            <a:graphicFrameLocks noGrp="1"/>
          </p:cNvGraphicFramePr>
          <p:nvPr>
            <p:ph sz="quarter" idx="3"/>
          </p:nvPr>
        </p:nvGraphicFramePr>
        <p:xfrm>
          <a:off x="1544638" y="4367213"/>
          <a:ext cx="17684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47" r:id="rId6" imgW="837473" imgH="203024" progId="Equation.DSMT4">
                  <p:embed/>
                </p:oleObj>
              </mc:Choice>
              <mc:Fallback>
                <p:oleObj r:id="rId6" imgW="837473" imgH="203024" progId="Equation.DSMT4">
                  <p:embed/>
                  <p:pic>
                    <p:nvPicPr>
                      <p:cNvPr id="0" name="Object 1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4638" y="4367213"/>
                        <a:ext cx="1768475" cy="4286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6722" name="Object 2"/>
          <p:cNvGraphicFramePr>
            <a:graphicFrameLocks/>
          </p:cNvGraphicFramePr>
          <p:nvPr/>
        </p:nvGraphicFramePr>
        <p:xfrm>
          <a:off x="1471613" y="5537200"/>
          <a:ext cx="56007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48" r:id="rId8" imgW="2600114" imgH="215619" progId="Equation.DSMT4">
                  <p:embed/>
                </p:oleObj>
              </mc:Choice>
              <mc:Fallback>
                <p:oleObj r:id="rId8" imgW="2600114" imgH="215619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613" y="5537200"/>
                        <a:ext cx="560070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97" name="Object 3"/>
          <p:cNvGraphicFramePr>
            <a:graphicFrameLocks/>
          </p:cNvGraphicFramePr>
          <p:nvPr/>
        </p:nvGraphicFramePr>
        <p:xfrm>
          <a:off x="2135188" y="1331913"/>
          <a:ext cx="599757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49" r:id="rId10" imgW="2778888" imgH="253780" progId="Equation.DSMT4">
                  <p:embed/>
                </p:oleObj>
              </mc:Choice>
              <mc:Fallback>
                <p:oleObj r:id="rId10" imgW="2778888" imgH="25378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1331913"/>
                        <a:ext cx="5997575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5724525" y="3140075"/>
            <a:ext cx="2981325" cy="2276475"/>
            <a:chOff x="3606" y="1848"/>
            <a:chExt cx="1878" cy="1434"/>
          </a:xfrm>
        </p:grpSpPr>
        <p:grpSp>
          <p:nvGrpSpPr>
            <p:cNvPr id="97299" name="Group 51"/>
            <p:cNvGrpSpPr>
              <a:grpSpLocks/>
            </p:cNvGrpSpPr>
            <p:nvPr/>
          </p:nvGrpSpPr>
          <p:grpSpPr bwMode="auto">
            <a:xfrm>
              <a:off x="4011" y="2400"/>
              <a:ext cx="936" cy="834"/>
              <a:chOff x="4011" y="2400"/>
              <a:chExt cx="936" cy="834"/>
            </a:xfrm>
          </p:grpSpPr>
          <p:sp>
            <p:nvSpPr>
              <p:cNvPr id="97300" name="Line 34"/>
              <p:cNvSpPr>
                <a:spLocks noChangeShapeType="1"/>
              </p:cNvSpPr>
              <p:nvPr/>
            </p:nvSpPr>
            <p:spPr bwMode="auto">
              <a:xfrm rot="5400000" flipH="1">
                <a:off x="4210" y="2458"/>
                <a:ext cx="0" cy="2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01" name="Line 28"/>
              <p:cNvSpPr>
                <a:spLocks noChangeShapeType="1"/>
              </p:cNvSpPr>
              <p:nvPr/>
            </p:nvSpPr>
            <p:spPr bwMode="auto">
              <a:xfrm flipV="1">
                <a:off x="4857" y="2985"/>
                <a:ext cx="0" cy="2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02" name="Text Box 26"/>
              <p:cNvSpPr txBox="1">
                <a:spLocks noChangeArrowheads="1"/>
              </p:cNvSpPr>
              <p:nvPr/>
            </p:nvSpPr>
            <p:spPr bwMode="auto">
              <a:xfrm>
                <a:off x="4031" y="2984"/>
                <a:ext cx="20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2000"/>
                  <a:t>0</a:t>
                </a:r>
              </a:p>
            </p:txBody>
          </p:sp>
          <p:sp>
            <p:nvSpPr>
              <p:cNvPr id="97303" name="Text Box 27"/>
              <p:cNvSpPr txBox="1">
                <a:spLocks noChangeArrowheads="1"/>
              </p:cNvSpPr>
              <p:nvPr/>
            </p:nvSpPr>
            <p:spPr bwMode="auto">
              <a:xfrm>
                <a:off x="4753" y="2997"/>
                <a:ext cx="19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800"/>
                  <a:t>1</a:t>
                </a:r>
              </a:p>
            </p:txBody>
          </p:sp>
          <p:sp>
            <p:nvSpPr>
              <p:cNvPr id="97304" name="Text Box 33"/>
              <p:cNvSpPr txBox="1">
                <a:spLocks noChangeArrowheads="1"/>
              </p:cNvSpPr>
              <p:nvPr/>
            </p:nvSpPr>
            <p:spPr bwMode="auto">
              <a:xfrm>
                <a:off x="4011" y="2660"/>
                <a:ext cx="20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2000"/>
                  <a:t>q</a:t>
                </a:r>
              </a:p>
            </p:txBody>
          </p:sp>
          <p:sp>
            <p:nvSpPr>
              <p:cNvPr id="97305" name="Text Box 35"/>
              <p:cNvSpPr txBox="1">
                <a:spLocks noChangeArrowheads="1"/>
              </p:cNvSpPr>
              <p:nvPr/>
            </p:nvSpPr>
            <p:spPr bwMode="auto">
              <a:xfrm>
                <a:off x="4016" y="2400"/>
                <a:ext cx="19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800"/>
                  <a:t>1</a:t>
                </a:r>
              </a:p>
            </p:txBody>
          </p:sp>
        </p:grpSp>
        <p:grpSp>
          <p:nvGrpSpPr>
            <p:cNvPr id="97306" name="Group 50"/>
            <p:cNvGrpSpPr>
              <a:grpSpLocks/>
            </p:cNvGrpSpPr>
            <p:nvPr/>
          </p:nvGrpSpPr>
          <p:grpSpPr bwMode="auto">
            <a:xfrm>
              <a:off x="3606" y="1848"/>
              <a:ext cx="1878" cy="1434"/>
              <a:chOff x="3606" y="1848"/>
              <a:chExt cx="1878" cy="1434"/>
            </a:xfrm>
          </p:grpSpPr>
          <p:sp>
            <p:nvSpPr>
              <p:cNvPr id="97307" name="Oval 37"/>
              <p:cNvSpPr>
                <a:spLocks noChangeArrowheads="1"/>
              </p:cNvSpPr>
              <p:nvPr/>
            </p:nvSpPr>
            <p:spPr bwMode="auto">
              <a:xfrm>
                <a:off x="4186" y="2975"/>
                <a:ext cx="56" cy="56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7308" name="Line 23"/>
              <p:cNvSpPr>
                <a:spLocks noChangeShapeType="1"/>
              </p:cNvSpPr>
              <p:nvPr/>
            </p:nvSpPr>
            <p:spPr bwMode="auto">
              <a:xfrm>
                <a:off x="3637" y="3008"/>
                <a:ext cx="178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09" name="Line 25"/>
              <p:cNvSpPr>
                <a:spLocks noChangeShapeType="1"/>
              </p:cNvSpPr>
              <p:nvPr/>
            </p:nvSpPr>
            <p:spPr bwMode="auto">
              <a:xfrm flipH="1" flipV="1">
                <a:off x="4202" y="2012"/>
                <a:ext cx="10" cy="12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10" name="Line 29"/>
              <p:cNvSpPr>
                <a:spLocks noChangeShapeType="1"/>
              </p:cNvSpPr>
              <p:nvPr/>
            </p:nvSpPr>
            <p:spPr bwMode="auto">
              <a:xfrm>
                <a:off x="4212" y="2776"/>
                <a:ext cx="61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11" name="Line 32"/>
              <p:cNvSpPr>
                <a:spLocks noChangeShapeType="1"/>
              </p:cNvSpPr>
              <p:nvPr/>
            </p:nvSpPr>
            <p:spPr bwMode="auto">
              <a:xfrm>
                <a:off x="4856" y="2472"/>
                <a:ext cx="61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12" name="Line 36"/>
              <p:cNvSpPr>
                <a:spLocks noChangeShapeType="1"/>
              </p:cNvSpPr>
              <p:nvPr/>
            </p:nvSpPr>
            <p:spPr bwMode="auto">
              <a:xfrm>
                <a:off x="3606" y="2999"/>
                <a:ext cx="615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13" name="Oval 30"/>
              <p:cNvSpPr>
                <a:spLocks noChangeArrowheads="1"/>
              </p:cNvSpPr>
              <p:nvPr/>
            </p:nvSpPr>
            <p:spPr bwMode="auto">
              <a:xfrm>
                <a:off x="4830" y="2759"/>
                <a:ext cx="56" cy="56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graphicFrame>
            <p:nvGraphicFramePr>
              <p:cNvPr id="97314" name="Object 4"/>
              <p:cNvGraphicFramePr>
                <a:graphicFrameLocks/>
              </p:cNvGraphicFramePr>
              <p:nvPr/>
            </p:nvGraphicFramePr>
            <p:xfrm>
              <a:off x="5316" y="3043"/>
              <a:ext cx="168" cy="1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650" r:id="rId12" imgW="126725" imgH="139397" progId="Equation.DSMT4">
                      <p:embed/>
                    </p:oleObj>
                  </mc:Choice>
                  <mc:Fallback>
                    <p:oleObj r:id="rId12" imgW="126725" imgH="139397" progId="Equation.DSMT4">
                      <p:embed/>
                      <p:pic>
                        <p:nvPicPr>
                          <p:cNvPr id="0" name="Object 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16" y="3043"/>
                            <a:ext cx="168" cy="1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7315" name="Object 5"/>
              <p:cNvGraphicFramePr>
                <a:graphicFrameLocks/>
              </p:cNvGraphicFramePr>
              <p:nvPr/>
            </p:nvGraphicFramePr>
            <p:xfrm>
              <a:off x="4225" y="1848"/>
              <a:ext cx="504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7651" r:id="rId14" imgW="380670" imgH="253780" progId="Equation.DSMT4">
                      <p:embed/>
                    </p:oleObj>
                  </mc:Choice>
                  <mc:Fallback>
                    <p:oleObj r:id="rId14" imgW="380670" imgH="253780" progId="Equation.DSMT4">
                      <p:embed/>
                      <p:pic>
                        <p:nvPicPr>
                          <p:cNvPr id="0" name="Object 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5" y="1848"/>
                            <a:ext cx="504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06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C095B737-84EF-4BFC-B082-9778E7386D85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84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391192" name="Rectangle 24"/>
          <p:cNvSpPr>
            <a:spLocks noChangeArrowheads="1"/>
          </p:cNvSpPr>
          <p:nvPr/>
        </p:nvSpPr>
        <p:spPr bwMode="auto">
          <a:xfrm>
            <a:off x="2438400" y="2727325"/>
            <a:ext cx="3081338" cy="914400"/>
          </a:xfrm>
          <a:prstGeom prst="rect">
            <a:avLst/>
          </a:prstGeom>
          <a:solidFill>
            <a:srgbClr val="FF99CC"/>
          </a:solidFill>
          <a:ln w="25400">
            <a:solidFill>
              <a:srgbClr val="FF9900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>
          <a:xfrm>
            <a:off x="815975" y="34925"/>
            <a:ext cx="7620000" cy="990600"/>
          </a:xfrm>
        </p:spPr>
        <p:txBody>
          <a:bodyPr/>
          <a:lstStyle/>
          <a:p>
            <a:pPr eaLnBrk="1" hangingPunct="1"/>
            <a:r>
              <a:rPr lang="en-US" altLang="zh-CN" sz="3600">
                <a:latin typeface="宋体" panose="02010600030101010101" pitchFamily="2" charset="-122"/>
                <a:ea typeface="宋体" panose="02010600030101010101" pitchFamily="2" charset="-122"/>
              </a:rPr>
              <a:t>§4 </a:t>
            </a:r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</a:rPr>
              <a:t>连续型随机变量及其</a:t>
            </a:r>
            <a:r>
              <a:rPr lang="zh-CN" altLang="en-US" sz="3600">
                <a:latin typeface="Times New Roman" panose="02020603050405020304" pitchFamily="18" charset="0"/>
                <a:ea typeface="宋体" panose="02010600030101010101" pitchFamily="2" charset="-122"/>
              </a:rPr>
              <a:t>概率密度</a:t>
            </a:r>
          </a:p>
        </p:txBody>
      </p:sp>
      <p:sp>
        <p:nvSpPr>
          <p:cNvPr id="9830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57225" y="1630363"/>
            <a:ext cx="7848600" cy="1714500"/>
          </a:xfrm>
        </p:spPr>
        <p:txBody>
          <a:bodyPr/>
          <a:lstStyle/>
          <a:p>
            <a:pPr marL="0" indent="0" eaLnBrk="1" hangingPunct="1">
              <a:buFontTx/>
              <a:buNone/>
              <a:tabLst>
                <a:tab pos="898525" algn="l"/>
              </a:tabLst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定义： 对于随机变量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的分布函数      若存在	  非负的函数     使对于任意实数</a:t>
            </a:r>
          </a:p>
          <a:p>
            <a:pPr marL="0" indent="0" eaLnBrk="1" hangingPunct="1">
              <a:buFontTx/>
              <a:buNone/>
              <a:tabLst>
                <a:tab pos="898525" algn="l"/>
              </a:tabLst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    有：                </a:t>
            </a:r>
          </a:p>
        </p:txBody>
      </p:sp>
      <p:graphicFrame>
        <p:nvGraphicFramePr>
          <p:cNvPr id="98309" name="Object 0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902673705"/>
              </p:ext>
            </p:extLst>
          </p:nvPr>
        </p:nvGraphicFramePr>
        <p:xfrm>
          <a:off x="3892550" y="2148681"/>
          <a:ext cx="7334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93" r:id="rId3" imgW="380670" imgH="203024" progId="Equation.DSMT4">
                  <p:embed/>
                </p:oleObj>
              </mc:Choice>
              <mc:Fallback>
                <p:oleObj r:id="rId3" imgW="380670" imgH="203024" progId="Equation.DSMT4">
                  <p:embed/>
                  <p:pic>
                    <p:nvPicPr>
                      <p:cNvPr id="0" name="Object 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2550" y="2148681"/>
                        <a:ext cx="733425" cy="3905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" name="Object 1"/>
          <p:cNvGraphicFramePr>
            <a:graphicFrameLocks noGrp="1"/>
          </p:cNvGraphicFramePr>
          <p:nvPr>
            <p:ph sz="quarter" idx="3"/>
          </p:nvPr>
        </p:nvGraphicFramePr>
        <p:xfrm>
          <a:off x="2609850" y="2794000"/>
          <a:ext cx="2409825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94" r:id="rId5" imgW="1040948" imgH="330057" progId="Equation.DSMT4">
                  <p:embed/>
                </p:oleObj>
              </mc:Choice>
              <mc:Fallback>
                <p:oleObj r:id="rId5" imgW="1040948" imgH="330057" progId="Equation.DSMT4">
                  <p:embed/>
                  <p:pic>
                    <p:nvPicPr>
                      <p:cNvPr id="0" name="Object 1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850" y="2794000"/>
                        <a:ext cx="2409825" cy="76358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1" name="Object 2"/>
          <p:cNvGraphicFramePr>
            <a:graphicFrameLocks/>
          </p:cNvGraphicFramePr>
          <p:nvPr/>
        </p:nvGraphicFramePr>
        <p:xfrm>
          <a:off x="6115050" y="1717675"/>
          <a:ext cx="87153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95" r:id="rId7" imgW="380670" imgH="203024" progId="Equation.DSMT4">
                  <p:embed/>
                </p:oleObj>
              </mc:Choice>
              <mc:Fallback>
                <p:oleObj r:id="rId7" imgW="380670" imgH="203024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050" y="1717675"/>
                        <a:ext cx="87153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2" name="Litebulb"/>
          <p:cNvSpPr>
            <a:spLocks noEditPoints="1" noChangeArrowheads="1"/>
          </p:cNvSpPr>
          <p:nvPr/>
        </p:nvSpPr>
        <p:spPr bwMode="auto">
          <a:xfrm>
            <a:off x="561975" y="1746250"/>
            <a:ext cx="184150" cy="260350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98313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7744540"/>
              </p:ext>
            </p:extLst>
          </p:nvPr>
        </p:nvGraphicFramePr>
        <p:xfrm>
          <a:off x="7230603" y="2172994"/>
          <a:ext cx="37782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96" r:id="rId9" imgW="164885" imgH="164885" progId="Equation.DSMT4">
                  <p:embed/>
                </p:oleObj>
              </mc:Choice>
              <mc:Fallback>
                <p:oleObj r:id="rId9" imgW="164885" imgH="164885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0603" y="2172994"/>
                        <a:ext cx="377825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546225" y="4159250"/>
            <a:ext cx="7832725" cy="519113"/>
            <a:chOff x="974" y="2620"/>
            <a:chExt cx="4934" cy="327"/>
          </a:xfrm>
        </p:grpSpPr>
        <p:graphicFrame>
          <p:nvGraphicFramePr>
            <p:cNvPr id="98315" name="Object 4"/>
            <p:cNvGraphicFramePr>
              <a:graphicFrameLocks/>
            </p:cNvGraphicFramePr>
            <p:nvPr/>
          </p:nvGraphicFramePr>
          <p:xfrm>
            <a:off x="1471" y="2670"/>
            <a:ext cx="462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597" r:id="rId11" imgW="342603" imgH="203024" progId="Equation.DSMT4">
                    <p:embed/>
                  </p:oleObj>
                </mc:Choice>
                <mc:Fallback>
                  <p:oleObj r:id="rId11" imgW="342603" imgH="203024" progId="Equation.DSMT4">
                    <p:embed/>
                    <p:pic>
                      <p:nvPicPr>
                        <p:cNvPr id="0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1" y="2670"/>
                          <a:ext cx="462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16" name="Text Box 25"/>
            <p:cNvSpPr txBox="1">
              <a:spLocks noChangeArrowheads="1"/>
            </p:cNvSpPr>
            <p:nvPr/>
          </p:nvSpPr>
          <p:spPr bwMode="auto">
            <a:xfrm>
              <a:off x="974" y="2620"/>
              <a:ext cx="493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 sz="2800">
                  <a:solidFill>
                    <a:srgbClr val="5E5D2F"/>
                  </a:solidFill>
                  <a:latin typeface="宋体" panose="02010600030101010101" pitchFamily="2" charset="-122"/>
                </a:rPr>
                <a:t>其中    称为</a:t>
              </a:r>
              <a:r>
                <a:rPr lang="en-US" altLang="zh-CN" sz="2800">
                  <a:solidFill>
                    <a:srgbClr val="5E5D2F"/>
                  </a:solidFill>
                  <a:latin typeface="宋体" panose="02010600030101010101" pitchFamily="2" charset="-122"/>
                </a:rPr>
                <a:t>X</a:t>
              </a:r>
              <a:r>
                <a:rPr lang="zh-CN" altLang="en-US" sz="2800">
                  <a:solidFill>
                    <a:srgbClr val="5E5D2F"/>
                  </a:solidFill>
                  <a:latin typeface="宋体" panose="02010600030101010101" pitchFamily="2" charset="-122"/>
                </a:rPr>
                <a:t>的概率密度函数，简称</a:t>
              </a:r>
              <a:r>
                <a:rPr lang="zh-CN" altLang="en-US" sz="2800" b="1">
                  <a:solidFill>
                    <a:schemeClr val="tx1"/>
                  </a:solidFill>
                  <a:latin typeface="宋体" panose="02010600030101010101" pitchFamily="2" charset="-122"/>
                </a:rPr>
                <a:t>概率密度</a:t>
              </a:r>
              <a:r>
                <a:rPr lang="zh-CN" altLang="en-US" sz="2800">
                  <a:solidFill>
                    <a:srgbClr val="5E5D2F"/>
                  </a:solidFill>
                  <a:latin typeface="宋体" panose="02010600030101010101" pitchFamily="2" charset="-122"/>
                </a:rPr>
                <a:t>。</a:t>
              </a:r>
            </a:p>
          </p:txBody>
        </p:sp>
      </p:grpSp>
      <p:sp>
        <p:nvSpPr>
          <p:cNvPr id="391195" name="Rectangle 27"/>
          <p:cNvSpPr>
            <a:spLocks noChangeArrowheads="1"/>
          </p:cNvSpPr>
          <p:nvPr/>
        </p:nvSpPr>
        <p:spPr bwMode="auto">
          <a:xfrm>
            <a:off x="809625" y="3649663"/>
            <a:ext cx="78486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8985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8985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8985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8985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8985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8985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8985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8985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898525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则称</a:t>
            </a: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X</a:t>
            </a: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为连续型随机变量，</a:t>
            </a:r>
          </a:p>
          <a:p>
            <a:pPr latinLnBrk="1">
              <a:buFont typeface="Arial" panose="020B0604020202020204" pitchFamily="34" charset="0"/>
              <a:buNone/>
            </a:pP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     </a:t>
            </a: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92" grpId="0" animBg="1"/>
      <p:bldP spid="39119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E466BD8A-9036-4A75-BF28-3A1C3B7651D0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85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394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5105400"/>
            <a:ext cx="8307388" cy="4984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80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chemeClr val="tx1"/>
                </a:solidFill>
                <a:ea typeface="宋体" panose="02010600030101010101" pitchFamily="2" charset="-122"/>
              </a:rPr>
              <a:t>与物理学中的质量线密度的定义相类似</a:t>
            </a:r>
          </a:p>
        </p:txBody>
      </p:sp>
      <p:graphicFrame>
        <p:nvGraphicFramePr>
          <p:cNvPr id="54274" name="Object 0"/>
          <p:cNvGraphicFramePr>
            <a:graphicFrameLocks noGrp="1"/>
          </p:cNvGraphicFramePr>
          <p:nvPr>
            <p:ph sz="quarter" idx="2"/>
          </p:nvPr>
        </p:nvGraphicFramePr>
        <p:xfrm>
          <a:off x="1370013" y="5527675"/>
          <a:ext cx="43148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34" r:id="rId3" imgW="1776458" imgH="203024" progId="Equation.DSMT4">
                  <p:embed/>
                </p:oleObj>
              </mc:Choice>
              <mc:Fallback>
                <p:oleObj r:id="rId3" imgW="1776458" imgH="203024" progId="Equation.DSMT4">
                  <p:embed/>
                  <p:pic>
                    <p:nvPicPr>
                      <p:cNvPr id="0" name="Object 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013" y="5527675"/>
                        <a:ext cx="4314825" cy="4381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8769" name="Object 1"/>
          <p:cNvGraphicFramePr>
            <a:graphicFrameLocks/>
          </p:cNvGraphicFramePr>
          <p:nvPr/>
        </p:nvGraphicFramePr>
        <p:xfrm>
          <a:off x="698500" y="4322763"/>
          <a:ext cx="781526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35" r:id="rId5" imgW="3770264" imgH="393529" progId="Equation.DSMT4">
                  <p:embed/>
                </p:oleObj>
              </mc:Choice>
              <mc:Fallback>
                <p:oleObj r:id="rId5" imgW="3770264" imgH="393529" progId="Equation.DSMT4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" y="4322763"/>
                        <a:ext cx="781526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3" name="Object 2"/>
          <p:cNvGraphicFramePr>
            <a:graphicFrameLocks noGrp="1"/>
          </p:cNvGraphicFramePr>
          <p:nvPr>
            <p:ph sz="quarter" idx="3"/>
          </p:nvPr>
        </p:nvGraphicFramePr>
        <p:xfrm>
          <a:off x="1143000" y="333375"/>
          <a:ext cx="18256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36" r:id="rId7" imgW="824427" imgH="215619" progId="Equation.DSMT4">
                  <p:embed/>
                </p:oleObj>
              </mc:Choice>
              <mc:Fallback>
                <p:oleObj r:id="rId7" imgW="824427" imgH="215619" progId="Equation.DSMT4">
                  <p:embed/>
                  <p:pic>
                    <p:nvPicPr>
                      <p:cNvPr id="0" name="Object 2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33375"/>
                        <a:ext cx="1825625" cy="4794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8771" name="Object 3"/>
          <p:cNvGraphicFramePr>
            <a:graphicFrameLocks/>
          </p:cNvGraphicFramePr>
          <p:nvPr/>
        </p:nvGraphicFramePr>
        <p:xfrm>
          <a:off x="1020763" y="811213"/>
          <a:ext cx="15144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37" r:id="rId9" imgW="710583" imgH="203024" progId="Equation.DSMT4">
                  <p:embed/>
                </p:oleObj>
              </mc:Choice>
              <mc:Fallback>
                <p:oleObj r:id="rId9" imgW="710583" imgH="203024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763" y="811213"/>
                        <a:ext cx="15144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8772" name="Object 4"/>
          <p:cNvGraphicFramePr>
            <a:graphicFrameLocks/>
          </p:cNvGraphicFramePr>
          <p:nvPr/>
        </p:nvGraphicFramePr>
        <p:xfrm>
          <a:off x="831850" y="1309688"/>
          <a:ext cx="2243138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38" r:id="rId11" imgW="1117115" imgH="330057" progId="Equation.DSMT4">
                  <p:embed/>
                </p:oleObj>
              </mc:Choice>
              <mc:Fallback>
                <p:oleObj r:id="rId11" imgW="1117115" imgH="330057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1309688"/>
                        <a:ext cx="2243138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8773" name="Object 5"/>
          <p:cNvGraphicFramePr>
            <a:graphicFrameLocks/>
          </p:cNvGraphicFramePr>
          <p:nvPr/>
        </p:nvGraphicFramePr>
        <p:xfrm>
          <a:off x="722313" y="2109788"/>
          <a:ext cx="5878512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39" r:id="rId13" imgW="3033983" imgH="583947" progId="Equation.DSMT4">
                  <p:embed/>
                </p:oleObj>
              </mc:Choice>
              <mc:Fallback>
                <p:oleObj r:id="rId13" imgW="3033983" imgH="583947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3" y="2109788"/>
                        <a:ext cx="5878512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8774" name="Object 6"/>
          <p:cNvGraphicFramePr>
            <a:graphicFrameLocks/>
          </p:cNvGraphicFramePr>
          <p:nvPr/>
        </p:nvGraphicFramePr>
        <p:xfrm>
          <a:off x="665163" y="3392488"/>
          <a:ext cx="453866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40" r:id="rId15" imgW="2080092" imgH="215619" progId="Equation.DSMT4">
                  <p:embed/>
                </p:oleObj>
              </mc:Choice>
              <mc:Fallback>
                <p:oleObj r:id="rId15" imgW="2080092" imgH="215619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3392488"/>
                        <a:ext cx="453866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8775" name="Object 7"/>
          <p:cNvGraphicFramePr>
            <a:graphicFrameLocks/>
          </p:cNvGraphicFramePr>
          <p:nvPr/>
        </p:nvGraphicFramePr>
        <p:xfrm>
          <a:off x="1243013" y="3897313"/>
          <a:ext cx="26193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41" r:id="rId17" imgW="1192248" imgH="215619" progId="Equation.DSMT4">
                  <p:embed/>
                </p:oleObj>
              </mc:Choice>
              <mc:Fallback>
                <p:oleObj r:id="rId17" imgW="1192248" imgH="215619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3897313"/>
                        <a:ext cx="26193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8776" name="Object 8"/>
          <p:cNvGraphicFramePr>
            <a:graphicFrameLocks/>
          </p:cNvGraphicFramePr>
          <p:nvPr/>
        </p:nvGraphicFramePr>
        <p:xfrm>
          <a:off x="1495425" y="6056313"/>
          <a:ext cx="52863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42" r:id="rId19" imgW="2485963" imgH="215619" progId="Equation.DSMT4">
                  <p:embed/>
                </p:oleObj>
              </mc:Choice>
              <mc:Fallback>
                <p:oleObj r:id="rId19" imgW="2485963" imgH="215619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5425" y="6056313"/>
                        <a:ext cx="528637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40" name="Line 326"/>
          <p:cNvSpPr>
            <a:spLocks noChangeShapeType="1"/>
          </p:cNvSpPr>
          <p:nvPr/>
        </p:nvSpPr>
        <p:spPr bwMode="auto">
          <a:xfrm>
            <a:off x="4068763" y="1716088"/>
            <a:ext cx="3171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41" name="Line 327"/>
          <p:cNvSpPr>
            <a:spLocks noChangeShapeType="1"/>
          </p:cNvSpPr>
          <p:nvPr/>
        </p:nvSpPr>
        <p:spPr bwMode="auto">
          <a:xfrm flipV="1">
            <a:off x="5448300" y="298450"/>
            <a:ext cx="0" cy="1884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42" name="Freeform 328"/>
          <p:cNvSpPr>
            <a:spLocks noChangeArrowheads="1"/>
          </p:cNvSpPr>
          <p:nvPr/>
        </p:nvSpPr>
        <p:spPr bwMode="auto">
          <a:xfrm>
            <a:off x="4179888" y="742950"/>
            <a:ext cx="2798762" cy="685800"/>
          </a:xfrm>
          <a:custGeom>
            <a:avLst/>
            <a:gdLst>
              <a:gd name="T0" fmla="*/ 0 w 1763"/>
              <a:gd name="T1" fmla="*/ 425 h 432"/>
              <a:gd name="T2" fmla="*/ 541 w 1763"/>
              <a:gd name="T3" fmla="*/ 367 h 432"/>
              <a:gd name="T4" fmla="*/ 905 w 1763"/>
              <a:gd name="T5" fmla="*/ 37 h 432"/>
              <a:gd name="T6" fmla="*/ 1152 w 1763"/>
              <a:gd name="T7" fmla="*/ 143 h 432"/>
              <a:gd name="T8" fmla="*/ 1493 w 1763"/>
              <a:gd name="T9" fmla="*/ 108 h 432"/>
              <a:gd name="T10" fmla="*/ 1705 w 1763"/>
              <a:gd name="T11" fmla="*/ 331 h 432"/>
              <a:gd name="T12" fmla="*/ 1763 w 1763"/>
              <a:gd name="T13" fmla="*/ 390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63" h="432">
                <a:moveTo>
                  <a:pt x="0" y="425"/>
                </a:moveTo>
                <a:cubicBezTo>
                  <a:pt x="195" y="428"/>
                  <a:pt x="390" y="432"/>
                  <a:pt x="541" y="367"/>
                </a:cubicBezTo>
                <a:cubicBezTo>
                  <a:pt x="692" y="302"/>
                  <a:pt x="803" y="74"/>
                  <a:pt x="905" y="37"/>
                </a:cubicBezTo>
                <a:cubicBezTo>
                  <a:pt x="1007" y="0"/>
                  <a:pt x="1054" y="131"/>
                  <a:pt x="1152" y="143"/>
                </a:cubicBezTo>
                <a:cubicBezTo>
                  <a:pt x="1250" y="155"/>
                  <a:pt x="1401" y="77"/>
                  <a:pt x="1493" y="108"/>
                </a:cubicBezTo>
                <a:cubicBezTo>
                  <a:pt x="1585" y="139"/>
                  <a:pt x="1660" y="284"/>
                  <a:pt x="1705" y="331"/>
                </a:cubicBezTo>
                <a:lnTo>
                  <a:pt x="1763" y="39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9343" name="Line 329"/>
          <p:cNvSpPr>
            <a:spLocks noChangeShapeType="1"/>
          </p:cNvSpPr>
          <p:nvPr/>
        </p:nvSpPr>
        <p:spPr bwMode="auto">
          <a:xfrm>
            <a:off x="5918200" y="3865563"/>
            <a:ext cx="3171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44" name="Line 330"/>
          <p:cNvSpPr>
            <a:spLocks noChangeShapeType="1"/>
          </p:cNvSpPr>
          <p:nvPr/>
        </p:nvSpPr>
        <p:spPr bwMode="auto">
          <a:xfrm flipV="1">
            <a:off x="7242175" y="2092325"/>
            <a:ext cx="0" cy="1884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45" name="Freeform 331"/>
          <p:cNvSpPr>
            <a:spLocks noChangeArrowheads="1"/>
          </p:cNvSpPr>
          <p:nvPr/>
        </p:nvSpPr>
        <p:spPr bwMode="auto">
          <a:xfrm>
            <a:off x="5973763" y="2854325"/>
            <a:ext cx="2798762" cy="685800"/>
          </a:xfrm>
          <a:custGeom>
            <a:avLst/>
            <a:gdLst>
              <a:gd name="T0" fmla="*/ 0 w 1763"/>
              <a:gd name="T1" fmla="*/ 425 h 432"/>
              <a:gd name="T2" fmla="*/ 541 w 1763"/>
              <a:gd name="T3" fmla="*/ 367 h 432"/>
              <a:gd name="T4" fmla="*/ 905 w 1763"/>
              <a:gd name="T5" fmla="*/ 37 h 432"/>
              <a:gd name="T6" fmla="*/ 1152 w 1763"/>
              <a:gd name="T7" fmla="*/ 143 h 432"/>
              <a:gd name="T8" fmla="*/ 1493 w 1763"/>
              <a:gd name="T9" fmla="*/ 108 h 432"/>
              <a:gd name="T10" fmla="*/ 1705 w 1763"/>
              <a:gd name="T11" fmla="*/ 331 h 432"/>
              <a:gd name="T12" fmla="*/ 1763 w 1763"/>
              <a:gd name="T13" fmla="*/ 390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63" h="432">
                <a:moveTo>
                  <a:pt x="0" y="425"/>
                </a:moveTo>
                <a:cubicBezTo>
                  <a:pt x="195" y="428"/>
                  <a:pt x="390" y="432"/>
                  <a:pt x="541" y="367"/>
                </a:cubicBezTo>
                <a:cubicBezTo>
                  <a:pt x="692" y="302"/>
                  <a:pt x="803" y="74"/>
                  <a:pt x="905" y="37"/>
                </a:cubicBezTo>
                <a:cubicBezTo>
                  <a:pt x="1007" y="0"/>
                  <a:pt x="1054" y="131"/>
                  <a:pt x="1152" y="143"/>
                </a:cubicBezTo>
                <a:cubicBezTo>
                  <a:pt x="1250" y="155"/>
                  <a:pt x="1401" y="77"/>
                  <a:pt x="1493" y="108"/>
                </a:cubicBezTo>
                <a:cubicBezTo>
                  <a:pt x="1585" y="139"/>
                  <a:pt x="1660" y="284"/>
                  <a:pt x="1705" y="331"/>
                </a:cubicBezTo>
                <a:lnTo>
                  <a:pt x="1763" y="39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99346" name="Object 9"/>
          <p:cNvGraphicFramePr>
            <a:graphicFrameLocks/>
          </p:cNvGraphicFramePr>
          <p:nvPr/>
        </p:nvGraphicFramePr>
        <p:xfrm>
          <a:off x="6089650" y="452438"/>
          <a:ext cx="14970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43" r:id="rId21" imgW="583693" imgH="203024" progId="Equation.DSMT4">
                  <p:embed/>
                </p:oleObj>
              </mc:Choice>
              <mc:Fallback>
                <p:oleObj r:id="rId21" imgW="583693" imgH="203024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9650" y="452438"/>
                        <a:ext cx="14970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47" name="Line 333"/>
          <p:cNvSpPr>
            <a:spLocks noChangeShapeType="1"/>
          </p:cNvSpPr>
          <p:nvPr/>
        </p:nvSpPr>
        <p:spPr bwMode="auto">
          <a:xfrm flipH="1">
            <a:off x="4217988" y="1474788"/>
            <a:ext cx="298450" cy="2047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48" name="Line 334"/>
          <p:cNvSpPr>
            <a:spLocks noChangeShapeType="1"/>
          </p:cNvSpPr>
          <p:nvPr/>
        </p:nvSpPr>
        <p:spPr bwMode="auto">
          <a:xfrm flipH="1">
            <a:off x="4552950" y="1400175"/>
            <a:ext cx="485775" cy="298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49" name="Line 335"/>
          <p:cNvSpPr>
            <a:spLocks noChangeShapeType="1"/>
          </p:cNvSpPr>
          <p:nvPr/>
        </p:nvSpPr>
        <p:spPr bwMode="auto">
          <a:xfrm flipH="1">
            <a:off x="5149850" y="1101725"/>
            <a:ext cx="411163" cy="522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0" name="Line 336"/>
          <p:cNvSpPr>
            <a:spLocks noChangeShapeType="1"/>
          </p:cNvSpPr>
          <p:nvPr/>
        </p:nvSpPr>
        <p:spPr bwMode="auto">
          <a:xfrm flipH="1">
            <a:off x="5561013" y="1044575"/>
            <a:ext cx="577850" cy="596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1" name="Line 337"/>
          <p:cNvSpPr>
            <a:spLocks noChangeShapeType="1"/>
          </p:cNvSpPr>
          <p:nvPr/>
        </p:nvSpPr>
        <p:spPr bwMode="auto">
          <a:xfrm flipH="1">
            <a:off x="5989638" y="1082675"/>
            <a:ext cx="598487" cy="577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2" name="Line 338"/>
          <p:cNvSpPr>
            <a:spLocks noChangeShapeType="1"/>
          </p:cNvSpPr>
          <p:nvPr/>
        </p:nvSpPr>
        <p:spPr bwMode="auto">
          <a:xfrm flipH="1">
            <a:off x="6475413" y="1325563"/>
            <a:ext cx="336550" cy="298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3" name="Line 339"/>
          <p:cNvSpPr>
            <a:spLocks noChangeShapeType="1"/>
          </p:cNvSpPr>
          <p:nvPr/>
        </p:nvSpPr>
        <p:spPr bwMode="auto">
          <a:xfrm>
            <a:off x="7726363" y="3041650"/>
            <a:ext cx="0" cy="803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4" name="Line 340"/>
          <p:cNvSpPr>
            <a:spLocks noChangeShapeType="1"/>
          </p:cNvSpPr>
          <p:nvPr/>
        </p:nvSpPr>
        <p:spPr bwMode="auto">
          <a:xfrm>
            <a:off x="8267700" y="3022600"/>
            <a:ext cx="0" cy="8397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5" name="Line 341"/>
          <p:cNvSpPr>
            <a:spLocks noChangeShapeType="1"/>
          </p:cNvSpPr>
          <p:nvPr/>
        </p:nvSpPr>
        <p:spPr bwMode="auto">
          <a:xfrm flipH="1">
            <a:off x="7781925" y="3135313"/>
            <a:ext cx="317500" cy="298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6" name="Line 342"/>
          <p:cNvSpPr>
            <a:spLocks noChangeShapeType="1"/>
          </p:cNvSpPr>
          <p:nvPr/>
        </p:nvSpPr>
        <p:spPr bwMode="auto">
          <a:xfrm flipH="1">
            <a:off x="7800975" y="3321050"/>
            <a:ext cx="373063" cy="355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7" name="Line 343"/>
          <p:cNvSpPr>
            <a:spLocks noChangeShapeType="1"/>
          </p:cNvSpPr>
          <p:nvPr/>
        </p:nvSpPr>
        <p:spPr bwMode="auto">
          <a:xfrm flipH="1">
            <a:off x="7912100" y="3563938"/>
            <a:ext cx="279400" cy="298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9358" name="Object 10"/>
          <p:cNvGraphicFramePr>
            <a:graphicFrameLocks/>
          </p:cNvGraphicFramePr>
          <p:nvPr/>
        </p:nvGraphicFramePr>
        <p:xfrm>
          <a:off x="7575550" y="3760788"/>
          <a:ext cx="433388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44" r:id="rId23" imgW="152268" imgH="228402" progId="Equation.DSMT4">
                  <p:embed/>
                </p:oleObj>
              </mc:Choice>
              <mc:Fallback>
                <p:oleObj r:id="rId23" imgW="152268" imgH="228402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5550" y="3760788"/>
                        <a:ext cx="433388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59" name="Object 11"/>
          <p:cNvGraphicFramePr>
            <a:graphicFrameLocks/>
          </p:cNvGraphicFramePr>
          <p:nvPr/>
        </p:nvGraphicFramePr>
        <p:xfrm>
          <a:off x="8120063" y="3765550"/>
          <a:ext cx="4699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45" r:id="rId25" imgW="164885" imgH="228303" progId="Equation.DSMT4">
                  <p:embed/>
                </p:oleObj>
              </mc:Choice>
              <mc:Fallback>
                <p:oleObj r:id="rId25" imgW="164885" imgH="228303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0063" y="3765550"/>
                        <a:ext cx="4699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60" name="AutoShape 346"/>
          <p:cNvSpPr>
            <a:spLocks noChangeArrowheads="1"/>
          </p:cNvSpPr>
          <p:nvPr/>
        </p:nvSpPr>
        <p:spPr bwMode="auto">
          <a:xfrm>
            <a:off x="3732213" y="522288"/>
            <a:ext cx="1270000" cy="504825"/>
          </a:xfrm>
          <a:prstGeom prst="wedgeEllipseCallout">
            <a:avLst>
              <a:gd name="adj1" fmla="val 56125"/>
              <a:gd name="adj2" fmla="val 140250"/>
            </a:avLst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lIns="90000" tIns="46800" rIns="90000" bIns="46800"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/>
          </a:p>
        </p:txBody>
      </p:sp>
      <p:graphicFrame>
        <p:nvGraphicFramePr>
          <p:cNvPr id="99361" name="Object 12"/>
          <p:cNvGraphicFramePr>
            <a:graphicFrameLocks/>
          </p:cNvGraphicFramePr>
          <p:nvPr/>
        </p:nvGraphicFramePr>
        <p:xfrm>
          <a:off x="3757613" y="546100"/>
          <a:ext cx="119856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46" r:id="rId27" imgW="545626" imgH="203024" progId="Equation.DSMT4">
                  <p:embed/>
                </p:oleObj>
              </mc:Choice>
              <mc:Fallback>
                <p:oleObj r:id="rId27" imgW="545626" imgH="203024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7613" y="546100"/>
                        <a:ext cx="1198562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62" name="AutoShape 348"/>
          <p:cNvSpPr>
            <a:spLocks noChangeArrowheads="1"/>
          </p:cNvSpPr>
          <p:nvPr/>
        </p:nvSpPr>
        <p:spPr bwMode="auto">
          <a:xfrm>
            <a:off x="7445375" y="1885950"/>
            <a:ext cx="1698625" cy="598488"/>
          </a:xfrm>
          <a:prstGeom prst="wedgeEllipseCallout">
            <a:avLst>
              <a:gd name="adj1" fmla="val -19815"/>
              <a:gd name="adj2" fmla="val 201194"/>
            </a:avLst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lIns="90000" tIns="46800" rIns="90000" bIns="46800"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/>
          </a:p>
        </p:txBody>
      </p:sp>
      <p:graphicFrame>
        <p:nvGraphicFramePr>
          <p:cNvPr id="99363" name="Object 13"/>
          <p:cNvGraphicFramePr>
            <a:graphicFrameLocks/>
          </p:cNvGraphicFramePr>
          <p:nvPr/>
        </p:nvGraphicFramePr>
        <p:xfrm>
          <a:off x="7400925" y="1958975"/>
          <a:ext cx="17430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147" r:id="rId29" imgW="1015119" imgH="253780" progId="Equation.DSMT4">
                  <p:embed/>
                </p:oleObj>
              </mc:Choice>
              <mc:Fallback>
                <p:oleObj r:id="rId29" imgW="1015119" imgH="253780" progId="Equation.DSMT4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0925" y="1958975"/>
                        <a:ext cx="17430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08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08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20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08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0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08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9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9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08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3" grpId="0" build="p" advAuto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FDB9CD30-0DA4-4572-9FB7-9E8C41625B09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86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0035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14388" y="365125"/>
            <a:ext cx="8148637" cy="6200775"/>
          </a:xfrm>
        </p:spPr>
        <p:txBody>
          <a:bodyPr/>
          <a:lstStyle/>
          <a:p>
            <a:pPr marL="0" indent="0" eaLnBrk="1" hangingPunct="1">
              <a:buFontTx/>
              <a:buBlip>
                <a:blip r:embed="rId3"/>
              </a:buBlip>
            </a:pPr>
            <a:r>
              <a:rPr lang="en-US" altLang="zh-CN" sz="2400">
                <a:ea typeface="宋体" panose="02010600030101010101" pitchFamily="2" charset="-122"/>
              </a:rPr>
              <a:t> </a:t>
            </a:r>
            <a:r>
              <a:rPr lang="zh-CN" altLang="en-US" sz="2400">
                <a:ea typeface="宋体" panose="02010600030101010101" pitchFamily="2" charset="-122"/>
              </a:rPr>
              <a:t>例：设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400">
                <a:ea typeface="宋体" panose="02010600030101010101" pitchFamily="2" charset="-122"/>
              </a:rPr>
              <a:t>的概率密度为</a:t>
            </a: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eaLnBrk="1" hangingPunct="1"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79388" lvl="1" indent="0" eaLnBrk="1" hangingPunct="1"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求常数</a:t>
            </a:r>
            <a:r>
              <a:rPr lang="en-US" altLang="zh-CN" sz="2400">
                <a:latin typeface="Monotype Corsiva" panose="03010101010201010101" pitchFamily="66" charset="0"/>
                <a:ea typeface="宋体" panose="02010600030101010101" pitchFamily="2" charset="-122"/>
              </a:rPr>
              <a:t>c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的值；         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写出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的概率分布函数；</a:t>
            </a:r>
          </a:p>
          <a:p>
            <a:pPr marL="179388" lvl="1" indent="0" eaLnBrk="1" hangingPunct="1">
              <a:buFontTx/>
              <a:buNone/>
            </a:pPr>
            <a:r>
              <a:rPr lang="zh-CN" altLang="en-US" sz="2000">
                <a:ea typeface="宋体" panose="02010600030101010101" pitchFamily="2" charset="-122"/>
              </a:rPr>
              <a:t>      </a:t>
            </a:r>
            <a:r>
              <a:rPr lang="en-US" altLang="zh-CN" sz="2400">
                <a:ea typeface="宋体" panose="02010600030101010101" pitchFamily="2" charset="-122"/>
              </a:rPr>
              <a:t>(3) </a:t>
            </a:r>
            <a:r>
              <a:rPr lang="zh-CN" altLang="en-US" sz="2400">
                <a:ea typeface="宋体" panose="02010600030101010101" pitchFamily="2" charset="-122"/>
              </a:rPr>
              <a:t>要使      		求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2400">
                <a:ea typeface="宋体" panose="02010600030101010101" pitchFamily="2" charset="-122"/>
              </a:rPr>
              <a:t>的值。</a:t>
            </a:r>
          </a:p>
          <a:p>
            <a:pPr marL="0" indent="0" eaLnBrk="1" hangingPunct="1">
              <a:buFontTx/>
              <a:buNone/>
            </a:pPr>
            <a:r>
              <a:rPr lang="zh-CN" altLang="en-US" sz="2400">
                <a:ea typeface="宋体" panose="02010600030101010101" pitchFamily="2" charset="-122"/>
              </a:rPr>
              <a:t>   解：</a:t>
            </a:r>
            <a:endParaRPr lang="zh-CN" altLang="en-US" sz="2400"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graphicFrame>
        <p:nvGraphicFramePr>
          <p:cNvPr id="100355" name="Object 1024"/>
          <p:cNvGraphicFramePr>
            <a:graphicFrameLocks noGrp="1"/>
          </p:cNvGraphicFramePr>
          <p:nvPr>
            <p:ph sz="quarter" idx="2"/>
          </p:nvPr>
        </p:nvGraphicFramePr>
        <p:xfrm>
          <a:off x="2808288" y="1606550"/>
          <a:ext cx="1643062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15" r:id="rId4" imgW="926698" imgH="393529" progId="Equation.DSMT4">
                  <p:embed/>
                </p:oleObj>
              </mc:Choice>
              <mc:Fallback>
                <p:oleObj r:id="rId4" imgW="926698" imgH="393529" progId="Equation.DSMT4">
                  <p:embed/>
                  <p:pic>
                    <p:nvPicPr>
                      <p:cNvPr id="0" name="Object 102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288" y="1606550"/>
                        <a:ext cx="1643062" cy="69691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6" name="Object 1025"/>
          <p:cNvGraphicFramePr>
            <a:graphicFrameLocks/>
          </p:cNvGraphicFramePr>
          <p:nvPr/>
        </p:nvGraphicFramePr>
        <p:xfrm>
          <a:off x="4256088" y="36513"/>
          <a:ext cx="2336800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16" r:id="rId6" imgW="1409088" imgH="710891" progId="Equation.DSMT4">
                  <p:embed/>
                </p:oleObj>
              </mc:Choice>
              <mc:Fallback>
                <p:oleObj r:id="rId6" imgW="1409088" imgH="710891" progId="Equation.DSMT4">
                  <p:embed/>
                  <p:pic>
                    <p:nvPicPr>
                      <p:cNvPr id="0" name="Object 102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6088" y="36513"/>
                        <a:ext cx="2336800" cy="1179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1026"/>
          <p:cNvGraphicFramePr>
            <a:graphicFrameLocks noGrp="1"/>
          </p:cNvGraphicFramePr>
          <p:nvPr>
            <p:ph sz="quarter" idx="3"/>
          </p:nvPr>
        </p:nvGraphicFramePr>
        <p:xfrm>
          <a:off x="1604963" y="2493963"/>
          <a:ext cx="228282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17" r:id="rId8" imgW="1129810" imgH="330057" progId="Equation.DSMT4">
                  <p:embed/>
                </p:oleObj>
              </mc:Choice>
              <mc:Fallback>
                <p:oleObj r:id="rId8" imgW="1129810" imgH="330057" progId="Equation.DSMT4">
                  <p:embed/>
                  <p:pic>
                    <p:nvPicPr>
                      <p:cNvPr id="0" name="Object 1026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2493963"/>
                        <a:ext cx="2282825" cy="6667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9795" name="Object 1027"/>
          <p:cNvGraphicFramePr>
            <a:graphicFrameLocks/>
          </p:cNvGraphicFramePr>
          <p:nvPr/>
        </p:nvGraphicFramePr>
        <p:xfrm>
          <a:off x="1566863" y="3357563"/>
          <a:ext cx="29654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18" r:id="rId10" imgW="1383099" imgH="253780" progId="Equation.DSMT4">
                  <p:embed/>
                </p:oleObj>
              </mc:Choice>
              <mc:Fallback>
                <p:oleObj r:id="rId10" imgW="1383099" imgH="253780" progId="Equation.DSMT4">
                  <p:embed/>
                  <p:pic>
                    <p:nvPicPr>
                      <p:cNvPr id="0" name="Object 102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863" y="3357563"/>
                        <a:ext cx="29654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9796" name="Object 1028"/>
          <p:cNvGraphicFramePr>
            <a:graphicFrameLocks/>
          </p:cNvGraphicFramePr>
          <p:nvPr/>
        </p:nvGraphicFramePr>
        <p:xfrm>
          <a:off x="1643063" y="6064250"/>
          <a:ext cx="5091112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19" r:id="rId12" imgW="2437342" imgH="393529" progId="Equation.DSMT4">
                  <p:embed/>
                </p:oleObj>
              </mc:Choice>
              <mc:Fallback>
                <p:oleObj r:id="rId12" imgW="2437342" imgH="393529" progId="Equation.DSMT4">
                  <p:embed/>
                  <p:pic>
                    <p:nvPicPr>
                      <p:cNvPr id="0" name="Object 1028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6064250"/>
                        <a:ext cx="5091112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9797" name="Object 1029"/>
          <p:cNvGraphicFramePr>
            <a:graphicFrameLocks/>
          </p:cNvGraphicFramePr>
          <p:nvPr/>
        </p:nvGraphicFramePr>
        <p:xfrm>
          <a:off x="3944938" y="2452688"/>
          <a:ext cx="2078037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20" r:id="rId14" imgW="1028254" imgH="393529" progId="Equation.DSMT4">
                  <p:embed/>
                </p:oleObj>
              </mc:Choice>
              <mc:Fallback>
                <p:oleObj r:id="rId14" imgW="1028254" imgH="393529" progId="Equation.DSMT4">
                  <p:embed/>
                  <p:pic>
                    <p:nvPicPr>
                      <p:cNvPr id="0" name="Object 1029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4938" y="2452688"/>
                        <a:ext cx="2078037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9798" name="Object 1030"/>
          <p:cNvGraphicFramePr>
            <a:graphicFrameLocks/>
          </p:cNvGraphicFramePr>
          <p:nvPr/>
        </p:nvGraphicFramePr>
        <p:xfrm>
          <a:off x="6070600" y="2476500"/>
          <a:ext cx="949325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21" r:id="rId16" imgW="469696" imgH="393529" progId="Equation.DSMT4">
                  <p:embed/>
                </p:oleObj>
              </mc:Choice>
              <mc:Fallback>
                <p:oleObj r:id="rId16" imgW="469696" imgH="393529" progId="Equation.DSMT4">
                  <p:embed/>
                  <p:pic>
                    <p:nvPicPr>
                      <p:cNvPr id="0" name="Object 1030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0600" y="2476500"/>
                        <a:ext cx="949325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9799" name="Object 1031"/>
          <p:cNvGraphicFramePr>
            <a:graphicFrameLocks/>
          </p:cNvGraphicFramePr>
          <p:nvPr/>
        </p:nvGraphicFramePr>
        <p:xfrm>
          <a:off x="7097713" y="2470150"/>
          <a:ext cx="110490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22" r:id="rId18" imgW="545863" imgH="393529" progId="Equation.DSMT4">
                  <p:embed/>
                </p:oleObj>
              </mc:Choice>
              <mc:Fallback>
                <p:oleObj r:id="rId18" imgW="545863" imgH="393529" progId="Equation.DSMT4">
                  <p:embed/>
                  <p:pic>
                    <p:nvPicPr>
                      <p:cNvPr id="0" name="Object 1031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7713" y="2470150"/>
                        <a:ext cx="1104900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9800" name="Object 1032"/>
          <p:cNvGraphicFramePr>
            <a:graphicFrameLocks/>
          </p:cNvGraphicFramePr>
          <p:nvPr/>
        </p:nvGraphicFramePr>
        <p:xfrm>
          <a:off x="2162175" y="3849688"/>
          <a:ext cx="3371850" cy="230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23" r:id="rId20" imgW="1828800" imgH="1397000" progId="Equation.DSMT4">
                  <p:embed/>
                </p:oleObj>
              </mc:Choice>
              <mc:Fallback>
                <p:oleObj r:id="rId20" imgW="1828800" imgH="1397000" progId="Equation.DSMT4">
                  <p:embed/>
                  <p:pic>
                    <p:nvPicPr>
                      <p:cNvPr id="0" name="Object 1032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175" y="3849688"/>
                        <a:ext cx="3371850" cy="230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9801" name="Object 1033"/>
          <p:cNvGraphicFramePr>
            <a:graphicFrameLocks/>
          </p:cNvGraphicFramePr>
          <p:nvPr/>
        </p:nvGraphicFramePr>
        <p:xfrm>
          <a:off x="6016625" y="4041775"/>
          <a:ext cx="2786063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24" r:id="rId22" imgW="1511300" imgH="1168400" progId="Equation.DSMT4">
                  <p:embed/>
                </p:oleObj>
              </mc:Choice>
              <mc:Fallback>
                <p:oleObj r:id="rId22" imgW="1511300" imgH="1168400" progId="Equation.DSMT4">
                  <p:embed/>
                  <p:pic>
                    <p:nvPicPr>
                      <p:cNvPr id="0" name="Object 1033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6625" y="4041775"/>
                        <a:ext cx="2786063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20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20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209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20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209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209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209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2CB37016-D364-4F62-ABED-BDBC65EF10C4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87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013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77888" y="120650"/>
            <a:ext cx="7961312" cy="632301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几个重要的连续量</a:t>
            </a:r>
          </a:p>
          <a:p>
            <a:pPr marL="0" indent="0" eaLnBrk="1" hangingPunct="1"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 均匀分布</a:t>
            </a:r>
          </a:p>
          <a:p>
            <a:pPr marL="0" indent="0" eaLnBrk="1" hangingPunct="1">
              <a:buFontTx/>
              <a:buNone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   定义：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X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具有概率密度</a:t>
            </a:r>
          </a:p>
          <a:p>
            <a:pPr marL="0" indent="0" eaLnBrk="1" hangingPunct="1">
              <a:buFontTx/>
              <a:buNone/>
            </a:pP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indent="0" eaLnBrk="1" hangingPunct="1">
              <a:buFontTx/>
              <a:buNone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   称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X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在区间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(</a:t>
            </a:r>
            <a:r>
              <a:rPr lang="en-US" altLang="zh-CN" sz="2800">
                <a:latin typeface="Monotype Corsiva" panose="03010101010201010101" pitchFamily="66" charset="0"/>
                <a:ea typeface="宋体" panose="02010600030101010101" pitchFamily="2" charset="-122"/>
                <a:sym typeface="Wingdings" panose="05000000000000000000" pitchFamily="2" charset="2"/>
              </a:rPr>
              <a:t>a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,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b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)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上服从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均匀分布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，</a:t>
            </a:r>
          </a:p>
          <a:p>
            <a:pPr marL="0" indent="0" eaLnBrk="1" hangingPunct="1">
              <a:buFontTx/>
              <a:buNone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   记为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X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～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U(</a:t>
            </a:r>
            <a:r>
              <a:rPr lang="en-US" altLang="zh-CN" sz="2800">
                <a:latin typeface="Monotype Corsiva" panose="03010101010201010101" pitchFamily="66" charset="0"/>
                <a:ea typeface="宋体" panose="02010600030101010101" pitchFamily="2" charset="-122"/>
                <a:sym typeface="Wingdings" panose="05000000000000000000" pitchFamily="2" charset="2"/>
              </a:rPr>
              <a:t>a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,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b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)</a:t>
            </a:r>
          </a:p>
          <a:p>
            <a:pPr marL="0" indent="0" eaLnBrk="1" hangingPunct="1">
              <a:buFontTx/>
              <a:buNone/>
            </a:pP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indent="0" eaLnBrk="1" hangingPunct="1">
              <a:buFontTx/>
              <a:buNone/>
            </a:pP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indent="0" eaLnBrk="1" hangingPunct="1">
              <a:buFontTx/>
              <a:buNone/>
            </a:pP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marL="0" indent="0" eaLnBrk="1" hangingPunct="1">
              <a:buFontTx/>
              <a:buNone/>
            </a:pP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graphicFrame>
        <p:nvGraphicFramePr>
          <p:cNvPr id="56322" name="Object 4"/>
          <p:cNvGraphicFramePr>
            <a:graphicFrameLocks noGrp="1"/>
          </p:cNvGraphicFramePr>
          <p:nvPr>
            <p:ph sz="quarter" idx="2"/>
          </p:nvPr>
        </p:nvGraphicFramePr>
        <p:xfrm>
          <a:off x="1049338" y="3397250"/>
          <a:ext cx="4970462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34" r:id="rId3" imgW="3414818" imgH="634725" progId="Equation.DSMT4">
                  <p:embed/>
                </p:oleObj>
              </mc:Choice>
              <mc:Fallback>
                <p:oleObj r:id="rId3" imgW="3414818" imgH="634725" progId="Equation.DSMT4">
                  <p:embed/>
                  <p:pic>
                    <p:nvPicPr>
                      <p:cNvPr id="0" name="Object 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338" y="3397250"/>
                        <a:ext cx="4970462" cy="9239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3" name="Object 7"/>
          <p:cNvGraphicFramePr>
            <a:graphicFrameLocks noGrp="1"/>
          </p:cNvGraphicFramePr>
          <p:nvPr>
            <p:ph sz="quarter" idx="3"/>
          </p:nvPr>
        </p:nvGraphicFramePr>
        <p:xfrm>
          <a:off x="6399213" y="3440113"/>
          <a:ext cx="2103437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35" r:id="rId5" imgW="1562100" imgH="889000" progId="Equation.DSMT4">
                  <p:embed/>
                </p:oleObj>
              </mc:Choice>
              <mc:Fallback>
                <p:oleObj r:id="rId5" imgW="1562100" imgH="889000" progId="Equation.DSMT4">
                  <p:embed/>
                  <p:pic>
                    <p:nvPicPr>
                      <p:cNvPr id="0" name="Object 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9213" y="3440113"/>
                        <a:ext cx="2103437" cy="11969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1" name="Object 10"/>
          <p:cNvGraphicFramePr>
            <a:graphicFrameLocks/>
          </p:cNvGraphicFramePr>
          <p:nvPr/>
        </p:nvGraphicFramePr>
        <p:xfrm>
          <a:off x="4956175" y="908050"/>
          <a:ext cx="2551113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236" r:id="rId7" imgW="1548728" imgH="660113" progId="Equation.DSMT4">
                  <p:embed/>
                </p:oleObj>
              </mc:Choice>
              <mc:Fallback>
                <p:oleObj r:id="rId7" imgW="1548728" imgH="660113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908050"/>
                        <a:ext cx="2551113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689" name="Litebulb"/>
          <p:cNvSpPr>
            <a:spLocks noEditPoints="1" noChangeArrowheads="1"/>
          </p:cNvSpPr>
          <p:nvPr/>
        </p:nvSpPr>
        <p:spPr bwMode="auto">
          <a:xfrm>
            <a:off x="1235075" y="1282700"/>
            <a:ext cx="188913" cy="261938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01383" name="Group 40"/>
          <p:cNvGrpSpPr>
            <a:grpSpLocks/>
          </p:cNvGrpSpPr>
          <p:nvPr/>
        </p:nvGrpSpPr>
        <p:grpSpPr bwMode="auto">
          <a:xfrm>
            <a:off x="1541463" y="4670425"/>
            <a:ext cx="2627312" cy="1698625"/>
            <a:chOff x="821" y="2942"/>
            <a:chExt cx="1655" cy="1070"/>
          </a:xfrm>
        </p:grpSpPr>
        <p:grpSp>
          <p:nvGrpSpPr>
            <p:cNvPr id="101384" name="Group 30"/>
            <p:cNvGrpSpPr>
              <a:grpSpLocks/>
            </p:cNvGrpSpPr>
            <p:nvPr/>
          </p:nvGrpSpPr>
          <p:grpSpPr bwMode="auto">
            <a:xfrm>
              <a:off x="821" y="2942"/>
              <a:ext cx="1655" cy="1070"/>
              <a:chOff x="821" y="2942"/>
              <a:chExt cx="1655" cy="1070"/>
            </a:xfrm>
          </p:grpSpPr>
          <p:sp>
            <p:nvSpPr>
              <p:cNvPr id="101385" name="Line 19"/>
              <p:cNvSpPr>
                <a:spLocks noChangeShapeType="1"/>
              </p:cNvSpPr>
              <p:nvPr/>
            </p:nvSpPr>
            <p:spPr bwMode="auto">
              <a:xfrm>
                <a:off x="839" y="3810"/>
                <a:ext cx="1637" cy="0"/>
              </a:xfrm>
              <a:prstGeom prst="line">
                <a:avLst/>
              </a:prstGeom>
              <a:noFill/>
              <a:ln w="12700">
                <a:solidFill>
                  <a:srgbClr val="FF99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386" name="Line 20"/>
              <p:cNvSpPr>
                <a:spLocks noChangeShapeType="1"/>
              </p:cNvSpPr>
              <p:nvPr/>
            </p:nvSpPr>
            <p:spPr bwMode="auto">
              <a:xfrm flipV="1">
                <a:off x="1031" y="2951"/>
                <a:ext cx="0" cy="1061"/>
              </a:xfrm>
              <a:prstGeom prst="line">
                <a:avLst/>
              </a:prstGeom>
              <a:noFill/>
              <a:ln w="12700">
                <a:solidFill>
                  <a:srgbClr val="FF99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1387" name="Object 21"/>
              <p:cNvGraphicFramePr>
                <a:graphicFrameLocks/>
              </p:cNvGraphicFramePr>
              <p:nvPr/>
            </p:nvGraphicFramePr>
            <p:xfrm>
              <a:off x="1080" y="2942"/>
              <a:ext cx="232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237" r:id="rId9" imgW="367981" imgH="253780" progId="Equation.DSMT4">
                      <p:embed/>
                    </p:oleObj>
                  </mc:Choice>
                  <mc:Fallback>
                    <p:oleObj r:id="rId9" imgW="367981" imgH="253780" progId="Equation.DSMT4">
                      <p:embed/>
                      <p:pic>
                        <p:nvPicPr>
                          <p:cNvPr id="0" name="Object 2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80" y="2942"/>
                            <a:ext cx="232" cy="1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1388" name="Object 22"/>
              <p:cNvGraphicFramePr>
                <a:graphicFrameLocks/>
              </p:cNvGraphicFramePr>
              <p:nvPr/>
            </p:nvGraphicFramePr>
            <p:xfrm>
              <a:off x="946" y="3815"/>
              <a:ext cx="80" cy="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238" r:id="rId11" imgW="126725" imgH="177415" progId="Equation.DSMT4">
                      <p:embed/>
                    </p:oleObj>
                  </mc:Choice>
                  <mc:Fallback>
                    <p:oleObj r:id="rId11" imgW="126725" imgH="177415" progId="Equation.DSMT4">
                      <p:embed/>
                      <p:pic>
                        <p:nvPicPr>
                          <p:cNvPr id="0" name="Object 2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46" y="3815"/>
                            <a:ext cx="80" cy="1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1389" name="Object 23"/>
              <p:cNvGraphicFramePr>
                <a:graphicFrameLocks/>
              </p:cNvGraphicFramePr>
              <p:nvPr/>
            </p:nvGraphicFramePr>
            <p:xfrm>
              <a:off x="1878" y="3840"/>
              <a:ext cx="80" cy="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239" r:id="rId13" imgW="126725" imgH="177415" progId="Equation.DSMT4">
                      <p:embed/>
                    </p:oleObj>
                  </mc:Choice>
                  <mc:Fallback>
                    <p:oleObj r:id="rId13" imgW="126725" imgH="177415" progId="Equation.DSMT4">
                      <p:embed/>
                      <p:pic>
                        <p:nvPicPr>
                          <p:cNvPr id="0" name="Object 2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78" y="3840"/>
                            <a:ext cx="80" cy="1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1390" name="Object 24"/>
              <p:cNvGraphicFramePr>
                <a:graphicFrameLocks/>
              </p:cNvGraphicFramePr>
              <p:nvPr/>
            </p:nvGraphicFramePr>
            <p:xfrm>
              <a:off x="2396" y="3842"/>
              <a:ext cx="80" cy="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240" r:id="rId15" imgW="126725" imgH="139397" progId="Equation.DSMT4">
                      <p:embed/>
                    </p:oleObj>
                  </mc:Choice>
                  <mc:Fallback>
                    <p:oleObj r:id="rId15" imgW="126725" imgH="139397" progId="Equation.DSMT4">
                      <p:embed/>
                      <p:pic>
                        <p:nvPicPr>
                          <p:cNvPr id="0" name="Object 2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96" y="3842"/>
                            <a:ext cx="80" cy="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1391" name="Object 25"/>
              <p:cNvGraphicFramePr>
                <a:graphicFrameLocks/>
              </p:cNvGraphicFramePr>
              <p:nvPr/>
            </p:nvGraphicFramePr>
            <p:xfrm>
              <a:off x="1326" y="3837"/>
              <a:ext cx="80" cy="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241" r:id="rId17" imgW="126725" imgH="139397" progId="Equation.DSMT4">
                      <p:embed/>
                    </p:oleObj>
                  </mc:Choice>
                  <mc:Fallback>
                    <p:oleObj r:id="rId17" imgW="126725" imgH="139397" progId="Equation.DSMT4">
                      <p:embed/>
                      <p:pic>
                        <p:nvPicPr>
                          <p:cNvPr id="0" name="Object 2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26" y="3837"/>
                            <a:ext cx="80" cy="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1392" name="Object 26"/>
              <p:cNvGraphicFramePr>
                <a:graphicFrameLocks/>
              </p:cNvGraphicFramePr>
              <p:nvPr/>
            </p:nvGraphicFramePr>
            <p:xfrm>
              <a:off x="821" y="3455"/>
              <a:ext cx="214" cy="2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242" r:id="rId19" imgW="228600" imgH="228600" progId="Equation.DSMT4">
                      <p:embed/>
                    </p:oleObj>
                  </mc:Choice>
                  <mc:Fallback>
                    <p:oleObj r:id="rId19" imgW="228600" imgH="228600" progId="Equation.DSMT4">
                      <p:embed/>
                      <p:pic>
                        <p:nvPicPr>
                          <p:cNvPr id="0" name="Object 2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1" y="3455"/>
                            <a:ext cx="214" cy="2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1393" name="Line 27"/>
            <p:cNvSpPr>
              <a:spLocks noChangeShapeType="1"/>
            </p:cNvSpPr>
            <p:nvPr/>
          </p:nvSpPr>
          <p:spPr bwMode="auto">
            <a:xfrm>
              <a:off x="1374" y="3567"/>
              <a:ext cx="0" cy="243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prstDash val="dash"/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94" name="Line 28"/>
            <p:cNvSpPr>
              <a:spLocks noChangeShapeType="1"/>
            </p:cNvSpPr>
            <p:nvPr/>
          </p:nvSpPr>
          <p:spPr bwMode="auto">
            <a:xfrm>
              <a:off x="1900" y="3563"/>
              <a:ext cx="0" cy="243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prstDash val="dash"/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95" name="Line 29"/>
            <p:cNvSpPr>
              <a:spLocks noChangeShapeType="1"/>
            </p:cNvSpPr>
            <p:nvPr/>
          </p:nvSpPr>
          <p:spPr bwMode="auto">
            <a:xfrm>
              <a:off x="1374" y="3567"/>
              <a:ext cx="526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1396" name="Group 45"/>
          <p:cNvGrpSpPr>
            <a:grpSpLocks/>
          </p:cNvGrpSpPr>
          <p:nvPr/>
        </p:nvGrpSpPr>
        <p:grpSpPr bwMode="auto">
          <a:xfrm>
            <a:off x="5238750" y="4678363"/>
            <a:ext cx="2598738" cy="1698625"/>
            <a:chOff x="3360" y="2947"/>
            <a:chExt cx="1637" cy="1070"/>
          </a:xfrm>
        </p:grpSpPr>
        <p:sp>
          <p:nvSpPr>
            <p:cNvPr id="101397" name="Line 32"/>
            <p:cNvSpPr>
              <a:spLocks noChangeShapeType="1"/>
            </p:cNvSpPr>
            <p:nvPr/>
          </p:nvSpPr>
          <p:spPr bwMode="auto">
            <a:xfrm>
              <a:off x="3360" y="3815"/>
              <a:ext cx="1637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98" name="Line 33"/>
            <p:cNvSpPr>
              <a:spLocks noChangeShapeType="1"/>
            </p:cNvSpPr>
            <p:nvPr/>
          </p:nvSpPr>
          <p:spPr bwMode="auto">
            <a:xfrm flipV="1">
              <a:off x="3552" y="2956"/>
              <a:ext cx="0" cy="1061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1399" name="Object 34"/>
            <p:cNvGraphicFramePr>
              <a:graphicFrameLocks/>
            </p:cNvGraphicFramePr>
            <p:nvPr/>
          </p:nvGraphicFramePr>
          <p:xfrm>
            <a:off x="3597" y="2947"/>
            <a:ext cx="240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243" r:id="rId21" imgW="380670" imgH="253780" progId="Equation.DSMT4">
                    <p:embed/>
                  </p:oleObj>
                </mc:Choice>
                <mc:Fallback>
                  <p:oleObj r:id="rId21" imgW="380670" imgH="253780" progId="Equation.DSMT4">
                    <p:embed/>
                    <p:pic>
                      <p:nvPicPr>
                        <p:cNvPr id="0" name="Object 3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7" y="2947"/>
                          <a:ext cx="240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00" name="Object 35"/>
            <p:cNvGraphicFramePr>
              <a:graphicFrameLocks/>
            </p:cNvGraphicFramePr>
            <p:nvPr/>
          </p:nvGraphicFramePr>
          <p:xfrm>
            <a:off x="3467" y="3820"/>
            <a:ext cx="80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244" r:id="rId23" imgW="126725" imgH="177415" progId="Equation.DSMT4">
                    <p:embed/>
                  </p:oleObj>
                </mc:Choice>
                <mc:Fallback>
                  <p:oleObj r:id="rId23" imgW="126725" imgH="177415" progId="Equation.DSMT4">
                    <p:embed/>
                    <p:pic>
                      <p:nvPicPr>
                        <p:cNvPr id="0" name="Object 3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7" y="3820"/>
                          <a:ext cx="80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01" name="Object 36"/>
            <p:cNvGraphicFramePr>
              <a:graphicFrameLocks/>
            </p:cNvGraphicFramePr>
            <p:nvPr/>
          </p:nvGraphicFramePr>
          <p:xfrm>
            <a:off x="4289" y="3845"/>
            <a:ext cx="80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245" r:id="rId24" imgW="126725" imgH="177415" progId="Equation.DSMT4">
                    <p:embed/>
                  </p:oleObj>
                </mc:Choice>
                <mc:Fallback>
                  <p:oleObj r:id="rId24" imgW="126725" imgH="177415" progId="Equation.DSMT4">
                    <p:embed/>
                    <p:pic>
                      <p:nvPicPr>
                        <p:cNvPr id="0" name="Object 3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9" y="3845"/>
                          <a:ext cx="80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02" name="Object 37"/>
            <p:cNvGraphicFramePr>
              <a:graphicFrameLocks/>
            </p:cNvGraphicFramePr>
            <p:nvPr/>
          </p:nvGraphicFramePr>
          <p:xfrm>
            <a:off x="4917" y="3847"/>
            <a:ext cx="80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246" r:id="rId25" imgW="126725" imgH="139397" progId="Equation.DSMT4">
                    <p:embed/>
                  </p:oleObj>
                </mc:Choice>
                <mc:Fallback>
                  <p:oleObj r:id="rId25" imgW="126725" imgH="139397" progId="Equation.DSMT4">
                    <p:embed/>
                    <p:pic>
                      <p:nvPicPr>
                        <p:cNvPr id="0" name="Object 3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7" y="3847"/>
                          <a:ext cx="80" cy="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03" name="Object 38"/>
            <p:cNvGraphicFramePr>
              <a:graphicFrameLocks/>
            </p:cNvGraphicFramePr>
            <p:nvPr/>
          </p:nvGraphicFramePr>
          <p:xfrm>
            <a:off x="3707" y="3842"/>
            <a:ext cx="80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247" r:id="rId26" imgW="126725" imgH="139397" progId="Equation.DSMT4">
                    <p:embed/>
                  </p:oleObj>
                </mc:Choice>
                <mc:Fallback>
                  <p:oleObj r:id="rId26" imgW="126725" imgH="139397" progId="Equation.DSMT4">
                    <p:embed/>
                    <p:pic>
                      <p:nvPicPr>
                        <p:cNvPr id="0" name="Object 3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7" y="3842"/>
                          <a:ext cx="80" cy="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404" name="Object 39"/>
            <p:cNvGraphicFramePr>
              <a:graphicFrameLocks/>
            </p:cNvGraphicFramePr>
            <p:nvPr/>
          </p:nvGraphicFramePr>
          <p:xfrm>
            <a:off x="3417" y="3116"/>
            <a:ext cx="83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248" r:id="rId27" imgW="88554" imgH="164458" progId="Equation.DSMT4">
                    <p:embed/>
                  </p:oleObj>
                </mc:Choice>
                <mc:Fallback>
                  <p:oleObj r:id="rId27" imgW="88554" imgH="164458" progId="Equation.DSMT4">
                    <p:embed/>
                    <p:pic>
                      <p:nvPicPr>
                        <p:cNvPr id="0" name="Object 3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7" y="3116"/>
                          <a:ext cx="83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1405" name="Group 44"/>
            <p:cNvGrpSpPr>
              <a:grpSpLocks/>
            </p:cNvGrpSpPr>
            <p:nvPr/>
          </p:nvGrpSpPr>
          <p:grpSpPr bwMode="auto">
            <a:xfrm>
              <a:off x="3547" y="3183"/>
              <a:ext cx="1101" cy="627"/>
              <a:chOff x="3547" y="3183"/>
              <a:chExt cx="1101" cy="627"/>
            </a:xfrm>
          </p:grpSpPr>
          <p:sp>
            <p:nvSpPr>
              <p:cNvPr id="101406" name="Line 41"/>
              <p:cNvSpPr>
                <a:spLocks noChangeShapeType="1"/>
              </p:cNvSpPr>
              <p:nvPr/>
            </p:nvSpPr>
            <p:spPr bwMode="auto">
              <a:xfrm flipV="1">
                <a:off x="3760" y="3183"/>
                <a:ext cx="556" cy="627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407" name="Line 42"/>
              <p:cNvSpPr>
                <a:spLocks noChangeShapeType="1"/>
              </p:cNvSpPr>
              <p:nvPr/>
            </p:nvSpPr>
            <p:spPr bwMode="auto">
              <a:xfrm>
                <a:off x="4315" y="3183"/>
                <a:ext cx="333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408" name="Line 43"/>
              <p:cNvSpPr>
                <a:spLocks noChangeShapeType="1"/>
              </p:cNvSpPr>
              <p:nvPr/>
            </p:nvSpPr>
            <p:spPr bwMode="auto">
              <a:xfrm>
                <a:off x="3547" y="3810"/>
                <a:ext cx="212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2000" fill="hold"/>
                                        <p:tgtEl>
                                          <p:spTgt spid="41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89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A514D1BF-47FD-4D5E-A2F2-CB1DD2159995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88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02402" name="Rectangle 2"/>
          <p:cNvSpPr>
            <a:spLocks noGrp="1" noChangeArrowheads="1"/>
          </p:cNvSpPr>
          <p:nvPr>
            <p:ph idx="1"/>
          </p:nvPr>
        </p:nvSpPr>
        <p:spPr>
          <a:xfrm>
            <a:off x="1044575" y="430213"/>
            <a:ext cx="7877175" cy="1814512"/>
          </a:xfrm>
        </p:spPr>
        <p:txBody>
          <a:bodyPr/>
          <a:lstStyle/>
          <a:p>
            <a:pPr eaLnBrk="1" hangingPunct="1">
              <a:buFontTx/>
              <a:buBlip>
                <a:blip r:embed="rId3"/>
              </a:buBlip>
            </a:pP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例：在区间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(-1,2)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上随机取一数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X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，试写出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X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的概率</a:t>
            </a:r>
          </a:p>
          <a:p>
            <a:pPr eaLnBrk="1" hangingPunct="1">
              <a:buFontTx/>
              <a:buNone/>
            </a:pP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		密度。并求	     的值；</a:t>
            </a:r>
          </a:p>
          <a:p>
            <a:pPr eaLnBrk="1" hangingPunct="1">
              <a:buFontTx/>
              <a:buNone/>
            </a:pP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		若在该区间上随机取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10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个数，求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10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个数中恰有</a:t>
            </a:r>
          </a:p>
          <a:p>
            <a:pPr eaLnBrk="1" hangingPunct="1">
              <a:buFontTx/>
              <a:buNone/>
            </a:pP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		两个数大于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0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的概率。</a:t>
            </a:r>
            <a:endParaRPr lang="zh-CN" altLang="en-US" sz="2400">
              <a:solidFill>
                <a:srgbClr val="1E116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84163" name="Object 3"/>
          <p:cNvGraphicFramePr>
            <a:graphicFrameLocks/>
          </p:cNvGraphicFramePr>
          <p:nvPr/>
        </p:nvGraphicFramePr>
        <p:xfrm>
          <a:off x="5805488" y="2422525"/>
          <a:ext cx="2327275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87" r:id="rId4" imgW="1612200" imgH="660113" progId="Equation.DSMT4">
                  <p:embed/>
                </p:oleObj>
              </mc:Choice>
              <mc:Fallback>
                <p:oleObj r:id="rId4" imgW="1612200" imgH="660113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5488" y="2422525"/>
                        <a:ext cx="2327275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164" name="Object 4"/>
          <p:cNvGraphicFramePr>
            <a:graphicFrameLocks/>
          </p:cNvGraphicFramePr>
          <p:nvPr/>
        </p:nvGraphicFramePr>
        <p:xfrm>
          <a:off x="2046288" y="3419475"/>
          <a:ext cx="1509712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88" r:id="rId6" imgW="914003" imgH="393529" progId="Equation.DSMT4">
                  <p:embed/>
                </p:oleObj>
              </mc:Choice>
              <mc:Fallback>
                <p:oleObj r:id="rId6" imgW="914003" imgH="393529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288" y="3419475"/>
                        <a:ext cx="1509712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165" name="Object 5"/>
          <p:cNvGraphicFramePr>
            <a:graphicFrameLocks/>
          </p:cNvGraphicFramePr>
          <p:nvPr/>
        </p:nvGraphicFramePr>
        <p:xfrm>
          <a:off x="2417763" y="4743450"/>
          <a:ext cx="1322387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89" r:id="rId8" imgW="774364" imgH="393529" progId="Equation.DSMT4">
                  <p:embed/>
                </p:oleObj>
              </mc:Choice>
              <mc:Fallback>
                <p:oleObj r:id="rId8" imgW="774364" imgH="393529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763" y="4743450"/>
                        <a:ext cx="1322387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166" name="Object 6"/>
          <p:cNvGraphicFramePr>
            <a:graphicFrameLocks/>
          </p:cNvGraphicFramePr>
          <p:nvPr/>
        </p:nvGraphicFramePr>
        <p:xfrm>
          <a:off x="3889375" y="4724400"/>
          <a:ext cx="256222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0" r:id="rId10" imgW="1739900" imgH="469900" progId="Equation.DSMT4">
                  <p:embed/>
                </p:oleObj>
              </mc:Choice>
              <mc:Fallback>
                <p:oleObj r:id="rId10" imgW="1739900" imgH="469900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75" y="4724400"/>
                        <a:ext cx="2562225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7" name="Object 7"/>
          <p:cNvGraphicFramePr>
            <a:graphicFrameLocks/>
          </p:cNvGraphicFramePr>
          <p:nvPr/>
        </p:nvGraphicFramePr>
        <p:xfrm>
          <a:off x="3613150" y="987425"/>
          <a:ext cx="92392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1" r:id="rId12" imgW="609071" imgH="203024" progId="Equation.DSMT4">
                  <p:embed/>
                </p:oleObj>
              </mc:Choice>
              <mc:Fallback>
                <p:oleObj r:id="rId12" imgW="609071" imgH="203024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987425"/>
                        <a:ext cx="923925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168" name="Rectangle 8"/>
          <p:cNvSpPr>
            <a:spLocks noChangeArrowheads="1"/>
          </p:cNvSpPr>
          <p:nvPr/>
        </p:nvSpPr>
        <p:spPr bwMode="auto">
          <a:xfrm>
            <a:off x="1196975" y="2616200"/>
            <a:ext cx="7877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5E5D2F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	</a:t>
            </a: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解：</a:t>
            </a:r>
            <a:r>
              <a:rPr lang="en-US" altLang="zh-CN" dirty="0">
                <a:solidFill>
                  <a:srgbClr val="5E5D2F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X</a:t>
            </a: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在区间</a:t>
            </a:r>
            <a:r>
              <a:rPr lang="en-US" altLang="zh-CN" dirty="0">
                <a:solidFill>
                  <a:srgbClr val="5E5D2F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(-1,2)</a:t>
            </a:r>
            <a:r>
              <a:rPr lang="zh-CN" altLang="en-US" dirty="0">
                <a:solidFill>
                  <a:srgbClr val="5E5D2F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上均匀分布		</a:t>
            </a:r>
            <a:endParaRPr lang="zh-CN" altLang="en-US" dirty="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884169" name="Rectangle 9"/>
          <p:cNvSpPr>
            <a:spLocks noChangeArrowheads="1"/>
          </p:cNvSpPr>
          <p:nvPr/>
        </p:nvSpPr>
        <p:spPr bwMode="auto">
          <a:xfrm>
            <a:off x="1196975" y="3475038"/>
            <a:ext cx="7877175" cy="50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	              </a:t>
            </a:r>
          </a:p>
          <a:p>
            <a:pPr latinLnBrk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设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10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个数中有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Y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个数大于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  <a:ea typeface="-쉬리M" pitchFamily="18" charset="-127"/>
              </a:rPr>
              <a:t>，</a:t>
            </a:r>
            <a:endParaRPr lang="zh-CN" altLang="en-US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884170" name="Rectangle 10"/>
          <p:cNvSpPr>
            <a:spLocks noChangeArrowheads="1"/>
          </p:cNvSpPr>
          <p:nvPr/>
        </p:nvSpPr>
        <p:spPr bwMode="auto">
          <a:xfrm>
            <a:off x="1196975" y="4314825"/>
            <a:ext cx="7877175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  <a:ea typeface="-쉬리M" pitchFamily="18" charset="-127"/>
              </a:rPr>
              <a:t>		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  <a:ea typeface="-쉬리M" pitchFamily="18" charset="-127"/>
              </a:rPr>
              <a:t>则：</a:t>
            </a:r>
            <a:endParaRPr lang="zh-CN" altLang="en-US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02411" name="TextBox 12"/>
          <p:cNvSpPr txBox="1">
            <a:spLocks noChangeArrowheads="1"/>
          </p:cNvSpPr>
          <p:nvPr/>
        </p:nvSpPr>
        <p:spPr bwMode="auto">
          <a:xfrm>
            <a:off x="3613150" y="3478213"/>
            <a:ext cx="42402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/>
              <a:t>P(X&gt;0)=1-P(X&lt;=0)=1-1/3=2/3</a:t>
            </a:r>
            <a:endParaRPr lang="zh-CN" altLang="en-US"/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84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84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8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188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84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84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84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84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8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84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68" grpId="0"/>
      <p:bldP spid="1884169" grpId="0"/>
      <p:bldP spid="1884170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13AC926F-EEB3-4A5A-863D-6E49A29D1506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89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034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69963" y="409575"/>
            <a:ext cx="7599362" cy="2614613"/>
          </a:xfrm>
        </p:spPr>
        <p:txBody>
          <a:bodyPr/>
          <a:lstStyle/>
          <a:p>
            <a:pPr marL="534988" indent="-534988" eaLnBrk="1" hangingPunct="1">
              <a:buClr>
                <a:schemeClr val="accent2"/>
              </a:buClr>
              <a:buFont typeface="Wingdings" panose="05000000000000000000" pitchFamily="2" charset="2"/>
              <a:buChar char="ü"/>
              <a:tabLst>
                <a:tab pos="534988" algn="l"/>
              </a:tabLst>
            </a:pPr>
            <a:r>
              <a:rPr lang="zh-CN" altLang="en-US" sz="2800" dirty="0">
                <a:ea typeface="宋体" panose="02010600030101010101" pitchFamily="2" charset="-122"/>
              </a:rPr>
              <a:t>指数分布</a:t>
            </a:r>
          </a:p>
          <a:p>
            <a:pPr marL="534988" indent="-534988" eaLnBrk="1" hangingPunct="1">
              <a:buClr>
                <a:srgbClr val="FF9900"/>
              </a:buClr>
              <a:buFont typeface="Wingdings" panose="05000000000000000000" pitchFamily="2" charset="2"/>
              <a:buNone/>
              <a:tabLst>
                <a:tab pos="534988" algn="l"/>
              </a:tabLst>
            </a:pPr>
            <a:r>
              <a:rPr lang="zh-CN" altLang="en-US" sz="2800" dirty="0">
                <a:ea typeface="宋体" panose="02010600030101010101" pitchFamily="2" charset="-122"/>
              </a:rPr>
              <a:t>定义：设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800" dirty="0">
                <a:ea typeface="宋体" panose="02010600030101010101" pitchFamily="2" charset="-122"/>
              </a:rPr>
              <a:t>的概率密度为</a:t>
            </a:r>
          </a:p>
          <a:p>
            <a:pPr marL="534988" indent="-534988" eaLnBrk="1" hangingPunct="1">
              <a:buClr>
                <a:srgbClr val="FF9900"/>
              </a:buClr>
              <a:buFont typeface="Wingdings" panose="05000000000000000000" pitchFamily="2" charset="2"/>
              <a:buNone/>
              <a:tabLst>
                <a:tab pos="534988" algn="l"/>
              </a:tabLst>
            </a:pPr>
            <a:endParaRPr lang="zh-CN" altLang="en-US" sz="2800" dirty="0">
              <a:ea typeface="宋体" panose="02010600030101010101" pitchFamily="2" charset="-122"/>
            </a:endParaRPr>
          </a:p>
          <a:p>
            <a:pPr marL="534988" indent="-534988" eaLnBrk="1" hangingPunct="1">
              <a:buClr>
                <a:srgbClr val="FF9900"/>
              </a:buClr>
              <a:buFont typeface="Wingdings" panose="05000000000000000000" pitchFamily="2" charset="2"/>
              <a:buNone/>
              <a:tabLst>
                <a:tab pos="534988" algn="l"/>
              </a:tabLst>
            </a:pPr>
            <a:r>
              <a:rPr lang="zh-CN" altLang="en-US" sz="2800" dirty="0">
                <a:ea typeface="宋体" panose="02010600030101010101" pitchFamily="2" charset="-122"/>
              </a:rPr>
              <a:t>	其中</a:t>
            </a:r>
            <a:r>
              <a:rPr lang="el-GR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λ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&gt;0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为常数，则称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服从参数为</a:t>
            </a:r>
            <a:r>
              <a:rPr lang="el-GR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λ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指数分布</a:t>
            </a:r>
            <a:r>
              <a:rPr lang="zh-CN" altLang="en-US" sz="2800" dirty="0">
                <a:solidFill>
                  <a:srgbClr val="33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记为</a:t>
            </a:r>
          </a:p>
        </p:txBody>
      </p:sp>
      <p:graphicFrame>
        <p:nvGraphicFramePr>
          <p:cNvPr id="103427" name="Object 4"/>
          <p:cNvGraphicFramePr>
            <a:graphicFrameLocks noGrp="1"/>
          </p:cNvGraphicFramePr>
          <p:nvPr>
            <p:ph sz="quarter" idx="2"/>
          </p:nvPr>
        </p:nvGraphicFramePr>
        <p:xfrm>
          <a:off x="4878388" y="717550"/>
          <a:ext cx="281940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89" r:id="rId3" imgW="1282144" imgH="482391" progId="Equation.DSMT4">
                  <p:embed/>
                </p:oleObj>
              </mc:Choice>
              <mc:Fallback>
                <p:oleObj r:id="rId3" imgW="1282144" imgH="482391" progId="Equation.DSMT4">
                  <p:embed/>
                  <p:pic>
                    <p:nvPicPr>
                      <p:cNvPr id="0" name="Object 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8388" y="717550"/>
                        <a:ext cx="2819400" cy="10604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8" name="Object 7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029491070"/>
              </p:ext>
            </p:extLst>
          </p:nvPr>
        </p:nvGraphicFramePr>
        <p:xfrm>
          <a:off x="3779838" y="2484438"/>
          <a:ext cx="214471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90" r:id="rId5" imgW="723272" imgH="203024" progId="Equation.DSMT4">
                  <p:embed/>
                </p:oleObj>
              </mc:Choice>
              <mc:Fallback>
                <p:oleObj r:id="rId5" imgW="723272" imgH="203024" progId="Equation.DSMT4">
                  <p:embed/>
                  <p:pic>
                    <p:nvPicPr>
                      <p:cNvPr id="0" name="Object 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2484438"/>
                        <a:ext cx="2144712" cy="6032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4" name="Object 10"/>
          <p:cNvGraphicFramePr>
            <a:graphicFrameLocks/>
          </p:cNvGraphicFramePr>
          <p:nvPr/>
        </p:nvGraphicFramePr>
        <p:xfrm>
          <a:off x="2843213" y="3033713"/>
          <a:ext cx="3163887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91" r:id="rId7" imgW="1409088" imgH="482391" progId="Equation.DSMT4">
                  <p:embed/>
                </p:oleObj>
              </mc:Choice>
              <mc:Fallback>
                <p:oleObj r:id="rId7" imgW="1409088" imgH="482391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033713"/>
                        <a:ext cx="3163887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55" name="AutoShape 11"/>
          <p:cNvSpPr>
            <a:spLocks noChangeArrowheads="1"/>
          </p:cNvSpPr>
          <p:nvPr/>
        </p:nvSpPr>
        <p:spPr bwMode="auto">
          <a:xfrm>
            <a:off x="2076450" y="4600575"/>
            <a:ext cx="496888" cy="247650"/>
          </a:xfrm>
          <a:prstGeom prst="notchedRightArrow">
            <a:avLst>
              <a:gd name="adj1" fmla="val 50000"/>
              <a:gd name="adj2" fmla="val 49947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15756" name="Object 12"/>
          <p:cNvGraphicFramePr>
            <a:graphicFrameLocks/>
          </p:cNvGraphicFramePr>
          <p:nvPr/>
        </p:nvGraphicFramePr>
        <p:xfrm>
          <a:off x="1717675" y="5032375"/>
          <a:ext cx="28987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92" r:id="rId9" imgW="1295400" imgH="228600" progId="Equation.DSMT4">
                  <p:embed/>
                </p:oleObj>
              </mc:Choice>
              <mc:Fallback>
                <p:oleObj r:id="rId9" imgW="1295400" imgH="228600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675" y="5032375"/>
                        <a:ext cx="289877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32" name="Litebulb"/>
          <p:cNvSpPr>
            <a:spLocks noEditPoints="1" noChangeArrowheads="1"/>
          </p:cNvSpPr>
          <p:nvPr/>
        </p:nvSpPr>
        <p:spPr bwMode="auto">
          <a:xfrm>
            <a:off x="835025" y="1028700"/>
            <a:ext cx="188913" cy="261938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5758" name="AutoShape 14"/>
          <p:cNvSpPr>
            <a:spLocks noChangeArrowheads="1"/>
          </p:cNvSpPr>
          <p:nvPr/>
        </p:nvSpPr>
        <p:spPr bwMode="auto">
          <a:xfrm>
            <a:off x="2071688" y="3484563"/>
            <a:ext cx="496887" cy="247650"/>
          </a:xfrm>
          <a:prstGeom prst="notchedRightArrow">
            <a:avLst>
              <a:gd name="adj1" fmla="val 50000"/>
              <a:gd name="adj2" fmla="val 49947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15761" name="Object 17"/>
          <p:cNvGraphicFramePr>
            <a:graphicFrameLocks/>
          </p:cNvGraphicFramePr>
          <p:nvPr/>
        </p:nvGraphicFramePr>
        <p:xfrm>
          <a:off x="4592638" y="4884738"/>
          <a:ext cx="215900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93" r:id="rId11" imgW="964781" imgH="431613" progId="Equation.DSMT4">
                  <p:embed/>
                </p:oleObj>
              </mc:Choice>
              <mc:Fallback>
                <p:oleObj r:id="rId11" imgW="964781" imgH="431613" progId="Equation.DSMT4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2638" y="4884738"/>
                        <a:ext cx="215900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62" name="Object 18"/>
          <p:cNvGraphicFramePr>
            <a:graphicFrameLocks/>
          </p:cNvGraphicFramePr>
          <p:nvPr/>
        </p:nvGraphicFramePr>
        <p:xfrm>
          <a:off x="2319338" y="5661025"/>
          <a:ext cx="272732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94" r:id="rId13" imgW="1218671" imgH="431613" progId="Equation.DSMT4">
                  <p:embed/>
                </p:oleObj>
              </mc:Choice>
              <mc:Fallback>
                <p:oleObj r:id="rId13" imgW="1218671" imgH="431613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5661025"/>
                        <a:ext cx="2727325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64" name="Object 20"/>
          <p:cNvGraphicFramePr>
            <a:graphicFrameLocks/>
          </p:cNvGraphicFramePr>
          <p:nvPr/>
        </p:nvGraphicFramePr>
        <p:xfrm>
          <a:off x="5205413" y="5851525"/>
          <a:ext cx="15906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95" r:id="rId15" imgW="710583" imgH="203024" progId="Equation.DSMT4">
                  <p:embed/>
                </p:oleObj>
              </mc:Choice>
              <mc:Fallback>
                <p:oleObj r:id="rId15" imgW="710583" imgH="203024" progId="Equation.DSMT4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5413" y="5851525"/>
                        <a:ext cx="159067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65" name="Rectangle 21"/>
          <p:cNvSpPr>
            <a:spLocks noChangeArrowheads="1"/>
          </p:cNvSpPr>
          <p:nvPr/>
        </p:nvSpPr>
        <p:spPr bwMode="auto">
          <a:xfrm>
            <a:off x="1122363" y="4443413"/>
            <a:ext cx="7599362" cy="84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4988" indent="-534988">
              <a:tabLst>
                <a:tab pos="534988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534988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534988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534988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534988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534988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534988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534988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534988" algn="l"/>
              </a:tabLs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		     X</a:t>
            </a: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具有如下的无记忆性：</a:t>
            </a:r>
            <a:endParaRPr lang="zh-CN" altLang="el-GR" sz="2800">
              <a:solidFill>
                <a:srgbClr val="5E5D2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03438" name="Object 15"/>
          <p:cNvGraphicFramePr>
            <a:graphicFrameLocks/>
          </p:cNvGraphicFramePr>
          <p:nvPr/>
        </p:nvGraphicFramePr>
        <p:xfrm>
          <a:off x="6684963" y="2863850"/>
          <a:ext cx="2243137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96" r:id="rId17" imgW="1129810" imgH="482391" progId="Equation.3">
                  <p:embed/>
                </p:oleObj>
              </mc:Choice>
              <mc:Fallback>
                <p:oleObj r:id="rId17" imgW="1129810" imgH="482391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4963" y="2863850"/>
                        <a:ext cx="2243137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038" y="3817617"/>
            <a:ext cx="1543050" cy="54039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172" y="2419350"/>
            <a:ext cx="2091531" cy="535043"/>
          </a:xfrm>
          <a:prstGeom prst="rect">
            <a:avLst/>
          </a:prstGeom>
        </p:spPr>
      </p:pic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15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5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5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5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15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55" grpId="0" animBg="1"/>
      <p:bldP spid="415758" grpId="0" animBg="1"/>
      <p:bldP spid="41576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2886" name="Picture 6" descr="æºçå¯åº¦å½æ°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1409402"/>
            <a:ext cx="4330700" cy="324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888" name="Picture 8" descr="ç´¯ç§¯åéå½æ°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575" y="2596307"/>
            <a:ext cx="4443412" cy="333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719309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47E0C946-E1E8-435B-82B2-D22C76A86E9B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91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04450" name="Rectangle 3"/>
          <p:cNvSpPr>
            <a:spLocks noGrp="1" noChangeArrowheads="1"/>
          </p:cNvSpPr>
          <p:nvPr>
            <p:ph idx="1"/>
          </p:nvPr>
        </p:nvSpPr>
        <p:spPr>
          <a:xfrm>
            <a:off x="1076325" y="365125"/>
            <a:ext cx="1219200" cy="649288"/>
          </a:xfrm>
        </p:spPr>
        <p:txBody>
          <a:bodyPr/>
          <a:lstStyle/>
          <a:p>
            <a:pPr eaLnBrk="1" hangingPunct="1">
              <a:buFontTx/>
              <a:buBlip>
                <a:blip r:embed="rId3"/>
              </a:buBlip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l-GR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4451" name="Object 1024"/>
          <p:cNvGraphicFramePr>
            <a:graphicFrameLocks/>
          </p:cNvGraphicFramePr>
          <p:nvPr/>
        </p:nvGraphicFramePr>
        <p:xfrm>
          <a:off x="1020763" y="417513"/>
          <a:ext cx="8123237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12" r:id="rId4" imgW="4330700" imgH="1219200" progId="Equation.DSMT4">
                  <p:embed/>
                </p:oleObj>
              </mc:Choice>
              <mc:Fallback>
                <p:oleObj r:id="rId4" imgW="4330700" imgH="1219200" progId="Equation.DSMT4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763" y="417513"/>
                        <a:ext cx="8123237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0817" name="Object 1025"/>
          <p:cNvGraphicFramePr>
            <a:graphicFrameLocks/>
          </p:cNvGraphicFramePr>
          <p:nvPr/>
        </p:nvGraphicFramePr>
        <p:xfrm>
          <a:off x="1543050" y="2741613"/>
          <a:ext cx="52562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13" r:id="rId6" imgW="3124200" imgH="279400" progId="Equation.DSMT4">
                  <p:embed/>
                </p:oleObj>
              </mc:Choice>
              <mc:Fallback>
                <p:oleObj r:id="rId6" imgW="3124200" imgH="279400" progId="Equation.DSMT4">
                  <p:embed/>
                  <p:pic>
                    <p:nvPicPr>
                      <p:cNvPr id="0" name="Object 102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2741613"/>
                        <a:ext cx="52562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0818" name="Object 1026"/>
          <p:cNvGraphicFramePr>
            <a:graphicFrameLocks/>
          </p:cNvGraphicFramePr>
          <p:nvPr/>
        </p:nvGraphicFramePr>
        <p:xfrm>
          <a:off x="2452688" y="4025900"/>
          <a:ext cx="226536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14" r:id="rId8" imgW="1345032" imgH="253780" progId="Equation.DSMT4">
                  <p:embed/>
                </p:oleObj>
              </mc:Choice>
              <mc:Fallback>
                <p:oleObj r:id="rId8" imgW="1345032" imgH="253780" progId="Equation.DSMT4">
                  <p:embed/>
                  <p:pic>
                    <p:nvPicPr>
                      <p:cNvPr id="0" name="Object 102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88" y="4025900"/>
                        <a:ext cx="226536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0819" name="Object 1027"/>
          <p:cNvGraphicFramePr>
            <a:graphicFrameLocks/>
          </p:cNvGraphicFramePr>
          <p:nvPr/>
        </p:nvGraphicFramePr>
        <p:xfrm>
          <a:off x="2417763" y="3411538"/>
          <a:ext cx="327025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15" r:id="rId10" imgW="1941415" imgH="253780" progId="Equation.DSMT4">
                  <p:embed/>
                </p:oleObj>
              </mc:Choice>
              <mc:Fallback>
                <p:oleObj r:id="rId10" imgW="1941415" imgH="253780" progId="Equation.DSMT4">
                  <p:embed/>
                  <p:pic>
                    <p:nvPicPr>
                      <p:cNvPr id="0" name="Object 102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763" y="3411538"/>
                        <a:ext cx="327025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0820" name="Object 1028"/>
          <p:cNvGraphicFramePr>
            <a:graphicFrameLocks/>
          </p:cNvGraphicFramePr>
          <p:nvPr/>
        </p:nvGraphicFramePr>
        <p:xfrm>
          <a:off x="2419350" y="4652963"/>
          <a:ext cx="472122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16" r:id="rId12" imgW="2781000" imgH="253800" progId="Equation.DSMT4">
                  <p:embed/>
                </p:oleObj>
              </mc:Choice>
              <mc:Fallback>
                <p:oleObj r:id="rId12" imgW="2781000" imgH="253800" progId="Equation.DSMT4">
                  <p:embed/>
                  <p:pic>
                    <p:nvPicPr>
                      <p:cNvPr id="0" name="Object 1028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4652963"/>
                        <a:ext cx="472122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0821" name="Object 1029"/>
          <p:cNvGraphicFramePr>
            <a:graphicFrameLocks/>
          </p:cNvGraphicFramePr>
          <p:nvPr/>
        </p:nvGraphicFramePr>
        <p:xfrm>
          <a:off x="2006600" y="5370513"/>
          <a:ext cx="55340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17" r:id="rId14" imgW="3289300" imgH="469900" progId="Equation.DSMT4">
                  <p:embed/>
                </p:oleObj>
              </mc:Choice>
              <mc:Fallback>
                <p:oleObj r:id="rId14" imgW="3289300" imgH="469900" progId="Equation.DSMT4">
                  <p:embed/>
                  <p:pic>
                    <p:nvPicPr>
                      <p:cNvPr id="0" name="Object 1029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0" y="5370513"/>
                        <a:ext cx="553402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5522557"/>
              </p:ext>
            </p:extLst>
          </p:nvPr>
        </p:nvGraphicFramePr>
        <p:xfrm>
          <a:off x="372268" y="6067426"/>
          <a:ext cx="4710113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18" r:id="rId16" imgW="2374900" imgH="419100" progId="Equation.DSMT4">
                  <p:embed/>
                </p:oleObj>
              </mc:Choice>
              <mc:Fallback>
                <p:oleObj r:id="rId16" imgW="2374900" imgH="419100" progId="Equation.DSMT4">
                  <p:embed/>
                  <p:pic>
                    <p:nvPicPr>
                      <p:cNvPr id="94211" name="Object 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8" y="6067426"/>
                        <a:ext cx="4710113" cy="7683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0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210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21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210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21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21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泊松过程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52500" y="1130300"/>
            <a:ext cx="7886700" cy="48895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泊松过程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是一种累计随机事件发生次数的最基本的独立增量过程。例如随着时间增长累计某电话交换台收到的呼唤次数，就构成一个泊松过程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zh-CN" altLang="zh-CN" sz="24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在区间</a:t>
            </a:r>
            <a:r>
              <a:rPr lang="zh-CN" altLang="zh-CN" sz="36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[t</a:t>
            </a:r>
            <a:r>
              <a:rPr lang="en-US" altLang="zh-CN" sz="3600" baseline="-250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36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,t</a:t>
            </a:r>
            <a:r>
              <a:rPr lang="en-US" altLang="zh-CN" sz="3600" baseline="-250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 </a:t>
            </a:r>
            <a:r>
              <a:rPr lang="zh-CN" altLang="zh-CN" sz="360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36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zh-CN" sz="36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zh-CN" sz="24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内发生的事件的数目的概率分布</a:t>
            </a:r>
            <a:r>
              <a:rPr lang="zh-CN" altLang="en-US" sz="24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服从泊松分布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的时间段内没有随机事件出现的概率等于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的时间段内随机事件发生一次的概率等于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462" y="3952875"/>
            <a:ext cx="3095625" cy="1085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462" y="5735637"/>
            <a:ext cx="3152775" cy="981075"/>
          </a:xfrm>
          <a:prstGeom prst="rect">
            <a:avLst/>
          </a:prstGeom>
        </p:spPr>
      </p:pic>
      <p:graphicFrame>
        <p:nvGraphicFramePr>
          <p:cNvPr id="6" name="Object 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8697123"/>
              </p:ext>
            </p:extLst>
          </p:nvPr>
        </p:nvGraphicFramePr>
        <p:xfrm>
          <a:off x="5299075" y="4352925"/>
          <a:ext cx="4710113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61" r:id="rId5" imgW="2374900" imgH="419100" progId="Equation.DSMT4">
                  <p:embed/>
                </p:oleObj>
              </mc:Choice>
              <mc:Fallback>
                <p:oleObj r:id="rId5" imgW="2374900" imgH="419100" progId="Equation.DSMT4">
                  <p:embed/>
                  <p:pic>
                    <p:nvPicPr>
                      <p:cNvPr id="94211" name="Object 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9075" y="4352925"/>
                        <a:ext cx="4710113" cy="7683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74970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所以第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次随机事件之后长度为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的时间段内，第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k+1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 随机事件出现的概率等于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这是指数分布。这还表明了泊松过程的无记忆性。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" r="11728"/>
          <a:stretch/>
        </p:blipFill>
        <p:spPr>
          <a:xfrm>
            <a:off x="3498850" y="3039478"/>
            <a:ext cx="1784350" cy="70384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219200" y="384602"/>
            <a:ext cx="56451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泊松过程中，第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次随机事件与第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k+1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次随机事件出现的时间间隔服从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指数分布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71625" y="5345769"/>
            <a:ext cx="4940300" cy="1348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事件发生的时间间隔为t的概率 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—&gt; 事件在时间 t 之内发生的概率 ​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—&gt; 1 - P(时间间隔t内时间不发生)</a:t>
            </a:r>
          </a:p>
        </p:txBody>
      </p:sp>
    </p:spTree>
    <p:extLst>
      <p:ext uri="{BB962C8B-B14F-4D97-AF65-F5344CB8AC3E}">
        <p14:creationId xmlns:p14="http://schemas.microsoft.com/office/powerpoint/2010/main" val="391483230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泊松分布是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单位时间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内独立事件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发生次数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的概率分布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指数分布是独立事件的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时间间隔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的概率分布。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63217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E419A2F7-C808-4BEF-905A-170933A4FB0D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95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101600"/>
            <a:ext cx="7620000" cy="990600"/>
          </a:xfrm>
        </p:spPr>
        <p:txBody>
          <a:bodyPr/>
          <a:lstStyle/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en-US" altLang="zh-CN" sz="2800">
                <a:ea typeface="宋体" panose="02010600030101010101" pitchFamily="2" charset="-122"/>
              </a:rPr>
              <a:t>   </a:t>
            </a:r>
            <a:r>
              <a:rPr lang="zh-CN" altLang="en-US" sz="2800">
                <a:ea typeface="宋体" panose="02010600030101010101" pitchFamily="2" charset="-122"/>
              </a:rPr>
              <a:t>正态分布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03313" y="982663"/>
            <a:ext cx="7794625" cy="5534025"/>
          </a:xfrm>
        </p:spPr>
        <p:txBody>
          <a:bodyPr/>
          <a:lstStyle/>
          <a:p>
            <a:pPr marL="1071563" indent="-1071563" eaLnBrk="1" hangingPunct="1">
              <a:buFontTx/>
              <a:buNone/>
            </a:pPr>
            <a:r>
              <a:rPr lang="zh-CN" altLang="en-US" sz="2800" dirty="0">
                <a:solidFill>
                  <a:srgbClr val="FB23F6"/>
                </a:solidFill>
                <a:ea typeface="宋体" panose="02010600030101010101" pitchFamily="2" charset="-122"/>
              </a:rPr>
              <a:t>定义：</a:t>
            </a:r>
            <a:r>
              <a:rPr lang="zh-CN" altLang="en-US" sz="2800" dirty="0">
                <a:ea typeface="宋体" panose="02010600030101010101" pitchFamily="2" charset="-122"/>
              </a:rPr>
              <a:t>设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800" dirty="0">
                <a:ea typeface="宋体" panose="02010600030101010101" pitchFamily="2" charset="-122"/>
              </a:rPr>
              <a:t>的概率密度为</a:t>
            </a:r>
          </a:p>
          <a:p>
            <a:pPr marL="1071563" indent="-1071563" eaLnBrk="1" hangingPunct="1">
              <a:buFontTx/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	其中</a:t>
            </a:r>
            <a:r>
              <a:rPr lang="zh-CN" altLang="en-US" sz="2800" dirty="0"/>
              <a:t>     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dirty="0">
                <a:ea typeface="宋体" panose="02010600030101010101" pitchFamily="2" charset="-122"/>
              </a:rPr>
              <a:t>为常数，称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800" dirty="0">
                <a:ea typeface="宋体" panose="02010600030101010101" pitchFamily="2" charset="-122"/>
              </a:rPr>
              <a:t>服从参数为</a:t>
            </a:r>
          </a:p>
          <a:p>
            <a:pPr marL="1071563" indent="-1071563" eaLnBrk="1" hangingPunct="1">
              <a:buFontTx/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	</a:t>
            </a:r>
            <a:r>
              <a:rPr lang="zh-CN" altLang="en-US" sz="2800" dirty="0">
                <a:latin typeface="Times New Roman" panose="02020603050405020304" pitchFamily="18" charset="0"/>
              </a:rPr>
              <a:t>           </a:t>
            </a:r>
            <a:r>
              <a:rPr lang="zh-CN" altLang="en-US" sz="2800" dirty="0">
                <a:ea typeface="宋体" panose="02010600030101010101" pitchFamily="2" charset="-122"/>
              </a:rPr>
              <a:t>的正态分布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Gauss</a:t>
            </a:r>
            <a:r>
              <a:rPr lang="zh-CN" altLang="en-US" sz="2800" dirty="0">
                <a:ea typeface="宋体" panose="02010600030101010101" pitchFamily="2" charset="-122"/>
              </a:rPr>
              <a:t>分布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ea typeface="宋体" panose="02010600030101010101" pitchFamily="2" charset="-122"/>
              </a:rPr>
              <a:t>，</a:t>
            </a:r>
          </a:p>
          <a:p>
            <a:pPr marL="1071563" indent="-1071563" eaLnBrk="1" hangingPunct="1">
              <a:buFontTx/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	记为</a:t>
            </a:r>
          </a:p>
          <a:p>
            <a:pPr marL="1071563" indent="-1071563" eaLnBrk="1" hangingPunct="1">
              <a:buFontTx/>
              <a:buNone/>
            </a:pPr>
            <a:endParaRPr lang="zh-CN" altLang="en-US" sz="2800" dirty="0">
              <a:ea typeface="宋体" panose="02010600030101010101" pitchFamily="2" charset="-122"/>
            </a:endParaRPr>
          </a:p>
          <a:p>
            <a:pPr marL="1071563" indent="-1071563" eaLnBrk="1" hangingPunct="1">
              <a:buFontTx/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可以验算：</a:t>
            </a:r>
            <a:endParaRPr lang="zh-CN" altLang="el-GR" sz="2800" dirty="0">
              <a:ea typeface="宋体" panose="02010600030101010101" pitchFamily="2" charset="-122"/>
            </a:endParaRPr>
          </a:p>
        </p:txBody>
      </p:sp>
      <p:graphicFrame>
        <p:nvGraphicFramePr>
          <p:cNvPr id="105476" name="Object 2048"/>
          <p:cNvGraphicFramePr>
            <a:graphicFrameLocks noGrp="1"/>
          </p:cNvGraphicFramePr>
          <p:nvPr>
            <p:ph sz="quarter" idx="2"/>
          </p:nvPr>
        </p:nvGraphicFramePr>
        <p:xfrm>
          <a:off x="4868863" y="628650"/>
          <a:ext cx="4275137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18" r:id="rId3" imgW="2285008" imgH="482391" progId="Equation.DSMT4">
                  <p:embed/>
                </p:oleObj>
              </mc:Choice>
              <mc:Fallback>
                <p:oleObj r:id="rId3" imgW="2285008" imgH="482391" progId="Equation.DSMT4">
                  <p:embed/>
                  <p:pic>
                    <p:nvPicPr>
                      <p:cNvPr id="0" name="Object 2048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8863" y="628650"/>
                        <a:ext cx="4275137" cy="100806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7" name="Object 2049"/>
          <p:cNvGraphicFramePr>
            <a:graphicFrameLocks noGrp="1"/>
          </p:cNvGraphicFramePr>
          <p:nvPr>
            <p:ph sz="quarter" idx="3"/>
          </p:nvPr>
        </p:nvGraphicFramePr>
        <p:xfrm>
          <a:off x="2998788" y="2598738"/>
          <a:ext cx="20923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19" r:id="rId5" imgW="901309" imgH="228501" progId="Equation.DSMT4">
                  <p:embed/>
                </p:oleObj>
              </mc:Choice>
              <mc:Fallback>
                <p:oleObj r:id="rId5" imgW="901309" imgH="228501" progId="Equation.DSMT4">
                  <p:embed/>
                  <p:pic>
                    <p:nvPicPr>
                      <p:cNvPr id="0" name="Object 2049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788" y="2598738"/>
                        <a:ext cx="2092325" cy="5302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842" name="Object 2050"/>
          <p:cNvGraphicFramePr>
            <a:graphicFrameLocks/>
          </p:cNvGraphicFramePr>
          <p:nvPr/>
        </p:nvGraphicFramePr>
        <p:xfrm>
          <a:off x="2967038" y="3387725"/>
          <a:ext cx="186213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20" r:id="rId7" imgW="901309" imgH="330057" progId="Equation.DSMT4">
                  <p:embed/>
                </p:oleObj>
              </mc:Choice>
              <mc:Fallback>
                <p:oleObj r:id="rId7" imgW="901309" imgH="330057" progId="Equation.DSMT4">
                  <p:embed/>
                  <p:pic>
                    <p:nvPicPr>
                      <p:cNvPr id="0" name="Object 205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038" y="3387725"/>
                        <a:ext cx="1862137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843" name="Object 2051"/>
          <p:cNvGraphicFramePr>
            <a:graphicFrameLocks/>
          </p:cNvGraphicFramePr>
          <p:nvPr/>
        </p:nvGraphicFramePr>
        <p:xfrm>
          <a:off x="1217613" y="4206875"/>
          <a:ext cx="1776412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21" r:id="rId9" imgW="926698" imgH="330057" progId="Equation.DSMT4">
                  <p:embed/>
                </p:oleObj>
              </mc:Choice>
              <mc:Fallback>
                <p:oleObj r:id="rId9" imgW="926698" imgH="330057" progId="Equation.DSMT4">
                  <p:embed/>
                  <p:pic>
                    <p:nvPicPr>
                      <p:cNvPr id="0" name="Object 2051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613" y="4206875"/>
                        <a:ext cx="1776412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844" name="Object 2052"/>
          <p:cNvGraphicFramePr>
            <a:graphicFrameLocks/>
          </p:cNvGraphicFramePr>
          <p:nvPr/>
        </p:nvGraphicFramePr>
        <p:xfrm>
          <a:off x="1165225" y="4814888"/>
          <a:ext cx="175101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22" r:id="rId11" imgW="1053186" imgH="406048" progId="Equation.DSMT4">
                  <p:embed/>
                </p:oleObj>
              </mc:Choice>
              <mc:Fallback>
                <p:oleObj r:id="rId11" imgW="1053186" imgH="406048" progId="Equation.DSMT4">
                  <p:embed/>
                  <p:pic>
                    <p:nvPicPr>
                      <p:cNvPr id="0" name="Object 2052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5225" y="4814888"/>
                        <a:ext cx="175101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81" name="Litebulb"/>
          <p:cNvSpPr>
            <a:spLocks noEditPoints="1" noChangeArrowheads="1"/>
          </p:cNvSpPr>
          <p:nvPr/>
        </p:nvSpPr>
        <p:spPr bwMode="auto">
          <a:xfrm>
            <a:off x="946150" y="1117600"/>
            <a:ext cx="188913" cy="246063"/>
          </a:xfrm>
          <a:custGeom>
            <a:avLst/>
            <a:gdLst>
              <a:gd name="T0" fmla="*/ 11552 w 21600"/>
              <a:gd name="T1" fmla="*/ 21688 h 21600"/>
              <a:gd name="T2" fmla="*/ 12617 w 21600"/>
              <a:gd name="T3" fmla="*/ 21441 h 21600"/>
              <a:gd name="T4" fmla="*/ 13396 w 21600"/>
              <a:gd name="T5" fmla="*/ 21000 h 21600"/>
              <a:gd name="T6" fmla="*/ 14045 w 21600"/>
              <a:gd name="T7" fmla="*/ 20435 h 21600"/>
              <a:gd name="T8" fmla="*/ 14460 w 21600"/>
              <a:gd name="T9" fmla="*/ 19747 h 21600"/>
              <a:gd name="T10" fmla="*/ 14512 w 21600"/>
              <a:gd name="T11" fmla="*/ 19147 h 21600"/>
              <a:gd name="T12" fmla="*/ 14512 w 21600"/>
              <a:gd name="T13" fmla="*/ 18052 h 21600"/>
              <a:gd name="T14" fmla="*/ 14512 w 21600"/>
              <a:gd name="T15" fmla="*/ 16464 h 21600"/>
              <a:gd name="T16" fmla="*/ 14616 w 21600"/>
              <a:gd name="T17" fmla="*/ 15547 h 21600"/>
              <a:gd name="T18" fmla="*/ 15161 w 21600"/>
              <a:gd name="T19" fmla="*/ 14735 h 21600"/>
              <a:gd name="T20" fmla="*/ 18043 w 21600"/>
              <a:gd name="T21" fmla="*/ 12670 h 21600"/>
              <a:gd name="T22" fmla="*/ 19938 w 21600"/>
              <a:gd name="T23" fmla="*/ 11099 h 21600"/>
              <a:gd name="T24" fmla="*/ 20950 w 21600"/>
              <a:gd name="T25" fmla="*/ 9794 h 21600"/>
              <a:gd name="T26" fmla="*/ 21444 w 21600"/>
              <a:gd name="T27" fmla="*/ 8664 h 21600"/>
              <a:gd name="T28" fmla="*/ 21600 w 21600"/>
              <a:gd name="T29" fmla="*/ 7341 h 21600"/>
              <a:gd name="T30" fmla="*/ 21496 w 21600"/>
              <a:gd name="T31" fmla="*/ 6229 h 21600"/>
              <a:gd name="T32" fmla="*/ 21132 w 21600"/>
              <a:gd name="T33" fmla="*/ 5135 h 21600"/>
              <a:gd name="T34" fmla="*/ 20535 w 21600"/>
              <a:gd name="T35" fmla="*/ 4164 h 21600"/>
              <a:gd name="T36" fmla="*/ 19782 w 21600"/>
              <a:gd name="T37" fmla="*/ 3247 h 21600"/>
              <a:gd name="T38" fmla="*/ 17705 w 21600"/>
              <a:gd name="T39" fmla="*/ 1694 h 21600"/>
              <a:gd name="T40" fmla="*/ 15940 w 21600"/>
              <a:gd name="T41" fmla="*/ 900 h 21600"/>
              <a:gd name="T42" fmla="*/ 14564 w 21600"/>
              <a:gd name="T43" fmla="*/ 458 h 21600"/>
              <a:gd name="T44" fmla="*/ 13006 w 21600"/>
              <a:gd name="T45" fmla="*/ 158 h 21600"/>
              <a:gd name="T46" fmla="*/ 11423 w 21600"/>
              <a:gd name="T47" fmla="*/ 17 h 21600"/>
              <a:gd name="T48" fmla="*/ 9709 w 21600"/>
              <a:gd name="T49" fmla="*/ 52 h 21600"/>
              <a:gd name="T50" fmla="*/ 8177 w 21600"/>
              <a:gd name="T51" fmla="*/ 229 h 21600"/>
              <a:gd name="T52" fmla="*/ 6620 w 21600"/>
              <a:gd name="T53" fmla="*/ 600 h 21600"/>
              <a:gd name="T54" fmla="*/ 5270 w 21600"/>
              <a:gd name="T55" fmla="*/ 1076 h 21600"/>
              <a:gd name="T56" fmla="*/ 3219 w 21600"/>
              <a:gd name="T57" fmla="*/ 2152 h 21600"/>
              <a:gd name="T58" fmla="*/ 1635 w 21600"/>
              <a:gd name="T59" fmla="*/ 3547 h 21600"/>
              <a:gd name="T60" fmla="*/ 934 w 21600"/>
              <a:gd name="T61" fmla="*/ 4464 h 21600"/>
              <a:gd name="T62" fmla="*/ 389 w 21600"/>
              <a:gd name="T63" fmla="*/ 5523 h 21600"/>
              <a:gd name="T64" fmla="*/ 129 w 21600"/>
              <a:gd name="T65" fmla="*/ 6564 h 21600"/>
              <a:gd name="T66" fmla="*/ 77 w 21600"/>
              <a:gd name="T67" fmla="*/ 7782 h 21600"/>
              <a:gd name="T68" fmla="*/ 389 w 21600"/>
              <a:gd name="T69" fmla="*/ 9035 h 21600"/>
              <a:gd name="T70" fmla="*/ 934 w 21600"/>
              <a:gd name="T71" fmla="*/ 10164 h 21600"/>
              <a:gd name="T72" fmla="*/ 2336 w 21600"/>
              <a:gd name="T73" fmla="*/ 11647 h 21600"/>
              <a:gd name="T74" fmla="*/ 4932 w 21600"/>
              <a:gd name="T75" fmla="*/ 13552 h 21600"/>
              <a:gd name="T76" fmla="*/ 6879 w 21600"/>
              <a:gd name="T77" fmla="*/ 15141 h 21600"/>
              <a:gd name="T78" fmla="*/ 7165 w 21600"/>
              <a:gd name="T79" fmla="*/ 15758 h 21600"/>
              <a:gd name="T80" fmla="*/ 7165 w 21600"/>
              <a:gd name="T81" fmla="*/ 16976 h 21600"/>
              <a:gd name="T82" fmla="*/ 7165 w 21600"/>
              <a:gd name="T83" fmla="*/ 18529 h 21600"/>
              <a:gd name="T84" fmla="*/ 7165 w 21600"/>
              <a:gd name="T85" fmla="*/ 19235 h 21600"/>
              <a:gd name="T86" fmla="*/ 7321 w 21600"/>
              <a:gd name="T87" fmla="*/ 19994 h 21600"/>
              <a:gd name="T88" fmla="*/ 7814 w 21600"/>
              <a:gd name="T89" fmla="*/ 20629 h 21600"/>
              <a:gd name="T90" fmla="*/ 8515 w 21600"/>
              <a:gd name="T91" fmla="*/ 21176 h 21600"/>
              <a:gd name="T92" fmla="*/ 9424 w 21600"/>
              <a:gd name="T93" fmla="*/ 21547 h 21600"/>
              <a:gd name="T94" fmla="*/ 10462 w 21600"/>
              <a:gd name="T95" fmla="*/ 21723 h 21600"/>
              <a:gd name="T96" fmla="*/ 8541 w 21600"/>
              <a:gd name="T97" fmla="*/ 12035 h 21600"/>
              <a:gd name="T98" fmla="*/ 8541 w 21600"/>
              <a:gd name="T99" fmla="*/ 10182 h 21600"/>
              <a:gd name="T100" fmla="*/ 12279 w 21600"/>
              <a:gd name="T101" fmla="*/ 9547 h 21600"/>
              <a:gd name="T102" fmla="*/ 12902 w 21600"/>
              <a:gd name="T103" fmla="*/ 12247 h 21600"/>
              <a:gd name="T104" fmla="*/ 14512 w 21600"/>
              <a:gd name="T105" fmla="*/ 15952 h 21600"/>
              <a:gd name="T106" fmla="*/ 7191 w 21600"/>
              <a:gd name="T107" fmla="*/ 18123 h 21600"/>
              <a:gd name="T108" fmla="*/ 7217 w 21600"/>
              <a:gd name="T109" fmla="*/ 191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600" h="2160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211845" name="Object 2053"/>
          <p:cNvGraphicFramePr>
            <a:graphicFrameLocks/>
          </p:cNvGraphicFramePr>
          <p:nvPr/>
        </p:nvGraphicFramePr>
        <p:xfrm>
          <a:off x="2909888" y="3987800"/>
          <a:ext cx="289401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23" r:id="rId13" imgW="1510644" imgH="520474" progId="Equation.DSMT4">
                  <p:embed/>
                </p:oleObj>
              </mc:Choice>
              <mc:Fallback>
                <p:oleObj r:id="rId13" imgW="1510644" imgH="520474" progId="Equation.DSMT4">
                  <p:embed/>
                  <p:pic>
                    <p:nvPicPr>
                      <p:cNvPr id="0" name="Object 2053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888" y="3987800"/>
                        <a:ext cx="2894012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846" name="Object 2054"/>
          <p:cNvGraphicFramePr>
            <a:graphicFrameLocks/>
          </p:cNvGraphicFramePr>
          <p:nvPr/>
        </p:nvGraphicFramePr>
        <p:xfrm>
          <a:off x="5897563" y="4084638"/>
          <a:ext cx="2043112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24" r:id="rId15" imgW="1066800" imgH="469900" progId="Equation.DSMT4">
                  <p:embed/>
                </p:oleObj>
              </mc:Choice>
              <mc:Fallback>
                <p:oleObj r:id="rId15" imgW="1066800" imgH="469900" progId="Equation.DSMT4">
                  <p:embed/>
                  <p:pic>
                    <p:nvPicPr>
                      <p:cNvPr id="0" name="Object 2054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7563" y="4084638"/>
                        <a:ext cx="2043112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847" name="Object 2055"/>
          <p:cNvGraphicFramePr>
            <a:graphicFrameLocks/>
          </p:cNvGraphicFramePr>
          <p:nvPr/>
        </p:nvGraphicFramePr>
        <p:xfrm>
          <a:off x="1268413" y="5589588"/>
          <a:ext cx="2384425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25" r:id="rId17" imgW="1434477" imgH="482391" progId="Equation.DSMT4">
                  <p:embed/>
                </p:oleObj>
              </mc:Choice>
              <mc:Fallback>
                <p:oleObj r:id="rId17" imgW="1434477" imgH="482391" progId="Equation.DSMT4">
                  <p:embed/>
                  <p:pic>
                    <p:nvPicPr>
                      <p:cNvPr id="0" name="Object 2055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5589588"/>
                        <a:ext cx="2384425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848" name="Object 2056"/>
          <p:cNvGraphicFramePr>
            <a:graphicFrameLocks/>
          </p:cNvGraphicFramePr>
          <p:nvPr/>
        </p:nvGraphicFramePr>
        <p:xfrm>
          <a:off x="3717925" y="5583238"/>
          <a:ext cx="200501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26" r:id="rId19" imgW="1205454" imgH="406048" progId="Equation.DSMT4">
                  <p:embed/>
                </p:oleObj>
              </mc:Choice>
              <mc:Fallback>
                <p:oleObj r:id="rId19" imgW="1205454" imgH="406048" progId="Equation.DSMT4">
                  <p:embed/>
                  <p:pic>
                    <p:nvPicPr>
                      <p:cNvPr id="0" name="Object 2056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925" y="5583238"/>
                        <a:ext cx="200501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849" name="Object 2057"/>
          <p:cNvGraphicFramePr>
            <a:graphicFrameLocks/>
          </p:cNvGraphicFramePr>
          <p:nvPr/>
        </p:nvGraphicFramePr>
        <p:xfrm>
          <a:off x="5886450" y="5783263"/>
          <a:ext cx="12446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27" r:id="rId21" imgW="749300" imgH="228600" progId="Equation.DSMT4">
                  <p:embed/>
                </p:oleObj>
              </mc:Choice>
              <mc:Fallback>
                <p:oleObj r:id="rId21" imgW="749300" imgH="228600" progId="Equation.DSMT4">
                  <p:embed/>
                  <p:pic>
                    <p:nvPicPr>
                      <p:cNvPr id="0" name="Object 2057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450" y="5783263"/>
                        <a:ext cx="12446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850" name="Object 2058"/>
          <p:cNvGraphicFramePr>
            <a:graphicFrameLocks/>
          </p:cNvGraphicFramePr>
          <p:nvPr/>
        </p:nvGraphicFramePr>
        <p:xfrm>
          <a:off x="7170738" y="5702300"/>
          <a:ext cx="18145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28" r:id="rId23" imgW="1091726" imgH="330057" progId="Equation.DSMT4">
                  <p:embed/>
                </p:oleObj>
              </mc:Choice>
              <mc:Fallback>
                <p:oleObj r:id="rId23" imgW="1091726" imgH="330057" progId="Equation.DSMT4">
                  <p:embed/>
                  <p:pic>
                    <p:nvPicPr>
                      <p:cNvPr id="0" name="Object 2058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0738" y="5702300"/>
                        <a:ext cx="18145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8" name="Object 2059"/>
          <p:cNvGraphicFramePr>
            <a:graphicFrameLocks/>
          </p:cNvGraphicFramePr>
          <p:nvPr/>
        </p:nvGraphicFramePr>
        <p:xfrm>
          <a:off x="2809875" y="1409700"/>
          <a:ext cx="106045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29" r:id="rId25" imgW="368300" imgH="228600" progId="Equation.DSMT4">
                  <p:embed/>
                </p:oleObj>
              </mc:Choice>
              <mc:Fallback>
                <p:oleObj r:id="rId25" imgW="368300" imgH="228600" progId="Equation.DSMT4">
                  <p:embed/>
                  <p:pic>
                    <p:nvPicPr>
                      <p:cNvPr id="0" name="Object 2059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1409700"/>
                        <a:ext cx="106045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9" name="Object 2060"/>
          <p:cNvGraphicFramePr>
            <a:graphicFrameLocks/>
          </p:cNvGraphicFramePr>
          <p:nvPr/>
        </p:nvGraphicFramePr>
        <p:xfrm>
          <a:off x="2117725" y="1905000"/>
          <a:ext cx="1143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30" r:id="rId27" imgW="368300" imgH="228600" progId="Equation.DSMT4">
                  <p:embed/>
                </p:oleObj>
              </mc:Choice>
              <mc:Fallback>
                <p:oleObj r:id="rId27" imgW="368300" imgH="228600" progId="Equation.DSMT4">
                  <p:embed/>
                  <p:pic>
                    <p:nvPicPr>
                      <p:cNvPr id="0" name="Object 2060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725" y="1905000"/>
                        <a:ext cx="11430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7663182" y="2633017"/>
            <a:ext cx="11448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222222"/>
                </a:solidFill>
              </a:rPr>
              <a:t>Sigma</a:t>
            </a:r>
            <a:endParaRPr lang="zh-CN" altLang="en-US" dirty="0"/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1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1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1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1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1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1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1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1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1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362075" y="233363"/>
            <a:ext cx="7575549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有些二重积分，其积分区域的边界曲线用极坐标表示较为方便，或被积函数用极坐标表示比较简单，这时可考虑利用极坐标计算。</a:t>
            </a:r>
          </a:p>
        </p:txBody>
      </p:sp>
      <p:grpSp>
        <p:nvGrpSpPr>
          <p:cNvPr id="32771" name="Group 3"/>
          <p:cNvGrpSpPr>
            <a:grpSpLocks/>
          </p:cNvGrpSpPr>
          <p:nvPr/>
        </p:nvGrpSpPr>
        <p:grpSpPr bwMode="auto">
          <a:xfrm>
            <a:off x="206375" y="1943100"/>
            <a:ext cx="5943600" cy="973138"/>
            <a:chOff x="130" y="1264"/>
            <a:chExt cx="3744" cy="613"/>
          </a:xfrm>
        </p:grpSpPr>
        <p:sp>
          <p:nvSpPr>
            <p:cNvPr id="32772" name="Rectangle 4"/>
            <p:cNvSpPr>
              <a:spLocks noChangeArrowheads="1"/>
            </p:cNvSpPr>
            <p:nvPr/>
          </p:nvSpPr>
          <p:spPr bwMode="auto">
            <a:xfrm>
              <a:off x="130" y="1366"/>
              <a:ext cx="2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400" b="1"/>
                <a:t>在二重积分的定义式</a:t>
              </a:r>
            </a:p>
          </p:txBody>
        </p:sp>
        <p:graphicFrame>
          <p:nvGraphicFramePr>
            <p:cNvPr id="32773" name="Object 5"/>
            <p:cNvGraphicFramePr>
              <a:graphicFrameLocks noChangeAspect="1"/>
            </p:cNvGraphicFramePr>
            <p:nvPr/>
          </p:nvGraphicFramePr>
          <p:xfrm>
            <a:off x="1881" y="1264"/>
            <a:ext cx="1460" cy="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000" name="Equation" r:id="rId4" imgW="876240" imgH="368280" progId="Equation.DSMT4">
                    <p:embed/>
                  </p:oleObj>
                </mc:Choice>
                <mc:Fallback>
                  <p:oleObj name="Equation" r:id="rId4" imgW="876240" imgH="368280" progId="Equation.DSMT4">
                    <p:embed/>
                    <p:pic>
                      <p:nvPicPr>
                        <p:cNvPr id="3277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1" y="1264"/>
                          <a:ext cx="1460" cy="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4" name="Text Box 6"/>
            <p:cNvSpPr txBox="1">
              <a:spLocks noChangeArrowheads="1"/>
            </p:cNvSpPr>
            <p:nvPr/>
          </p:nvSpPr>
          <p:spPr bwMode="auto">
            <a:xfrm>
              <a:off x="3249" y="1392"/>
              <a:ext cx="62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400" b="1"/>
                <a:t>中</a:t>
              </a:r>
            </a:p>
          </p:txBody>
        </p:sp>
      </p:grpSp>
      <p:grpSp>
        <p:nvGrpSpPr>
          <p:cNvPr id="32775" name="Group 7"/>
          <p:cNvGrpSpPr>
            <a:grpSpLocks/>
          </p:cNvGrpSpPr>
          <p:nvPr/>
        </p:nvGrpSpPr>
        <p:grpSpPr bwMode="auto">
          <a:xfrm>
            <a:off x="206375" y="2754313"/>
            <a:ext cx="6769100" cy="558800"/>
            <a:chOff x="130" y="1791"/>
            <a:chExt cx="4264" cy="352"/>
          </a:xfrm>
        </p:grpSpPr>
        <p:sp>
          <p:nvSpPr>
            <p:cNvPr id="32776" name="Text Box 8"/>
            <p:cNvSpPr txBox="1">
              <a:spLocks noChangeArrowheads="1"/>
            </p:cNvSpPr>
            <p:nvPr/>
          </p:nvSpPr>
          <p:spPr bwMode="auto">
            <a:xfrm>
              <a:off x="130" y="1820"/>
              <a:ext cx="26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400" b="1">
                  <a:latin typeface="Times New Roman" panose="02020603050405020304" pitchFamily="18" charset="0"/>
                </a:rPr>
                <a:t>被积函数可用极坐标表示为：</a:t>
              </a:r>
            </a:p>
          </p:txBody>
        </p:sp>
        <p:graphicFrame>
          <p:nvGraphicFramePr>
            <p:cNvPr id="32777" name="Object 9"/>
            <p:cNvGraphicFramePr>
              <a:graphicFrameLocks noChangeAspect="1"/>
            </p:cNvGraphicFramePr>
            <p:nvPr/>
          </p:nvGraphicFramePr>
          <p:xfrm>
            <a:off x="2653" y="1791"/>
            <a:ext cx="1741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001" name="Equation" r:id="rId6" imgW="1066680" imgH="215640" progId="Equation.3">
                    <p:embed/>
                  </p:oleObj>
                </mc:Choice>
                <mc:Fallback>
                  <p:oleObj name="Equation" r:id="rId6" imgW="1066680" imgH="215640" progId="Equation.3">
                    <p:embed/>
                    <p:pic>
                      <p:nvPicPr>
                        <p:cNvPr id="3277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1791"/>
                          <a:ext cx="1741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206375" y="3384550"/>
            <a:ext cx="355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>
                <a:latin typeface="Times New Roman" panose="02020603050405020304" pitchFamily="18" charset="0"/>
              </a:rPr>
              <a:t>面积元素如图所示：</a:t>
            </a:r>
          </a:p>
        </p:txBody>
      </p:sp>
      <p:grpSp>
        <p:nvGrpSpPr>
          <p:cNvPr id="32779" name="Group 11"/>
          <p:cNvGrpSpPr>
            <a:grpSpLocks/>
          </p:cNvGrpSpPr>
          <p:nvPr/>
        </p:nvGrpSpPr>
        <p:grpSpPr bwMode="auto">
          <a:xfrm>
            <a:off x="6372225" y="3871913"/>
            <a:ext cx="2443163" cy="1852612"/>
            <a:chOff x="3264" y="1632"/>
            <a:chExt cx="1920" cy="1440"/>
          </a:xfrm>
        </p:grpSpPr>
        <p:sp>
          <p:nvSpPr>
            <p:cNvPr id="32780" name="Line 12"/>
            <p:cNvSpPr>
              <a:spLocks noChangeShapeType="1"/>
            </p:cNvSpPr>
            <p:nvPr/>
          </p:nvSpPr>
          <p:spPr bwMode="auto">
            <a:xfrm>
              <a:off x="3264" y="3072"/>
              <a:ext cx="18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1" name="Line 13"/>
            <p:cNvSpPr>
              <a:spLocks noChangeShapeType="1"/>
            </p:cNvSpPr>
            <p:nvPr/>
          </p:nvSpPr>
          <p:spPr bwMode="auto">
            <a:xfrm flipV="1">
              <a:off x="3264" y="1680"/>
              <a:ext cx="912" cy="13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2" name="Line 14"/>
            <p:cNvSpPr>
              <a:spLocks noChangeShapeType="1"/>
            </p:cNvSpPr>
            <p:nvPr/>
          </p:nvSpPr>
          <p:spPr bwMode="auto">
            <a:xfrm flipV="1">
              <a:off x="3264" y="2592"/>
              <a:ext cx="1872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3" name="Freeform 15"/>
            <p:cNvSpPr>
              <a:spLocks/>
            </p:cNvSpPr>
            <p:nvPr/>
          </p:nvSpPr>
          <p:spPr bwMode="auto">
            <a:xfrm>
              <a:off x="4080" y="1760"/>
              <a:ext cx="688" cy="928"/>
            </a:xfrm>
            <a:custGeom>
              <a:avLst/>
              <a:gdLst>
                <a:gd name="T0" fmla="*/ 0 w 688"/>
                <a:gd name="T1" fmla="*/ 16 h 928"/>
                <a:gd name="T2" fmla="*/ 240 w 688"/>
                <a:gd name="T3" fmla="*/ 64 h 928"/>
                <a:gd name="T4" fmla="*/ 576 w 688"/>
                <a:gd name="T5" fmla="*/ 400 h 928"/>
                <a:gd name="T6" fmla="*/ 672 w 688"/>
                <a:gd name="T7" fmla="*/ 592 h 928"/>
                <a:gd name="T8" fmla="*/ 672 w 688"/>
                <a:gd name="T9" fmla="*/ 928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8" h="928">
                  <a:moveTo>
                    <a:pt x="0" y="16"/>
                  </a:moveTo>
                  <a:cubicBezTo>
                    <a:pt x="72" y="8"/>
                    <a:pt x="144" y="0"/>
                    <a:pt x="240" y="64"/>
                  </a:cubicBezTo>
                  <a:cubicBezTo>
                    <a:pt x="336" y="128"/>
                    <a:pt x="504" y="312"/>
                    <a:pt x="576" y="400"/>
                  </a:cubicBezTo>
                  <a:cubicBezTo>
                    <a:pt x="648" y="488"/>
                    <a:pt x="656" y="504"/>
                    <a:pt x="672" y="592"/>
                  </a:cubicBezTo>
                  <a:cubicBezTo>
                    <a:pt x="688" y="680"/>
                    <a:pt x="680" y="804"/>
                    <a:pt x="672" y="928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4" name="Freeform 16"/>
            <p:cNvSpPr>
              <a:spLocks/>
            </p:cNvSpPr>
            <p:nvPr/>
          </p:nvSpPr>
          <p:spPr bwMode="auto">
            <a:xfrm>
              <a:off x="3736" y="2304"/>
              <a:ext cx="440" cy="528"/>
            </a:xfrm>
            <a:custGeom>
              <a:avLst/>
              <a:gdLst>
                <a:gd name="T0" fmla="*/ 56 w 440"/>
                <a:gd name="T1" fmla="*/ 0 h 528"/>
                <a:gd name="T2" fmla="*/ 8 w 440"/>
                <a:gd name="T3" fmla="*/ 288 h 528"/>
                <a:gd name="T4" fmla="*/ 104 w 440"/>
                <a:gd name="T5" fmla="*/ 384 h 528"/>
                <a:gd name="T6" fmla="*/ 248 w 440"/>
                <a:gd name="T7" fmla="*/ 336 h 528"/>
                <a:gd name="T8" fmla="*/ 392 w 440"/>
                <a:gd name="T9" fmla="*/ 288 h 528"/>
                <a:gd name="T10" fmla="*/ 440 w 440"/>
                <a:gd name="T11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0" h="528">
                  <a:moveTo>
                    <a:pt x="56" y="0"/>
                  </a:moveTo>
                  <a:cubicBezTo>
                    <a:pt x="28" y="112"/>
                    <a:pt x="0" y="224"/>
                    <a:pt x="8" y="288"/>
                  </a:cubicBezTo>
                  <a:cubicBezTo>
                    <a:pt x="16" y="352"/>
                    <a:pt x="64" y="376"/>
                    <a:pt x="104" y="384"/>
                  </a:cubicBezTo>
                  <a:cubicBezTo>
                    <a:pt x="144" y="392"/>
                    <a:pt x="200" y="352"/>
                    <a:pt x="248" y="336"/>
                  </a:cubicBezTo>
                  <a:cubicBezTo>
                    <a:pt x="296" y="320"/>
                    <a:pt x="360" y="256"/>
                    <a:pt x="392" y="288"/>
                  </a:cubicBezTo>
                  <a:cubicBezTo>
                    <a:pt x="424" y="320"/>
                    <a:pt x="432" y="424"/>
                    <a:pt x="440" y="528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5" name="Line 17"/>
            <p:cNvSpPr>
              <a:spLocks noChangeShapeType="1"/>
            </p:cNvSpPr>
            <p:nvPr/>
          </p:nvSpPr>
          <p:spPr bwMode="auto">
            <a:xfrm flipV="1">
              <a:off x="3264" y="1632"/>
              <a:ext cx="1536" cy="14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6" name="Line 18"/>
            <p:cNvSpPr>
              <a:spLocks noChangeShapeType="1"/>
            </p:cNvSpPr>
            <p:nvPr/>
          </p:nvSpPr>
          <p:spPr bwMode="auto">
            <a:xfrm flipV="1">
              <a:off x="3264" y="2112"/>
              <a:ext cx="1920" cy="96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7" name="Arc 19"/>
            <p:cNvSpPr>
              <a:spLocks/>
            </p:cNvSpPr>
            <p:nvPr/>
          </p:nvSpPr>
          <p:spPr bwMode="auto">
            <a:xfrm>
              <a:off x="3984" y="1968"/>
              <a:ext cx="576" cy="76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8" name="Arc 20"/>
            <p:cNvSpPr>
              <a:spLocks/>
            </p:cNvSpPr>
            <p:nvPr/>
          </p:nvSpPr>
          <p:spPr bwMode="auto">
            <a:xfrm>
              <a:off x="3840" y="2160"/>
              <a:ext cx="528" cy="62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9" name="Line 21"/>
            <p:cNvSpPr>
              <a:spLocks noChangeShapeType="1"/>
            </p:cNvSpPr>
            <p:nvPr/>
          </p:nvSpPr>
          <p:spPr bwMode="auto">
            <a:xfrm flipV="1">
              <a:off x="3792" y="1776"/>
              <a:ext cx="336" cy="5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0" name="Line 22"/>
            <p:cNvSpPr>
              <a:spLocks noChangeShapeType="1"/>
            </p:cNvSpPr>
            <p:nvPr/>
          </p:nvSpPr>
          <p:spPr bwMode="auto">
            <a:xfrm flipV="1">
              <a:off x="4176" y="2688"/>
              <a:ext cx="576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2791" name="Object 23"/>
            <p:cNvGraphicFramePr>
              <a:graphicFrameLocks noChangeAspect="1"/>
            </p:cNvGraphicFramePr>
            <p:nvPr/>
          </p:nvGraphicFramePr>
          <p:xfrm>
            <a:off x="3312" y="1872"/>
            <a:ext cx="472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002" name="Equation" r:id="rId8" imgW="279360" imgH="177480" progId="Equation.3">
                    <p:embed/>
                  </p:oleObj>
                </mc:Choice>
                <mc:Fallback>
                  <p:oleObj name="Equation" r:id="rId8" imgW="279360" imgH="177480" progId="Equation.3">
                    <p:embed/>
                    <p:pic>
                      <p:nvPicPr>
                        <p:cNvPr id="32791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872"/>
                          <a:ext cx="472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2792" name="AutoShape 24"/>
            <p:cNvCxnSpPr>
              <a:cxnSpLocks noChangeShapeType="1"/>
              <a:stCxn id="0" idx="2"/>
            </p:cNvCxnSpPr>
            <p:nvPr/>
          </p:nvCxnSpPr>
          <p:spPr bwMode="auto">
            <a:xfrm rot="16200000" flipH="1">
              <a:off x="3724" y="1997"/>
              <a:ext cx="227" cy="580"/>
            </a:xfrm>
            <a:prstGeom prst="bentConnector2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93" name="Line 25"/>
            <p:cNvSpPr>
              <a:spLocks noChangeShapeType="1"/>
            </p:cNvSpPr>
            <p:nvPr/>
          </p:nvSpPr>
          <p:spPr bwMode="auto">
            <a:xfrm>
              <a:off x="4224" y="2208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4" name="Line 26"/>
            <p:cNvSpPr>
              <a:spLocks noChangeShapeType="1"/>
            </p:cNvSpPr>
            <p:nvPr/>
          </p:nvSpPr>
          <p:spPr bwMode="auto">
            <a:xfrm>
              <a:off x="4224" y="2304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5" name="Line 27"/>
            <p:cNvSpPr>
              <a:spLocks noChangeShapeType="1"/>
            </p:cNvSpPr>
            <p:nvPr/>
          </p:nvSpPr>
          <p:spPr bwMode="auto">
            <a:xfrm>
              <a:off x="4272" y="2352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6" name="Line 28"/>
            <p:cNvSpPr>
              <a:spLocks noChangeShapeType="1"/>
            </p:cNvSpPr>
            <p:nvPr/>
          </p:nvSpPr>
          <p:spPr bwMode="auto">
            <a:xfrm>
              <a:off x="4320" y="2448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2797" name="Object 29"/>
            <p:cNvGraphicFramePr>
              <a:graphicFrameLocks noChangeAspect="1"/>
            </p:cNvGraphicFramePr>
            <p:nvPr/>
          </p:nvGraphicFramePr>
          <p:xfrm>
            <a:off x="4656" y="2640"/>
            <a:ext cx="348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003" name="Equation" r:id="rId10" imgW="190440" imgH="177480" progId="Equation.3">
                    <p:embed/>
                  </p:oleObj>
                </mc:Choice>
                <mc:Fallback>
                  <p:oleObj name="Equation" r:id="rId10" imgW="190440" imgH="177480" progId="Equation.3">
                    <p:embed/>
                    <p:pic>
                      <p:nvPicPr>
                        <p:cNvPr id="32797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640"/>
                          <a:ext cx="348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2798" name="AutoShape 30"/>
            <p:cNvCxnSpPr>
              <a:cxnSpLocks noChangeShapeType="1"/>
              <a:stCxn id="0" idx="1"/>
            </p:cNvCxnSpPr>
            <p:nvPr/>
          </p:nvCxnSpPr>
          <p:spPr bwMode="auto">
            <a:xfrm rot="10800000">
              <a:off x="4464" y="2544"/>
              <a:ext cx="192" cy="259"/>
            </a:xfrm>
            <a:prstGeom prst="curvedConnector2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2799" name="Text Box 31"/>
          <p:cNvSpPr txBox="1">
            <a:spLocks noChangeArrowheads="1"/>
          </p:cNvSpPr>
          <p:nvPr/>
        </p:nvSpPr>
        <p:spPr bwMode="auto">
          <a:xfrm>
            <a:off x="206375" y="3968750"/>
            <a:ext cx="517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>
                <a:latin typeface="Times New Roman" panose="02020603050405020304" pitchFamily="18" charset="0"/>
              </a:rPr>
              <a:t>于是，极坐标下二重积分为：</a:t>
            </a:r>
          </a:p>
        </p:txBody>
      </p:sp>
      <p:graphicFrame>
        <p:nvGraphicFramePr>
          <p:cNvPr id="32800" name="Object 32"/>
          <p:cNvGraphicFramePr>
            <a:graphicFrameLocks noChangeAspect="1"/>
          </p:cNvGraphicFramePr>
          <p:nvPr/>
        </p:nvGraphicFramePr>
        <p:xfrm>
          <a:off x="1003300" y="4598988"/>
          <a:ext cx="2366963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04" name="Equation" r:id="rId12" imgW="876240" imgH="368280" progId="Equation.DSMT4">
                  <p:embed/>
                </p:oleObj>
              </mc:Choice>
              <mc:Fallback>
                <p:oleObj name="Equation" r:id="rId12" imgW="876240" imgH="368280" progId="Equation.DSMT4">
                  <p:embed/>
                  <p:pic>
                    <p:nvPicPr>
                      <p:cNvPr id="3280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4598988"/>
                        <a:ext cx="2366963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01" name="Object 33"/>
          <p:cNvGraphicFramePr>
            <a:graphicFrameLocks noChangeAspect="1"/>
          </p:cNvGraphicFramePr>
          <p:nvPr/>
        </p:nvGraphicFramePr>
        <p:xfrm>
          <a:off x="746125" y="5603875"/>
          <a:ext cx="4567238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05" name="公式" r:id="rId14" imgW="1726920" imgH="368280" progId="Equation.3">
                  <p:embed/>
                </p:oleObj>
              </mc:Choice>
              <mc:Fallback>
                <p:oleObj name="公式" r:id="rId14" imgW="1726920" imgH="368280" progId="Equation.3">
                  <p:embed/>
                  <p:pic>
                    <p:nvPicPr>
                      <p:cNvPr id="32801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" y="5603875"/>
                        <a:ext cx="4567238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802" name="Group 34"/>
          <p:cNvGrpSpPr>
            <a:grpSpLocks/>
          </p:cNvGrpSpPr>
          <p:nvPr/>
        </p:nvGrpSpPr>
        <p:grpSpPr bwMode="auto">
          <a:xfrm>
            <a:off x="2913063" y="3384550"/>
            <a:ext cx="3549650" cy="536575"/>
            <a:chOff x="1718" y="2160"/>
            <a:chExt cx="2236" cy="338"/>
          </a:xfrm>
        </p:grpSpPr>
        <p:sp>
          <p:nvSpPr>
            <p:cNvPr id="32803" name="Text Box 35"/>
            <p:cNvSpPr txBox="1">
              <a:spLocks noChangeArrowheads="1"/>
            </p:cNvSpPr>
            <p:nvPr/>
          </p:nvSpPr>
          <p:spPr bwMode="auto">
            <a:xfrm>
              <a:off x="1718" y="2160"/>
              <a:ext cx="15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400" b="1"/>
                <a:t>可表示为</a:t>
              </a:r>
            </a:p>
          </p:txBody>
        </p:sp>
        <p:graphicFrame>
          <p:nvGraphicFramePr>
            <p:cNvPr id="32804" name="Object 36"/>
            <p:cNvGraphicFramePr>
              <a:graphicFrameLocks noChangeAspect="1"/>
            </p:cNvGraphicFramePr>
            <p:nvPr/>
          </p:nvGraphicFramePr>
          <p:xfrm>
            <a:off x="2625" y="2188"/>
            <a:ext cx="1329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006" name="Equation" r:id="rId16" imgW="761760" imgH="177480" progId="Equation.DSMT4">
                    <p:embed/>
                  </p:oleObj>
                </mc:Choice>
                <mc:Fallback>
                  <p:oleObj name="Equation" r:id="rId16" imgW="761760" imgH="177480" progId="Equation.DSMT4">
                    <p:embed/>
                    <p:pic>
                      <p:nvPicPr>
                        <p:cNvPr id="32804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5" y="2188"/>
                          <a:ext cx="1329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85929750"/>
      </p:ext>
    </p:extLst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5799D43A-6930-4CE3-9694-222B7E82504B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97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0649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65238" y="2611438"/>
            <a:ext cx="5514975" cy="1458912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称</a:t>
            </a:r>
            <a:r>
              <a:rPr lang="el-GR" altLang="zh-CN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μ</a:t>
            </a: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为位置参数</a:t>
            </a:r>
            <a:r>
              <a:rPr lang="en-US" altLang="zh-CN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决定对称轴位置</a:t>
            </a:r>
            <a:r>
              <a:rPr lang="en-US" altLang="zh-CN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 eaLnBrk="1" hangingPunct="1"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l-GR" altLang="zh-CN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σ</a:t>
            </a: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为尺度参数</a:t>
            </a:r>
            <a:r>
              <a:rPr lang="en-US" altLang="zh-CN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决定曲线分散性</a:t>
            </a:r>
            <a:r>
              <a:rPr lang="en-US" altLang="zh-CN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graphicFrame>
        <p:nvGraphicFramePr>
          <p:cNvPr id="106499" name="Object 6"/>
          <p:cNvGraphicFramePr>
            <a:graphicFrameLocks noGrp="1"/>
          </p:cNvGraphicFramePr>
          <p:nvPr>
            <p:ph sz="half" idx="2"/>
          </p:nvPr>
        </p:nvGraphicFramePr>
        <p:xfrm>
          <a:off x="1409700" y="285750"/>
          <a:ext cx="2562225" cy="232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20" r:id="rId3" imgW="1511300" imgH="1371600" progId="Equation.DSMT4">
                  <p:embed/>
                </p:oleObj>
              </mc:Choice>
              <mc:Fallback>
                <p:oleObj r:id="rId3" imgW="1511300" imgH="1371600" progId="Equation.DSMT4">
                  <p:embed/>
                  <p:pic>
                    <p:nvPicPr>
                      <p:cNvPr id="0" name="Object 6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285750"/>
                        <a:ext cx="2562225" cy="232568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6500" name="Group 63"/>
          <p:cNvGrpSpPr>
            <a:grpSpLocks/>
          </p:cNvGrpSpPr>
          <p:nvPr/>
        </p:nvGrpSpPr>
        <p:grpSpPr bwMode="auto">
          <a:xfrm>
            <a:off x="1333500" y="3957638"/>
            <a:ext cx="3011488" cy="2151062"/>
            <a:chOff x="1474" y="1810"/>
            <a:chExt cx="2883" cy="1579"/>
          </a:xfrm>
        </p:grpSpPr>
        <p:sp>
          <p:nvSpPr>
            <p:cNvPr id="106501" name="Line 64"/>
            <p:cNvSpPr>
              <a:spLocks noChangeShapeType="1"/>
            </p:cNvSpPr>
            <p:nvPr/>
          </p:nvSpPr>
          <p:spPr bwMode="auto">
            <a:xfrm flipV="1">
              <a:off x="1474" y="3158"/>
              <a:ext cx="2816" cy="0"/>
            </a:xfrm>
            <a:prstGeom prst="line">
              <a:avLst/>
            </a:prstGeom>
            <a:noFill/>
            <a:ln w="25400">
              <a:solidFill>
                <a:srgbClr val="3333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02" name="Line 65"/>
            <p:cNvSpPr>
              <a:spLocks noChangeShapeType="1"/>
            </p:cNvSpPr>
            <p:nvPr/>
          </p:nvSpPr>
          <p:spPr bwMode="auto">
            <a:xfrm flipV="1">
              <a:off x="1701" y="1888"/>
              <a:ext cx="0" cy="1452"/>
            </a:xfrm>
            <a:prstGeom prst="line">
              <a:avLst/>
            </a:prstGeom>
            <a:noFill/>
            <a:ln w="25400">
              <a:solidFill>
                <a:srgbClr val="3333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6503" name="Object 66"/>
            <p:cNvGraphicFramePr>
              <a:graphicFrameLocks/>
            </p:cNvGraphicFramePr>
            <p:nvPr/>
          </p:nvGraphicFramePr>
          <p:xfrm>
            <a:off x="1561" y="3139"/>
            <a:ext cx="130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21" r:id="rId5" imgW="126725" imgH="177415" progId="Equation.DSMT4">
                    <p:embed/>
                  </p:oleObj>
                </mc:Choice>
                <mc:Fallback>
                  <p:oleObj r:id="rId5" imgW="126725" imgH="177415" progId="Equation.DSMT4">
                    <p:embed/>
                    <p:pic>
                      <p:nvPicPr>
                        <p:cNvPr id="0" name="Object 6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1" y="3139"/>
                          <a:ext cx="130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504" name="Object 67"/>
            <p:cNvGraphicFramePr>
              <a:graphicFrameLocks/>
            </p:cNvGraphicFramePr>
            <p:nvPr/>
          </p:nvGraphicFramePr>
          <p:xfrm>
            <a:off x="1705" y="1810"/>
            <a:ext cx="377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22" r:id="rId7" imgW="367981" imgH="253780" progId="Equation.DSMT4">
                    <p:embed/>
                  </p:oleObj>
                </mc:Choice>
                <mc:Fallback>
                  <p:oleObj r:id="rId7" imgW="367981" imgH="253780" progId="Equation.DSMT4">
                    <p:embed/>
                    <p:pic>
                      <p:nvPicPr>
                        <p:cNvPr id="0" name="Object 6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5" y="1810"/>
                          <a:ext cx="377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505" name="Object 68"/>
            <p:cNvGraphicFramePr>
              <a:graphicFrameLocks/>
            </p:cNvGraphicFramePr>
            <p:nvPr/>
          </p:nvGraphicFramePr>
          <p:xfrm>
            <a:off x="2268" y="3171"/>
            <a:ext cx="156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23" r:id="rId9" imgW="152202" imgH="164885" progId="Equation.DSMT4">
                    <p:embed/>
                  </p:oleObj>
                </mc:Choice>
                <mc:Fallback>
                  <p:oleObj r:id="rId9" imgW="152202" imgH="164885" progId="Equation.DSMT4">
                    <p:embed/>
                    <p:pic>
                      <p:nvPicPr>
                        <p:cNvPr id="0" name="Object 6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" y="3171"/>
                          <a:ext cx="156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506" name="Object 69"/>
            <p:cNvGraphicFramePr>
              <a:graphicFrameLocks/>
            </p:cNvGraphicFramePr>
            <p:nvPr/>
          </p:nvGraphicFramePr>
          <p:xfrm>
            <a:off x="3163" y="3133"/>
            <a:ext cx="182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24" r:id="rId11" imgW="177492" imgH="228204" progId="Equation.DSMT4">
                    <p:embed/>
                  </p:oleObj>
                </mc:Choice>
                <mc:Fallback>
                  <p:oleObj r:id="rId11" imgW="177492" imgH="228204" progId="Equation.DSMT4">
                    <p:embed/>
                    <p:pic>
                      <p:nvPicPr>
                        <p:cNvPr id="0" name="Object 6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3" y="3133"/>
                          <a:ext cx="182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507" name="Object 70"/>
            <p:cNvGraphicFramePr>
              <a:graphicFrameLocks/>
            </p:cNvGraphicFramePr>
            <p:nvPr/>
          </p:nvGraphicFramePr>
          <p:xfrm>
            <a:off x="4227" y="3246"/>
            <a:ext cx="130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25" r:id="rId13" imgW="126725" imgH="139397" progId="Equation.DSMT4">
                    <p:embed/>
                  </p:oleObj>
                </mc:Choice>
                <mc:Fallback>
                  <p:oleObj r:id="rId13" imgW="126725" imgH="139397" progId="Equation.DSMT4">
                    <p:embed/>
                    <p:pic>
                      <p:nvPicPr>
                        <p:cNvPr id="0" name="Object 7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7" y="3246"/>
                          <a:ext cx="130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6508" name="Group 71"/>
            <p:cNvGrpSpPr>
              <a:grpSpLocks/>
            </p:cNvGrpSpPr>
            <p:nvPr/>
          </p:nvGrpSpPr>
          <p:grpSpPr bwMode="auto">
            <a:xfrm>
              <a:off x="1587" y="1983"/>
              <a:ext cx="2439" cy="1179"/>
              <a:chOff x="1587" y="1983"/>
              <a:chExt cx="2439" cy="1179"/>
            </a:xfrm>
          </p:grpSpPr>
          <p:grpSp>
            <p:nvGrpSpPr>
              <p:cNvPr id="106509" name="Group 72"/>
              <p:cNvGrpSpPr>
                <a:grpSpLocks/>
              </p:cNvGrpSpPr>
              <p:nvPr/>
            </p:nvGrpSpPr>
            <p:grpSpPr bwMode="auto">
              <a:xfrm>
                <a:off x="1587" y="2364"/>
                <a:ext cx="1546" cy="746"/>
                <a:chOff x="1587" y="2364"/>
                <a:chExt cx="1546" cy="746"/>
              </a:xfrm>
            </p:grpSpPr>
            <p:sp>
              <p:nvSpPr>
                <p:cNvPr id="106510" name="Freeform 73"/>
                <p:cNvSpPr>
                  <a:spLocks noChangeArrowheads="1"/>
                </p:cNvSpPr>
                <p:nvPr/>
              </p:nvSpPr>
              <p:spPr bwMode="auto">
                <a:xfrm flipV="1">
                  <a:off x="2360" y="2365"/>
                  <a:ext cx="773" cy="745"/>
                </a:xfrm>
                <a:custGeom>
                  <a:avLst/>
                  <a:gdLst>
                    <a:gd name="T0" fmla="*/ 18 w 1800"/>
                    <a:gd name="T1" fmla="*/ 237 h 237"/>
                    <a:gd name="T2" fmla="*/ 54 w 1800"/>
                    <a:gd name="T3" fmla="*/ 236 h 237"/>
                    <a:gd name="T4" fmla="*/ 90 w 1800"/>
                    <a:gd name="T5" fmla="*/ 234 h 237"/>
                    <a:gd name="T6" fmla="*/ 126 w 1800"/>
                    <a:gd name="T7" fmla="*/ 232 h 237"/>
                    <a:gd name="T8" fmla="*/ 162 w 1800"/>
                    <a:gd name="T9" fmla="*/ 228 h 237"/>
                    <a:gd name="T10" fmla="*/ 198 w 1800"/>
                    <a:gd name="T11" fmla="*/ 224 h 237"/>
                    <a:gd name="T12" fmla="*/ 234 w 1800"/>
                    <a:gd name="T13" fmla="*/ 219 h 237"/>
                    <a:gd name="T14" fmla="*/ 270 w 1800"/>
                    <a:gd name="T15" fmla="*/ 214 h 237"/>
                    <a:gd name="T16" fmla="*/ 306 w 1800"/>
                    <a:gd name="T17" fmla="*/ 208 h 237"/>
                    <a:gd name="T18" fmla="*/ 342 w 1800"/>
                    <a:gd name="T19" fmla="*/ 201 h 237"/>
                    <a:gd name="T20" fmla="*/ 378 w 1800"/>
                    <a:gd name="T21" fmla="*/ 194 h 237"/>
                    <a:gd name="T22" fmla="*/ 414 w 1800"/>
                    <a:gd name="T23" fmla="*/ 186 h 237"/>
                    <a:gd name="T24" fmla="*/ 450 w 1800"/>
                    <a:gd name="T25" fmla="*/ 178 h 237"/>
                    <a:gd name="T26" fmla="*/ 486 w 1800"/>
                    <a:gd name="T27" fmla="*/ 170 h 237"/>
                    <a:gd name="T28" fmla="*/ 522 w 1800"/>
                    <a:gd name="T29" fmla="*/ 161 h 237"/>
                    <a:gd name="T30" fmla="*/ 558 w 1800"/>
                    <a:gd name="T31" fmla="*/ 153 h 237"/>
                    <a:gd name="T32" fmla="*/ 594 w 1800"/>
                    <a:gd name="T33" fmla="*/ 144 h 237"/>
                    <a:gd name="T34" fmla="*/ 630 w 1800"/>
                    <a:gd name="T35" fmla="*/ 135 h 237"/>
                    <a:gd name="T36" fmla="*/ 666 w 1800"/>
                    <a:gd name="T37" fmla="*/ 126 h 237"/>
                    <a:gd name="T38" fmla="*/ 702 w 1800"/>
                    <a:gd name="T39" fmla="*/ 118 h 237"/>
                    <a:gd name="T40" fmla="*/ 738 w 1800"/>
                    <a:gd name="T41" fmla="*/ 110 h 237"/>
                    <a:gd name="T42" fmla="*/ 774 w 1800"/>
                    <a:gd name="T43" fmla="*/ 101 h 237"/>
                    <a:gd name="T44" fmla="*/ 810 w 1800"/>
                    <a:gd name="T45" fmla="*/ 93 h 237"/>
                    <a:gd name="T46" fmla="*/ 846 w 1800"/>
                    <a:gd name="T47" fmla="*/ 86 h 237"/>
                    <a:gd name="T48" fmla="*/ 882 w 1800"/>
                    <a:gd name="T49" fmla="*/ 78 h 237"/>
                    <a:gd name="T50" fmla="*/ 918 w 1800"/>
                    <a:gd name="T51" fmla="*/ 71 h 237"/>
                    <a:gd name="T52" fmla="*/ 954 w 1800"/>
                    <a:gd name="T53" fmla="*/ 65 h 237"/>
                    <a:gd name="T54" fmla="*/ 990 w 1800"/>
                    <a:gd name="T55" fmla="*/ 58 h 237"/>
                    <a:gd name="T56" fmla="*/ 1026 w 1800"/>
                    <a:gd name="T57" fmla="*/ 53 h 237"/>
                    <a:gd name="T58" fmla="*/ 1062 w 1800"/>
                    <a:gd name="T59" fmla="*/ 47 h 237"/>
                    <a:gd name="T60" fmla="*/ 1098 w 1800"/>
                    <a:gd name="T61" fmla="*/ 42 h 237"/>
                    <a:gd name="T62" fmla="*/ 1134 w 1800"/>
                    <a:gd name="T63" fmla="*/ 37 h 237"/>
                    <a:gd name="T64" fmla="*/ 1170 w 1800"/>
                    <a:gd name="T65" fmla="*/ 33 h 237"/>
                    <a:gd name="T66" fmla="*/ 1206 w 1800"/>
                    <a:gd name="T67" fmla="*/ 29 h 237"/>
                    <a:gd name="T68" fmla="*/ 1242 w 1800"/>
                    <a:gd name="T69" fmla="*/ 25 h 237"/>
                    <a:gd name="T70" fmla="*/ 1278 w 1800"/>
                    <a:gd name="T71" fmla="*/ 22 h 237"/>
                    <a:gd name="T72" fmla="*/ 1314 w 1800"/>
                    <a:gd name="T73" fmla="*/ 19 h 237"/>
                    <a:gd name="T74" fmla="*/ 1350 w 1800"/>
                    <a:gd name="T75" fmla="*/ 16 h 237"/>
                    <a:gd name="T76" fmla="*/ 1386 w 1800"/>
                    <a:gd name="T77" fmla="*/ 14 h 237"/>
                    <a:gd name="T78" fmla="*/ 1422 w 1800"/>
                    <a:gd name="T79" fmla="*/ 11 h 237"/>
                    <a:gd name="T80" fmla="*/ 1458 w 1800"/>
                    <a:gd name="T81" fmla="*/ 10 h 237"/>
                    <a:gd name="T82" fmla="*/ 1494 w 1800"/>
                    <a:gd name="T83" fmla="*/ 8 h 237"/>
                    <a:gd name="T84" fmla="*/ 1530 w 1800"/>
                    <a:gd name="T85" fmla="*/ 6 h 237"/>
                    <a:gd name="T86" fmla="*/ 1566 w 1800"/>
                    <a:gd name="T87" fmla="*/ 5 h 237"/>
                    <a:gd name="T88" fmla="*/ 1602 w 1800"/>
                    <a:gd name="T89" fmla="*/ 4 h 237"/>
                    <a:gd name="T90" fmla="*/ 1638 w 1800"/>
                    <a:gd name="T91" fmla="*/ 3 h 237"/>
                    <a:gd name="T92" fmla="*/ 1674 w 1800"/>
                    <a:gd name="T93" fmla="*/ 2 h 237"/>
                    <a:gd name="T94" fmla="*/ 1710 w 1800"/>
                    <a:gd name="T95" fmla="*/ 1 h 237"/>
                    <a:gd name="T96" fmla="*/ 1746 w 1800"/>
                    <a:gd name="T97" fmla="*/ 0 h 237"/>
                    <a:gd name="T98" fmla="*/ 1782 w 1800"/>
                    <a:gd name="T99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800" h="237">
                      <a:moveTo>
                        <a:pt x="0" y="237"/>
                      </a:moveTo>
                      <a:cubicBezTo>
                        <a:pt x="18" y="237"/>
                        <a:pt x="18" y="237"/>
                        <a:pt x="18" y="237"/>
                      </a:cubicBezTo>
                      <a:cubicBezTo>
                        <a:pt x="36" y="236"/>
                        <a:pt x="36" y="236"/>
                        <a:pt x="36" y="236"/>
                      </a:cubicBezTo>
                      <a:cubicBezTo>
                        <a:pt x="54" y="236"/>
                        <a:pt x="54" y="236"/>
                        <a:pt x="54" y="236"/>
                      </a:cubicBezTo>
                      <a:cubicBezTo>
                        <a:pt x="72" y="235"/>
                        <a:pt x="72" y="235"/>
                        <a:pt x="72" y="235"/>
                      </a:cubicBezTo>
                      <a:cubicBezTo>
                        <a:pt x="90" y="234"/>
                        <a:pt x="90" y="234"/>
                        <a:pt x="90" y="234"/>
                      </a:cubicBezTo>
                      <a:cubicBezTo>
                        <a:pt x="108" y="233"/>
                        <a:pt x="108" y="233"/>
                        <a:pt x="108" y="233"/>
                      </a:cubicBezTo>
                      <a:cubicBezTo>
                        <a:pt x="126" y="232"/>
                        <a:pt x="126" y="232"/>
                        <a:pt x="126" y="232"/>
                      </a:cubicBezTo>
                      <a:cubicBezTo>
                        <a:pt x="144" y="230"/>
                        <a:pt x="144" y="230"/>
                        <a:pt x="144" y="230"/>
                      </a:cubicBezTo>
                      <a:cubicBezTo>
                        <a:pt x="162" y="228"/>
                        <a:pt x="162" y="228"/>
                        <a:pt x="162" y="228"/>
                      </a:cubicBezTo>
                      <a:cubicBezTo>
                        <a:pt x="180" y="226"/>
                        <a:pt x="180" y="226"/>
                        <a:pt x="180" y="226"/>
                      </a:cubicBezTo>
                      <a:cubicBezTo>
                        <a:pt x="198" y="224"/>
                        <a:pt x="198" y="224"/>
                        <a:pt x="198" y="224"/>
                      </a:cubicBezTo>
                      <a:cubicBezTo>
                        <a:pt x="216" y="222"/>
                        <a:pt x="216" y="222"/>
                        <a:pt x="216" y="222"/>
                      </a:cubicBezTo>
                      <a:cubicBezTo>
                        <a:pt x="234" y="219"/>
                        <a:pt x="234" y="219"/>
                        <a:pt x="234" y="219"/>
                      </a:cubicBezTo>
                      <a:cubicBezTo>
                        <a:pt x="252" y="217"/>
                        <a:pt x="252" y="217"/>
                        <a:pt x="252" y="217"/>
                      </a:cubicBezTo>
                      <a:cubicBezTo>
                        <a:pt x="270" y="214"/>
                        <a:pt x="270" y="214"/>
                        <a:pt x="270" y="214"/>
                      </a:cubicBezTo>
                      <a:cubicBezTo>
                        <a:pt x="288" y="211"/>
                        <a:pt x="288" y="211"/>
                        <a:pt x="288" y="211"/>
                      </a:cubicBezTo>
                      <a:cubicBezTo>
                        <a:pt x="306" y="208"/>
                        <a:pt x="306" y="208"/>
                        <a:pt x="306" y="208"/>
                      </a:cubicBezTo>
                      <a:cubicBezTo>
                        <a:pt x="324" y="204"/>
                        <a:pt x="324" y="204"/>
                        <a:pt x="324" y="204"/>
                      </a:cubicBezTo>
                      <a:cubicBezTo>
                        <a:pt x="342" y="201"/>
                        <a:pt x="342" y="201"/>
                        <a:pt x="342" y="201"/>
                      </a:cubicBezTo>
                      <a:cubicBezTo>
                        <a:pt x="360" y="197"/>
                        <a:pt x="360" y="197"/>
                        <a:pt x="360" y="197"/>
                      </a:cubicBezTo>
                      <a:cubicBezTo>
                        <a:pt x="378" y="194"/>
                        <a:pt x="378" y="194"/>
                        <a:pt x="378" y="194"/>
                      </a:cubicBezTo>
                      <a:cubicBezTo>
                        <a:pt x="396" y="190"/>
                        <a:pt x="396" y="190"/>
                        <a:pt x="396" y="190"/>
                      </a:cubicBezTo>
                      <a:cubicBezTo>
                        <a:pt x="414" y="186"/>
                        <a:pt x="414" y="186"/>
                        <a:pt x="414" y="186"/>
                      </a:cubicBezTo>
                      <a:cubicBezTo>
                        <a:pt x="432" y="182"/>
                        <a:pt x="432" y="182"/>
                        <a:pt x="432" y="182"/>
                      </a:cubicBezTo>
                      <a:cubicBezTo>
                        <a:pt x="450" y="178"/>
                        <a:pt x="450" y="178"/>
                        <a:pt x="450" y="178"/>
                      </a:cubicBezTo>
                      <a:cubicBezTo>
                        <a:pt x="468" y="174"/>
                        <a:pt x="468" y="174"/>
                        <a:pt x="468" y="174"/>
                      </a:cubicBezTo>
                      <a:cubicBezTo>
                        <a:pt x="486" y="170"/>
                        <a:pt x="486" y="170"/>
                        <a:pt x="486" y="170"/>
                      </a:cubicBezTo>
                      <a:cubicBezTo>
                        <a:pt x="504" y="165"/>
                        <a:pt x="504" y="165"/>
                        <a:pt x="504" y="165"/>
                      </a:cubicBezTo>
                      <a:cubicBezTo>
                        <a:pt x="522" y="161"/>
                        <a:pt x="522" y="161"/>
                        <a:pt x="522" y="161"/>
                      </a:cubicBezTo>
                      <a:cubicBezTo>
                        <a:pt x="540" y="157"/>
                        <a:pt x="540" y="157"/>
                        <a:pt x="540" y="157"/>
                      </a:cubicBezTo>
                      <a:cubicBezTo>
                        <a:pt x="558" y="153"/>
                        <a:pt x="558" y="153"/>
                        <a:pt x="558" y="153"/>
                      </a:cubicBezTo>
                      <a:cubicBezTo>
                        <a:pt x="576" y="148"/>
                        <a:pt x="576" y="148"/>
                        <a:pt x="576" y="148"/>
                      </a:cubicBezTo>
                      <a:cubicBezTo>
                        <a:pt x="594" y="144"/>
                        <a:pt x="594" y="144"/>
                        <a:pt x="594" y="144"/>
                      </a:cubicBezTo>
                      <a:cubicBezTo>
                        <a:pt x="612" y="140"/>
                        <a:pt x="612" y="140"/>
                        <a:pt x="612" y="140"/>
                      </a:cubicBezTo>
                      <a:cubicBezTo>
                        <a:pt x="630" y="135"/>
                        <a:pt x="630" y="135"/>
                        <a:pt x="630" y="135"/>
                      </a:cubicBezTo>
                      <a:cubicBezTo>
                        <a:pt x="648" y="131"/>
                        <a:pt x="648" y="131"/>
                        <a:pt x="648" y="131"/>
                      </a:cubicBezTo>
                      <a:cubicBezTo>
                        <a:pt x="666" y="126"/>
                        <a:pt x="666" y="126"/>
                        <a:pt x="666" y="126"/>
                      </a:cubicBezTo>
                      <a:cubicBezTo>
                        <a:pt x="684" y="122"/>
                        <a:pt x="684" y="122"/>
                        <a:pt x="684" y="122"/>
                      </a:cubicBezTo>
                      <a:cubicBezTo>
                        <a:pt x="702" y="118"/>
                        <a:pt x="702" y="118"/>
                        <a:pt x="702" y="118"/>
                      </a:cubicBezTo>
                      <a:cubicBezTo>
                        <a:pt x="720" y="114"/>
                        <a:pt x="720" y="114"/>
                        <a:pt x="720" y="114"/>
                      </a:cubicBezTo>
                      <a:cubicBezTo>
                        <a:pt x="738" y="110"/>
                        <a:pt x="738" y="110"/>
                        <a:pt x="738" y="110"/>
                      </a:cubicBezTo>
                      <a:cubicBezTo>
                        <a:pt x="756" y="105"/>
                        <a:pt x="756" y="105"/>
                        <a:pt x="756" y="105"/>
                      </a:cubicBezTo>
                      <a:cubicBezTo>
                        <a:pt x="774" y="101"/>
                        <a:pt x="774" y="101"/>
                        <a:pt x="774" y="101"/>
                      </a:cubicBezTo>
                      <a:cubicBezTo>
                        <a:pt x="792" y="97"/>
                        <a:pt x="792" y="97"/>
                        <a:pt x="792" y="97"/>
                      </a:cubicBezTo>
                      <a:cubicBezTo>
                        <a:pt x="810" y="93"/>
                        <a:pt x="810" y="93"/>
                        <a:pt x="810" y="93"/>
                      </a:cubicBezTo>
                      <a:cubicBezTo>
                        <a:pt x="828" y="90"/>
                        <a:pt x="828" y="90"/>
                        <a:pt x="828" y="90"/>
                      </a:cubicBezTo>
                      <a:cubicBezTo>
                        <a:pt x="846" y="86"/>
                        <a:pt x="846" y="86"/>
                        <a:pt x="846" y="86"/>
                      </a:cubicBezTo>
                      <a:cubicBezTo>
                        <a:pt x="864" y="82"/>
                        <a:pt x="864" y="82"/>
                        <a:pt x="864" y="82"/>
                      </a:cubicBezTo>
                      <a:cubicBezTo>
                        <a:pt x="882" y="78"/>
                        <a:pt x="882" y="78"/>
                        <a:pt x="882" y="78"/>
                      </a:cubicBezTo>
                      <a:cubicBezTo>
                        <a:pt x="900" y="75"/>
                        <a:pt x="900" y="75"/>
                        <a:pt x="900" y="75"/>
                      </a:cubicBezTo>
                      <a:cubicBezTo>
                        <a:pt x="918" y="71"/>
                        <a:pt x="918" y="71"/>
                        <a:pt x="918" y="71"/>
                      </a:cubicBezTo>
                      <a:cubicBezTo>
                        <a:pt x="936" y="68"/>
                        <a:pt x="936" y="68"/>
                        <a:pt x="936" y="68"/>
                      </a:cubicBezTo>
                      <a:cubicBezTo>
                        <a:pt x="954" y="65"/>
                        <a:pt x="954" y="65"/>
                        <a:pt x="954" y="65"/>
                      </a:cubicBezTo>
                      <a:cubicBezTo>
                        <a:pt x="972" y="62"/>
                        <a:pt x="972" y="62"/>
                        <a:pt x="972" y="62"/>
                      </a:cubicBezTo>
                      <a:cubicBezTo>
                        <a:pt x="990" y="58"/>
                        <a:pt x="990" y="58"/>
                        <a:pt x="990" y="58"/>
                      </a:cubicBezTo>
                      <a:cubicBezTo>
                        <a:pt x="1008" y="55"/>
                        <a:pt x="1008" y="55"/>
                        <a:pt x="1008" y="55"/>
                      </a:cubicBezTo>
                      <a:cubicBezTo>
                        <a:pt x="1026" y="53"/>
                        <a:pt x="1026" y="53"/>
                        <a:pt x="1026" y="53"/>
                      </a:cubicBezTo>
                      <a:cubicBezTo>
                        <a:pt x="1044" y="50"/>
                        <a:pt x="1044" y="50"/>
                        <a:pt x="1044" y="50"/>
                      </a:cubicBezTo>
                      <a:cubicBezTo>
                        <a:pt x="1062" y="47"/>
                        <a:pt x="1062" y="47"/>
                        <a:pt x="1062" y="47"/>
                      </a:cubicBezTo>
                      <a:cubicBezTo>
                        <a:pt x="1080" y="44"/>
                        <a:pt x="1080" y="44"/>
                        <a:pt x="1080" y="44"/>
                      </a:cubicBezTo>
                      <a:cubicBezTo>
                        <a:pt x="1098" y="42"/>
                        <a:pt x="1098" y="42"/>
                        <a:pt x="1098" y="42"/>
                      </a:cubicBezTo>
                      <a:cubicBezTo>
                        <a:pt x="1116" y="40"/>
                        <a:pt x="1116" y="40"/>
                        <a:pt x="1116" y="40"/>
                      </a:cubicBezTo>
                      <a:cubicBezTo>
                        <a:pt x="1134" y="37"/>
                        <a:pt x="1134" y="37"/>
                        <a:pt x="1134" y="37"/>
                      </a:cubicBezTo>
                      <a:cubicBezTo>
                        <a:pt x="1152" y="35"/>
                        <a:pt x="1152" y="35"/>
                        <a:pt x="1152" y="35"/>
                      </a:cubicBezTo>
                      <a:cubicBezTo>
                        <a:pt x="1170" y="33"/>
                        <a:pt x="1170" y="33"/>
                        <a:pt x="1170" y="33"/>
                      </a:cubicBezTo>
                      <a:cubicBezTo>
                        <a:pt x="1188" y="31"/>
                        <a:pt x="1188" y="31"/>
                        <a:pt x="1188" y="31"/>
                      </a:cubicBezTo>
                      <a:cubicBezTo>
                        <a:pt x="1206" y="29"/>
                        <a:pt x="1206" y="29"/>
                        <a:pt x="1206" y="29"/>
                      </a:cubicBezTo>
                      <a:cubicBezTo>
                        <a:pt x="1224" y="27"/>
                        <a:pt x="1224" y="27"/>
                        <a:pt x="1224" y="27"/>
                      </a:cubicBezTo>
                      <a:cubicBezTo>
                        <a:pt x="1242" y="25"/>
                        <a:pt x="1242" y="25"/>
                        <a:pt x="1242" y="25"/>
                      </a:cubicBezTo>
                      <a:cubicBezTo>
                        <a:pt x="1260" y="23"/>
                        <a:pt x="1260" y="23"/>
                        <a:pt x="1260" y="23"/>
                      </a:cubicBezTo>
                      <a:cubicBezTo>
                        <a:pt x="1278" y="22"/>
                        <a:pt x="1278" y="22"/>
                        <a:pt x="1278" y="22"/>
                      </a:cubicBezTo>
                      <a:cubicBezTo>
                        <a:pt x="1296" y="20"/>
                        <a:pt x="1296" y="20"/>
                        <a:pt x="1296" y="20"/>
                      </a:cubicBezTo>
                      <a:cubicBezTo>
                        <a:pt x="1314" y="19"/>
                        <a:pt x="1314" y="19"/>
                        <a:pt x="1314" y="19"/>
                      </a:cubicBezTo>
                      <a:cubicBezTo>
                        <a:pt x="1332" y="17"/>
                        <a:pt x="1332" y="17"/>
                        <a:pt x="1332" y="17"/>
                      </a:cubicBezTo>
                      <a:cubicBezTo>
                        <a:pt x="1350" y="16"/>
                        <a:pt x="1350" y="16"/>
                        <a:pt x="1350" y="16"/>
                      </a:cubicBezTo>
                      <a:cubicBezTo>
                        <a:pt x="1368" y="15"/>
                        <a:pt x="1368" y="15"/>
                        <a:pt x="1368" y="15"/>
                      </a:cubicBezTo>
                      <a:cubicBezTo>
                        <a:pt x="1386" y="14"/>
                        <a:pt x="1386" y="14"/>
                        <a:pt x="1386" y="14"/>
                      </a:cubicBezTo>
                      <a:cubicBezTo>
                        <a:pt x="1404" y="13"/>
                        <a:pt x="1404" y="13"/>
                        <a:pt x="1404" y="13"/>
                      </a:cubicBezTo>
                      <a:cubicBezTo>
                        <a:pt x="1422" y="11"/>
                        <a:pt x="1422" y="11"/>
                        <a:pt x="1422" y="11"/>
                      </a:cubicBezTo>
                      <a:cubicBezTo>
                        <a:pt x="1440" y="10"/>
                        <a:pt x="1440" y="10"/>
                        <a:pt x="1440" y="10"/>
                      </a:cubicBezTo>
                      <a:cubicBezTo>
                        <a:pt x="1458" y="10"/>
                        <a:pt x="1458" y="10"/>
                        <a:pt x="1458" y="10"/>
                      </a:cubicBezTo>
                      <a:cubicBezTo>
                        <a:pt x="1476" y="9"/>
                        <a:pt x="1476" y="9"/>
                        <a:pt x="1476" y="9"/>
                      </a:cubicBezTo>
                      <a:cubicBezTo>
                        <a:pt x="1494" y="8"/>
                        <a:pt x="1494" y="8"/>
                        <a:pt x="1494" y="8"/>
                      </a:cubicBezTo>
                      <a:cubicBezTo>
                        <a:pt x="1512" y="7"/>
                        <a:pt x="1512" y="7"/>
                        <a:pt x="1512" y="7"/>
                      </a:cubicBezTo>
                      <a:cubicBezTo>
                        <a:pt x="1530" y="6"/>
                        <a:pt x="1530" y="6"/>
                        <a:pt x="1530" y="6"/>
                      </a:cubicBezTo>
                      <a:cubicBezTo>
                        <a:pt x="1548" y="6"/>
                        <a:pt x="1548" y="6"/>
                        <a:pt x="1548" y="6"/>
                      </a:cubicBezTo>
                      <a:cubicBezTo>
                        <a:pt x="1566" y="5"/>
                        <a:pt x="1566" y="5"/>
                        <a:pt x="1566" y="5"/>
                      </a:cubicBezTo>
                      <a:cubicBezTo>
                        <a:pt x="1584" y="4"/>
                        <a:pt x="1584" y="4"/>
                        <a:pt x="1584" y="4"/>
                      </a:cubicBezTo>
                      <a:cubicBezTo>
                        <a:pt x="1602" y="4"/>
                        <a:pt x="1602" y="4"/>
                        <a:pt x="1602" y="4"/>
                      </a:cubicBezTo>
                      <a:cubicBezTo>
                        <a:pt x="1620" y="3"/>
                        <a:pt x="1620" y="3"/>
                        <a:pt x="1620" y="3"/>
                      </a:cubicBezTo>
                      <a:cubicBezTo>
                        <a:pt x="1638" y="3"/>
                        <a:pt x="1638" y="3"/>
                        <a:pt x="1638" y="3"/>
                      </a:cubicBezTo>
                      <a:cubicBezTo>
                        <a:pt x="1656" y="2"/>
                        <a:pt x="1656" y="2"/>
                        <a:pt x="1656" y="2"/>
                      </a:cubicBezTo>
                      <a:cubicBezTo>
                        <a:pt x="1674" y="2"/>
                        <a:pt x="1674" y="2"/>
                        <a:pt x="1674" y="2"/>
                      </a:cubicBezTo>
                      <a:cubicBezTo>
                        <a:pt x="1692" y="1"/>
                        <a:pt x="1692" y="1"/>
                        <a:pt x="1692" y="1"/>
                      </a:cubicBezTo>
                      <a:cubicBezTo>
                        <a:pt x="1710" y="1"/>
                        <a:pt x="1710" y="1"/>
                        <a:pt x="1710" y="1"/>
                      </a:cubicBezTo>
                      <a:cubicBezTo>
                        <a:pt x="1728" y="1"/>
                        <a:pt x="1728" y="1"/>
                        <a:pt x="1728" y="1"/>
                      </a:cubicBezTo>
                      <a:cubicBezTo>
                        <a:pt x="1746" y="0"/>
                        <a:pt x="1746" y="0"/>
                        <a:pt x="1746" y="0"/>
                      </a:cubicBezTo>
                      <a:cubicBezTo>
                        <a:pt x="1764" y="0"/>
                        <a:pt x="1764" y="0"/>
                        <a:pt x="1764" y="0"/>
                      </a:cubicBezTo>
                      <a:cubicBezTo>
                        <a:pt x="1782" y="0"/>
                        <a:pt x="1782" y="0"/>
                        <a:pt x="1782" y="0"/>
                      </a:cubicBezTo>
                      <a:cubicBezTo>
                        <a:pt x="1800" y="0"/>
                        <a:pt x="1800" y="0"/>
                        <a:pt x="1800" y="0"/>
                      </a:cubicBezTo>
                    </a:path>
                  </a:pathLst>
                </a:custGeom>
                <a:noFill/>
                <a:ln w="25400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6511" name="Freeform 74"/>
                <p:cNvSpPr>
                  <a:spLocks noChangeArrowheads="1"/>
                </p:cNvSpPr>
                <p:nvPr/>
              </p:nvSpPr>
              <p:spPr bwMode="auto">
                <a:xfrm flipH="1" flipV="1">
                  <a:off x="1587" y="2364"/>
                  <a:ext cx="773" cy="746"/>
                </a:xfrm>
                <a:custGeom>
                  <a:avLst/>
                  <a:gdLst>
                    <a:gd name="T0" fmla="*/ 18 w 1800"/>
                    <a:gd name="T1" fmla="*/ 237 h 237"/>
                    <a:gd name="T2" fmla="*/ 54 w 1800"/>
                    <a:gd name="T3" fmla="*/ 236 h 237"/>
                    <a:gd name="T4" fmla="*/ 90 w 1800"/>
                    <a:gd name="T5" fmla="*/ 234 h 237"/>
                    <a:gd name="T6" fmla="*/ 126 w 1800"/>
                    <a:gd name="T7" fmla="*/ 232 h 237"/>
                    <a:gd name="T8" fmla="*/ 162 w 1800"/>
                    <a:gd name="T9" fmla="*/ 228 h 237"/>
                    <a:gd name="T10" fmla="*/ 198 w 1800"/>
                    <a:gd name="T11" fmla="*/ 224 h 237"/>
                    <a:gd name="T12" fmla="*/ 234 w 1800"/>
                    <a:gd name="T13" fmla="*/ 219 h 237"/>
                    <a:gd name="T14" fmla="*/ 270 w 1800"/>
                    <a:gd name="T15" fmla="*/ 214 h 237"/>
                    <a:gd name="T16" fmla="*/ 306 w 1800"/>
                    <a:gd name="T17" fmla="*/ 208 h 237"/>
                    <a:gd name="T18" fmla="*/ 342 w 1800"/>
                    <a:gd name="T19" fmla="*/ 201 h 237"/>
                    <a:gd name="T20" fmla="*/ 378 w 1800"/>
                    <a:gd name="T21" fmla="*/ 194 h 237"/>
                    <a:gd name="T22" fmla="*/ 414 w 1800"/>
                    <a:gd name="T23" fmla="*/ 186 h 237"/>
                    <a:gd name="T24" fmla="*/ 450 w 1800"/>
                    <a:gd name="T25" fmla="*/ 178 h 237"/>
                    <a:gd name="T26" fmla="*/ 486 w 1800"/>
                    <a:gd name="T27" fmla="*/ 170 h 237"/>
                    <a:gd name="T28" fmla="*/ 522 w 1800"/>
                    <a:gd name="T29" fmla="*/ 161 h 237"/>
                    <a:gd name="T30" fmla="*/ 558 w 1800"/>
                    <a:gd name="T31" fmla="*/ 153 h 237"/>
                    <a:gd name="T32" fmla="*/ 594 w 1800"/>
                    <a:gd name="T33" fmla="*/ 144 h 237"/>
                    <a:gd name="T34" fmla="*/ 630 w 1800"/>
                    <a:gd name="T35" fmla="*/ 135 h 237"/>
                    <a:gd name="T36" fmla="*/ 666 w 1800"/>
                    <a:gd name="T37" fmla="*/ 126 h 237"/>
                    <a:gd name="T38" fmla="*/ 702 w 1800"/>
                    <a:gd name="T39" fmla="*/ 118 h 237"/>
                    <a:gd name="T40" fmla="*/ 738 w 1800"/>
                    <a:gd name="T41" fmla="*/ 110 h 237"/>
                    <a:gd name="T42" fmla="*/ 774 w 1800"/>
                    <a:gd name="T43" fmla="*/ 101 h 237"/>
                    <a:gd name="T44" fmla="*/ 810 w 1800"/>
                    <a:gd name="T45" fmla="*/ 93 h 237"/>
                    <a:gd name="T46" fmla="*/ 846 w 1800"/>
                    <a:gd name="T47" fmla="*/ 86 h 237"/>
                    <a:gd name="T48" fmla="*/ 882 w 1800"/>
                    <a:gd name="T49" fmla="*/ 78 h 237"/>
                    <a:gd name="T50" fmla="*/ 918 w 1800"/>
                    <a:gd name="T51" fmla="*/ 71 h 237"/>
                    <a:gd name="T52" fmla="*/ 954 w 1800"/>
                    <a:gd name="T53" fmla="*/ 65 h 237"/>
                    <a:gd name="T54" fmla="*/ 990 w 1800"/>
                    <a:gd name="T55" fmla="*/ 58 h 237"/>
                    <a:gd name="T56" fmla="*/ 1026 w 1800"/>
                    <a:gd name="T57" fmla="*/ 53 h 237"/>
                    <a:gd name="T58" fmla="*/ 1062 w 1800"/>
                    <a:gd name="T59" fmla="*/ 47 h 237"/>
                    <a:gd name="T60" fmla="*/ 1098 w 1800"/>
                    <a:gd name="T61" fmla="*/ 42 h 237"/>
                    <a:gd name="T62" fmla="*/ 1134 w 1800"/>
                    <a:gd name="T63" fmla="*/ 37 h 237"/>
                    <a:gd name="T64" fmla="*/ 1170 w 1800"/>
                    <a:gd name="T65" fmla="*/ 33 h 237"/>
                    <a:gd name="T66" fmla="*/ 1206 w 1800"/>
                    <a:gd name="T67" fmla="*/ 29 h 237"/>
                    <a:gd name="T68" fmla="*/ 1242 w 1800"/>
                    <a:gd name="T69" fmla="*/ 25 h 237"/>
                    <a:gd name="T70" fmla="*/ 1278 w 1800"/>
                    <a:gd name="T71" fmla="*/ 22 h 237"/>
                    <a:gd name="T72" fmla="*/ 1314 w 1800"/>
                    <a:gd name="T73" fmla="*/ 19 h 237"/>
                    <a:gd name="T74" fmla="*/ 1350 w 1800"/>
                    <a:gd name="T75" fmla="*/ 16 h 237"/>
                    <a:gd name="T76" fmla="*/ 1386 w 1800"/>
                    <a:gd name="T77" fmla="*/ 14 h 237"/>
                    <a:gd name="T78" fmla="*/ 1422 w 1800"/>
                    <a:gd name="T79" fmla="*/ 11 h 237"/>
                    <a:gd name="T80" fmla="*/ 1458 w 1800"/>
                    <a:gd name="T81" fmla="*/ 10 h 237"/>
                    <a:gd name="T82" fmla="*/ 1494 w 1800"/>
                    <a:gd name="T83" fmla="*/ 8 h 237"/>
                    <a:gd name="T84" fmla="*/ 1530 w 1800"/>
                    <a:gd name="T85" fmla="*/ 6 h 237"/>
                    <a:gd name="T86" fmla="*/ 1566 w 1800"/>
                    <a:gd name="T87" fmla="*/ 5 h 237"/>
                    <a:gd name="T88" fmla="*/ 1602 w 1800"/>
                    <a:gd name="T89" fmla="*/ 4 h 237"/>
                    <a:gd name="T90" fmla="*/ 1638 w 1800"/>
                    <a:gd name="T91" fmla="*/ 3 h 237"/>
                    <a:gd name="T92" fmla="*/ 1674 w 1800"/>
                    <a:gd name="T93" fmla="*/ 2 h 237"/>
                    <a:gd name="T94" fmla="*/ 1710 w 1800"/>
                    <a:gd name="T95" fmla="*/ 1 h 237"/>
                    <a:gd name="T96" fmla="*/ 1746 w 1800"/>
                    <a:gd name="T97" fmla="*/ 0 h 237"/>
                    <a:gd name="T98" fmla="*/ 1782 w 1800"/>
                    <a:gd name="T99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800" h="237">
                      <a:moveTo>
                        <a:pt x="0" y="237"/>
                      </a:moveTo>
                      <a:cubicBezTo>
                        <a:pt x="18" y="237"/>
                        <a:pt x="18" y="237"/>
                        <a:pt x="18" y="237"/>
                      </a:cubicBezTo>
                      <a:cubicBezTo>
                        <a:pt x="36" y="236"/>
                        <a:pt x="36" y="236"/>
                        <a:pt x="36" y="236"/>
                      </a:cubicBezTo>
                      <a:cubicBezTo>
                        <a:pt x="54" y="236"/>
                        <a:pt x="54" y="236"/>
                        <a:pt x="54" y="236"/>
                      </a:cubicBezTo>
                      <a:cubicBezTo>
                        <a:pt x="72" y="235"/>
                        <a:pt x="72" y="235"/>
                        <a:pt x="72" y="235"/>
                      </a:cubicBezTo>
                      <a:cubicBezTo>
                        <a:pt x="90" y="234"/>
                        <a:pt x="90" y="234"/>
                        <a:pt x="90" y="234"/>
                      </a:cubicBezTo>
                      <a:cubicBezTo>
                        <a:pt x="108" y="233"/>
                        <a:pt x="108" y="233"/>
                        <a:pt x="108" y="233"/>
                      </a:cubicBezTo>
                      <a:cubicBezTo>
                        <a:pt x="126" y="232"/>
                        <a:pt x="126" y="232"/>
                        <a:pt x="126" y="232"/>
                      </a:cubicBezTo>
                      <a:cubicBezTo>
                        <a:pt x="144" y="230"/>
                        <a:pt x="144" y="230"/>
                        <a:pt x="144" y="230"/>
                      </a:cubicBezTo>
                      <a:cubicBezTo>
                        <a:pt x="162" y="228"/>
                        <a:pt x="162" y="228"/>
                        <a:pt x="162" y="228"/>
                      </a:cubicBezTo>
                      <a:cubicBezTo>
                        <a:pt x="180" y="226"/>
                        <a:pt x="180" y="226"/>
                        <a:pt x="180" y="226"/>
                      </a:cubicBezTo>
                      <a:cubicBezTo>
                        <a:pt x="198" y="224"/>
                        <a:pt x="198" y="224"/>
                        <a:pt x="198" y="224"/>
                      </a:cubicBezTo>
                      <a:cubicBezTo>
                        <a:pt x="216" y="222"/>
                        <a:pt x="216" y="222"/>
                        <a:pt x="216" y="222"/>
                      </a:cubicBezTo>
                      <a:cubicBezTo>
                        <a:pt x="234" y="219"/>
                        <a:pt x="234" y="219"/>
                        <a:pt x="234" y="219"/>
                      </a:cubicBezTo>
                      <a:cubicBezTo>
                        <a:pt x="252" y="217"/>
                        <a:pt x="252" y="217"/>
                        <a:pt x="252" y="217"/>
                      </a:cubicBezTo>
                      <a:cubicBezTo>
                        <a:pt x="270" y="214"/>
                        <a:pt x="270" y="214"/>
                        <a:pt x="270" y="214"/>
                      </a:cubicBezTo>
                      <a:cubicBezTo>
                        <a:pt x="288" y="211"/>
                        <a:pt x="288" y="211"/>
                        <a:pt x="288" y="211"/>
                      </a:cubicBezTo>
                      <a:cubicBezTo>
                        <a:pt x="306" y="208"/>
                        <a:pt x="306" y="208"/>
                        <a:pt x="306" y="208"/>
                      </a:cubicBezTo>
                      <a:cubicBezTo>
                        <a:pt x="324" y="204"/>
                        <a:pt x="324" y="204"/>
                        <a:pt x="324" y="204"/>
                      </a:cubicBezTo>
                      <a:cubicBezTo>
                        <a:pt x="342" y="201"/>
                        <a:pt x="342" y="201"/>
                        <a:pt x="342" y="201"/>
                      </a:cubicBezTo>
                      <a:cubicBezTo>
                        <a:pt x="360" y="197"/>
                        <a:pt x="360" y="197"/>
                        <a:pt x="360" y="197"/>
                      </a:cubicBezTo>
                      <a:cubicBezTo>
                        <a:pt x="378" y="194"/>
                        <a:pt x="378" y="194"/>
                        <a:pt x="378" y="194"/>
                      </a:cubicBezTo>
                      <a:cubicBezTo>
                        <a:pt x="396" y="190"/>
                        <a:pt x="396" y="190"/>
                        <a:pt x="396" y="190"/>
                      </a:cubicBezTo>
                      <a:cubicBezTo>
                        <a:pt x="414" y="186"/>
                        <a:pt x="414" y="186"/>
                        <a:pt x="414" y="186"/>
                      </a:cubicBezTo>
                      <a:cubicBezTo>
                        <a:pt x="432" y="182"/>
                        <a:pt x="432" y="182"/>
                        <a:pt x="432" y="182"/>
                      </a:cubicBezTo>
                      <a:cubicBezTo>
                        <a:pt x="450" y="178"/>
                        <a:pt x="450" y="178"/>
                        <a:pt x="450" y="178"/>
                      </a:cubicBezTo>
                      <a:cubicBezTo>
                        <a:pt x="468" y="174"/>
                        <a:pt x="468" y="174"/>
                        <a:pt x="468" y="174"/>
                      </a:cubicBezTo>
                      <a:cubicBezTo>
                        <a:pt x="486" y="170"/>
                        <a:pt x="486" y="170"/>
                        <a:pt x="486" y="170"/>
                      </a:cubicBezTo>
                      <a:cubicBezTo>
                        <a:pt x="504" y="165"/>
                        <a:pt x="504" y="165"/>
                        <a:pt x="504" y="165"/>
                      </a:cubicBezTo>
                      <a:cubicBezTo>
                        <a:pt x="522" y="161"/>
                        <a:pt x="522" y="161"/>
                        <a:pt x="522" y="161"/>
                      </a:cubicBezTo>
                      <a:cubicBezTo>
                        <a:pt x="540" y="157"/>
                        <a:pt x="540" y="157"/>
                        <a:pt x="540" y="157"/>
                      </a:cubicBezTo>
                      <a:cubicBezTo>
                        <a:pt x="558" y="153"/>
                        <a:pt x="558" y="153"/>
                        <a:pt x="558" y="153"/>
                      </a:cubicBezTo>
                      <a:cubicBezTo>
                        <a:pt x="576" y="148"/>
                        <a:pt x="576" y="148"/>
                        <a:pt x="576" y="148"/>
                      </a:cubicBezTo>
                      <a:cubicBezTo>
                        <a:pt x="594" y="144"/>
                        <a:pt x="594" y="144"/>
                        <a:pt x="594" y="144"/>
                      </a:cubicBezTo>
                      <a:cubicBezTo>
                        <a:pt x="612" y="140"/>
                        <a:pt x="612" y="140"/>
                        <a:pt x="612" y="140"/>
                      </a:cubicBezTo>
                      <a:cubicBezTo>
                        <a:pt x="630" y="135"/>
                        <a:pt x="630" y="135"/>
                        <a:pt x="630" y="135"/>
                      </a:cubicBezTo>
                      <a:cubicBezTo>
                        <a:pt x="648" y="131"/>
                        <a:pt x="648" y="131"/>
                        <a:pt x="648" y="131"/>
                      </a:cubicBezTo>
                      <a:cubicBezTo>
                        <a:pt x="666" y="126"/>
                        <a:pt x="666" y="126"/>
                        <a:pt x="666" y="126"/>
                      </a:cubicBezTo>
                      <a:cubicBezTo>
                        <a:pt x="684" y="122"/>
                        <a:pt x="684" y="122"/>
                        <a:pt x="684" y="122"/>
                      </a:cubicBezTo>
                      <a:cubicBezTo>
                        <a:pt x="702" y="118"/>
                        <a:pt x="702" y="118"/>
                        <a:pt x="702" y="118"/>
                      </a:cubicBezTo>
                      <a:cubicBezTo>
                        <a:pt x="720" y="114"/>
                        <a:pt x="720" y="114"/>
                        <a:pt x="720" y="114"/>
                      </a:cubicBezTo>
                      <a:cubicBezTo>
                        <a:pt x="738" y="110"/>
                        <a:pt x="738" y="110"/>
                        <a:pt x="738" y="110"/>
                      </a:cubicBezTo>
                      <a:cubicBezTo>
                        <a:pt x="756" y="105"/>
                        <a:pt x="756" y="105"/>
                        <a:pt x="756" y="105"/>
                      </a:cubicBezTo>
                      <a:cubicBezTo>
                        <a:pt x="774" y="101"/>
                        <a:pt x="774" y="101"/>
                        <a:pt x="774" y="101"/>
                      </a:cubicBezTo>
                      <a:cubicBezTo>
                        <a:pt x="792" y="97"/>
                        <a:pt x="792" y="97"/>
                        <a:pt x="792" y="97"/>
                      </a:cubicBezTo>
                      <a:cubicBezTo>
                        <a:pt x="810" y="93"/>
                        <a:pt x="810" y="93"/>
                        <a:pt x="810" y="93"/>
                      </a:cubicBezTo>
                      <a:cubicBezTo>
                        <a:pt x="828" y="90"/>
                        <a:pt x="828" y="90"/>
                        <a:pt x="828" y="90"/>
                      </a:cubicBezTo>
                      <a:cubicBezTo>
                        <a:pt x="846" y="86"/>
                        <a:pt x="846" y="86"/>
                        <a:pt x="846" y="86"/>
                      </a:cubicBezTo>
                      <a:cubicBezTo>
                        <a:pt x="864" y="82"/>
                        <a:pt x="864" y="82"/>
                        <a:pt x="864" y="82"/>
                      </a:cubicBezTo>
                      <a:cubicBezTo>
                        <a:pt x="882" y="78"/>
                        <a:pt x="882" y="78"/>
                        <a:pt x="882" y="78"/>
                      </a:cubicBezTo>
                      <a:cubicBezTo>
                        <a:pt x="900" y="75"/>
                        <a:pt x="900" y="75"/>
                        <a:pt x="900" y="75"/>
                      </a:cubicBezTo>
                      <a:cubicBezTo>
                        <a:pt x="918" y="71"/>
                        <a:pt x="918" y="71"/>
                        <a:pt x="918" y="71"/>
                      </a:cubicBezTo>
                      <a:cubicBezTo>
                        <a:pt x="936" y="68"/>
                        <a:pt x="936" y="68"/>
                        <a:pt x="936" y="68"/>
                      </a:cubicBezTo>
                      <a:cubicBezTo>
                        <a:pt x="954" y="65"/>
                        <a:pt x="954" y="65"/>
                        <a:pt x="954" y="65"/>
                      </a:cubicBezTo>
                      <a:cubicBezTo>
                        <a:pt x="972" y="62"/>
                        <a:pt x="972" y="62"/>
                        <a:pt x="972" y="62"/>
                      </a:cubicBezTo>
                      <a:cubicBezTo>
                        <a:pt x="990" y="58"/>
                        <a:pt x="990" y="58"/>
                        <a:pt x="990" y="58"/>
                      </a:cubicBezTo>
                      <a:cubicBezTo>
                        <a:pt x="1008" y="55"/>
                        <a:pt x="1008" y="55"/>
                        <a:pt x="1008" y="55"/>
                      </a:cubicBezTo>
                      <a:cubicBezTo>
                        <a:pt x="1026" y="53"/>
                        <a:pt x="1026" y="53"/>
                        <a:pt x="1026" y="53"/>
                      </a:cubicBezTo>
                      <a:cubicBezTo>
                        <a:pt x="1044" y="50"/>
                        <a:pt x="1044" y="50"/>
                        <a:pt x="1044" y="50"/>
                      </a:cubicBezTo>
                      <a:cubicBezTo>
                        <a:pt x="1062" y="47"/>
                        <a:pt x="1062" y="47"/>
                        <a:pt x="1062" y="47"/>
                      </a:cubicBezTo>
                      <a:cubicBezTo>
                        <a:pt x="1080" y="44"/>
                        <a:pt x="1080" y="44"/>
                        <a:pt x="1080" y="44"/>
                      </a:cubicBezTo>
                      <a:cubicBezTo>
                        <a:pt x="1098" y="42"/>
                        <a:pt x="1098" y="42"/>
                        <a:pt x="1098" y="42"/>
                      </a:cubicBezTo>
                      <a:cubicBezTo>
                        <a:pt x="1116" y="40"/>
                        <a:pt x="1116" y="40"/>
                        <a:pt x="1116" y="40"/>
                      </a:cubicBezTo>
                      <a:cubicBezTo>
                        <a:pt x="1134" y="37"/>
                        <a:pt x="1134" y="37"/>
                        <a:pt x="1134" y="37"/>
                      </a:cubicBezTo>
                      <a:cubicBezTo>
                        <a:pt x="1152" y="35"/>
                        <a:pt x="1152" y="35"/>
                        <a:pt x="1152" y="35"/>
                      </a:cubicBezTo>
                      <a:cubicBezTo>
                        <a:pt x="1170" y="33"/>
                        <a:pt x="1170" y="33"/>
                        <a:pt x="1170" y="33"/>
                      </a:cubicBezTo>
                      <a:cubicBezTo>
                        <a:pt x="1188" y="31"/>
                        <a:pt x="1188" y="31"/>
                        <a:pt x="1188" y="31"/>
                      </a:cubicBezTo>
                      <a:cubicBezTo>
                        <a:pt x="1206" y="29"/>
                        <a:pt x="1206" y="29"/>
                        <a:pt x="1206" y="29"/>
                      </a:cubicBezTo>
                      <a:cubicBezTo>
                        <a:pt x="1224" y="27"/>
                        <a:pt x="1224" y="27"/>
                        <a:pt x="1224" y="27"/>
                      </a:cubicBezTo>
                      <a:cubicBezTo>
                        <a:pt x="1242" y="25"/>
                        <a:pt x="1242" y="25"/>
                        <a:pt x="1242" y="25"/>
                      </a:cubicBezTo>
                      <a:cubicBezTo>
                        <a:pt x="1260" y="23"/>
                        <a:pt x="1260" y="23"/>
                        <a:pt x="1260" y="23"/>
                      </a:cubicBezTo>
                      <a:cubicBezTo>
                        <a:pt x="1278" y="22"/>
                        <a:pt x="1278" y="22"/>
                        <a:pt x="1278" y="22"/>
                      </a:cubicBezTo>
                      <a:cubicBezTo>
                        <a:pt x="1296" y="20"/>
                        <a:pt x="1296" y="20"/>
                        <a:pt x="1296" y="20"/>
                      </a:cubicBezTo>
                      <a:cubicBezTo>
                        <a:pt x="1314" y="19"/>
                        <a:pt x="1314" y="19"/>
                        <a:pt x="1314" y="19"/>
                      </a:cubicBezTo>
                      <a:cubicBezTo>
                        <a:pt x="1332" y="17"/>
                        <a:pt x="1332" y="17"/>
                        <a:pt x="1332" y="17"/>
                      </a:cubicBezTo>
                      <a:cubicBezTo>
                        <a:pt x="1350" y="16"/>
                        <a:pt x="1350" y="16"/>
                        <a:pt x="1350" y="16"/>
                      </a:cubicBezTo>
                      <a:cubicBezTo>
                        <a:pt x="1368" y="15"/>
                        <a:pt x="1368" y="15"/>
                        <a:pt x="1368" y="15"/>
                      </a:cubicBezTo>
                      <a:cubicBezTo>
                        <a:pt x="1386" y="14"/>
                        <a:pt x="1386" y="14"/>
                        <a:pt x="1386" y="14"/>
                      </a:cubicBezTo>
                      <a:cubicBezTo>
                        <a:pt x="1404" y="13"/>
                        <a:pt x="1404" y="13"/>
                        <a:pt x="1404" y="13"/>
                      </a:cubicBezTo>
                      <a:cubicBezTo>
                        <a:pt x="1422" y="11"/>
                        <a:pt x="1422" y="11"/>
                        <a:pt x="1422" y="11"/>
                      </a:cubicBezTo>
                      <a:cubicBezTo>
                        <a:pt x="1440" y="10"/>
                        <a:pt x="1440" y="10"/>
                        <a:pt x="1440" y="10"/>
                      </a:cubicBezTo>
                      <a:cubicBezTo>
                        <a:pt x="1458" y="10"/>
                        <a:pt x="1458" y="10"/>
                        <a:pt x="1458" y="10"/>
                      </a:cubicBezTo>
                      <a:cubicBezTo>
                        <a:pt x="1476" y="9"/>
                        <a:pt x="1476" y="9"/>
                        <a:pt x="1476" y="9"/>
                      </a:cubicBezTo>
                      <a:cubicBezTo>
                        <a:pt x="1494" y="8"/>
                        <a:pt x="1494" y="8"/>
                        <a:pt x="1494" y="8"/>
                      </a:cubicBezTo>
                      <a:cubicBezTo>
                        <a:pt x="1512" y="7"/>
                        <a:pt x="1512" y="7"/>
                        <a:pt x="1512" y="7"/>
                      </a:cubicBezTo>
                      <a:cubicBezTo>
                        <a:pt x="1530" y="6"/>
                        <a:pt x="1530" y="6"/>
                        <a:pt x="1530" y="6"/>
                      </a:cubicBezTo>
                      <a:cubicBezTo>
                        <a:pt x="1548" y="6"/>
                        <a:pt x="1548" y="6"/>
                        <a:pt x="1548" y="6"/>
                      </a:cubicBezTo>
                      <a:cubicBezTo>
                        <a:pt x="1566" y="5"/>
                        <a:pt x="1566" y="5"/>
                        <a:pt x="1566" y="5"/>
                      </a:cubicBezTo>
                      <a:cubicBezTo>
                        <a:pt x="1584" y="4"/>
                        <a:pt x="1584" y="4"/>
                        <a:pt x="1584" y="4"/>
                      </a:cubicBezTo>
                      <a:cubicBezTo>
                        <a:pt x="1602" y="4"/>
                        <a:pt x="1602" y="4"/>
                        <a:pt x="1602" y="4"/>
                      </a:cubicBezTo>
                      <a:cubicBezTo>
                        <a:pt x="1620" y="3"/>
                        <a:pt x="1620" y="3"/>
                        <a:pt x="1620" y="3"/>
                      </a:cubicBezTo>
                      <a:cubicBezTo>
                        <a:pt x="1638" y="3"/>
                        <a:pt x="1638" y="3"/>
                        <a:pt x="1638" y="3"/>
                      </a:cubicBezTo>
                      <a:cubicBezTo>
                        <a:pt x="1656" y="2"/>
                        <a:pt x="1656" y="2"/>
                        <a:pt x="1656" y="2"/>
                      </a:cubicBezTo>
                      <a:cubicBezTo>
                        <a:pt x="1674" y="2"/>
                        <a:pt x="1674" y="2"/>
                        <a:pt x="1674" y="2"/>
                      </a:cubicBezTo>
                      <a:cubicBezTo>
                        <a:pt x="1692" y="1"/>
                        <a:pt x="1692" y="1"/>
                        <a:pt x="1692" y="1"/>
                      </a:cubicBezTo>
                      <a:cubicBezTo>
                        <a:pt x="1710" y="1"/>
                        <a:pt x="1710" y="1"/>
                        <a:pt x="1710" y="1"/>
                      </a:cubicBezTo>
                      <a:cubicBezTo>
                        <a:pt x="1728" y="1"/>
                        <a:pt x="1728" y="1"/>
                        <a:pt x="1728" y="1"/>
                      </a:cubicBezTo>
                      <a:cubicBezTo>
                        <a:pt x="1746" y="0"/>
                        <a:pt x="1746" y="0"/>
                        <a:pt x="1746" y="0"/>
                      </a:cubicBezTo>
                      <a:cubicBezTo>
                        <a:pt x="1764" y="0"/>
                        <a:pt x="1764" y="0"/>
                        <a:pt x="1764" y="0"/>
                      </a:cubicBezTo>
                      <a:cubicBezTo>
                        <a:pt x="1782" y="0"/>
                        <a:pt x="1782" y="0"/>
                        <a:pt x="1782" y="0"/>
                      </a:cubicBezTo>
                      <a:cubicBezTo>
                        <a:pt x="1800" y="0"/>
                        <a:pt x="1800" y="0"/>
                        <a:pt x="1800" y="0"/>
                      </a:cubicBezTo>
                    </a:path>
                  </a:pathLst>
                </a:custGeom>
                <a:noFill/>
                <a:ln w="25400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06512" name="Group 75"/>
              <p:cNvGrpSpPr>
                <a:grpSpLocks/>
              </p:cNvGrpSpPr>
              <p:nvPr/>
            </p:nvGrpSpPr>
            <p:grpSpPr bwMode="auto">
              <a:xfrm>
                <a:off x="2480" y="2364"/>
                <a:ext cx="1546" cy="746"/>
                <a:chOff x="1587" y="2364"/>
                <a:chExt cx="1546" cy="746"/>
              </a:xfrm>
            </p:grpSpPr>
            <p:sp>
              <p:nvSpPr>
                <p:cNvPr id="106513" name="Freeform 76"/>
                <p:cNvSpPr>
                  <a:spLocks noChangeArrowheads="1"/>
                </p:cNvSpPr>
                <p:nvPr/>
              </p:nvSpPr>
              <p:spPr bwMode="auto">
                <a:xfrm flipV="1">
                  <a:off x="2360" y="2365"/>
                  <a:ext cx="773" cy="745"/>
                </a:xfrm>
                <a:custGeom>
                  <a:avLst/>
                  <a:gdLst>
                    <a:gd name="T0" fmla="*/ 18 w 1800"/>
                    <a:gd name="T1" fmla="*/ 237 h 237"/>
                    <a:gd name="T2" fmla="*/ 54 w 1800"/>
                    <a:gd name="T3" fmla="*/ 236 h 237"/>
                    <a:gd name="T4" fmla="*/ 90 w 1800"/>
                    <a:gd name="T5" fmla="*/ 234 h 237"/>
                    <a:gd name="T6" fmla="*/ 126 w 1800"/>
                    <a:gd name="T7" fmla="*/ 232 h 237"/>
                    <a:gd name="T8" fmla="*/ 162 w 1800"/>
                    <a:gd name="T9" fmla="*/ 228 h 237"/>
                    <a:gd name="T10" fmla="*/ 198 w 1800"/>
                    <a:gd name="T11" fmla="*/ 224 h 237"/>
                    <a:gd name="T12" fmla="*/ 234 w 1800"/>
                    <a:gd name="T13" fmla="*/ 219 h 237"/>
                    <a:gd name="T14" fmla="*/ 270 w 1800"/>
                    <a:gd name="T15" fmla="*/ 214 h 237"/>
                    <a:gd name="T16" fmla="*/ 306 w 1800"/>
                    <a:gd name="T17" fmla="*/ 208 h 237"/>
                    <a:gd name="T18" fmla="*/ 342 w 1800"/>
                    <a:gd name="T19" fmla="*/ 201 h 237"/>
                    <a:gd name="T20" fmla="*/ 378 w 1800"/>
                    <a:gd name="T21" fmla="*/ 194 h 237"/>
                    <a:gd name="T22" fmla="*/ 414 w 1800"/>
                    <a:gd name="T23" fmla="*/ 186 h 237"/>
                    <a:gd name="T24" fmla="*/ 450 w 1800"/>
                    <a:gd name="T25" fmla="*/ 178 h 237"/>
                    <a:gd name="T26" fmla="*/ 486 w 1800"/>
                    <a:gd name="T27" fmla="*/ 170 h 237"/>
                    <a:gd name="T28" fmla="*/ 522 w 1800"/>
                    <a:gd name="T29" fmla="*/ 161 h 237"/>
                    <a:gd name="T30" fmla="*/ 558 w 1800"/>
                    <a:gd name="T31" fmla="*/ 153 h 237"/>
                    <a:gd name="T32" fmla="*/ 594 w 1800"/>
                    <a:gd name="T33" fmla="*/ 144 h 237"/>
                    <a:gd name="T34" fmla="*/ 630 w 1800"/>
                    <a:gd name="T35" fmla="*/ 135 h 237"/>
                    <a:gd name="T36" fmla="*/ 666 w 1800"/>
                    <a:gd name="T37" fmla="*/ 126 h 237"/>
                    <a:gd name="T38" fmla="*/ 702 w 1800"/>
                    <a:gd name="T39" fmla="*/ 118 h 237"/>
                    <a:gd name="T40" fmla="*/ 738 w 1800"/>
                    <a:gd name="T41" fmla="*/ 110 h 237"/>
                    <a:gd name="T42" fmla="*/ 774 w 1800"/>
                    <a:gd name="T43" fmla="*/ 101 h 237"/>
                    <a:gd name="T44" fmla="*/ 810 w 1800"/>
                    <a:gd name="T45" fmla="*/ 93 h 237"/>
                    <a:gd name="T46" fmla="*/ 846 w 1800"/>
                    <a:gd name="T47" fmla="*/ 86 h 237"/>
                    <a:gd name="T48" fmla="*/ 882 w 1800"/>
                    <a:gd name="T49" fmla="*/ 78 h 237"/>
                    <a:gd name="T50" fmla="*/ 918 w 1800"/>
                    <a:gd name="T51" fmla="*/ 71 h 237"/>
                    <a:gd name="T52" fmla="*/ 954 w 1800"/>
                    <a:gd name="T53" fmla="*/ 65 h 237"/>
                    <a:gd name="T54" fmla="*/ 990 w 1800"/>
                    <a:gd name="T55" fmla="*/ 58 h 237"/>
                    <a:gd name="T56" fmla="*/ 1026 w 1800"/>
                    <a:gd name="T57" fmla="*/ 53 h 237"/>
                    <a:gd name="T58" fmla="*/ 1062 w 1800"/>
                    <a:gd name="T59" fmla="*/ 47 h 237"/>
                    <a:gd name="T60" fmla="*/ 1098 w 1800"/>
                    <a:gd name="T61" fmla="*/ 42 h 237"/>
                    <a:gd name="T62" fmla="*/ 1134 w 1800"/>
                    <a:gd name="T63" fmla="*/ 37 h 237"/>
                    <a:gd name="T64" fmla="*/ 1170 w 1800"/>
                    <a:gd name="T65" fmla="*/ 33 h 237"/>
                    <a:gd name="T66" fmla="*/ 1206 w 1800"/>
                    <a:gd name="T67" fmla="*/ 29 h 237"/>
                    <a:gd name="T68" fmla="*/ 1242 w 1800"/>
                    <a:gd name="T69" fmla="*/ 25 h 237"/>
                    <a:gd name="T70" fmla="*/ 1278 w 1800"/>
                    <a:gd name="T71" fmla="*/ 22 h 237"/>
                    <a:gd name="T72" fmla="*/ 1314 w 1800"/>
                    <a:gd name="T73" fmla="*/ 19 h 237"/>
                    <a:gd name="T74" fmla="*/ 1350 w 1800"/>
                    <a:gd name="T75" fmla="*/ 16 h 237"/>
                    <a:gd name="T76" fmla="*/ 1386 w 1800"/>
                    <a:gd name="T77" fmla="*/ 14 h 237"/>
                    <a:gd name="T78" fmla="*/ 1422 w 1800"/>
                    <a:gd name="T79" fmla="*/ 11 h 237"/>
                    <a:gd name="T80" fmla="*/ 1458 w 1800"/>
                    <a:gd name="T81" fmla="*/ 10 h 237"/>
                    <a:gd name="T82" fmla="*/ 1494 w 1800"/>
                    <a:gd name="T83" fmla="*/ 8 h 237"/>
                    <a:gd name="T84" fmla="*/ 1530 w 1800"/>
                    <a:gd name="T85" fmla="*/ 6 h 237"/>
                    <a:gd name="T86" fmla="*/ 1566 w 1800"/>
                    <a:gd name="T87" fmla="*/ 5 h 237"/>
                    <a:gd name="T88" fmla="*/ 1602 w 1800"/>
                    <a:gd name="T89" fmla="*/ 4 h 237"/>
                    <a:gd name="T90" fmla="*/ 1638 w 1800"/>
                    <a:gd name="T91" fmla="*/ 3 h 237"/>
                    <a:gd name="T92" fmla="*/ 1674 w 1800"/>
                    <a:gd name="T93" fmla="*/ 2 h 237"/>
                    <a:gd name="T94" fmla="*/ 1710 w 1800"/>
                    <a:gd name="T95" fmla="*/ 1 h 237"/>
                    <a:gd name="T96" fmla="*/ 1746 w 1800"/>
                    <a:gd name="T97" fmla="*/ 0 h 237"/>
                    <a:gd name="T98" fmla="*/ 1782 w 1800"/>
                    <a:gd name="T99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800" h="237">
                      <a:moveTo>
                        <a:pt x="0" y="237"/>
                      </a:moveTo>
                      <a:cubicBezTo>
                        <a:pt x="18" y="237"/>
                        <a:pt x="18" y="237"/>
                        <a:pt x="18" y="237"/>
                      </a:cubicBezTo>
                      <a:cubicBezTo>
                        <a:pt x="36" y="236"/>
                        <a:pt x="36" y="236"/>
                        <a:pt x="36" y="236"/>
                      </a:cubicBezTo>
                      <a:cubicBezTo>
                        <a:pt x="54" y="236"/>
                        <a:pt x="54" y="236"/>
                        <a:pt x="54" y="236"/>
                      </a:cubicBezTo>
                      <a:cubicBezTo>
                        <a:pt x="72" y="235"/>
                        <a:pt x="72" y="235"/>
                        <a:pt x="72" y="235"/>
                      </a:cubicBezTo>
                      <a:cubicBezTo>
                        <a:pt x="90" y="234"/>
                        <a:pt x="90" y="234"/>
                        <a:pt x="90" y="234"/>
                      </a:cubicBezTo>
                      <a:cubicBezTo>
                        <a:pt x="108" y="233"/>
                        <a:pt x="108" y="233"/>
                        <a:pt x="108" y="233"/>
                      </a:cubicBezTo>
                      <a:cubicBezTo>
                        <a:pt x="126" y="232"/>
                        <a:pt x="126" y="232"/>
                        <a:pt x="126" y="232"/>
                      </a:cubicBezTo>
                      <a:cubicBezTo>
                        <a:pt x="144" y="230"/>
                        <a:pt x="144" y="230"/>
                        <a:pt x="144" y="230"/>
                      </a:cubicBezTo>
                      <a:cubicBezTo>
                        <a:pt x="162" y="228"/>
                        <a:pt x="162" y="228"/>
                        <a:pt x="162" y="228"/>
                      </a:cubicBezTo>
                      <a:cubicBezTo>
                        <a:pt x="180" y="226"/>
                        <a:pt x="180" y="226"/>
                        <a:pt x="180" y="226"/>
                      </a:cubicBezTo>
                      <a:cubicBezTo>
                        <a:pt x="198" y="224"/>
                        <a:pt x="198" y="224"/>
                        <a:pt x="198" y="224"/>
                      </a:cubicBezTo>
                      <a:cubicBezTo>
                        <a:pt x="216" y="222"/>
                        <a:pt x="216" y="222"/>
                        <a:pt x="216" y="222"/>
                      </a:cubicBezTo>
                      <a:cubicBezTo>
                        <a:pt x="234" y="219"/>
                        <a:pt x="234" y="219"/>
                        <a:pt x="234" y="219"/>
                      </a:cubicBezTo>
                      <a:cubicBezTo>
                        <a:pt x="252" y="217"/>
                        <a:pt x="252" y="217"/>
                        <a:pt x="252" y="217"/>
                      </a:cubicBezTo>
                      <a:cubicBezTo>
                        <a:pt x="270" y="214"/>
                        <a:pt x="270" y="214"/>
                        <a:pt x="270" y="214"/>
                      </a:cubicBezTo>
                      <a:cubicBezTo>
                        <a:pt x="288" y="211"/>
                        <a:pt x="288" y="211"/>
                        <a:pt x="288" y="211"/>
                      </a:cubicBezTo>
                      <a:cubicBezTo>
                        <a:pt x="306" y="208"/>
                        <a:pt x="306" y="208"/>
                        <a:pt x="306" y="208"/>
                      </a:cubicBezTo>
                      <a:cubicBezTo>
                        <a:pt x="324" y="204"/>
                        <a:pt x="324" y="204"/>
                        <a:pt x="324" y="204"/>
                      </a:cubicBezTo>
                      <a:cubicBezTo>
                        <a:pt x="342" y="201"/>
                        <a:pt x="342" y="201"/>
                        <a:pt x="342" y="201"/>
                      </a:cubicBezTo>
                      <a:cubicBezTo>
                        <a:pt x="360" y="197"/>
                        <a:pt x="360" y="197"/>
                        <a:pt x="360" y="197"/>
                      </a:cubicBezTo>
                      <a:cubicBezTo>
                        <a:pt x="378" y="194"/>
                        <a:pt x="378" y="194"/>
                        <a:pt x="378" y="194"/>
                      </a:cubicBezTo>
                      <a:cubicBezTo>
                        <a:pt x="396" y="190"/>
                        <a:pt x="396" y="190"/>
                        <a:pt x="396" y="190"/>
                      </a:cubicBezTo>
                      <a:cubicBezTo>
                        <a:pt x="414" y="186"/>
                        <a:pt x="414" y="186"/>
                        <a:pt x="414" y="186"/>
                      </a:cubicBezTo>
                      <a:cubicBezTo>
                        <a:pt x="432" y="182"/>
                        <a:pt x="432" y="182"/>
                        <a:pt x="432" y="182"/>
                      </a:cubicBezTo>
                      <a:cubicBezTo>
                        <a:pt x="450" y="178"/>
                        <a:pt x="450" y="178"/>
                        <a:pt x="450" y="178"/>
                      </a:cubicBezTo>
                      <a:cubicBezTo>
                        <a:pt x="468" y="174"/>
                        <a:pt x="468" y="174"/>
                        <a:pt x="468" y="174"/>
                      </a:cubicBezTo>
                      <a:cubicBezTo>
                        <a:pt x="486" y="170"/>
                        <a:pt x="486" y="170"/>
                        <a:pt x="486" y="170"/>
                      </a:cubicBezTo>
                      <a:cubicBezTo>
                        <a:pt x="504" y="165"/>
                        <a:pt x="504" y="165"/>
                        <a:pt x="504" y="165"/>
                      </a:cubicBezTo>
                      <a:cubicBezTo>
                        <a:pt x="522" y="161"/>
                        <a:pt x="522" y="161"/>
                        <a:pt x="522" y="161"/>
                      </a:cubicBezTo>
                      <a:cubicBezTo>
                        <a:pt x="540" y="157"/>
                        <a:pt x="540" y="157"/>
                        <a:pt x="540" y="157"/>
                      </a:cubicBezTo>
                      <a:cubicBezTo>
                        <a:pt x="558" y="153"/>
                        <a:pt x="558" y="153"/>
                        <a:pt x="558" y="153"/>
                      </a:cubicBezTo>
                      <a:cubicBezTo>
                        <a:pt x="576" y="148"/>
                        <a:pt x="576" y="148"/>
                        <a:pt x="576" y="148"/>
                      </a:cubicBezTo>
                      <a:cubicBezTo>
                        <a:pt x="594" y="144"/>
                        <a:pt x="594" y="144"/>
                        <a:pt x="594" y="144"/>
                      </a:cubicBezTo>
                      <a:cubicBezTo>
                        <a:pt x="612" y="140"/>
                        <a:pt x="612" y="140"/>
                        <a:pt x="612" y="140"/>
                      </a:cubicBezTo>
                      <a:cubicBezTo>
                        <a:pt x="630" y="135"/>
                        <a:pt x="630" y="135"/>
                        <a:pt x="630" y="135"/>
                      </a:cubicBezTo>
                      <a:cubicBezTo>
                        <a:pt x="648" y="131"/>
                        <a:pt x="648" y="131"/>
                        <a:pt x="648" y="131"/>
                      </a:cubicBezTo>
                      <a:cubicBezTo>
                        <a:pt x="666" y="126"/>
                        <a:pt x="666" y="126"/>
                        <a:pt x="666" y="126"/>
                      </a:cubicBezTo>
                      <a:cubicBezTo>
                        <a:pt x="684" y="122"/>
                        <a:pt x="684" y="122"/>
                        <a:pt x="684" y="122"/>
                      </a:cubicBezTo>
                      <a:cubicBezTo>
                        <a:pt x="702" y="118"/>
                        <a:pt x="702" y="118"/>
                        <a:pt x="702" y="118"/>
                      </a:cubicBezTo>
                      <a:cubicBezTo>
                        <a:pt x="720" y="114"/>
                        <a:pt x="720" y="114"/>
                        <a:pt x="720" y="114"/>
                      </a:cubicBezTo>
                      <a:cubicBezTo>
                        <a:pt x="738" y="110"/>
                        <a:pt x="738" y="110"/>
                        <a:pt x="738" y="110"/>
                      </a:cubicBezTo>
                      <a:cubicBezTo>
                        <a:pt x="756" y="105"/>
                        <a:pt x="756" y="105"/>
                        <a:pt x="756" y="105"/>
                      </a:cubicBezTo>
                      <a:cubicBezTo>
                        <a:pt x="774" y="101"/>
                        <a:pt x="774" y="101"/>
                        <a:pt x="774" y="101"/>
                      </a:cubicBezTo>
                      <a:cubicBezTo>
                        <a:pt x="792" y="97"/>
                        <a:pt x="792" y="97"/>
                        <a:pt x="792" y="97"/>
                      </a:cubicBezTo>
                      <a:cubicBezTo>
                        <a:pt x="810" y="93"/>
                        <a:pt x="810" y="93"/>
                        <a:pt x="810" y="93"/>
                      </a:cubicBezTo>
                      <a:cubicBezTo>
                        <a:pt x="828" y="90"/>
                        <a:pt x="828" y="90"/>
                        <a:pt x="828" y="90"/>
                      </a:cubicBezTo>
                      <a:cubicBezTo>
                        <a:pt x="846" y="86"/>
                        <a:pt x="846" y="86"/>
                        <a:pt x="846" y="86"/>
                      </a:cubicBezTo>
                      <a:cubicBezTo>
                        <a:pt x="864" y="82"/>
                        <a:pt x="864" y="82"/>
                        <a:pt x="864" y="82"/>
                      </a:cubicBezTo>
                      <a:cubicBezTo>
                        <a:pt x="882" y="78"/>
                        <a:pt x="882" y="78"/>
                        <a:pt x="882" y="78"/>
                      </a:cubicBezTo>
                      <a:cubicBezTo>
                        <a:pt x="900" y="75"/>
                        <a:pt x="900" y="75"/>
                        <a:pt x="900" y="75"/>
                      </a:cubicBezTo>
                      <a:cubicBezTo>
                        <a:pt x="918" y="71"/>
                        <a:pt x="918" y="71"/>
                        <a:pt x="918" y="71"/>
                      </a:cubicBezTo>
                      <a:cubicBezTo>
                        <a:pt x="936" y="68"/>
                        <a:pt x="936" y="68"/>
                        <a:pt x="936" y="68"/>
                      </a:cubicBezTo>
                      <a:cubicBezTo>
                        <a:pt x="954" y="65"/>
                        <a:pt x="954" y="65"/>
                        <a:pt x="954" y="65"/>
                      </a:cubicBezTo>
                      <a:cubicBezTo>
                        <a:pt x="972" y="62"/>
                        <a:pt x="972" y="62"/>
                        <a:pt x="972" y="62"/>
                      </a:cubicBezTo>
                      <a:cubicBezTo>
                        <a:pt x="990" y="58"/>
                        <a:pt x="990" y="58"/>
                        <a:pt x="990" y="58"/>
                      </a:cubicBezTo>
                      <a:cubicBezTo>
                        <a:pt x="1008" y="55"/>
                        <a:pt x="1008" y="55"/>
                        <a:pt x="1008" y="55"/>
                      </a:cubicBezTo>
                      <a:cubicBezTo>
                        <a:pt x="1026" y="53"/>
                        <a:pt x="1026" y="53"/>
                        <a:pt x="1026" y="53"/>
                      </a:cubicBezTo>
                      <a:cubicBezTo>
                        <a:pt x="1044" y="50"/>
                        <a:pt x="1044" y="50"/>
                        <a:pt x="1044" y="50"/>
                      </a:cubicBezTo>
                      <a:cubicBezTo>
                        <a:pt x="1062" y="47"/>
                        <a:pt x="1062" y="47"/>
                        <a:pt x="1062" y="47"/>
                      </a:cubicBezTo>
                      <a:cubicBezTo>
                        <a:pt x="1080" y="44"/>
                        <a:pt x="1080" y="44"/>
                        <a:pt x="1080" y="44"/>
                      </a:cubicBezTo>
                      <a:cubicBezTo>
                        <a:pt x="1098" y="42"/>
                        <a:pt x="1098" y="42"/>
                        <a:pt x="1098" y="42"/>
                      </a:cubicBezTo>
                      <a:cubicBezTo>
                        <a:pt x="1116" y="40"/>
                        <a:pt x="1116" y="40"/>
                        <a:pt x="1116" y="40"/>
                      </a:cubicBezTo>
                      <a:cubicBezTo>
                        <a:pt x="1134" y="37"/>
                        <a:pt x="1134" y="37"/>
                        <a:pt x="1134" y="37"/>
                      </a:cubicBezTo>
                      <a:cubicBezTo>
                        <a:pt x="1152" y="35"/>
                        <a:pt x="1152" y="35"/>
                        <a:pt x="1152" y="35"/>
                      </a:cubicBezTo>
                      <a:cubicBezTo>
                        <a:pt x="1170" y="33"/>
                        <a:pt x="1170" y="33"/>
                        <a:pt x="1170" y="33"/>
                      </a:cubicBezTo>
                      <a:cubicBezTo>
                        <a:pt x="1188" y="31"/>
                        <a:pt x="1188" y="31"/>
                        <a:pt x="1188" y="31"/>
                      </a:cubicBezTo>
                      <a:cubicBezTo>
                        <a:pt x="1206" y="29"/>
                        <a:pt x="1206" y="29"/>
                        <a:pt x="1206" y="29"/>
                      </a:cubicBezTo>
                      <a:cubicBezTo>
                        <a:pt x="1224" y="27"/>
                        <a:pt x="1224" y="27"/>
                        <a:pt x="1224" y="27"/>
                      </a:cubicBezTo>
                      <a:cubicBezTo>
                        <a:pt x="1242" y="25"/>
                        <a:pt x="1242" y="25"/>
                        <a:pt x="1242" y="25"/>
                      </a:cubicBezTo>
                      <a:cubicBezTo>
                        <a:pt x="1260" y="23"/>
                        <a:pt x="1260" y="23"/>
                        <a:pt x="1260" y="23"/>
                      </a:cubicBezTo>
                      <a:cubicBezTo>
                        <a:pt x="1278" y="22"/>
                        <a:pt x="1278" y="22"/>
                        <a:pt x="1278" y="22"/>
                      </a:cubicBezTo>
                      <a:cubicBezTo>
                        <a:pt x="1296" y="20"/>
                        <a:pt x="1296" y="20"/>
                        <a:pt x="1296" y="20"/>
                      </a:cubicBezTo>
                      <a:cubicBezTo>
                        <a:pt x="1314" y="19"/>
                        <a:pt x="1314" y="19"/>
                        <a:pt x="1314" y="19"/>
                      </a:cubicBezTo>
                      <a:cubicBezTo>
                        <a:pt x="1332" y="17"/>
                        <a:pt x="1332" y="17"/>
                        <a:pt x="1332" y="17"/>
                      </a:cubicBezTo>
                      <a:cubicBezTo>
                        <a:pt x="1350" y="16"/>
                        <a:pt x="1350" y="16"/>
                        <a:pt x="1350" y="16"/>
                      </a:cubicBezTo>
                      <a:cubicBezTo>
                        <a:pt x="1368" y="15"/>
                        <a:pt x="1368" y="15"/>
                        <a:pt x="1368" y="15"/>
                      </a:cubicBezTo>
                      <a:cubicBezTo>
                        <a:pt x="1386" y="14"/>
                        <a:pt x="1386" y="14"/>
                        <a:pt x="1386" y="14"/>
                      </a:cubicBezTo>
                      <a:cubicBezTo>
                        <a:pt x="1404" y="13"/>
                        <a:pt x="1404" y="13"/>
                        <a:pt x="1404" y="13"/>
                      </a:cubicBezTo>
                      <a:cubicBezTo>
                        <a:pt x="1422" y="11"/>
                        <a:pt x="1422" y="11"/>
                        <a:pt x="1422" y="11"/>
                      </a:cubicBezTo>
                      <a:cubicBezTo>
                        <a:pt x="1440" y="10"/>
                        <a:pt x="1440" y="10"/>
                        <a:pt x="1440" y="10"/>
                      </a:cubicBezTo>
                      <a:cubicBezTo>
                        <a:pt x="1458" y="10"/>
                        <a:pt x="1458" y="10"/>
                        <a:pt x="1458" y="10"/>
                      </a:cubicBezTo>
                      <a:cubicBezTo>
                        <a:pt x="1476" y="9"/>
                        <a:pt x="1476" y="9"/>
                        <a:pt x="1476" y="9"/>
                      </a:cubicBezTo>
                      <a:cubicBezTo>
                        <a:pt x="1494" y="8"/>
                        <a:pt x="1494" y="8"/>
                        <a:pt x="1494" y="8"/>
                      </a:cubicBezTo>
                      <a:cubicBezTo>
                        <a:pt x="1512" y="7"/>
                        <a:pt x="1512" y="7"/>
                        <a:pt x="1512" y="7"/>
                      </a:cubicBezTo>
                      <a:cubicBezTo>
                        <a:pt x="1530" y="6"/>
                        <a:pt x="1530" y="6"/>
                        <a:pt x="1530" y="6"/>
                      </a:cubicBezTo>
                      <a:cubicBezTo>
                        <a:pt x="1548" y="6"/>
                        <a:pt x="1548" y="6"/>
                        <a:pt x="1548" y="6"/>
                      </a:cubicBezTo>
                      <a:cubicBezTo>
                        <a:pt x="1566" y="5"/>
                        <a:pt x="1566" y="5"/>
                        <a:pt x="1566" y="5"/>
                      </a:cubicBezTo>
                      <a:cubicBezTo>
                        <a:pt x="1584" y="4"/>
                        <a:pt x="1584" y="4"/>
                        <a:pt x="1584" y="4"/>
                      </a:cubicBezTo>
                      <a:cubicBezTo>
                        <a:pt x="1602" y="4"/>
                        <a:pt x="1602" y="4"/>
                        <a:pt x="1602" y="4"/>
                      </a:cubicBezTo>
                      <a:cubicBezTo>
                        <a:pt x="1620" y="3"/>
                        <a:pt x="1620" y="3"/>
                        <a:pt x="1620" y="3"/>
                      </a:cubicBezTo>
                      <a:cubicBezTo>
                        <a:pt x="1638" y="3"/>
                        <a:pt x="1638" y="3"/>
                        <a:pt x="1638" y="3"/>
                      </a:cubicBezTo>
                      <a:cubicBezTo>
                        <a:pt x="1656" y="2"/>
                        <a:pt x="1656" y="2"/>
                        <a:pt x="1656" y="2"/>
                      </a:cubicBezTo>
                      <a:cubicBezTo>
                        <a:pt x="1674" y="2"/>
                        <a:pt x="1674" y="2"/>
                        <a:pt x="1674" y="2"/>
                      </a:cubicBezTo>
                      <a:cubicBezTo>
                        <a:pt x="1692" y="1"/>
                        <a:pt x="1692" y="1"/>
                        <a:pt x="1692" y="1"/>
                      </a:cubicBezTo>
                      <a:cubicBezTo>
                        <a:pt x="1710" y="1"/>
                        <a:pt x="1710" y="1"/>
                        <a:pt x="1710" y="1"/>
                      </a:cubicBezTo>
                      <a:cubicBezTo>
                        <a:pt x="1728" y="1"/>
                        <a:pt x="1728" y="1"/>
                        <a:pt x="1728" y="1"/>
                      </a:cubicBezTo>
                      <a:cubicBezTo>
                        <a:pt x="1746" y="0"/>
                        <a:pt x="1746" y="0"/>
                        <a:pt x="1746" y="0"/>
                      </a:cubicBezTo>
                      <a:cubicBezTo>
                        <a:pt x="1764" y="0"/>
                        <a:pt x="1764" y="0"/>
                        <a:pt x="1764" y="0"/>
                      </a:cubicBezTo>
                      <a:cubicBezTo>
                        <a:pt x="1782" y="0"/>
                        <a:pt x="1782" y="0"/>
                        <a:pt x="1782" y="0"/>
                      </a:cubicBezTo>
                      <a:cubicBezTo>
                        <a:pt x="1800" y="0"/>
                        <a:pt x="1800" y="0"/>
                        <a:pt x="1800" y="0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6514" name="Freeform 77"/>
                <p:cNvSpPr>
                  <a:spLocks noChangeArrowheads="1"/>
                </p:cNvSpPr>
                <p:nvPr/>
              </p:nvSpPr>
              <p:spPr bwMode="auto">
                <a:xfrm flipH="1" flipV="1">
                  <a:off x="1587" y="2364"/>
                  <a:ext cx="773" cy="746"/>
                </a:xfrm>
                <a:custGeom>
                  <a:avLst/>
                  <a:gdLst>
                    <a:gd name="T0" fmla="*/ 18 w 1800"/>
                    <a:gd name="T1" fmla="*/ 237 h 237"/>
                    <a:gd name="T2" fmla="*/ 54 w 1800"/>
                    <a:gd name="T3" fmla="*/ 236 h 237"/>
                    <a:gd name="T4" fmla="*/ 90 w 1800"/>
                    <a:gd name="T5" fmla="*/ 234 h 237"/>
                    <a:gd name="T6" fmla="*/ 126 w 1800"/>
                    <a:gd name="T7" fmla="*/ 232 h 237"/>
                    <a:gd name="T8" fmla="*/ 162 w 1800"/>
                    <a:gd name="T9" fmla="*/ 228 h 237"/>
                    <a:gd name="T10" fmla="*/ 198 w 1800"/>
                    <a:gd name="T11" fmla="*/ 224 h 237"/>
                    <a:gd name="T12" fmla="*/ 234 w 1800"/>
                    <a:gd name="T13" fmla="*/ 219 h 237"/>
                    <a:gd name="T14" fmla="*/ 270 w 1800"/>
                    <a:gd name="T15" fmla="*/ 214 h 237"/>
                    <a:gd name="T16" fmla="*/ 306 w 1800"/>
                    <a:gd name="T17" fmla="*/ 208 h 237"/>
                    <a:gd name="T18" fmla="*/ 342 w 1800"/>
                    <a:gd name="T19" fmla="*/ 201 h 237"/>
                    <a:gd name="T20" fmla="*/ 378 w 1800"/>
                    <a:gd name="T21" fmla="*/ 194 h 237"/>
                    <a:gd name="T22" fmla="*/ 414 w 1800"/>
                    <a:gd name="T23" fmla="*/ 186 h 237"/>
                    <a:gd name="T24" fmla="*/ 450 w 1800"/>
                    <a:gd name="T25" fmla="*/ 178 h 237"/>
                    <a:gd name="T26" fmla="*/ 486 w 1800"/>
                    <a:gd name="T27" fmla="*/ 170 h 237"/>
                    <a:gd name="T28" fmla="*/ 522 w 1800"/>
                    <a:gd name="T29" fmla="*/ 161 h 237"/>
                    <a:gd name="T30" fmla="*/ 558 w 1800"/>
                    <a:gd name="T31" fmla="*/ 153 h 237"/>
                    <a:gd name="T32" fmla="*/ 594 w 1800"/>
                    <a:gd name="T33" fmla="*/ 144 h 237"/>
                    <a:gd name="T34" fmla="*/ 630 w 1800"/>
                    <a:gd name="T35" fmla="*/ 135 h 237"/>
                    <a:gd name="T36" fmla="*/ 666 w 1800"/>
                    <a:gd name="T37" fmla="*/ 126 h 237"/>
                    <a:gd name="T38" fmla="*/ 702 w 1800"/>
                    <a:gd name="T39" fmla="*/ 118 h 237"/>
                    <a:gd name="T40" fmla="*/ 738 w 1800"/>
                    <a:gd name="T41" fmla="*/ 110 h 237"/>
                    <a:gd name="T42" fmla="*/ 774 w 1800"/>
                    <a:gd name="T43" fmla="*/ 101 h 237"/>
                    <a:gd name="T44" fmla="*/ 810 w 1800"/>
                    <a:gd name="T45" fmla="*/ 93 h 237"/>
                    <a:gd name="T46" fmla="*/ 846 w 1800"/>
                    <a:gd name="T47" fmla="*/ 86 h 237"/>
                    <a:gd name="T48" fmla="*/ 882 w 1800"/>
                    <a:gd name="T49" fmla="*/ 78 h 237"/>
                    <a:gd name="T50" fmla="*/ 918 w 1800"/>
                    <a:gd name="T51" fmla="*/ 71 h 237"/>
                    <a:gd name="T52" fmla="*/ 954 w 1800"/>
                    <a:gd name="T53" fmla="*/ 65 h 237"/>
                    <a:gd name="T54" fmla="*/ 990 w 1800"/>
                    <a:gd name="T55" fmla="*/ 58 h 237"/>
                    <a:gd name="T56" fmla="*/ 1026 w 1800"/>
                    <a:gd name="T57" fmla="*/ 53 h 237"/>
                    <a:gd name="T58" fmla="*/ 1062 w 1800"/>
                    <a:gd name="T59" fmla="*/ 47 h 237"/>
                    <a:gd name="T60" fmla="*/ 1098 w 1800"/>
                    <a:gd name="T61" fmla="*/ 42 h 237"/>
                    <a:gd name="T62" fmla="*/ 1134 w 1800"/>
                    <a:gd name="T63" fmla="*/ 37 h 237"/>
                    <a:gd name="T64" fmla="*/ 1170 w 1800"/>
                    <a:gd name="T65" fmla="*/ 33 h 237"/>
                    <a:gd name="T66" fmla="*/ 1206 w 1800"/>
                    <a:gd name="T67" fmla="*/ 29 h 237"/>
                    <a:gd name="T68" fmla="*/ 1242 w 1800"/>
                    <a:gd name="T69" fmla="*/ 25 h 237"/>
                    <a:gd name="T70" fmla="*/ 1278 w 1800"/>
                    <a:gd name="T71" fmla="*/ 22 h 237"/>
                    <a:gd name="T72" fmla="*/ 1314 w 1800"/>
                    <a:gd name="T73" fmla="*/ 19 h 237"/>
                    <a:gd name="T74" fmla="*/ 1350 w 1800"/>
                    <a:gd name="T75" fmla="*/ 16 h 237"/>
                    <a:gd name="T76" fmla="*/ 1386 w 1800"/>
                    <a:gd name="T77" fmla="*/ 14 h 237"/>
                    <a:gd name="T78" fmla="*/ 1422 w 1800"/>
                    <a:gd name="T79" fmla="*/ 11 h 237"/>
                    <a:gd name="T80" fmla="*/ 1458 w 1800"/>
                    <a:gd name="T81" fmla="*/ 10 h 237"/>
                    <a:gd name="T82" fmla="*/ 1494 w 1800"/>
                    <a:gd name="T83" fmla="*/ 8 h 237"/>
                    <a:gd name="T84" fmla="*/ 1530 w 1800"/>
                    <a:gd name="T85" fmla="*/ 6 h 237"/>
                    <a:gd name="T86" fmla="*/ 1566 w 1800"/>
                    <a:gd name="T87" fmla="*/ 5 h 237"/>
                    <a:gd name="T88" fmla="*/ 1602 w 1800"/>
                    <a:gd name="T89" fmla="*/ 4 h 237"/>
                    <a:gd name="T90" fmla="*/ 1638 w 1800"/>
                    <a:gd name="T91" fmla="*/ 3 h 237"/>
                    <a:gd name="T92" fmla="*/ 1674 w 1800"/>
                    <a:gd name="T93" fmla="*/ 2 h 237"/>
                    <a:gd name="T94" fmla="*/ 1710 w 1800"/>
                    <a:gd name="T95" fmla="*/ 1 h 237"/>
                    <a:gd name="T96" fmla="*/ 1746 w 1800"/>
                    <a:gd name="T97" fmla="*/ 0 h 237"/>
                    <a:gd name="T98" fmla="*/ 1782 w 1800"/>
                    <a:gd name="T99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800" h="237">
                      <a:moveTo>
                        <a:pt x="0" y="237"/>
                      </a:moveTo>
                      <a:cubicBezTo>
                        <a:pt x="18" y="237"/>
                        <a:pt x="18" y="237"/>
                        <a:pt x="18" y="237"/>
                      </a:cubicBezTo>
                      <a:cubicBezTo>
                        <a:pt x="36" y="236"/>
                        <a:pt x="36" y="236"/>
                        <a:pt x="36" y="236"/>
                      </a:cubicBezTo>
                      <a:cubicBezTo>
                        <a:pt x="54" y="236"/>
                        <a:pt x="54" y="236"/>
                        <a:pt x="54" y="236"/>
                      </a:cubicBezTo>
                      <a:cubicBezTo>
                        <a:pt x="72" y="235"/>
                        <a:pt x="72" y="235"/>
                        <a:pt x="72" y="235"/>
                      </a:cubicBezTo>
                      <a:cubicBezTo>
                        <a:pt x="90" y="234"/>
                        <a:pt x="90" y="234"/>
                        <a:pt x="90" y="234"/>
                      </a:cubicBezTo>
                      <a:cubicBezTo>
                        <a:pt x="108" y="233"/>
                        <a:pt x="108" y="233"/>
                        <a:pt x="108" y="233"/>
                      </a:cubicBezTo>
                      <a:cubicBezTo>
                        <a:pt x="126" y="232"/>
                        <a:pt x="126" y="232"/>
                        <a:pt x="126" y="232"/>
                      </a:cubicBezTo>
                      <a:cubicBezTo>
                        <a:pt x="144" y="230"/>
                        <a:pt x="144" y="230"/>
                        <a:pt x="144" y="230"/>
                      </a:cubicBezTo>
                      <a:cubicBezTo>
                        <a:pt x="162" y="228"/>
                        <a:pt x="162" y="228"/>
                        <a:pt x="162" y="228"/>
                      </a:cubicBezTo>
                      <a:cubicBezTo>
                        <a:pt x="180" y="226"/>
                        <a:pt x="180" y="226"/>
                        <a:pt x="180" y="226"/>
                      </a:cubicBezTo>
                      <a:cubicBezTo>
                        <a:pt x="198" y="224"/>
                        <a:pt x="198" y="224"/>
                        <a:pt x="198" y="224"/>
                      </a:cubicBezTo>
                      <a:cubicBezTo>
                        <a:pt x="216" y="222"/>
                        <a:pt x="216" y="222"/>
                        <a:pt x="216" y="222"/>
                      </a:cubicBezTo>
                      <a:cubicBezTo>
                        <a:pt x="234" y="219"/>
                        <a:pt x="234" y="219"/>
                        <a:pt x="234" y="219"/>
                      </a:cubicBezTo>
                      <a:cubicBezTo>
                        <a:pt x="252" y="217"/>
                        <a:pt x="252" y="217"/>
                        <a:pt x="252" y="217"/>
                      </a:cubicBezTo>
                      <a:cubicBezTo>
                        <a:pt x="270" y="214"/>
                        <a:pt x="270" y="214"/>
                        <a:pt x="270" y="214"/>
                      </a:cubicBezTo>
                      <a:cubicBezTo>
                        <a:pt x="288" y="211"/>
                        <a:pt x="288" y="211"/>
                        <a:pt x="288" y="211"/>
                      </a:cubicBezTo>
                      <a:cubicBezTo>
                        <a:pt x="306" y="208"/>
                        <a:pt x="306" y="208"/>
                        <a:pt x="306" y="208"/>
                      </a:cubicBezTo>
                      <a:cubicBezTo>
                        <a:pt x="324" y="204"/>
                        <a:pt x="324" y="204"/>
                        <a:pt x="324" y="204"/>
                      </a:cubicBezTo>
                      <a:cubicBezTo>
                        <a:pt x="342" y="201"/>
                        <a:pt x="342" y="201"/>
                        <a:pt x="342" y="201"/>
                      </a:cubicBezTo>
                      <a:cubicBezTo>
                        <a:pt x="360" y="197"/>
                        <a:pt x="360" y="197"/>
                        <a:pt x="360" y="197"/>
                      </a:cubicBezTo>
                      <a:cubicBezTo>
                        <a:pt x="378" y="194"/>
                        <a:pt x="378" y="194"/>
                        <a:pt x="378" y="194"/>
                      </a:cubicBezTo>
                      <a:cubicBezTo>
                        <a:pt x="396" y="190"/>
                        <a:pt x="396" y="190"/>
                        <a:pt x="396" y="190"/>
                      </a:cubicBezTo>
                      <a:cubicBezTo>
                        <a:pt x="414" y="186"/>
                        <a:pt x="414" y="186"/>
                        <a:pt x="414" y="186"/>
                      </a:cubicBezTo>
                      <a:cubicBezTo>
                        <a:pt x="432" y="182"/>
                        <a:pt x="432" y="182"/>
                        <a:pt x="432" y="182"/>
                      </a:cubicBezTo>
                      <a:cubicBezTo>
                        <a:pt x="450" y="178"/>
                        <a:pt x="450" y="178"/>
                        <a:pt x="450" y="178"/>
                      </a:cubicBezTo>
                      <a:cubicBezTo>
                        <a:pt x="468" y="174"/>
                        <a:pt x="468" y="174"/>
                        <a:pt x="468" y="174"/>
                      </a:cubicBezTo>
                      <a:cubicBezTo>
                        <a:pt x="486" y="170"/>
                        <a:pt x="486" y="170"/>
                        <a:pt x="486" y="170"/>
                      </a:cubicBezTo>
                      <a:cubicBezTo>
                        <a:pt x="504" y="165"/>
                        <a:pt x="504" y="165"/>
                        <a:pt x="504" y="165"/>
                      </a:cubicBezTo>
                      <a:cubicBezTo>
                        <a:pt x="522" y="161"/>
                        <a:pt x="522" y="161"/>
                        <a:pt x="522" y="161"/>
                      </a:cubicBezTo>
                      <a:cubicBezTo>
                        <a:pt x="540" y="157"/>
                        <a:pt x="540" y="157"/>
                        <a:pt x="540" y="157"/>
                      </a:cubicBezTo>
                      <a:cubicBezTo>
                        <a:pt x="558" y="153"/>
                        <a:pt x="558" y="153"/>
                        <a:pt x="558" y="153"/>
                      </a:cubicBezTo>
                      <a:cubicBezTo>
                        <a:pt x="576" y="148"/>
                        <a:pt x="576" y="148"/>
                        <a:pt x="576" y="148"/>
                      </a:cubicBezTo>
                      <a:cubicBezTo>
                        <a:pt x="594" y="144"/>
                        <a:pt x="594" y="144"/>
                        <a:pt x="594" y="144"/>
                      </a:cubicBezTo>
                      <a:cubicBezTo>
                        <a:pt x="612" y="140"/>
                        <a:pt x="612" y="140"/>
                        <a:pt x="612" y="140"/>
                      </a:cubicBezTo>
                      <a:cubicBezTo>
                        <a:pt x="630" y="135"/>
                        <a:pt x="630" y="135"/>
                        <a:pt x="630" y="135"/>
                      </a:cubicBezTo>
                      <a:cubicBezTo>
                        <a:pt x="648" y="131"/>
                        <a:pt x="648" y="131"/>
                        <a:pt x="648" y="131"/>
                      </a:cubicBezTo>
                      <a:cubicBezTo>
                        <a:pt x="666" y="126"/>
                        <a:pt x="666" y="126"/>
                        <a:pt x="666" y="126"/>
                      </a:cubicBezTo>
                      <a:cubicBezTo>
                        <a:pt x="684" y="122"/>
                        <a:pt x="684" y="122"/>
                        <a:pt x="684" y="122"/>
                      </a:cubicBezTo>
                      <a:cubicBezTo>
                        <a:pt x="702" y="118"/>
                        <a:pt x="702" y="118"/>
                        <a:pt x="702" y="118"/>
                      </a:cubicBezTo>
                      <a:cubicBezTo>
                        <a:pt x="720" y="114"/>
                        <a:pt x="720" y="114"/>
                        <a:pt x="720" y="114"/>
                      </a:cubicBezTo>
                      <a:cubicBezTo>
                        <a:pt x="738" y="110"/>
                        <a:pt x="738" y="110"/>
                        <a:pt x="738" y="110"/>
                      </a:cubicBezTo>
                      <a:cubicBezTo>
                        <a:pt x="756" y="105"/>
                        <a:pt x="756" y="105"/>
                        <a:pt x="756" y="105"/>
                      </a:cubicBezTo>
                      <a:cubicBezTo>
                        <a:pt x="774" y="101"/>
                        <a:pt x="774" y="101"/>
                        <a:pt x="774" y="101"/>
                      </a:cubicBezTo>
                      <a:cubicBezTo>
                        <a:pt x="792" y="97"/>
                        <a:pt x="792" y="97"/>
                        <a:pt x="792" y="97"/>
                      </a:cubicBezTo>
                      <a:cubicBezTo>
                        <a:pt x="810" y="93"/>
                        <a:pt x="810" y="93"/>
                        <a:pt x="810" y="93"/>
                      </a:cubicBezTo>
                      <a:cubicBezTo>
                        <a:pt x="828" y="90"/>
                        <a:pt x="828" y="90"/>
                        <a:pt x="828" y="90"/>
                      </a:cubicBezTo>
                      <a:cubicBezTo>
                        <a:pt x="846" y="86"/>
                        <a:pt x="846" y="86"/>
                        <a:pt x="846" y="86"/>
                      </a:cubicBezTo>
                      <a:cubicBezTo>
                        <a:pt x="864" y="82"/>
                        <a:pt x="864" y="82"/>
                        <a:pt x="864" y="82"/>
                      </a:cubicBezTo>
                      <a:cubicBezTo>
                        <a:pt x="882" y="78"/>
                        <a:pt x="882" y="78"/>
                        <a:pt x="882" y="78"/>
                      </a:cubicBezTo>
                      <a:cubicBezTo>
                        <a:pt x="900" y="75"/>
                        <a:pt x="900" y="75"/>
                        <a:pt x="900" y="75"/>
                      </a:cubicBezTo>
                      <a:cubicBezTo>
                        <a:pt x="918" y="71"/>
                        <a:pt x="918" y="71"/>
                        <a:pt x="918" y="71"/>
                      </a:cubicBezTo>
                      <a:cubicBezTo>
                        <a:pt x="936" y="68"/>
                        <a:pt x="936" y="68"/>
                        <a:pt x="936" y="68"/>
                      </a:cubicBezTo>
                      <a:cubicBezTo>
                        <a:pt x="954" y="65"/>
                        <a:pt x="954" y="65"/>
                        <a:pt x="954" y="65"/>
                      </a:cubicBezTo>
                      <a:cubicBezTo>
                        <a:pt x="972" y="62"/>
                        <a:pt x="972" y="62"/>
                        <a:pt x="972" y="62"/>
                      </a:cubicBezTo>
                      <a:cubicBezTo>
                        <a:pt x="990" y="58"/>
                        <a:pt x="990" y="58"/>
                        <a:pt x="990" y="58"/>
                      </a:cubicBezTo>
                      <a:cubicBezTo>
                        <a:pt x="1008" y="55"/>
                        <a:pt x="1008" y="55"/>
                        <a:pt x="1008" y="55"/>
                      </a:cubicBezTo>
                      <a:cubicBezTo>
                        <a:pt x="1026" y="53"/>
                        <a:pt x="1026" y="53"/>
                        <a:pt x="1026" y="53"/>
                      </a:cubicBezTo>
                      <a:cubicBezTo>
                        <a:pt x="1044" y="50"/>
                        <a:pt x="1044" y="50"/>
                        <a:pt x="1044" y="50"/>
                      </a:cubicBezTo>
                      <a:cubicBezTo>
                        <a:pt x="1062" y="47"/>
                        <a:pt x="1062" y="47"/>
                        <a:pt x="1062" y="47"/>
                      </a:cubicBezTo>
                      <a:cubicBezTo>
                        <a:pt x="1080" y="44"/>
                        <a:pt x="1080" y="44"/>
                        <a:pt x="1080" y="44"/>
                      </a:cubicBezTo>
                      <a:cubicBezTo>
                        <a:pt x="1098" y="42"/>
                        <a:pt x="1098" y="42"/>
                        <a:pt x="1098" y="42"/>
                      </a:cubicBezTo>
                      <a:cubicBezTo>
                        <a:pt x="1116" y="40"/>
                        <a:pt x="1116" y="40"/>
                        <a:pt x="1116" y="40"/>
                      </a:cubicBezTo>
                      <a:cubicBezTo>
                        <a:pt x="1134" y="37"/>
                        <a:pt x="1134" y="37"/>
                        <a:pt x="1134" y="37"/>
                      </a:cubicBezTo>
                      <a:cubicBezTo>
                        <a:pt x="1152" y="35"/>
                        <a:pt x="1152" y="35"/>
                        <a:pt x="1152" y="35"/>
                      </a:cubicBezTo>
                      <a:cubicBezTo>
                        <a:pt x="1170" y="33"/>
                        <a:pt x="1170" y="33"/>
                        <a:pt x="1170" y="33"/>
                      </a:cubicBezTo>
                      <a:cubicBezTo>
                        <a:pt x="1188" y="31"/>
                        <a:pt x="1188" y="31"/>
                        <a:pt x="1188" y="31"/>
                      </a:cubicBezTo>
                      <a:cubicBezTo>
                        <a:pt x="1206" y="29"/>
                        <a:pt x="1206" y="29"/>
                        <a:pt x="1206" y="29"/>
                      </a:cubicBezTo>
                      <a:cubicBezTo>
                        <a:pt x="1224" y="27"/>
                        <a:pt x="1224" y="27"/>
                        <a:pt x="1224" y="27"/>
                      </a:cubicBezTo>
                      <a:cubicBezTo>
                        <a:pt x="1242" y="25"/>
                        <a:pt x="1242" y="25"/>
                        <a:pt x="1242" y="25"/>
                      </a:cubicBezTo>
                      <a:cubicBezTo>
                        <a:pt x="1260" y="23"/>
                        <a:pt x="1260" y="23"/>
                        <a:pt x="1260" y="23"/>
                      </a:cubicBezTo>
                      <a:cubicBezTo>
                        <a:pt x="1278" y="22"/>
                        <a:pt x="1278" y="22"/>
                        <a:pt x="1278" y="22"/>
                      </a:cubicBezTo>
                      <a:cubicBezTo>
                        <a:pt x="1296" y="20"/>
                        <a:pt x="1296" y="20"/>
                        <a:pt x="1296" y="20"/>
                      </a:cubicBezTo>
                      <a:cubicBezTo>
                        <a:pt x="1314" y="19"/>
                        <a:pt x="1314" y="19"/>
                        <a:pt x="1314" y="19"/>
                      </a:cubicBezTo>
                      <a:cubicBezTo>
                        <a:pt x="1332" y="17"/>
                        <a:pt x="1332" y="17"/>
                        <a:pt x="1332" y="17"/>
                      </a:cubicBezTo>
                      <a:cubicBezTo>
                        <a:pt x="1350" y="16"/>
                        <a:pt x="1350" y="16"/>
                        <a:pt x="1350" y="16"/>
                      </a:cubicBezTo>
                      <a:cubicBezTo>
                        <a:pt x="1368" y="15"/>
                        <a:pt x="1368" y="15"/>
                        <a:pt x="1368" y="15"/>
                      </a:cubicBezTo>
                      <a:cubicBezTo>
                        <a:pt x="1386" y="14"/>
                        <a:pt x="1386" y="14"/>
                        <a:pt x="1386" y="14"/>
                      </a:cubicBezTo>
                      <a:cubicBezTo>
                        <a:pt x="1404" y="13"/>
                        <a:pt x="1404" y="13"/>
                        <a:pt x="1404" y="13"/>
                      </a:cubicBezTo>
                      <a:cubicBezTo>
                        <a:pt x="1422" y="11"/>
                        <a:pt x="1422" y="11"/>
                        <a:pt x="1422" y="11"/>
                      </a:cubicBezTo>
                      <a:cubicBezTo>
                        <a:pt x="1440" y="10"/>
                        <a:pt x="1440" y="10"/>
                        <a:pt x="1440" y="10"/>
                      </a:cubicBezTo>
                      <a:cubicBezTo>
                        <a:pt x="1458" y="10"/>
                        <a:pt x="1458" y="10"/>
                        <a:pt x="1458" y="10"/>
                      </a:cubicBezTo>
                      <a:cubicBezTo>
                        <a:pt x="1476" y="9"/>
                        <a:pt x="1476" y="9"/>
                        <a:pt x="1476" y="9"/>
                      </a:cubicBezTo>
                      <a:cubicBezTo>
                        <a:pt x="1494" y="8"/>
                        <a:pt x="1494" y="8"/>
                        <a:pt x="1494" y="8"/>
                      </a:cubicBezTo>
                      <a:cubicBezTo>
                        <a:pt x="1512" y="7"/>
                        <a:pt x="1512" y="7"/>
                        <a:pt x="1512" y="7"/>
                      </a:cubicBezTo>
                      <a:cubicBezTo>
                        <a:pt x="1530" y="6"/>
                        <a:pt x="1530" y="6"/>
                        <a:pt x="1530" y="6"/>
                      </a:cubicBezTo>
                      <a:cubicBezTo>
                        <a:pt x="1548" y="6"/>
                        <a:pt x="1548" y="6"/>
                        <a:pt x="1548" y="6"/>
                      </a:cubicBezTo>
                      <a:cubicBezTo>
                        <a:pt x="1566" y="5"/>
                        <a:pt x="1566" y="5"/>
                        <a:pt x="1566" y="5"/>
                      </a:cubicBezTo>
                      <a:cubicBezTo>
                        <a:pt x="1584" y="4"/>
                        <a:pt x="1584" y="4"/>
                        <a:pt x="1584" y="4"/>
                      </a:cubicBezTo>
                      <a:cubicBezTo>
                        <a:pt x="1602" y="4"/>
                        <a:pt x="1602" y="4"/>
                        <a:pt x="1602" y="4"/>
                      </a:cubicBezTo>
                      <a:cubicBezTo>
                        <a:pt x="1620" y="3"/>
                        <a:pt x="1620" y="3"/>
                        <a:pt x="1620" y="3"/>
                      </a:cubicBezTo>
                      <a:cubicBezTo>
                        <a:pt x="1638" y="3"/>
                        <a:pt x="1638" y="3"/>
                        <a:pt x="1638" y="3"/>
                      </a:cubicBezTo>
                      <a:cubicBezTo>
                        <a:pt x="1656" y="2"/>
                        <a:pt x="1656" y="2"/>
                        <a:pt x="1656" y="2"/>
                      </a:cubicBezTo>
                      <a:cubicBezTo>
                        <a:pt x="1674" y="2"/>
                        <a:pt x="1674" y="2"/>
                        <a:pt x="1674" y="2"/>
                      </a:cubicBezTo>
                      <a:cubicBezTo>
                        <a:pt x="1692" y="1"/>
                        <a:pt x="1692" y="1"/>
                        <a:pt x="1692" y="1"/>
                      </a:cubicBezTo>
                      <a:cubicBezTo>
                        <a:pt x="1710" y="1"/>
                        <a:pt x="1710" y="1"/>
                        <a:pt x="1710" y="1"/>
                      </a:cubicBezTo>
                      <a:cubicBezTo>
                        <a:pt x="1728" y="1"/>
                        <a:pt x="1728" y="1"/>
                        <a:pt x="1728" y="1"/>
                      </a:cubicBezTo>
                      <a:cubicBezTo>
                        <a:pt x="1746" y="0"/>
                        <a:pt x="1746" y="0"/>
                        <a:pt x="1746" y="0"/>
                      </a:cubicBezTo>
                      <a:cubicBezTo>
                        <a:pt x="1764" y="0"/>
                        <a:pt x="1764" y="0"/>
                        <a:pt x="1764" y="0"/>
                      </a:cubicBezTo>
                      <a:cubicBezTo>
                        <a:pt x="1782" y="0"/>
                        <a:pt x="1782" y="0"/>
                        <a:pt x="1782" y="0"/>
                      </a:cubicBezTo>
                      <a:cubicBezTo>
                        <a:pt x="1800" y="0"/>
                        <a:pt x="1800" y="0"/>
                        <a:pt x="1800" y="0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aphicFrame>
            <p:nvGraphicFramePr>
              <p:cNvPr id="106515" name="Object 78"/>
              <p:cNvGraphicFramePr>
                <a:graphicFrameLocks/>
              </p:cNvGraphicFramePr>
              <p:nvPr/>
            </p:nvGraphicFramePr>
            <p:xfrm>
              <a:off x="3564" y="1985"/>
              <a:ext cx="390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026" r:id="rId15" imgW="380340" imgH="177492" progId="Equation.DSMT4">
                      <p:embed/>
                    </p:oleObj>
                  </mc:Choice>
                  <mc:Fallback>
                    <p:oleObj r:id="rId15" imgW="380340" imgH="177492" progId="Equation.DSMT4">
                      <p:embed/>
                      <p:pic>
                        <p:nvPicPr>
                          <p:cNvPr id="0" name="Object 7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64" y="1985"/>
                            <a:ext cx="390" cy="1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6516" name="Line 79"/>
              <p:cNvSpPr>
                <a:spLocks noChangeShapeType="1"/>
              </p:cNvSpPr>
              <p:nvPr/>
            </p:nvSpPr>
            <p:spPr bwMode="auto">
              <a:xfrm>
                <a:off x="2350" y="2368"/>
                <a:ext cx="0" cy="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17" name="Line 80"/>
              <p:cNvSpPr>
                <a:spLocks noChangeShapeType="1"/>
              </p:cNvSpPr>
              <p:nvPr/>
            </p:nvSpPr>
            <p:spPr bwMode="auto">
              <a:xfrm>
                <a:off x="3254" y="2376"/>
                <a:ext cx="0" cy="7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6518" name="Object 81"/>
              <p:cNvGraphicFramePr>
                <a:graphicFrameLocks/>
              </p:cNvGraphicFramePr>
              <p:nvPr/>
            </p:nvGraphicFramePr>
            <p:xfrm>
              <a:off x="2634" y="1983"/>
              <a:ext cx="390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027" r:id="rId17" imgW="380340" imgH="177492" progId="Equation.DSMT4">
                      <p:embed/>
                    </p:oleObj>
                  </mc:Choice>
                  <mc:Fallback>
                    <p:oleObj r:id="rId17" imgW="380340" imgH="177492" progId="Equation.DSMT4">
                      <p:embed/>
                      <p:pic>
                        <p:nvPicPr>
                          <p:cNvPr id="0" name="Object 8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34" y="1983"/>
                            <a:ext cx="390" cy="1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6519" name="Line 82"/>
              <p:cNvSpPr>
                <a:spLocks noChangeShapeType="1"/>
              </p:cNvSpPr>
              <p:nvPr/>
            </p:nvSpPr>
            <p:spPr bwMode="auto">
              <a:xfrm flipH="1">
                <a:off x="2414" y="2102"/>
                <a:ext cx="201" cy="2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20" name="Line 83"/>
              <p:cNvSpPr>
                <a:spLocks noChangeShapeType="1"/>
              </p:cNvSpPr>
              <p:nvPr/>
            </p:nvSpPr>
            <p:spPr bwMode="auto">
              <a:xfrm flipH="1">
                <a:off x="3353" y="2111"/>
                <a:ext cx="201" cy="2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06521" name="Group 84"/>
          <p:cNvGrpSpPr>
            <a:grpSpLocks/>
          </p:cNvGrpSpPr>
          <p:nvPr/>
        </p:nvGrpSpPr>
        <p:grpSpPr bwMode="auto">
          <a:xfrm>
            <a:off x="4675188" y="4006850"/>
            <a:ext cx="4211637" cy="2030413"/>
            <a:chOff x="344" y="872"/>
            <a:chExt cx="5195" cy="2020"/>
          </a:xfrm>
        </p:grpSpPr>
        <p:sp>
          <p:nvSpPr>
            <p:cNvPr id="106522" name="Line 85"/>
            <p:cNvSpPr>
              <a:spLocks noChangeShapeType="1"/>
            </p:cNvSpPr>
            <p:nvPr/>
          </p:nvSpPr>
          <p:spPr bwMode="auto">
            <a:xfrm flipV="1">
              <a:off x="344" y="2655"/>
              <a:ext cx="5176" cy="0"/>
            </a:xfrm>
            <a:prstGeom prst="line">
              <a:avLst/>
            </a:prstGeom>
            <a:noFill/>
            <a:ln w="25400">
              <a:solidFill>
                <a:srgbClr val="3333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23" name="Line 86"/>
            <p:cNvSpPr>
              <a:spLocks noChangeShapeType="1"/>
            </p:cNvSpPr>
            <p:nvPr/>
          </p:nvSpPr>
          <p:spPr bwMode="auto">
            <a:xfrm flipV="1">
              <a:off x="781" y="926"/>
              <a:ext cx="0" cy="1966"/>
            </a:xfrm>
            <a:prstGeom prst="line">
              <a:avLst/>
            </a:prstGeom>
            <a:noFill/>
            <a:ln w="25400">
              <a:solidFill>
                <a:srgbClr val="3333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6524" name="Group 87"/>
            <p:cNvGrpSpPr>
              <a:grpSpLocks/>
            </p:cNvGrpSpPr>
            <p:nvPr/>
          </p:nvGrpSpPr>
          <p:grpSpPr bwMode="auto">
            <a:xfrm>
              <a:off x="1721" y="1242"/>
              <a:ext cx="2756" cy="1349"/>
              <a:chOff x="1226" y="1242"/>
              <a:chExt cx="2756" cy="1349"/>
            </a:xfrm>
          </p:grpSpPr>
          <p:sp>
            <p:nvSpPr>
              <p:cNvPr id="106525" name="Freeform 88"/>
              <p:cNvSpPr>
                <a:spLocks noChangeArrowheads="1"/>
              </p:cNvSpPr>
              <p:nvPr/>
            </p:nvSpPr>
            <p:spPr bwMode="auto">
              <a:xfrm flipH="1" flipV="1">
                <a:off x="1226" y="1242"/>
                <a:ext cx="1378" cy="1348"/>
              </a:xfrm>
              <a:custGeom>
                <a:avLst/>
                <a:gdLst>
                  <a:gd name="T0" fmla="*/ 18 w 1800"/>
                  <a:gd name="T1" fmla="*/ 237 h 237"/>
                  <a:gd name="T2" fmla="*/ 54 w 1800"/>
                  <a:gd name="T3" fmla="*/ 236 h 237"/>
                  <a:gd name="T4" fmla="*/ 90 w 1800"/>
                  <a:gd name="T5" fmla="*/ 234 h 237"/>
                  <a:gd name="T6" fmla="*/ 126 w 1800"/>
                  <a:gd name="T7" fmla="*/ 232 h 237"/>
                  <a:gd name="T8" fmla="*/ 162 w 1800"/>
                  <a:gd name="T9" fmla="*/ 228 h 237"/>
                  <a:gd name="T10" fmla="*/ 198 w 1800"/>
                  <a:gd name="T11" fmla="*/ 224 h 237"/>
                  <a:gd name="T12" fmla="*/ 234 w 1800"/>
                  <a:gd name="T13" fmla="*/ 219 h 237"/>
                  <a:gd name="T14" fmla="*/ 270 w 1800"/>
                  <a:gd name="T15" fmla="*/ 214 h 237"/>
                  <a:gd name="T16" fmla="*/ 306 w 1800"/>
                  <a:gd name="T17" fmla="*/ 208 h 237"/>
                  <a:gd name="T18" fmla="*/ 342 w 1800"/>
                  <a:gd name="T19" fmla="*/ 201 h 237"/>
                  <a:gd name="T20" fmla="*/ 378 w 1800"/>
                  <a:gd name="T21" fmla="*/ 194 h 237"/>
                  <a:gd name="T22" fmla="*/ 414 w 1800"/>
                  <a:gd name="T23" fmla="*/ 186 h 237"/>
                  <a:gd name="T24" fmla="*/ 450 w 1800"/>
                  <a:gd name="T25" fmla="*/ 178 h 237"/>
                  <a:gd name="T26" fmla="*/ 486 w 1800"/>
                  <a:gd name="T27" fmla="*/ 170 h 237"/>
                  <a:gd name="T28" fmla="*/ 522 w 1800"/>
                  <a:gd name="T29" fmla="*/ 161 h 237"/>
                  <a:gd name="T30" fmla="*/ 558 w 1800"/>
                  <a:gd name="T31" fmla="*/ 153 h 237"/>
                  <a:gd name="T32" fmla="*/ 594 w 1800"/>
                  <a:gd name="T33" fmla="*/ 144 h 237"/>
                  <a:gd name="T34" fmla="*/ 630 w 1800"/>
                  <a:gd name="T35" fmla="*/ 135 h 237"/>
                  <a:gd name="T36" fmla="*/ 666 w 1800"/>
                  <a:gd name="T37" fmla="*/ 126 h 237"/>
                  <a:gd name="T38" fmla="*/ 702 w 1800"/>
                  <a:gd name="T39" fmla="*/ 118 h 237"/>
                  <a:gd name="T40" fmla="*/ 738 w 1800"/>
                  <a:gd name="T41" fmla="*/ 110 h 237"/>
                  <a:gd name="T42" fmla="*/ 774 w 1800"/>
                  <a:gd name="T43" fmla="*/ 101 h 237"/>
                  <a:gd name="T44" fmla="*/ 810 w 1800"/>
                  <a:gd name="T45" fmla="*/ 93 h 237"/>
                  <a:gd name="T46" fmla="*/ 846 w 1800"/>
                  <a:gd name="T47" fmla="*/ 86 h 237"/>
                  <a:gd name="T48" fmla="*/ 882 w 1800"/>
                  <a:gd name="T49" fmla="*/ 78 h 237"/>
                  <a:gd name="T50" fmla="*/ 918 w 1800"/>
                  <a:gd name="T51" fmla="*/ 71 h 237"/>
                  <a:gd name="T52" fmla="*/ 954 w 1800"/>
                  <a:gd name="T53" fmla="*/ 65 h 237"/>
                  <a:gd name="T54" fmla="*/ 990 w 1800"/>
                  <a:gd name="T55" fmla="*/ 58 h 237"/>
                  <a:gd name="T56" fmla="*/ 1026 w 1800"/>
                  <a:gd name="T57" fmla="*/ 53 h 237"/>
                  <a:gd name="T58" fmla="*/ 1062 w 1800"/>
                  <a:gd name="T59" fmla="*/ 47 h 237"/>
                  <a:gd name="T60" fmla="*/ 1098 w 1800"/>
                  <a:gd name="T61" fmla="*/ 42 h 237"/>
                  <a:gd name="T62" fmla="*/ 1134 w 1800"/>
                  <a:gd name="T63" fmla="*/ 37 h 237"/>
                  <a:gd name="T64" fmla="*/ 1170 w 1800"/>
                  <a:gd name="T65" fmla="*/ 33 h 237"/>
                  <a:gd name="T66" fmla="*/ 1206 w 1800"/>
                  <a:gd name="T67" fmla="*/ 29 h 237"/>
                  <a:gd name="T68" fmla="*/ 1242 w 1800"/>
                  <a:gd name="T69" fmla="*/ 25 h 237"/>
                  <a:gd name="T70" fmla="*/ 1278 w 1800"/>
                  <a:gd name="T71" fmla="*/ 22 h 237"/>
                  <a:gd name="T72" fmla="*/ 1314 w 1800"/>
                  <a:gd name="T73" fmla="*/ 19 h 237"/>
                  <a:gd name="T74" fmla="*/ 1350 w 1800"/>
                  <a:gd name="T75" fmla="*/ 16 h 237"/>
                  <a:gd name="T76" fmla="*/ 1386 w 1800"/>
                  <a:gd name="T77" fmla="*/ 14 h 237"/>
                  <a:gd name="T78" fmla="*/ 1422 w 1800"/>
                  <a:gd name="T79" fmla="*/ 11 h 237"/>
                  <a:gd name="T80" fmla="*/ 1458 w 1800"/>
                  <a:gd name="T81" fmla="*/ 10 h 237"/>
                  <a:gd name="T82" fmla="*/ 1494 w 1800"/>
                  <a:gd name="T83" fmla="*/ 8 h 237"/>
                  <a:gd name="T84" fmla="*/ 1530 w 1800"/>
                  <a:gd name="T85" fmla="*/ 6 h 237"/>
                  <a:gd name="T86" fmla="*/ 1566 w 1800"/>
                  <a:gd name="T87" fmla="*/ 5 h 237"/>
                  <a:gd name="T88" fmla="*/ 1602 w 1800"/>
                  <a:gd name="T89" fmla="*/ 4 h 237"/>
                  <a:gd name="T90" fmla="*/ 1638 w 1800"/>
                  <a:gd name="T91" fmla="*/ 3 h 237"/>
                  <a:gd name="T92" fmla="*/ 1674 w 1800"/>
                  <a:gd name="T93" fmla="*/ 2 h 237"/>
                  <a:gd name="T94" fmla="*/ 1710 w 1800"/>
                  <a:gd name="T95" fmla="*/ 1 h 237"/>
                  <a:gd name="T96" fmla="*/ 1746 w 1800"/>
                  <a:gd name="T97" fmla="*/ 0 h 237"/>
                  <a:gd name="T98" fmla="*/ 1782 w 1800"/>
                  <a:gd name="T9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00" h="237">
                    <a:moveTo>
                      <a:pt x="0" y="237"/>
                    </a:moveTo>
                    <a:cubicBezTo>
                      <a:pt x="18" y="237"/>
                      <a:pt x="18" y="237"/>
                      <a:pt x="18" y="237"/>
                    </a:cubicBezTo>
                    <a:cubicBezTo>
                      <a:pt x="36" y="236"/>
                      <a:pt x="36" y="236"/>
                      <a:pt x="36" y="236"/>
                    </a:cubicBezTo>
                    <a:cubicBezTo>
                      <a:pt x="54" y="236"/>
                      <a:pt x="54" y="236"/>
                      <a:pt x="54" y="236"/>
                    </a:cubicBezTo>
                    <a:cubicBezTo>
                      <a:pt x="72" y="235"/>
                      <a:pt x="72" y="235"/>
                      <a:pt x="72" y="235"/>
                    </a:cubicBezTo>
                    <a:cubicBezTo>
                      <a:pt x="90" y="234"/>
                      <a:pt x="90" y="234"/>
                      <a:pt x="90" y="234"/>
                    </a:cubicBezTo>
                    <a:cubicBezTo>
                      <a:pt x="108" y="233"/>
                      <a:pt x="108" y="233"/>
                      <a:pt x="108" y="233"/>
                    </a:cubicBezTo>
                    <a:cubicBezTo>
                      <a:pt x="126" y="232"/>
                      <a:pt x="126" y="232"/>
                      <a:pt x="126" y="232"/>
                    </a:cubicBezTo>
                    <a:cubicBezTo>
                      <a:pt x="144" y="230"/>
                      <a:pt x="144" y="230"/>
                      <a:pt x="144" y="230"/>
                    </a:cubicBezTo>
                    <a:cubicBezTo>
                      <a:pt x="162" y="228"/>
                      <a:pt x="162" y="228"/>
                      <a:pt x="162" y="228"/>
                    </a:cubicBezTo>
                    <a:cubicBezTo>
                      <a:pt x="180" y="226"/>
                      <a:pt x="180" y="226"/>
                      <a:pt x="180" y="226"/>
                    </a:cubicBezTo>
                    <a:cubicBezTo>
                      <a:pt x="198" y="224"/>
                      <a:pt x="198" y="224"/>
                      <a:pt x="198" y="224"/>
                    </a:cubicBezTo>
                    <a:cubicBezTo>
                      <a:pt x="216" y="222"/>
                      <a:pt x="216" y="222"/>
                      <a:pt x="216" y="222"/>
                    </a:cubicBezTo>
                    <a:cubicBezTo>
                      <a:pt x="234" y="219"/>
                      <a:pt x="234" y="219"/>
                      <a:pt x="234" y="219"/>
                    </a:cubicBezTo>
                    <a:cubicBezTo>
                      <a:pt x="252" y="217"/>
                      <a:pt x="252" y="217"/>
                      <a:pt x="252" y="217"/>
                    </a:cubicBezTo>
                    <a:cubicBezTo>
                      <a:pt x="270" y="214"/>
                      <a:pt x="270" y="214"/>
                      <a:pt x="270" y="214"/>
                    </a:cubicBezTo>
                    <a:cubicBezTo>
                      <a:pt x="288" y="211"/>
                      <a:pt x="288" y="211"/>
                      <a:pt x="288" y="211"/>
                    </a:cubicBezTo>
                    <a:cubicBezTo>
                      <a:pt x="306" y="208"/>
                      <a:pt x="306" y="208"/>
                      <a:pt x="306" y="208"/>
                    </a:cubicBezTo>
                    <a:cubicBezTo>
                      <a:pt x="324" y="204"/>
                      <a:pt x="324" y="204"/>
                      <a:pt x="324" y="204"/>
                    </a:cubicBezTo>
                    <a:cubicBezTo>
                      <a:pt x="342" y="201"/>
                      <a:pt x="342" y="201"/>
                      <a:pt x="342" y="201"/>
                    </a:cubicBezTo>
                    <a:cubicBezTo>
                      <a:pt x="360" y="197"/>
                      <a:pt x="360" y="197"/>
                      <a:pt x="360" y="197"/>
                    </a:cubicBezTo>
                    <a:cubicBezTo>
                      <a:pt x="378" y="194"/>
                      <a:pt x="378" y="194"/>
                      <a:pt x="378" y="194"/>
                    </a:cubicBezTo>
                    <a:cubicBezTo>
                      <a:pt x="396" y="190"/>
                      <a:pt x="396" y="190"/>
                      <a:pt x="396" y="190"/>
                    </a:cubicBezTo>
                    <a:cubicBezTo>
                      <a:pt x="414" y="186"/>
                      <a:pt x="414" y="186"/>
                      <a:pt x="414" y="186"/>
                    </a:cubicBezTo>
                    <a:cubicBezTo>
                      <a:pt x="432" y="182"/>
                      <a:pt x="432" y="182"/>
                      <a:pt x="432" y="182"/>
                    </a:cubicBezTo>
                    <a:cubicBezTo>
                      <a:pt x="450" y="178"/>
                      <a:pt x="450" y="178"/>
                      <a:pt x="450" y="178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86" y="170"/>
                      <a:pt x="486" y="170"/>
                      <a:pt x="486" y="170"/>
                    </a:cubicBezTo>
                    <a:cubicBezTo>
                      <a:pt x="504" y="165"/>
                      <a:pt x="504" y="165"/>
                      <a:pt x="504" y="165"/>
                    </a:cubicBezTo>
                    <a:cubicBezTo>
                      <a:pt x="522" y="161"/>
                      <a:pt x="522" y="161"/>
                      <a:pt x="522" y="161"/>
                    </a:cubicBezTo>
                    <a:cubicBezTo>
                      <a:pt x="540" y="157"/>
                      <a:pt x="540" y="157"/>
                      <a:pt x="540" y="157"/>
                    </a:cubicBezTo>
                    <a:cubicBezTo>
                      <a:pt x="558" y="153"/>
                      <a:pt x="558" y="153"/>
                      <a:pt x="558" y="153"/>
                    </a:cubicBezTo>
                    <a:cubicBezTo>
                      <a:pt x="576" y="148"/>
                      <a:pt x="576" y="148"/>
                      <a:pt x="576" y="148"/>
                    </a:cubicBezTo>
                    <a:cubicBezTo>
                      <a:pt x="594" y="144"/>
                      <a:pt x="594" y="144"/>
                      <a:pt x="594" y="144"/>
                    </a:cubicBezTo>
                    <a:cubicBezTo>
                      <a:pt x="612" y="140"/>
                      <a:pt x="612" y="140"/>
                      <a:pt x="612" y="140"/>
                    </a:cubicBezTo>
                    <a:cubicBezTo>
                      <a:pt x="630" y="135"/>
                      <a:pt x="630" y="135"/>
                      <a:pt x="630" y="135"/>
                    </a:cubicBezTo>
                    <a:cubicBezTo>
                      <a:pt x="648" y="131"/>
                      <a:pt x="648" y="131"/>
                      <a:pt x="648" y="131"/>
                    </a:cubicBezTo>
                    <a:cubicBezTo>
                      <a:pt x="666" y="126"/>
                      <a:pt x="666" y="126"/>
                      <a:pt x="666" y="126"/>
                    </a:cubicBezTo>
                    <a:cubicBezTo>
                      <a:pt x="684" y="122"/>
                      <a:pt x="684" y="122"/>
                      <a:pt x="684" y="122"/>
                    </a:cubicBezTo>
                    <a:cubicBezTo>
                      <a:pt x="702" y="118"/>
                      <a:pt x="702" y="118"/>
                      <a:pt x="702" y="118"/>
                    </a:cubicBezTo>
                    <a:cubicBezTo>
                      <a:pt x="720" y="114"/>
                      <a:pt x="720" y="114"/>
                      <a:pt x="720" y="114"/>
                    </a:cubicBezTo>
                    <a:cubicBezTo>
                      <a:pt x="738" y="110"/>
                      <a:pt x="738" y="110"/>
                      <a:pt x="738" y="110"/>
                    </a:cubicBezTo>
                    <a:cubicBezTo>
                      <a:pt x="756" y="105"/>
                      <a:pt x="756" y="105"/>
                      <a:pt x="756" y="105"/>
                    </a:cubicBezTo>
                    <a:cubicBezTo>
                      <a:pt x="774" y="101"/>
                      <a:pt x="774" y="101"/>
                      <a:pt x="774" y="101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810" y="93"/>
                      <a:pt x="810" y="93"/>
                      <a:pt x="810" y="93"/>
                    </a:cubicBezTo>
                    <a:cubicBezTo>
                      <a:pt x="828" y="90"/>
                      <a:pt x="828" y="90"/>
                      <a:pt x="828" y="90"/>
                    </a:cubicBezTo>
                    <a:cubicBezTo>
                      <a:pt x="846" y="86"/>
                      <a:pt x="846" y="86"/>
                      <a:pt x="846" y="86"/>
                    </a:cubicBezTo>
                    <a:cubicBezTo>
                      <a:pt x="864" y="82"/>
                      <a:pt x="864" y="82"/>
                      <a:pt x="864" y="82"/>
                    </a:cubicBezTo>
                    <a:cubicBezTo>
                      <a:pt x="882" y="78"/>
                      <a:pt x="882" y="78"/>
                      <a:pt x="882" y="78"/>
                    </a:cubicBezTo>
                    <a:cubicBezTo>
                      <a:pt x="900" y="75"/>
                      <a:pt x="900" y="75"/>
                      <a:pt x="900" y="75"/>
                    </a:cubicBezTo>
                    <a:cubicBezTo>
                      <a:pt x="918" y="71"/>
                      <a:pt x="918" y="71"/>
                      <a:pt x="918" y="71"/>
                    </a:cubicBezTo>
                    <a:cubicBezTo>
                      <a:pt x="936" y="68"/>
                      <a:pt x="936" y="68"/>
                      <a:pt x="936" y="68"/>
                    </a:cubicBezTo>
                    <a:cubicBezTo>
                      <a:pt x="954" y="65"/>
                      <a:pt x="954" y="65"/>
                      <a:pt x="954" y="65"/>
                    </a:cubicBezTo>
                    <a:cubicBezTo>
                      <a:pt x="972" y="62"/>
                      <a:pt x="972" y="62"/>
                      <a:pt x="972" y="62"/>
                    </a:cubicBezTo>
                    <a:cubicBezTo>
                      <a:pt x="990" y="58"/>
                      <a:pt x="990" y="58"/>
                      <a:pt x="990" y="58"/>
                    </a:cubicBezTo>
                    <a:cubicBezTo>
                      <a:pt x="1008" y="55"/>
                      <a:pt x="1008" y="55"/>
                      <a:pt x="1008" y="55"/>
                    </a:cubicBezTo>
                    <a:cubicBezTo>
                      <a:pt x="1026" y="53"/>
                      <a:pt x="1026" y="53"/>
                      <a:pt x="1026" y="53"/>
                    </a:cubicBezTo>
                    <a:cubicBezTo>
                      <a:pt x="1044" y="50"/>
                      <a:pt x="1044" y="50"/>
                      <a:pt x="1044" y="50"/>
                    </a:cubicBezTo>
                    <a:cubicBezTo>
                      <a:pt x="1062" y="47"/>
                      <a:pt x="1062" y="47"/>
                      <a:pt x="1062" y="47"/>
                    </a:cubicBezTo>
                    <a:cubicBezTo>
                      <a:pt x="1080" y="44"/>
                      <a:pt x="1080" y="44"/>
                      <a:pt x="1080" y="44"/>
                    </a:cubicBezTo>
                    <a:cubicBezTo>
                      <a:pt x="1098" y="42"/>
                      <a:pt x="1098" y="42"/>
                      <a:pt x="1098" y="42"/>
                    </a:cubicBezTo>
                    <a:cubicBezTo>
                      <a:pt x="1116" y="40"/>
                      <a:pt x="1116" y="40"/>
                      <a:pt x="1116" y="40"/>
                    </a:cubicBezTo>
                    <a:cubicBezTo>
                      <a:pt x="1134" y="37"/>
                      <a:pt x="1134" y="37"/>
                      <a:pt x="1134" y="37"/>
                    </a:cubicBezTo>
                    <a:cubicBezTo>
                      <a:pt x="1152" y="35"/>
                      <a:pt x="1152" y="35"/>
                      <a:pt x="1152" y="35"/>
                    </a:cubicBezTo>
                    <a:cubicBezTo>
                      <a:pt x="1170" y="33"/>
                      <a:pt x="1170" y="33"/>
                      <a:pt x="1170" y="33"/>
                    </a:cubicBezTo>
                    <a:cubicBezTo>
                      <a:pt x="1188" y="31"/>
                      <a:pt x="1188" y="31"/>
                      <a:pt x="1188" y="31"/>
                    </a:cubicBezTo>
                    <a:cubicBezTo>
                      <a:pt x="1206" y="29"/>
                      <a:pt x="1206" y="29"/>
                      <a:pt x="1206" y="29"/>
                    </a:cubicBezTo>
                    <a:cubicBezTo>
                      <a:pt x="1224" y="27"/>
                      <a:pt x="1224" y="27"/>
                      <a:pt x="1224" y="27"/>
                    </a:cubicBezTo>
                    <a:cubicBezTo>
                      <a:pt x="1242" y="25"/>
                      <a:pt x="1242" y="25"/>
                      <a:pt x="1242" y="25"/>
                    </a:cubicBezTo>
                    <a:cubicBezTo>
                      <a:pt x="1260" y="23"/>
                      <a:pt x="1260" y="23"/>
                      <a:pt x="1260" y="23"/>
                    </a:cubicBezTo>
                    <a:cubicBezTo>
                      <a:pt x="1278" y="22"/>
                      <a:pt x="1278" y="22"/>
                      <a:pt x="1278" y="22"/>
                    </a:cubicBezTo>
                    <a:cubicBezTo>
                      <a:pt x="1296" y="20"/>
                      <a:pt x="1296" y="20"/>
                      <a:pt x="1296" y="20"/>
                    </a:cubicBezTo>
                    <a:cubicBezTo>
                      <a:pt x="1314" y="19"/>
                      <a:pt x="1314" y="19"/>
                      <a:pt x="1314" y="19"/>
                    </a:cubicBezTo>
                    <a:cubicBezTo>
                      <a:pt x="1332" y="17"/>
                      <a:pt x="1332" y="17"/>
                      <a:pt x="1332" y="17"/>
                    </a:cubicBezTo>
                    <a:cubicBezTo>
                      <a:pt x="1350" y="16"/>
                      <a:pt x="1350" y="16"/>
                      <a:pt x="1350" y="16"/>
                    </a:cubicBezTo>
                    <a:cubicBezTo>
                      <a:pt x="1368" y="15"/>
                      <a:pt x="1368" y="15"/>
                      <a:pt x="1368" y="15"/>
                    </a:cubicBezTo>
                    <a:cubicBezTo>
                      <a:pt x="1386" y="14"/>
                      <a:pt x="1386" y="14"/>
                      <a:pt x="1386" y="14"/>
                    </a:cubicBezTo>
                    <a:cubicBezTo>
                      <a:pt x="1404" y="13"/>
                      <a:pt x="1404" y="13"/>
                      <a:pt x="1404" y="13"/>
                    </a:cubicBezTo>
                    <a:cubicBezTo>
                      <a:pt x="1422" y="11"/>
                      <a:pt x="1422" y="11"/>
                      <a:pt x="1422" y="11"/>
                    </a:cubicBezTo>
                    <a:cubicBezTo>
                      <a:pt x="1440" y="10"/>
                      <a:pt x="1440" y="10"/>
                      <a:pt x="1440" y="10"/>
                    </a:cubicBezTo>
                    <a:cubicBezTo>
                      <a:pt x="1458" y="10"/>
                      <a:pt x="1458" y="10"/>
                      <a:pt x="1458" y="10"/>
                    </a:cubicBezTo>
                    <a:cubicBezTo>
                      <a:pt x="1476" y="9"/>
                      <a:pt x="1476" y="9"/>
                      <a:pt x="1476" y="9"/>
                    </a:cubicBezTo>
                    <a:cubicBezTo>
                      <a:pt x="1494" y="8"/>
                      <a:pt x="1494" y="8"/>
                      <a:pt x="1494" y="8"/>
                    </a:cubicBezTo>
                    <a:cubicBezTo>
                      <a:pt x="1512" y="7"/>
                      <a:pt x="1512" y="7"/>
                      <a:pt x="1512" y="7"/>
                    </a:cubicBezTo>
                    <a:cubicBezTo>
                      <a:pt x="1530" y="6"/>
                      <a:pt x="1530" y="6"/>
                      <a:pt x="1530" y="6"/>
                    </a:cubicBezTo>
                    <a:cubicBezTo>
                      <a:pt x="1548" y="6"/>
                      <a:pt x="1548" y="6"/>
                      <a:pt x="1548" y="6"/>
                    </a:cubicBezTo>
                    <a:cubicBezTo>
                      <a:pt x="1566" y="5"/>
                      <a:pt x="1566" y="5"/>
                      <a:pt x="1566" y="5"/>
                    </a:cubicBezTo>
                    <a:cubicBezTo>
                      <a:pt x="1584" y="4"/>
                      <a:pt x="1584" y="4"/>
                      <a:pt x="1584" y="4"/>
                    </a:cubicBezTo>
                    <a:cubicBezTo>
                      <a:pt x="1602" y="4"/>
                      <a:pt x="1602" y="4"/>
                      <a:pt x="1602" y="4"/>
                    </a:cubicBezTo>
                    <a:cubicBezTo>
                      <a:pt x="1620" y="3"/>
                      <a:pt x="1620" y="3"/>
                      <a:pt x="1620" y="3"/>
                    </a:cubicBezTo>
                    <a:cubicBezTo>
                      <a:pt x="1638" y="3"/>
                      <a:pt x="1638" y="3"/>
                      <a:pt x="1638" y="3"/>
                    </a:cubicBezTo>
                    <a:cubicBezTo>
                      <a:pt x="1656" y="2"/>
                      <a:pt x="1656" y="2"/>
                      <a:pt x="1656" y="2"/>
                    </a:cubicBezTo>
                    <a:cubicBezTo>
                      <a:pt x="1674" y="2"/>
                      <a:pt x="1674" y="2"/>
                      <a:pt x="1674" y="2"/>
                    </a:cubicBezTo>
                    <a:cubicBezTo>
                      <a:pt x="1692" y="1"/>
                      <a:pt x="1692" y="1"/>
                      <a:pt x="1692" y="1"/>
                    </a:cubicBezTo>
                    <a:cubicBezTo>
                      <a:pt x="1710" y="1"/>
                      <a:pt x="1710" y="1"/>
                      <a:pt x="1710" y="1"/>
                    </a:cubicBezTo>
                    <a:cubicBezTo>
                      <a:pt x="1728" y="1"/>
                      <a:pt x="1728" y="1"/>
                      <a:pt x="1728" y="1"/>
                    </a:cubicBezTo>
                    <a:cubicBezTo>
                      <a:pt x="1746" y="0"/>
                      <a:pt x="1746" y="0"/>
                      <a:pt x="1746" y="0"/>
                    </a:cubicBezTo>
                    <a:cubicBezTo>
                      <a:pt x="1764" y="0"/>
                      <a:pt x="1764" y="0"/>
                      <a:pt x="1764" y="0"/>
                    </a:cubicBezTo>
                    <a:cubicBezTo>
                      <a:pt x="1782" y="0"/>
                      <a:pt x="1782" y="0"/>
                      <a:pt x="1782" y="0"/>
                    </a:cubicBezTo>
                    <a:cubicBezTo>
                      <a:pt x="1800" y="0"/>
                      <a:pt x="1800" y="0"/>
                      <a:pt x="1800" y="0"/>
                    </a:cubicBezTo>
                  </a:path>
                </a:pathLst>
              </a:custGeom>
              <a:noFill/>
              <a:ln w="254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526" name="Freeform 89"/>
              <p:cNvSpPr>
                <a:spLocks noChangeArrowheads="1"/>
              </p:cNvSpPr>
              <p:nvPr/>
            </p:nvSpPr>
            <p:spPr bwMode="auto">
              <a:xfrm flipV="1">
                <a:off x="2604" y="1243"/>
                <a:ext cx="1378" cy="1348"/>
              </a:xfrm>
              <a:custGeom>
                <a:avLst/>
                <a:gdLst>
                  <a:gd name="T0" fmla="*/ 18 w 1800"/>
                  <a:gd name="T1" fmla="*/ 237 h 237"/>
                  <a:gd name="T2" fmla="*/ 54 w 1800"/>
                  <a:gd name="T3" fmla="*/ 236 h 237"/>
                  <a:gd name="T4" fmla="*/ 90 w 1800"/>
                  <a:gd name="T5" fmla="*/ 234 h 237"/>
                  <a:gd name="T6" fmla="*/ 126 w 1800"/>
                  <a:gd name="T7" fmla="*/ 232 h 237"/>
                  <a:gd name="T8" fmla="*/ 162 w 1800"/>
                  <a:gd name="T9" fmla="*/ 228 h 237"/>
                  <a:gd name="T10" fmla="*/ 198 w 1800"/>
                  <a:gd name="T11" fmla="*/ 224 h 237"/>
                  <a:gd name="T12" fmla="*/ 234 w 1800"/>
                  <a:gd name="T13" fmla="*/ 219 h 237"/>
                  <a:gd name="T14" fmla="*/ 270 w 1800"/>
                  <a:gd name="T15" fmla="*/ 214 h 237"/>
                  <a:gd name="T16" fmla="*/ 306 w 1800"/>
                  <a:gd name="T17" fmla="*/ 208 h 237"/>
                  <a:gd name="T18" fmla="*/ 342 w 1800"/>
                  <a:gd name="T19" fmla="*/ 201 h 237"/>
                  <a:gd name="T20" fmla="*/ 378 w 1800"/>
                  <a:gd name="T21" fmla="*/ 194 h 237"/>
                  <a:gd name="T22" fmla="*/ 414 w 1800"/>
                  <a:gd name="T23" fmla="*/ 186 h 237"/>
                  <a:gd name="T24" fmla="*/ 450 w 1800"/>
                  <a:gd name="T25" fmla="*/ 178 h 237"/>
                  <a:gd name="T26" fmla="*/ 486 w 1800"/>
                  <a:gd name="T27" fmla="*/ 170 h 237"/>
                  <a:gd name="T28" fmla="*/ 522 w 1800"/>
                  <a:gd name="T29" fmla="*/ 161 h 237"/>
                  <a:gd name="T30" fmla="*/ 558 w 1800"/>
                  <a:gd name="T31" fmla="*/ 153 h 237"/>
                  <a:gd name="T32" fmla="*/ 594 w 1800"/>
                  <a:gd name="T33" fmla="*/ 144 h 237"/>
                  <a:gd name="T34" fmla="*/ 630 w 1800"/>
                  <a:gd name="T35" fmla="*/ 135 h 237"/>
                  <a:gd name="T36" fmla="*/ 666 w 1800"/>
                  <a:gd name="T37" fmla="*/ 126 h 237"/>
                  <a:gd name="T38" fmla="*/ 702 w 1800"/>
                  <a:gd name="T39" fmla="*/ 118 h 237"/>
                  <a:gd name="T40" fmla="*/ 738 w 1800"/>
                  <a:gd name="T41" fmla="*/ 110 h 237"/>
                  <a:gd name="T42" fmla="*/ 774 w 1800"/>
                  <a:gd name="T43" fmla="*/ 101 h 237"/>
                  <a:gd name="T44" fmla="*/ 810 w 1800"/>
                  <a:gd name="T45" fmla="*/ 93 h 237"/>
                  <a:gd name="T46" fmla="*/ 846 w 1800"/>
                  <a:gd name="T47" fmla="*/ 86 h 237"/>
                  <a:gd name="T48" fmla="*/ 882 w 1800"/>
                  <a:gd name="T49" fmla="*/ 78 h 237"/>
                  <a:gd name="T50" fmla="*/ 918 w 1800"/>
                  <a:gd name="T51" fmla="*/ 71 h 237"/>
                  <a:gd name="T52" fmla="*/ 954 w 1800"/>
                  <a:gd name="T53" fmla="*/ 65 h 237"/>
                  <a:gd name="T54" fmla="*/ 990 w 1800"/>
                  <a:gd name="T55" fmla="*/ 58 h 237"/>
                  <a:gd name="T56" fmla="*/ 1026 w 1800"/>
                  <a:gd name="T57" fmla="*/ 53 h 237"/>
                  <a:gd name="T58" fmla="*/ 1062 w 1800"/>
                  <a:gd name="T59" fmla="*/ 47 h 237"/>
                  <a:gd name="T60" fmla="*/ 1098 w 1800"/>
                  <a:gd name="T61" fmla="*/ 42 h 237"/>
                  <a:gd name="T62" fmla="*/ 1134 w 1800"/>
                  <a:gd name="T63" fmla="*/ 37 h 237"/>
                  <a:gd name="T64" fmla="*/ 1170 w 1800"/>
                  <a:gd name="T65" fmla="*/ 33 h 237"/>
                  <a:gd name="T66" fmla="*/ 1206 w 1800"/>
                  <a:gd name="T67" fmla="*/ 29 h 237"/>
                  <a:gd name="T68" fmla="*/ 1242 w 1800"/>
                  <a:gd name="T69" fmla="*/ 25 h 237"/>
                  <a:gd name="T70" fmla="*/ 1278 w 1800"/>
                  <a:gd name="T71" fmla="*/ 22 h 237"/>
                  <a:gd name="T72" fmla="*/ 1314 w 1800"/>
                  <a:gd name="T73" fmla="*/ 19 h 237"/>
                  <a:gd name="T74" fmla="*/ 1350 w 1800"/>
                  <a:gd name="T75" fmla="*/ 16 h 237"/>
                  <a:gd name="T76" fmla="*/ 1386 w 1800"/>
                  <a:gd name="T77" fmla="*/ 14 h 237"/>
                  <a:gd name="T78" fmla="*/ 1422 w 1800"/>
                  <a:gd name="T79" fmla="*/ 11 h 237"/>
                  <a:gd name="T80" fmla="*/ 1458 w 1800"/>
                  <a:gd name="T81" fmla="*/ 10 h 237"/>
                  <a:gd name="T82" fmla="*/ 1494 w 1800"/>
                  <a:gd name="T83" fmla="*/ 8 h 237"/>
                  <a:gd name="T84" fmla="*/ 1530 w 1800"/>
                  <a:gd name="T85" fmla="*/ 6 h 237"/>
                  <a:gd name="T86" fmla="*/ 1566 w 1800"/>
                  <a:gd name="T87" fmla="*/ 5 h 237"/>
                  <a:gd name="T88" fmla="*/ 1602 w 1800"/>
                  <a:gd name="T89" fmla="*/ 4 h 237"/>
                  <a:gd name="T90" fmla="*/ 1638 w 1800"/>
                  <a:gd name="T91" fmla="*/ 3 h 237"/>
                  <a:gd name="T92" fmla="*/ 1674 w 1800"/>
                  <a:gd name="T93" fmla="*/ 2 h 237"/>
                  <a:gd name="T94" fmla="*/ 1710 w 1800"/>
                  <a:gd name="T95" fmla="*/ 1 h 237"/>
                  <a:gd name="T96" fmla="*/ 1746 w 1800"/>
                  <a:gd name="T97" fmla="*/ 0 h 237"/>
                  <a:gd name="T98" fmla="*/ 1782 w 1800"/>
                  <a:gd name="T9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00" h="237">
                    <a:moveTo>
                      <a:pt x="0" y="237"/>
                    </a:moveTo>
                    <a:cubicBezTo>
                      <a:pt x="18" y="237"/>
                      <a:pt x="18" y="237"/>
                      <a:pt x="18" y="237"/>
                    </a:cubicBezTo>
                    <a:cubicBezTo>
                      <a:pt x="36" y="236"/>
                      <a:pt x="36" y="236"/>
                      <a:pt x="36" y="236"/>
                    </a:cubicBezTo>
                    <a:cubicBezTo>
                      <a:pt x="54" y="236"/>
                      <a:pt x="54" y="236"/>
                      <a:pt x="54" y="236"/>
                    </a:cubicBezTo>
                    <a:cubicBezTo>
                      <a:pt x="72" y="235"/>
                      <a:pt x="72" y="235"/>
                      <a:pt x="72" y="235"/>
                    </a:cubicBezTo>
                    <a:cubicBezTo>
                      <a:pt x="90" y="234"/>
                      <a:pt x="90" y="234"/>
                      <a:pt x="90" y="234"/>
                    </a:cubicBezTo>
                    <a:cubicBezTo>
                      <a:pt x="108" y="233"/>
                      <a:pt x="108" y="233"/>
                      <a:pt x="108" y="233"/>
                    </a:cubicBezTo>
                    <a:cubicBezTo>
                      <a:pt x="126" y="232"/>
                      <a:pt x="126" y="232"/>
                      <a:pt x="126" y="232"/>
                    </a:cubicBezTo>
                    <a:cubicBezTo>
                      <a:pt x="144" y="230"/>
                      <a:pt x="144" y="230"/>
                      <a:pt x="144" y="230"/>
                    </a:cubicBezTo>
                    <a:cubicBezTo>
                      <a:pt x="162" y="228"/>
                      <a:pt x="162" y="228"/>
                      <a:pt x="162" y="228"/>
                    </a:cubicBezTo>
                    <a:cubicBezTo>
                      <a:pt x="180" y="226"/>
                      <a:pt x="180" y="226"/>
                      <a:pt x="180" y="226"/>
                    </a:cubicBezTo>
                    <a:cubicBezTo>
                      <a:pt x="198" y="224"/>
                      <a:pt x="198" y="224"/>
                      <a:pt x="198" y="224"/>
                    </a:cubicBezTo>
                    <a:cubicBezTo>
                      <a:pt x="216" y="222"/>
                      <a:pt x="216" y="222"/>
                      <a:pt x="216" y="222"/>
                    </a:cubicBezTo>
                    <a:cubicBezTo>
                      <a:pt x="234" y="219"/>
                      <a:pt x="234" y="219"/>
                      <a:pt x="234" y="219"/>
                    </a:cubicBezTo>
                    <a:cubicBezTo>
                      <a:pt x="252" y="217"/>
                      <a:pt x="252" y="217"/>
                      <a:pt x="252" y="217"/>
                    </a:cubicBezTo>
                    <a:cubicBezTo>
                      <a:pt x="270" y="214"/>
                      <a:pt x="270" y="214"/>
                      <a:pt x="270" y="214"/>
                    </a:cubicBezTo>
                    <a:cubicBezTo>
                      <a:pt x="288" y="211"/>
                      <a:pt x="288" y="211"/>
                      <a:pt x="288" y="211"/>
                    </a:cubicBezTo>
                    <a:cubicBezTo>
                      <a:pt x="306" y="208"/>
                      <a:pt x="306" y="208"/>
                      <a:pt x="306" y="208"/>
                    </a:cubicBezTo>
                    <a:cubicBezTo>
                      <a:pt x="324" y="204"/>
                      <a:pt x="324" y="204"/>
                      <a:pt x="324" y="204"/>
                    </a:cubicBezTo>
                    <a:cubicBezTo>
                      <a:pt x="342" y="201"/>
                      <a:pt x="342" y="201"/>
                      <a:pt x="342" y="201"/>
                    </a:cubicBezTo>
                    <a:cubicBezTo>
                      <a:pt x="360" y="197"/>
                      <a:pt x="360" y="197"/>
                      <a:pt x="360" y="197"/>
                    </a:cubicBezTo>
                    <a:cubicBezTo>
                      <a:pt x="378" y="194"/>
                      <a:pt x="378" y="194"/>
                      <a:pt x="378" y="194"/>
                    </a:cubicBezTo>
                    <a:cubicBezTo>
                      <a:pt x="396" y="190"/>
                      <a:pt x="396" y="190"/>
                      <a:pt x="396" y="190"/>
                    </a:cubicBezTo>
                    <a:cubicBezTo>
                      <a:pt x="414" y="186"/>
                      <a:pt x="414" y="186"/>
                      <a:pt x="414" y="186"/>
                    </a:cubicBezTo>
                    <a:cubicBezTo>
                      <a:pt x="432" y="182"/>
                      <a:pt x="432" y="182"/>
                      <a:pt x="432" y="182"/>
                    </a:cubicBezTo>
                    <a:cubicBezTo>
                      <a:pt x="450" y="178"/>
                      <a:pt x="450" y="178"/>
                      <a:pt x="450" y="178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86" y="170"/>
                      <a:pt x="486" y="170"/>
                      <a:pt x="486" y="170"/>
                    </a:cubicBezTo>
                    <a:cubicBezTo>
                      <a:pt x="504" y="165"/>
                      <a:pt x="504" y="165"/>
                      <a:pt x="504" y="165"/>
                    </a:cubicBezTo>
                    <a:cubicBezTo>
                      <a:pt x="522" y="161"/>
                      <a:pt x="522" y="161"/>
                      <a:pt x="522" y="161"/>
                    </a:cubicBezTo>
                    <a:cubicBezTo>
                      <a:pt x="540" y="157"/>
                      <a:pt x="540" y="157"/>
                      <a:pt x="540" y="157"/>
                    </a:cubicBezTo>
                    <a:cubicBezTo>
                      <a:pt x="558" y="153"/>
                      <a:pt x="558" y="153"/>
                      <a:pt x="558" y="153"/>
                    </a:cubicBezTo>
                    <a:cubicBezTo>
                      <a:pt x="576" y="148"/>
                      <a:pt x="576" y="148"/>
                      <a:pt x="576" y="148"/>
                    </a:cubicBezTo>
                    <a:cubicBezTo>
                      <a:pt x="594" y="144"/>
                      <a:pt x="594" y="144"/>
                      <a:pt x="594" y="144"/>
                    </a:cubicBezTo>
                    <a:cubicBezTo>
                      <a:pt x="612" y="140"/>
                      <a:pt x="612" y="140"/>
                      <a:pt x="612" y="140"/>
                    </a:cubicBezTo>
                    <a:cubicBezTo>
                      <a:pt x="630" y="135"/>
                      <a:pt x="630" y="135"/>
                      <a:pt x="630" y="135"/>
                    </a:cubicBezTo>
                    <a:cubicBezTo>
                      <a:pt x="648" y="131"/>
                      <a:pt x="648" y="131"/>
                      <a:pt x="648" y="131"/>
                    </a:cubicBezTo>
                    <a:cubicBezTo>
                      <a:pt x="666" y="126"/>
                      <a:pt x="666" y="126"/>
                      <a:pt x="666" y="126"/>
                    </a:cubicBezTo>
                    <a:cubicBezTo>
                      <a:pt x="684" y="122"/>
                      <a:pt x="684" y="122"/>
                      <a:pt x="684" y="122"/>
                    </a:cubicBezTo>
                    <a:cubicBezTo>
                      <a:pt x="702" y="118"/>
                      <a:pt x="702" y="118"/>
                      <a:pt x="702" y="118"/>
                    </a:cubicBezTo>
                    <a:cubicBezTo>
                      <a:pt x="720" y="114"/>
                      <a:pt x="720" y="114"/>
                      <a:pt x="720" y="114"/>
                    </a:cubicBezTo>
                    <a:cubicBezTo>
                      <a:pt x="738" y="110"/>
                      <a:pt x="738" y="110"/>
                      <a:pt x="738" y="110"/>
                    </a:cubicBezTo>
                    <a:cubicBezTo>
                      <a:pt x="756" y="105"/>
                      <a:pt x="756" y="105"/>
                      <a:pt x="756" y="105"/>
                    </a:cubicBezTo>
                    <a:cubicBezTo>
                      <a:pt x="774" y="101"/>
                      <a:pt x="774" y="101"/>
                      <a:pt x="774" y="101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810" y="93"/>
                      <a:pt x="810" y="93"/>
                      <a:pt x="810" y="93"/>
                    </a:cubicBezTo>
                    <a:cubicBezTo>
                      <a:pt x="828" y="90"/>
                      <a:pt x="828" y="90"/>
                      <a:pt x="828" y="90"/>
                    </a:cubicBezTo>
                    <a:cubicBezTo>
                      <a:pt x="846" y="86"/>
                      <a:pt x="846" y="86"/>
                      <a:pt x="846" y="86"/>
                    </a:cubicBezTo>
                    <a:cubicBezTo>
                      <a:pt x="864" y="82"/>
                      <a:pt x="864" y="82"/>
                      <a:pt x="864" y="82"/>
                    </a:cubicBezTo>
                    <a:cubicBezTo>
                      <a:pt x="882" y="78"/>
                      <a:pt x="882" y="78"/>
                      <a:pt x="882" y="78"/>
                    </a:cubicBezTo>
                    <a:cubicBezTo>
                      <a:pt x="900" y="75"/>
                      <a:pt x="900" y="75"/>
                      <a:pt x="900" y="75"/>
                    </a:cubicBezTo>
                    <a:cubicBezTo>
                      <a:pt x="918" y="71"/>
                      <a:pt x="918" y="71"/>
                      <a:pt x="918" y="71"/>
                    </a:cubicBezTo>
                    <a:cubicBezTo>
                      <a:pt x="936" y="68"/>
                      <a:pt x="936" y="68"/>
                      <a:pt x="936" y="68"/>
                    </a:cubicBezTo>
                    <a:cubicBezTo>
                      <a:pt x="954" y="65"/>
                      <a:pt x="954" y="65"/>
                      <a:pt x="954" y="65"/>
                    </a:cubicBezTo>
                    <a:cubicBezTo>
                      <a:pt x="972" y="62"/>
                      <a:pt x="972" y="62"/>
                      <a:pt x="972" y="62"/>
                    </a:cubicBezTo>
                    <a:cubicBezTo>
                      <a:pt x="990" y="58"/>
                      <a:pt x="990" y="58"/>
                      <a:pt x="990" y="58"/>
                    </a:cubicBezTo>
                    <a:cubicBezTo>
                      <a:pt x="1008" y="55"/>
                      <a:pt x="1008" y="55"/>
                      <a:pt x="1008" y="55"/>
                    </a:cubicBezTo>
                    <a:cubicBezTo>
                      <a:pt x="1026" y="53"/>
                      <a:pt x="1026" y="53"/>
                      <a:pt x="1026" y="53"/>
                    </a:cubicBezTo>
                    <a:cubicBezTo>
                      <a:pt x="1044" y="50"/>
                      <a:pt x="1044" y="50"/>
                      <a:pt x="1044" y="50"/>
                    </a:cubicBezTo>
                    <a:cubicBezTo>
                      <a:pt x="1062" y="47"/>
                      <a:pt x="1062" y="47"/>
                      <a:pt x="1062" y="47"/>
                    </a:cubicBezTo>
                    <a:cubicBezTo>
                      <a:pt x="1080" y="44"/>
                      <a:pt x="1080" y="44"/>
                      <a:pt x="1080" y="44"/>
                    </a:cubicBezTo>
                    <a:cubicBezTo>
                      <a:pt x="1098" y="42"/>
                      <a:pt x="1098" y="42"/>
                      <a:pt x="1098" y="42"/>
                    </a:cubicBezTo>
                    <a:cubicBezTo>
                      <a:pt x="1116" y="40"/>
                      <a:pt x="1116" y="40"/>
                      <a:pt x="1116" y="40"/>
                    </a:cubicBezTo>
                    <a:cubicBezTo>
                      <a:pt x="1134" y="37"/>
                      <a:pt x="1134" y="37"/>
                      <a:pt x="1134" y="37"/>
                    </a:cubicBezTo>
                    <a:cubicBezTo>
                      <a:pt x="1152" y="35"/>
                      <a:pt x="1152" y="35"/>
                      <a:pt x="1152" y="35"/>
                    </a:cubicBezTo>
                    <a:cubicBezTo>
                      <a:pt x="1170" y="33"/>
                      <a:pt x="1170" y="33"/>
                      <a:pt x="1170" y="33"/>
                    </a:cubicBezTo>
                    <a:cubicBezTo>
                      <a:pt x="1188" y="31"/>
                      <a:pt x="1188" y="31"/>
                      <a:pt x="1188" y="31"/>
                    </a:cubicBezTo>
                    <a:cubicBezTo>
                      <a:pt x="1206" y="29"/>
                      <a:pt x="1206" y="29"/>
                      <a:pt x="1206" y="29"/>
                    </a:cubicBezTo>
                    <a:cubicBezTo>
                      <a:pt x="1224" y="27"/>
                      <a:pt x="1224" y="27"/>
                      <a:pt x="1224" y="27"/>
                    </a:cubicBezTo>
                    <a:cubicBezTo>
                      <a:pt x="1242" y="25"/>
                      <a:pt x="1242" y="25"/>
                      <a:pt x="1242" y="25"/>
                    </a:cubicBezTo>
                    <a:cubicBezTo>
                      <a:pt x="1260" y="23"/>
                      <a:pt x="1260" y="23"/>
                      <a:pt x="1260" y="23"/>
                    </a:cubicBezTo>
                    <a:cubicBezTo>
                      <a:pt x="1278" y="22"/>
                      <a:pt x="1278" y="22"/>
                      <a:pt x="1278" y="22"/>
                    </a:cubicBezTo>
                    <a:cubicBezTo>
                      <a:pt x="1296" y="20"/>
                      <a:pt x="1296" y="20"/>
                      <a:pt x="1296" y="20"/>
                    </a:cubicBezTo>
                    <a:cubicBezTo>
                      <a:pt x="1314" y="19"/>
                      <a:pt x="1314" y="19"/>
                      <a:pt x="1314" y="19"/>
                    </a:cubicBezTo>
                    <a:cubicBezTo>
                      <a:pt x="1332" y="17"/>
                      <a:pt x="1332" y="17"/>
                      <a:pt x="1332" y="17"/>
                    </a:cubicBezTo>
                    <a:cubicBezTo>
                      <a:pt x="1350" y="16"/>
                      <a:pt x="1350" y="16"/>
                      <a:pt x="1350" y="16"/>
                    </a:cubicBezTo>
                    <a:cubicBezTo>
                      <a:pt x="1368" y="15"/>
                      <a:pt x="1368" y="15"/>
                      <a:pt x="1368" y="15"/>
                    </a:cubicBezTo>
                    <a:cubicBezTo>
                      <a:pt x="1386" y="14"/>
                      <a:pt x="1386" y="14"/>
                      <a:pt x="1386" y="14"/>
                    </a:cubicBezTo>
                    <a:cubicBezTo>
                      <a:pt x="1404" y="13"/>
                      <a:pt x="1404" y="13"/>
                      <a:pt x="1404" y="13"/>
                    </a:cubicBezTo>
                    <a:cubicBezTo>
                      <a:pt x="1422" y="11"/>
                      <a:pt x="1422" y="11"/>
                      <a:pt x="1422" y="11"/>
                    </a:cubicBezTo>
                    <a:cubicBezTo>
                      <a:pt x="1440" y="10"/>
                      <a:pt x="1440" y="10"/>
                      <a:pt x="1440" y="10"/>
                    </a:cubicBezTo>
                    <a:cubicBezTo>
                      <a:pt x="1458" y="10"/>
                      <a:pt x="1458" y="10"/>
                      <a:pt x="1458" y="10"/>
                    </a:cubicBezTo>
                    <a:cubicBezTo>
                      <a:pt x="1476" y="9"/>
                      <a:pt x="1476" y="9"/>
                      <a:pt x="1476" y="9"/>
                    </a:cubicBezTo>
                    <a:cubicBezTo>
                      <a:pt x="1494" y="8"/>
                      <a:pt x="1494" y="8"/>
                      <a:pt x="1494" y="8"/>
                    </a:cubicBezTo>
                    <a:cubicBezTo>
                      <a:pt x="1512" y="7"/>
                      <a:pt x="1512" y="7"/>
                      <a:pt x="1512" y="7"/>
                    </a:cubicBezTo>
                    <a:cubicBezTo>
                      <a:pt x="1530" y="6"/>
                      <a:pt x="1530" y="6"/>
                      <a:pt x="1530" y="6"/>
                    </a:cubicBezTo>
                    <a:cubicBezTo>
                      <a:pt x="1548" y="6"/>
                      <a:pt x="1548" y="6"/>
                      <a:pt x="1548" y="6"/>
                    </a:cubicBezTo>
                    <a:cubicBezTo>
                      <a:pt x="1566" y="5"/>
                      <a:pt x="1566" y="5"/>
                      <a:pt x="1566" y="5"/>
                    </a:cubicBezTo>
                    <a:cubicBezTo>
                      <a:pt x="1584" y="4"/>
                      <a:pt x="1584" y="4"/>
                      <a:pt x="1584" y="4"/>
                    </a:cubicBezTo>
                    <a:cubicBezTo>
                      <a:pt x="1602" y="4"/>
                      <a:pt x="1602" y="4"/>
                      <a:pt x="1602" y="4"/>
                    </a:cubicBezTo>
                    <a:cubicBezTo>
                      <a:pt x="1620" y="3"/>
                      <a:pt x="1620" y="3"/>
                      <a:pt x="1620" y="3"/>
                    </a:cubicBezTo>
                    <a:cubicBezTo>
                      <a:pt x="1638" y="3"/>
                      <a:pt x="1638" y="3"/>
                      <a:pt x="1638" y="3"/>
                    </a:cubicBezTo>
                    <a:cubicBezTo>
                      <a:pt x="1656" y="2"/>
                      <a:pt x="1656" y="2"/>
                      <a:pt x="1656" y="2"/>
                    </a:cubicBezTo>
                    <a:cubicBezTo>
                      <a:pt x="1674" y="2"/>
                      <a:pt x="1674" y="2"/>
                      <a:pt x="1674" y="2"/>
                    </a:cubicBezTo>
                    <a:cubicBezTo>
                      <a:pt x="1692" y="1"/>
                      <a:pt x="1692" y="1"/>
                      <a:pt x="1692" y="1"/>
                    </a:cubicBezTo>
                    <a:cubicBezTo>
                      <a:pt x="1710" y="1"/>
                      <a:pt x="1710" y="1"/>
                      <a:pt x="1710" y="1"/>
                    </a:cubicBezTo>
                    <a:cubicBezTo>
                      <a:pt x="1728" y="1"/>
                      <a:pt x="1728" y="1"/>
                      <a:pt x="1728" y="1"/>
                    </a:cubicBezTo>
                    <a:cubicBezTo>
                      <a:pt x="1746" y="0"/>
                      <a:pt x="1746" y="0"/>
                      <a:pt x="1746" y="0"/>
                    </a:cubicBezTo>
                    <a:cubicBezTo>
                      <a:pt x="1764" y="0"/>
                      <a:pt x="1764" y="0"/>
                      <a:pt x="1764" y="0"/>
                    </a:cubicBezTo>
                    <a:cubicBezTo>
                      <a:pt x="1782" y="0"/>
                      <a:pt x="1782" y="0"/>
                      <a:pt x="1782" y="0"/>
                    </a:cubicBezTo>
                    <a:cubicBezTo>
                      <a:pt x="1800" y="0"/>
                      <a:pt x="1800" y="0"/>
                      <a:pt x="1800" y="0"/>
                    </a:cubicBezTo>
                  </a:path>
                </a:pathLst>
              </a:custGeom>
              <a:noFill/>
              <a:ln w="254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06527" name="Group 90"/>
            <p:cNvGrpSpPr>
              <a:grpSpLocks/>
            </p:cNvGrpSpPr>
            <p:nvPr/>
          </p:nvGrpSpPr>
          <p:grpSpPr bwMode="auto">
            <a:xfrm>
              <a:off x="1123" y="1588"/>
              <a:ext cx="3949" cy="1012"/>
              <a:chOff x="628" y="1588"/>
              <a:chExt cx="3949" cy="1012"/>
            </a:xfrm>
          </p:grpSpPr>
          <p:sp>
            <p:nvSpPr>
              <p:cNvPr id="106528" name="Freeform 91"/>
              <p:cNvSpPr>
                <a:spLocks noChangeArrowheads="1"/>
              </p:cNvSpPr>
              <p:nvPr/>
            </p:nvSpPr>
            <p:spPr bwMode="auto">
              <a:xfrm flipV="1">
                <a:off x="2605" y="1591"/>
                <a:ext cx="1972" cy="1009"/>
              </a:xfrm>
              <a:custGeom>
                <a:avLst/>
                <a:gdLst>
                  <a:gd name="T0" fmla="*/ 18 w 1800"/>
                  <a:gd name="T1" fmla="*/ 237 h 237"/>
                  <a:gd name="T2" fmla="*/ 54 w 1800"/>
                  <a:gd name="T3" fmla="*/ 236 h 237"/>
                  <a:gd name="T4" fmla="*/ 90 w 1800"/>
                  <a:gd name="T5" fmla="*/ 234 h 237"/>
                  <a:gd name="T6" fmla="*/ 126 w 1800"/>
                  <a:gd name="T7" fmla="*/ 232 h 237"/>
                  <a:gd name="T8" fmla="*/ 162 w 1800"/>
                  <a:gd name="T9" fmla="*/ 228 h 237"/>
                  <a:gd name="T10" fmla="*/ 198 w 1800"/>
                  <a:gd name="T11" fmla="*/ 224 h 237"/>
                  <a:gd name="T12" fmla="*/ 234 w 1800"/>
                  <a:gd name="T13" fmla="*/ 219 h 237"/>
                  <a:gd name="T14" fmla="*/ 270 w 1800"/>
                  <a:gd name="T15" fmla="*/ 214 h 237"/>
                  <a:gd name="T16" fmla="*/ 306 w 1800"/>
                  <a:gd name="T17" fmla="*/ 208 h 237"/>
                  <a:gd name="T18" fmla="*/ 342 w 1800"/>
                  <a:gd name="T19" fmla="*/ 201 h 237"/>
                  <a:gd name="T20" fmla="*/ 378 w 1800"/>
                  <a:gd name="T21" fmla="*/ 194 h 237"/>
                  <a:gd name="T22" fmla="*/ 414 w 1800"/>
                  <a:gd name="T23" fmla="*/ 186 h 237"/>
                  <a:gd name="T24" fmla="*/ 450 w 1800"/>
                  <a:gd name="T25" fmla="*/ 178 h 237"/>
                  <a:gd name="T26" fmla="*/ 486 w 1800"/>
                  <a:gd name="T27" fmla="*/ 170 h 237"/>
                  <a:gd name="T28" fmla="*/ 522 w 1800"/>
                  <a:gd name="T29" fmla="*/ 161 h 237"/>
                  <a:gd name="T30" fmla="*/ 558 w 1800"/>
                  <a:gd name="T31" fmla="*/ 153 h 237"/>
                  <a:gd name="T32" fmla="*/ 594 w 1800"/>
                  <a:gd name="T33" fmla="*/ 144 h 237"/>
                  <a:gd name="T34" fmla="*/ 630 w 1800"/>
                  <a:gd name="T35" fmla="*/ 135 h 237"/>
                  <a:gd name="T36" fmla="*/ 666 w 1800"/>
                  <a:gd name="T37" fmla="*/ 126 h 237"/>
                  <a:gd name="T38" fmla="*/ 702 w 1800"/>
                  <a:gd name="T39" fmla="*/ 118 h 237"/>
                  <a:gd name="T40" fmla="*/ 738 w 1800"/>
                  <a:gd name="T41" fmla="*/ 110 h 237"/>
                  <a:gd name="T42" fmla="*/ 774 w 1800"/>
                  <a:gd name="T43" fmla="*/ 101 h 237"/>
                  <a:gd name="T44" fmla="*/ 810 w 1800"/>
                  <a:gd name="T45" fmla="*/ 93 h 237"/>
                  <a:gd name="T46" fmla="*/ 846 w 1800"/>
                  <a:gd name="T47" fmla="*/ 86 h 237"/>
                  <a:gd name="T48" fmla="*/ 882 w 1800"/>
                  <a:gd name="T49" fmla="*/ 78 h 237"/>
                  <a:gd name="T50" fmla="*/ 918 w 1800"/>
                  <a:gd name="T51" fmla="*/ 71 h 237"/>
                  <a:gd name="T52" fmla="*/ 954 w 1800"/>
                  <a:gd name="T53" fmla="*/ 65 h 237"/>
                  <a:gd name="T54" fmla="*/ 990 w 1800"/>
                  <a:gd name="T55" fmla="*/ 58 h 237"/>
                  <a:gd name="T56" fmla="*/ 1026 w 1800"/>
                  <a:gd name="T57" fmla="*/ 53 h 237"/>
                  <a:gd name="T58" fmla="*/ 1062 w 1800"/>
                  <a:gd name="T59" fmla="*/ 47 h 237"/>
                  <a:gd name="T60" fmla="*/ 1098 w 1800"/>
                  <a:gd name="T61" fmla="*/ 42 h 237"/>
                  <a:gd name="T62" fmla="*/ 1134 w 1800"/>
                  <a:gd name="T63" fmla="*/ 37 h 237"/>
                  <a:gd name="T64" fmla="*/ 1170 w 1800"/>
                  <a:gd name="T65" fmla="*/ 33 h 237"/>
                  <a:gd name="T66" fmla="*/ 1206 w 1800"/>
                  <a:gd name="T67" fmla="*/ 29 h 237"/>
                  <a:gd name="T68" fmla="*/ 1242 w 1800"/>
                  <a:gd name="T69" fmla="*/ 25 h 237"/>
                  <a:gd name="T70" fmla="*/ 1278 w 1800"/>
                  <a:gd name="T71" fmla="*/ 22 h 237"/>
                  <a:gd name="T72" fmla="*/ 1314 w 1800"/>
                  <a:gd name="T73" fmla="*/ 19 h 237"/>
                  <a:gd name="T74" fmla="*/ 1350 w 1800"/>
                  <a:gd name="T75" fmla="*/ 16 h 237"/>
                  <a:gd name="T76" fmla="*/ 1386 w 1800"/>
                  <a:gd name="T77" fmla="*/ 14 h 237"/>
                  <a:gd name="T78" fmla="*/ 1422 w 1800"/>
                  <a:gd name="T79" fmla="*/ 11 h 237"/>
                  <a:gd name="T80" fmla="*/ 1458 w 1800"/>
                  <a:gd name="T81" fmla="*/ 10 h 237"/>
                  <a:gd name="T82" fmla="*/ 1494 w 1800"/>
                  <a:gd name="T83" fmla="*/ 8 h 237"/>
                  <a:gd name="T84" fmla="*/ 1530 w 1800"/>
                  <a:gd name="T85" fmla="*/ 6 h 237"/>
                  <a:gd name="T86" fmla="*/ 1566 w 1800"/>
                  <a:gd name="T87" fmla="*/ 5 h 237"/>
                  <a:gd name="T88" fmla="*/ 1602 w 1800"/>
                  <a:gd name="T89" fmla="*/ 4 h 237"/>
                  <a:gd name="T90" fmla="*/ 1638 w 1800"/>
                  <a:gd name="T91" fmla="*/ 3 h 237"/>
                  <a:gd name="T92" fmla="*/ 1674 w 1800"/>
                  <a:gd name="T93" fmla="*/ 2 h 237"/>
                  <a:gd name="T94" fmla="*/ 1710 w 1800"/>
                  <a:gd name="T95" fmla="*/ 1 h 237"/>
                  <a:gd name="T96" fmla="*/ 1746 w 1800"/>
                  <a:gd name="T97" fmla="*/ 0 h 237"/>
                  <a:gd name="T98" fmla="*/ 1782 w 1800"/>
                  <a:gd name="T9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00" h="237">
                    <a:moveTo>
                      <a:pt x="0" y="237"/>
                    </a:moveTo>
                    <a:cubicBezTo>
                      <a:pt x="18" y="237"/>
                      <a:pt x="18" y="237"/>
                      <a:pt x="18" y="237"/>
                    </a:cubicBezTo>
                    <a:cubicBezTo>
                      <a:pt x="36" y="236"/>
                      <a:pt x="36" y="236"/>
                      <a:pt x="36" y="236"/>
                    </a:cubicBezTo>
                    <a:cubicBezTo>
                      <a:pt x="54" y="236"/>
                      <a:pt x="54" y="236"/>
                      <a:pt x="54" y="236"/>
                    </a:cubicBezTo>
                    <a:cubicBezTo>
                      <a:pt x="72" y="235"/>
                      <a:pt x="72" y="235"/>
                      <a:pt x="72" y="235"/>
                    </a:cubicBezTo>
                    <a:cubicBezTo>
                      <a:pt x="90" y="234"/>
                      <a:pt x="90" y="234"/>
                      <a:pt x="90" y="234"/>
                    </a:cubicBezTo>
                    <a:cubicBezTo>
                      <a:pt x="108" y="233"/>
                      <a:pt x="108" y="233"/>
                      <a:pt x="108" y="233"/>
                    </a:cubicBezTo>
                    <a:cubicBezTo>
                      <a:pt x="126" y="232"/>
                      <a:pt x="126" y="232"/>
                      <a:pt x="126" y="232"/>
                    </a:cubicBezTo>
                    <a:cubicBezTo>
                      <a:pt x="144" y="230"/>
                      <a:pt x="144" y="230"/>
                      <a:pt x="144" y="230"/>
                    </a:cubicBezTo>
                    <a:cubicBezTo>
                      <a:pt x="162" y="228"/>
                      <a:pt x="162" y="228"/>
                      <a:pt x="162" y="228"/>
                    </a:cubicBezTo>
                    <a:cubicBezTo>
                      <a:pt x="180" y="226"/>
                      <a:pt x="180" y="226"/>
                      <a:pt x="180" y="226"/>
                    </a:cubicBezTo>
                    <a:cubicBezTo>
                      <a:pt x="198" y="224"/>
                      <a:pt x="198" y="224"/>
                      <a:pt x="198" y="224"/>
                    </a:cubicBezTo>
                    <a:cubicBezTo>
                      <a:pt x="216" y="222"/>
                      <a:pt x="216" y="222"/>
                      <a:pt x="216" y="222"/>
                    </a:cubicBezTo>
                    <a:cubicBezTo>
                      <a:pt x="234" y="219"/>
                      <a:pt x="234" y="219"/>
                      <a:pt x="234" y="219"/>
                    </a:cubicBezTo>
                    <a:cubicBezTo>
                      <a:pt x="252" y="217"/>
                      <a:pt x="252" y="217"/>
                      <a:pt x="252" y="217"/>
                    </a:cubicBezTo>
                    <a:cubicBezTo>
                      <a:pt x="270" y="214"/>
                      <a:pt x="270" y="214"/>
                      <a:pt x="270" y="214"/>
                    </a:cubicBezTo>
                    <a:cubicBezTo>
                      <a:pt x="288" y="211"/>
                      <a:pt x="288" y="211"/>
                      <a:pt x="288" y="211"/>
                    </a:cubicBezTo>
                    <a:cubicBezTo>
                      <a:pt x="306" y="208"/>
                      <a:pt x="306" y="208"/>
                      <a:pt x="306" y="208"/>
                    </a:cubicBezTo>
                    <a:cubicBezTo>
                      <a:pt x="324" y="204"/>
                      <a:pt x="324" y="204"/>
                      <a:pt x="324" y="204"/>
                    </a:cubicBezTo>
                    <a:cubicBezTo>
                      <a:pt x="342" y="201"/>
                      <a:pt x="342" y="201"/>
                      <a:pt x="342" y="201"/>
                    </a:cubicBezTo>
                    <a:cubicBezTo>
                      <a:pt x="360" y="197"/>
                      <a:pt x="360" y="197"/>
                      <a:pt x="360" y="197"/>
                    </a:cubicBezTo>
                    <a:cubicBezTo>
                      <a:pt x="378" y="194"/>
                      <a:pt x="378" y="194"/>
                      <a:pt x="378" y="194"/>
                    </a:cubicBezTo>
                    <a:cubicBezTo>
                      <a:pt x="396" y="190"/>
                      <a:pt x="396" y="190"/>
                      <a:pt x="396" y="190"/>
                    </a:cubicBezTo>
                    <a:cubicBezTo>
                      <a:pt x="414" y="186"/>
                      <a:pt x="414" y="186"/>
                      <a:pt x="414" y="186"/>
                    </a:cubicBezTo>
                    <a:cubicBezTo>
                      <a:pt x="432" y="182"/>
                      <a:pt x="432" y="182"/>
                      <a:pt x="432" y="182"/>
                    </a:cubicBezTo>
                    <a:cubicBezTo>
                      <a:pt x="450" y="178"/>
                      <a:pt x="450" y="178"/>
                      <a:pt x="450" y="178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86" y="170"/>
                      <a:pt x="486" y="170"/>
                      <a:pt x="486" y="170"/>
                    </a:cubicBezTo>
                    <a:cubicBezTo>
                      <a:pt x="504" y="165"/>
                      <a:pt x="504" y="165"/>
                      <a:pt x="504" y="165"/>
                    </a:cubicBezTo>
                    <a:cubicBezTo>
                      <a:pt x="522" y="161"/>
                      <a:pt x="522" y="161"/>
                      <a:pt x="522" y="161"/>
                    </a:cubicBezTo>
                    <a:cubicBezTo>
                      <a:pt x="540" y="157"/>
                      <a:pt x="540" y="157"/>
                      <a:pt x="540" y="157"/>
                    </a:cubicBezTo>
                    <a:cubicBezTo>
                      <a:pt x="558" y="153"/>
                      <a:pt x="558" y="153"/>
                      <a:pt x="558" y="153"/>
                    </a:cubicBezTo>
                    <a:cubicBezTo>
                      <a:pt x="576" y="148"/>
                      <a:pt x="576" y="148"/>
                      <a:pt x="576" y="148"/>
                    </a:cubicBezTo>
                    <a:cubicBezTo>
                      <a:pt x="594" y="144"/>
                      <a:pt x="594" y="144"/>
                      <a:pt x="594" y="144"/>
                    </a:cubicBezTo>
                    <a:cubicBezTo>
                      <a:pt x="612" y="140"/>
                      <a:pt x="612" y="140"/>
                      <a:pt x="612" y="140"/>
                    </a:cubicBezTo>
                    <a:cubicBezTo>
                      <a:pt x="630" y="135"/>
                      <a:pt x="630" y="135"/>
                      <a:pt x="630" y="135"/>
                    </a:cubicBezTo>
                    <a:cubicBezTo>
                      <a:pt x="648" y="131"/>
                      <a:pt x="648" y="131"/>
                      <a:pt x="648" y="131"/>
                    </a:cubicBezTo>
                    <a:cubicBezTo>
                      <a:pt x="666" y="126"/>
                      <a:pt x="666" y="126"/>
                      <a:pt x="666" y="126"/>
                    </a:cubicBezTo>
                    <a:cubicBezTo>
                      <a:pt x="684" y="122"/>
                      <a:pt x="684" y="122"/>
                      <a:pt x="684" y="122"/>
                    </a:cubicBezTo>
                    <a:cubicBezTo>
                      <a:pt x="702" y="118"/>
                      <a:pt x="702" y="118"/>
                      <a:pt x="702" y="118"/>
                    </a:cubicBezTo>
                    <a:cubicBezTo>
                      <a:pt x="720" y="114"/>
                      <a:pt x="720" y="114"/>
                      <a:pt x="720" y="114"/>
                    </a:cubicBezTo>
                    <a:cubicBezTo>
                      <a:pt x="738" y="110"/>
                      <a:pt x="738" y="110"/>
                      <a:pt x="738" y="110"/>
                    </a:cubicBezTo>
                    <a:cubicBezTo>
                      <a:pt x="756" y="105"/>
                      <a:pt x="756" y="105"/>
                      <a:pt x="756" y="105"/>
                    </a:cubicBezTo>
                    <a:cubicBezTo>
                      <a:pt x="774" y="101"/>
                      <a:pt x="774" y="101"/>
                      <a:pt x="774" y="101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810" y="93"/>
                      <a:pt x="810" y="93"/>
                      <a:pt x="810" y="93"/>
                    </a:cubicBezTo>
                    <a:cubicBezTo>
                      <a:pt x="828" y="90"/>
                      <a:pt x="828" y="90"/>
                      <a:pt x="828" y="90"/>
                    </a:cubicBezTo>
                    <a:cubicBezTo>
                      <a:pt x="846" y="86"/>
                      <a:pt x="846" y="86"/>
                      <a:pt x="846" y="86"/>
                    </a:cubicBezTo>
                    <a:cubicBezTo>
                      <a:pt x="864" y="82"/>
                      <a:pt x="864" y="82"/>
                      <a:pt x="864" y="82"/>
                    </a:cubicBezTo>
                    <a:cubicBezTo>
                      <a:pt x="882" y="78"/>
                      <a:pt x="882" y="78"/>
                      <a:pt x="882" y="78"/>
                    </a:cubicBezTo>
                    <a:cubicBezTo>
                      <a:pt x="900" y="75"/>
                      <a:pt x="900" y="75"/>
                      <a:pt x="900" y="75"/>
                    </a:cubicBezTo>
                    <a:cubicBezTo>
                      <a:pt x="918" y="71"/>
                      <a:pt x="918" y="71"/>
                      <a:pt x="918" y="71"/>
                    </a:cubicBezTo>
                    <a:cubicBezTo>
                      <a:pt x="936" y="68"/>
                      <a:pt x="936" y="68"/>
                      <a:pt x="936" y="68"/>
                    </a:cubicBezTo>
                    <a:cubicBezTo>
                      <a:pt x="954" y="65"/>
                      <a:pt x="954" y="65"/>
                      <a:pt x="954" y="65"/>
                    </a:cubicBezTo>
                    <a:cubicBezTo>
                      <a:pt x="972" y="62"/>
                      <a:pt x="972" y="62"/>
                      <a:pt x="972" y="62"/>
                    </a:cubicBezTo>
                    <a:cubicBezTo>
                      <a:pt x="990" y="58"/>
                      <a:pt x="990" y="58"/>
                      <a:pt x="990" y="58"/>
                    </a:cubicBezTo>
                    <a:cubicBezTo>
                      <a:pt x="1008" y="55"/>
                      <a:pt x="1008" y="55"/>
                      <a:pt x="1008" y="55"/>
                    </a:cubicBezTo>
                    <a:cubicBezTo>
                      <a:pt x="1026" y="53"/>
                      <a:pt x="1026" y="53"/>
                      <a:pt x="1026" y="53"/>
                    </a:cubicBezTo>
                    <a:cubicBezTo>
                      <a:pt x="1044" y="50"/>
                      <a:pt x="1044" y="50"/>
                      <a:pt x="1044" y="50"/>
                    </a:cubicBezTo>
                    <a:cubicBezTo>
                      <a:pt x="1062" y="47"/>
                      <a:pt x="1062" y="47"/>
                      <a:pt x="1062" y="47"/>
                    </a:cubicBezTo>
                    <a:cubicBezTo>
                      <a:pt x="1080" y="44"/>
                      <a:pt x="1080" y="44"/>
                      <a:pt x="1080" y="44"/>
                    </a:cubicBezTo>
                    <a:cubicBezTo>
                      <a:pt x="1098" y="42"/>
                      <a:pt x="1098" y="42"/>
                      <a:pt x="1098" y="42"/>
                    </a:cubicBezTo>
                    <a:cubicBezTo>
                      <a:pt x="1116" y="40"/>
                      <a:pt x="1116" y="40"/>
                      <a:pt x="1116" y="40"/>
                    </a:cubicBezTo>
                    <a:cubicBezTo>
                      <a:pt x="1134" y="37"/>
                      <a:pt x="1134" y="37"/>
                      <a:pt x="1134" y="37"/>
                    </a:cubicBezTo>
                    <a:cubicBezTo>
                      <a:pt x="1152" y="35"/>
                      <a:pt x="1152" y="35"/>
                      <a:pt x="1152" y="35"/>
                    </a:cubicBezTo>
                    <a:cubicBezTo>
                      <a:pt x="1170" y="33"/>
                      <a:pt x="1170" y="33"/>
                      <a:pt x="1170" y="33"/>
                    </a:cubicBezTo>
                    <a:cubicBezTo>
                      <a:pt x="1188" y="31"/>
                      <a:pt x="1188" y="31"/>
                      <a:pt x="1188" y="31"/>
                    </a:cubicBezTo>
                    <a:cubicBezTo>
                      <a:pt x="1206" y="29"/>
                      <a:pt x="1206" y="29"/>
                      <a:pt x="1206" y="29"/>
                    </a:cubicBezTo>
                    <a:cubicBezTo>
                      <a:pt x="1224" y="27"/>
                      <a:pt x="1224" y="27"/>
                      <a:pt x="1224" y="27"/>
                    </a:cubicBezTo>
                    <a:cubicBezTo>
                      <a:pt x="1242" y="25"/>
                      <a:pt x="1242" y="25"/>
                      <a:pt x="1242" y="25"/>
                    </a:cubicBezTo>
                    <a:cubicBezTo>
                      <a:pt x="1260" y="23"/>
                      <a:pt x="1260" y="23"/>
                      <a:pt x="1260" y="23"/>
                    </a:cubicBezTo>
                    <a:cubicBezTo>
                      <a:pt x="1278" y="22"/>
                      <a:pt x="1278" y="22"/>
                      <a:pt x="1278" y="22"/>
                    </a:cubicBezTo>
                    <a:cubicBezTo>
                      <a:pt x="1296" y="20"/>
                      <a:pt x="1296" y="20"/>
                      <a:pt x="1296" y="20"/>
                    </a:cubicBezTo>
                    <a:cubicBezTo>
                      <a:pt x="1314" y="19"/>
                      <a:pt x="1314" y="19"/>
                      <a:pt x="1314" y="19"/>
                    </a:cubicBezTo>
                    <a:cubicBezTo>
                      <a:pt x="1332" y="17"/>
                      <a:pt x="1332" y="17"/>
                      <a:pt x="1332" y="17"/>
                    </a:cubicBezTo>
                    <a:cubicBezTo>
                      <a:pt x="1350" y="16"/>
                      <a:pt x="1350" y="16"/>
                      <a:pt x="1350" y="16"/>
                    </a:cubicBezTo>
                    <a:cubicBezTo>
                      <a:pt x="1368" y="15"/>
                      <a:pt x="1368" y="15"/>
                      <a:pt x="1368" y="15"/>
                    </a:cubicBezTo>
                    <a:cubicBezTo>
                      <a:pt x="1386" y="14"/>
                      <a:pt x="1386" y="14"/>
                      <a:pt x="1386" y="14"/>
                    </a:cubicBezTo>
                    <a:cubicBezTo>
                      <a:pt x="1404" y="13"/>
                      <a:pt x="1404" y="13"/>
                      <a:pt x="1404" y="13"/>
                    </a:cubicBezTo>
                    <a:cubicBezTo>
                      <a:pt x="1422" y="11"/>
                      <a:pt x="1422" y="11"/>
                      <a:pt x="1422" y="11"/>
                    </a:cubicBezTo>
                    <a:cubicBezTo>
                      <a:pt x="1440" y="10"/>
                      <a:pt x="1440" y="10"/>
                      <a:pt x="1440" y="10"/>
                    </a:cubicBezTo>
                    <a:cubicBezTo>
                      <a:pt x="1458" y="10"/>
                      <a:pt x="1458" y="10"/>
                      <a:pt x="1458" y="10"/>
                    </a:cubicBezTo>
                    <a:cubicBezTo>
                      <a:pt x="1476" y="9"/>
                      <a:pt x="1476" y="9"/>
                      <a:pt x="1476" y="9"/>
                    </a:cubicBezTo>
                    <a:cubicBezTo>
                      <a:pt x="1494" y="8"/>
                      <a:pt x="1494" y="8"/>
                      <a:pt x="1494" y="8"/>
                    </a:cubicBezTo>
                    <a:cubicBezTo>
                      <a:pt x="1512" y="7"/>
                      <a:pt x="1512" y="7"/>
                      <a:pt x="1512" y="7"/>
                    </a:cubicBezTo>
                    <a:cubicBezTo>
                      <a:pt x="1530" y="6"/>
                      <a:pt x="1530" y="6"/>
                      <a:pt x="1530" y="6"/>
                    </a:cubicBezTo>
                    <a:cubicBezTo>
                      <a:pt x="1548" y="6"/>
                      <a:pt x="1548" y="6"/>
                      <a:pt x="1548" y="6"/>
                    </a:cubicBezTo>
                    <a:cubicBezTo>
                      <a:pt x="1566" y="5"/>
                      <a:pt x="1566" y="5"/>
                      <a:pt x="1566" y="5"/>
                    </a:cubicBezTo>
                    <a:cubicBezTo>
                      <a:pt x="1584" y="4"/>
                      <a:pt x="1584" y="4"/>
                      <a:pt x="1584" y="4"/>
                    </a:cubicBezTo>
                    <a:cubicBezTo>
                      <a:pt x="1602" y="4"/>
                      <a:pt x="1602" y="4"/>
                      <a:pt x="1602" y="4"/>
                    </a:cubicBezTo>
                    <a:cubicBezTo>
                      <a:pt x="1620" y="3"/>
                      <a:pt x="1620" y="3"/>
                      <a:pt x="1620" y="3"/>
                    </a:cubicBezTo>
                    <a:cubicBezTo>
                      <a:pt x="1638" y="3"/>
                      <a:pt x="1638" y="3"/>
                      <a:pt x="1638" y="3"/>
                    </a:cubicBezTo>
                    <a:cubicBezTo>
                      <a:pt x="1656" y="2"/>
                      <a:pt x="1656" y="2"/>
                      <a:pt x="1656" y="2"/>
                    </a:cubicBezTo>
                    <a:cubicBezTo>
                      <a:pt x="1674" y="2"/>
                      <a:pt x="1674" y="2"/>
                      <a:pt x="1674" y="2"/>
                    </a:cubicBezTo>
                    <a:cubicBezTo>
                      <a:pt x="1692" y="1"/>
                      <a:pt x="1692" y="1"/>
                      <a:pt x="1692" y="1"/>
                    </a:cubicBezTo>
                    <a:cubicBezTo>
                      <a:pt x="1710" y="1"/>
                      <a:pt x="1710" y="1"/>
                      <a:pt x="1710" y="1"/>
                    </a:cubicBezTo>
                    <a:cubicBezTo>
                      <a:pt x="1728" y="1"/>
                      <a:pt x="1728" y="1"/>
                      <a:pt x="1728" y="1"/>
                    </a:cubicBezTo>
                    <a:cubicBezTo>
                      <a:pt x="1746" y="0"/>
                      <a:pt x="1746" y="0"/>
                      <a:pt x="1746" y="0"/>
                    </a:cubicBezTo>
                    <a:cubicBezTo>
                      <a:pt x="1764" y="0"/>
                      <a:pt x="1764" y="0"/>
                      <a:pt x="1764" y="0"/>
                    </a:cubicBezTo>
                    <a:cubicBezTo>
                      <a:pt x="1782" y="0"/>
                      <a:pt x="1782" y="0"/>
                      <a:pt x="1782" y="0"/>
                    </a:cubicBezTo>
                    <a:cubicBezTo>
                      <a:pt x="1800" y="0"/>
                      <a:pt x="1800" y="0"/>
                      <a:pt x="1800" y="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529" name="Freeform 92"/>
              <p:cNvSpPr>
                <a:spLocks noChangeArrowheads="1"/>
              </p:cNvSpPr>
              <p:nvPr/>
            </p:nvSpPr>
            <p:spPr bwMode="auto">
              <a:xfrm flipH="1" flipV="1">
                <a:off x="628" y="1588"/>
                <a:ext cx="1972" cy="1009"/>
              </a:xfrm>
              <a:custGeom>
                <a:avLst/>
                <a:gdLst>
                  <a:gd name="T0" fmla="*/ 18 w 1800"/>
                  <a:gd name="T1" fmla="*/ 237 h 237"/>
                  <a:gd name="T2" fmla="*/ 54 w 1800"/>
                  <a:gd name="T3" fmla="*/ 236 h 237"/>
                  <a:gd name="T4" fmla="*/ 90 w 1800"/>
                  <a:gd name="T5" fmla="*/ 234 h 237"/>
                  <a:gd name="T6" fmla="*/ 126 w 1800"/>
                  <a:gd name="T7" fmla="*/ 232 h 237"/>
                  <a:gd name="T8" fmla="*/ 162 w 1800"/>
                  <a:gd name="T9" fmla="*/ 228 h 237"/>
                  <a:gd name="T10" fmla="*/ 198 w 1800"/>
                  <a:gd name="T11" fmla="*/ 224 h 237"/>
                  <a:gd name="T12" fmla="*/ 234 w 1800"/>
                  <a:gd name="T13" fmla="*/ 219 h 237"/>
                  <a:gd name="T14" fmla="*/ 270 w 1800"/>
                  <a:gd name="T15" fmla="*/ 214 h 237"/>
                  <a:gd name="T16" fmla="*/ 306 w 1800"/>
                  <a:gd name="T17" fmla="*/ 208 h 237"/>
                  <a:gd name="T18" fmla="*/ 342 w 1800"/>
                  <a:gd name="T19" fmla="*/ 201 h 237"/>
                  <a:gd name="T20" fmla="*/ 378 w 1800"/>
                  <a:gd name="T21" fmla="*/ 194 h 237"/>
                  <a:gd name="T22" fmla="*/ 414 w 1800"/>
                  <a:gd name="T23" fmla="*/ 186 h 237"/>
                  <a:gd name="T24" fmla="*/ 450 w 1800"/>
                  <a:gd name="T25" fmla="*/ 178 h 237"/>
                  <a:gd name="T26" fmla="*/ 486 w 1800"/>
                  <a:gd name="T27" fmla="*/ 170 h 237"/>
                  <a:gd name="T28" fmla="*/ 522 w 1800"/>
                  <a:gd name="T29" fmla="*/ 161 h 237"/>
                  <a:gd name="T30" fmla="*/ 558 w 1800"/>
                  <a:gd name="T31" fmla="*/ 153 h 237"/>
                  <a:gd name="T32" fmla="*/ 594 w 1800"/>
                  <a:gd name="T33" fmla="*/ 144 h 237"/>
                  <a:gd name="T34" fmla="*/ 630 w 1800"/>
                  <a:gd name="T35" fmla="*/ 135 h 237"/>
                  <a:gd name="T36" fmla="*/ 666 w 1800"/>
                  <a:gd name="T37" fmla="*/ 126 h 237"/>
                  <a:gd name="T38" fmla="*/ 702 w 1800"/>
                  <a:gd name="T39" fmla="*/ 118 h 237"/>
                  <a:gd name="T40" fmla="*/ 738 w 1800"/>
                  <a:gd name="T41" fmla="*/ 110 h 237"/>
                  <a:gd name="T42" fmla="*/ 774 w 1800"/>
                  <a:gd name="T43" fmla="*/ 101 h 237"/>
                  <a:gd name="T44" fmla="*/ 810 w 1800"/>
                  <a:gd name="T45" fmla="*/ 93 h 237"/>
                  <a:gd name="T46" fmla="*/ 846 w 1800"/>
                  <a:gd name="T47" fmla="*/ 86 h 237"/>
                  <a:gd name="T48" fmla="*/ 882 w 1800"/>
                  <a:gd name="T49" fmla="*/ 78 h 237"/>
                  <a:gd name="T50" fmla="*/ 918 w 1800"/>
                  <a:gd name="T51" fmla="*/ 71 h 237"/>
                  <a:gd name="T52" fmla="*/ 954 w 1800"/>
                  <a:gd name="T53" fmla="*/ 65 h 237"/>
                  <a:gd name="T54" fmla="*/ 990 w 1800"/>
                  <a:gd name="T55" fmla="*/ 58 h 237"/>
                  <a:gd name="T56" fmla="*/ 1026 w 1800"/>
                  <a:gd name="T57" fmla="*/ 53 h 237"/>
                  <a:gd name="T58" fmla="*/ 1062 w 1800"/>
                  <a:gd name="T59" fmla="*/ 47 h 237"/>
                  <a:gd name="T60" fmla="*/ 1098 w 1800"/>
                  <a:gd name="T61" fmla="*/ 42 h 237"/>
                  <a:gd name="T62" fmla="*/ 1134 w 1800"/>
                  <a:gd name="T63" fmla="*/ 37 h 237"/>
                  <a:gd name="T64" fmla="*/ 1170 w 1800"/>
                  <a:gd name="T65" fmla="*/ 33 h 237"/>
                  <a:gd name="T66" fmla="*/ 1206 w 1800"/>
                  <a:gd name="T67" fmla="*/ 29 h 237"/>
                  <a:gd name="T68" fmla="*/ 1242 w 1800"/>
                  <a:gd name="T69" fmla="*/ 25 h 237"/>
                  <a:gd name="T70" fmla="*/ 1278 w 1800"/>
                  <a:gd name="T71" fmla="*/ 22 h 237"/>
                  <a:gd name="T72" fmla="*/ 1314 w 1800"/>
                  <a:gd name="T73" fmla="*/ 19 h 237"/>
                  <a:gd name="T74" fmla="*/ 1350 w 1800"/>
                  <a:gd name="T75" fmla="*/ 16 h 237"/>
                  <a:gd name="T76" fmla="*/ 1386 w 1800"/>
                  <a:gd name="T77" fmla="*/ 14 h 237"/>
                  <a:gd name="T78" fmla="*/ 1422 w 1800"/>
                  <a:gd name="T79" fmla="*/ 11 h 237"/>
                  <a:gd name="T80" fmla="*/ 1458 w 1800"/>
                  <a:gd name="T81" fmla="*/ 10 h 237"/>
                  <a:gd name="T82" fmla="*/ 1494 w 1800"/>
                  <a:gd name="T83" fmla="*/ 8 h 237"/>
                  <a:gd name="T84" fmla="*/ 1530 w 1800"/>
                  <a:gd name="T85" fmla="*/ 6 h 237"/>
                  <a:gd name="T86" fmla="*/ 1566 w 1800"/>
                  <a:gd name="T87" fmla="*/ 5 h 237"/>
                  <a:gd name="T88" fmla="*/ 1602 w 1800"/>
                  <a:gd name="T89" fmla="*/ 4 h 237"/>
                  <a:gd name="T90" fmla="*/ 1638 w 1800"/>
                  <a:gd name="T91" fmla="*/ 3 h 237"/>
                  <a:gd name="T92" fmla="*/ 1674 w 1800"/>
                  <a:gd name="T93" fmla="*/ 2 h 237"/>
                  <a:gd name="T94" fmla="*/ 1710 w 1800"/>
                  <a:gd name="T95" fmla="*/ 1 h 237"/>
                  <a:gd name="T96" fmla="*/ 1746 w 1800"/>
                  <a:gd name="T97" fmla="*/ 0 h 237"/>
                  <a:gd name="T98" fmla="*/ 1782 w 1800"/>
                  <a:gd name="T9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00" h="237">
                    <a:moveTo>
                      <a:pt x="0" y="237"/>
                    </a:moveTo>
                    <a:cubicBezTo>
                      <a:pt x="18" y="237"/>
                      <a:pt x="18" y="237"/>
                      <a:pt x="18" y="237"/>
                    </a:cubicBezTo>
                    <a:cubicBezTo>
                      <a:pt x="36" y="236"/>
                      <a:pt x="36" y="236"/>
                      <a:pt x="36" y="236"/>
                    </a:cubicBezTo>
                    <a:cubicBezTo>
                      <a:pt x="54" y="236"/>
                      <a:pt x="54" y="236"/>
                      <a:pt x="54" y="236"/>
                    </a:cubicBezTo>
                    <a:cubicBezTo>
                      <a:pt x="72" y="235"/>
                      <a:pt x="72" y="235"/>
                      <a:pt x="72" y="235"/>
                    </a:cubicBezTo>
                    <a:cubicBezTo>
                      <a:pt x="90" y="234"/>
                      <a:pt x="90" y="234"/>
                      <a:pt x="90" y="234"/>
                    </a:cubicBezTo>
                    <a:cubicBezTo>
                      <a:pt x="108" y="233"/>
                      <a:pt x="108" y="233"/>
                      <a:pt x="108" y="233"/>
                    </a:cubicBezTo>
                    <a:cubicBezTo>
                      <a:pt x="126" y="232"/>
                      <a:pt x="126" y="232"/>
                      <a:pt x="126" y="232"/>
                    </a:cubicBezTo>
                    <a:cubicBezTo>
                      <a:pt x="144" y="230"/>
                      <a:pt x="144" y="230"/>
                      <a:pt x="144" y="230"/>
                    </a:cubicBezTo>
                    <a:cubicBezTo>
                      <a:pt x="162" y="228"/>
                      <a:pt x="162" y="228"/>
                      <a:pt x="162" y="228"/>
                    </a:cubicBezTo>
                    <a:cubicBezTo>
                      <a:pt x="180" y="226"/>
                      <a:pt x="180" y="226"/>
                      <a:pt x="180" y="226"/>
                    </a:cubicBezTo>
                    <a:cubicBezTo>
                      <a:pt x="198" y="224"/>
                      <a:pt x="198" y="224"/>
                      <a:pt x="198" y="224"/>
                    </a:cubicBezTo>
                    <a:cubicBezTo>
                      <a:pt x="216" y="222"/>
                      <a:pt x="216" y="222"/>
                      <a:pt x="216" y="222"/>
                    </a:cubicBezTo>
                    <a:cubicBezTo>
                      <a:pt x="234" y="219"/>
                      <a:pt x="234" y="219"/>
                      <a:pt x="234" y="219"/>
                    </a:cubicBezTo>
                    <a:cubicBezTo>
                      <a:pt x="252" y="217"/>
                      <a:pt x="252" y="217"/>
                      <a:pt x="252" y="217"/>
                    </a:cubicBezTo>
                    <a:cubicBezTo>
                      <a:pt x="270" y="214"/>
                      <a:pt x="270" y="214"/>
                      <a:pt x="270" y="214"/>
                    </a:cubicBezTo>
                    <a:cubicBezTo>
                      <a:pt x="288" y="211"/>
                      <a:pt x="288" y="211"/>
                      <a:pt x="288" y="211"/>
                    </a:cubicBezTo>
                    <a:cubicBezTo>
                      <a:pt x="306" y="208"/>
                      <a:pt x="306" y="208"/>
                      <a:pt x="306" y="208"/>
                    </a:cubicBezTo>
                    <a:cubicBezTo>
                      <a:pt x="324" y="204"/>
                      <a:pt x="324" y="204"/>
                      <a:pt x="324" y="204"/>
                    </a:cubicBezTo>
                    <a:cubicBezTo>
                      <a:pt x="342" y="201"/>
                      <a:pt x="342" y="201"/>
                      <a:pt x="342" y="201"/>
                    </a:cubicBezTo>
                    <a:cubicBezTo>
                      <a:pt x="360" y="197"/>
                      <a:pt x="360" y="197"/>
                      <a:pt x="360" y="197"/>
                    </a:cubicBezTo>
                    <a:cubicBezTo>
                      <a:pt x="378" y="194"/>
                      <a:pt x="378" y="194"/>
                      <a:pt x="378" y="194"/>
                    </a:cubicBezTo>
                    <a:cubicBezTo>
                      <a:pt x="396" y="190"/>
                      <a:pt x="396" y="190"/>
                      <a:pt x="396" y="190"/>
                    </a:cubicBezTo>
                    <a:cubicBezTo>
                      <a:pt x="414" y="186"/>
                      <a:pt x="414" y="186"/>
                      <a:pt x="414" y="186"/>
                    </a:cubicBezTo>
                    <a:cubicBezTo>
                      <a:pt x="432" y="182"/>
                      <a:pt x="432" y="182"/>
                      <a:pt x="432" y="182"/>
                    </a:cubicBezTo>
                    <a:cubicBezTo>
                      <a:pt x="450" y="178"/>
                      <a:pt x="450" y="178"/>
                      <a:pt x="450" y="178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86" y="170"/>
                      <a:pt x="486" y="170"/>
                      <a:pt x="486" y="170"/>
                    </a:cubicBezTo>
                    <a:cubicBezTo>
                      <a:pt x="504" y="165"/>
                      <a:pt x="504" y="165"/>
                      <a:pt x="504" y="165"/>
                    </a:cubicBezTo>
                    <a:cubicBezTo>
                      <a:pt x="522" y="161"/>
                      <a:pt x="522" y="161"/>
                      <a:pt x="522" y="161"/>
                    </a:cubicBezTo>
                    <a:cubicBezTo>
                      <a:pt x="540" y="157"/>
                      <a:pt x="540" y="157"/>
                      <a:pt x="540" y="157"/>
                    </a:cubicBezTo>
                    <a:cubicBezTo>
                      <a:pt x="558" y="153"/>
                      <a:pt x="558" y="153"/>
                      <a:pt x="558" y="153"/>
                    </a:cubicBezTo>
                    <a:cubicBezTo>
                      <a:pt x="576" y="148"/>
                      <a:pt x="576" y="148"/>
                      <a:pt x="576" y="148"/>
                    </a:cubicBezTo>
                    <a:cubicBezTo>
                      <a:pt x="594" y="144"/>
                      <a:pt x="594" y="144"/>
                      <a:pt x="594" y="144"/>
                    </a:cubicBezTo>
                    <a:cubicBezTo>
                      <a:pt x="612" y="140"/>
                      <a:pt x="612" y="140"/>
                      <a:pt x="612" y="140"/>
                    </a:cubicBezTo>
                    <a:cubicBezTo>
                      <a:pt x="630" y="135"/>
                      <a:pt x="630" y="135"/>
                      <a:pt x="630" y="135"/>
                    </a:cubicBezTo>
                    <a:cubicBezTo>
                      <a:pt x="648" y="131"/>
                      <a:pt x="648" y="131"/>
                      <a:pt x="648" y="131"/>
                    </a:cubicBezTo>
                    <a:cubicBezTo>
                      <a:pt x="666" y="126"/>
                      <a:pt x="666" y="126"/>
                      <a:pt x="666" y="126"/>
                    </a:cubicBezTo>
                    <a:cubicBezTo>
                      <a:pt x="684" y="122"/>
                      <a:pt x="684" y="122"/>
                      <a:pt x="684" y="122"/>
                    </a:cubicBezTo>
                    <a:cubicBezTo>
                      <a:pt x="702" y="118"/>
                      <a:pt x="702" y="118"/>
                      <a:pt x="702" y="118"/>
                    </a:cubicBezTo>
                    <a:cubicBezTo>
                      <a:pt x="720" y="114"/>
                      <a:pt x="720" y="114"/>
                      <a:pt x="720" y="114"/>
                    </a:cubicBezTo>
                    <a:cubicBezTo>
                      <a:pt x="738" y="110"/>
                      <a:pt x="738" y="110"/>
                      <a:pt x="738" y="110"/>
                    </a:cubicBezTo>
                    <a:cubicBezTo>
                      <a:pt x="756" y="105"/>
                      <a:pt x="756" y="105"/>
                      <a:pt x="756" y="105"/>
                    </a:cubicBezTo>
                    <a:cubicBezTo>
                      <a:pt x="774" y="101"/>
                      <a:pt x="774" y="101"/>
                      <a:pt x="774" y="101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810" y="93"/>
                      <a:pt x="810" y="93"/>
                      <a:pt x="810" y="93"/>
                    </a:cubicBezTo>
                    <a:cubicBezTo>
                      <a:pt x="828" y="90"/>
                      <a:pt x="828" y="90"/>
                      <a:pt x="828" y="90"/>
                    </a:cubicBezTo>
                    <a:cubicBezTo>
                      <a:pt x="846" y="86"/>
                      <a:pt x="846" y="86"/>
                      <a:pt x="846" y="86"/>
                    </a:cubicBezTo>
                    <a:cubicBezTo>
                      <a:pt x="864" y="82"/>
                      <a:pt x="864" y="82"/>
                      <a:pt x="864" y="82"/>
                    </a:cubicBezTo>
                    <a:cubicBezTo>
                      <a:pt x="882" y="78"/>
                      <a:pt x="882" y="78"/>
                      <a:pt x="882" y="78"/>
                    </a:cubicBezTo>
                    <a:cubicBezTo>
                      <a:pt x="900" y="75"/>
                      <a:pt x="900" y="75"/>
                      <a:pt x="900" y="75"/>
                    </a:cubicBezTo>
                    <a:cubicBezTo>
                      <a:pt x="918" y="71"/>
                      <a:pt x="918" y="71"/>
                      <a:pt x="918" y="71"/>
                    </a:cubicBezTo>
                    <a:cubicBezTo>
                      <a:pt x="936" y="68"/>
                      <a:pt x="936" y="68"/>
                      <a:pt x="936" y="68"/>
                    </a:cubicBezTo>
                    <a:cubicBezTo>
                      <a:pt x="954" y="65"/>
                      <a:pt x="954" y="65"/>
                      <a:pt x="954" y="65"/>
                    </a:cubicBezTo>
                    <a:cubicBezTo>
                      <a:pt x="972" y="62"/>
                      <a:pt x="972" y="62"/>
                      <a:pt x="972" y="62"/>
                    </a:cubicBezTo>
                    <a:cubicBezTo>
                      <a:pt x="990" y="58"/>
                      <a:pt x="990" y="58"/>
                      <a:pt x="990" y="58"/>
                    </a:cubicBezTo>
                    <a:cubicBezTo>
                      <a:pt x="1008" y="55"/>
                      <a:pt x="1008" y="55"/>
                      <a:pt x="1008" y="55"/>
                    </a:cubicBezTo>
                    <a:cubicBezTo>
                      <a:pt x="1026" y="53"/>
                      <a:pt x="1026" y="53"/>
                      <a:pt x="1026" y="53"/>
                    </a:cubicBezTo>
                    <a:cubicBezTo>
                      <a:pt x="1044" y="50"/>
                      <a:pt x="1044" y="50"/>
                      <a:pt x="1044" y="50"/>
                    </a:cubicBezTo>
                    <a:cubicBezTo>
                      <a:pt x="1062" y="47"/>
                      <a:pt x="1062" y="47"/>
                      <a:pt x="1062" y="47"/>
                    </a:cubicBezTo>
                    <a:cubicBezTo>
                      <a:pt x="1080" y="44"/>
                      <a:pt x="1080" y="44"/>
                      <a:pt x="1080" y="44"/>
                    </a:cubicBezTo>
                    <a:cubicBezTo>
                      <a:pt x="1098" y="42"/>
                      <a:pt x="1098" y="42"/>
                      <a:pt x="1098" y="42"/>
                    </a:cubicBezTo>
                    <a:cubicBezTo>
                      <a:pt x="1116" y="40"/>
                      <a:pt x="1116" y="40"/>
                      <a:pt x="1116" y="40"/>
                    </a:cubicBezTo>
                    <a:cubicBezTo>
                      <a:pt x="1134" y="37"/>
                      <a:pt x="1134" y="37"/>
                      <a:pt x="1134" y="37"/>
                    </a:cubicBezTo>
                    <a:cubicBezTo>
                      <a:pt x="1152" y="35"/>
                      <a:pt x="1152" y="35"/>
                      <a:pt x="1152" y="35"/>
                    </a:cubicBezTo>
                    <a:cubicBezTo>
                      <a:pt x="1170" y="33"/>
                      <a:pt x="1170" y="33"/>
                      <a:pt x="1170" y="33"/>
                    </a:cubicBezTo>
                    <a:cubicBezTo>
                      <a:pt x="1188" y="31"/>
                      <a:pt x="1188" y="31"/>
                      <a:pt x="1188" y="31"/>
                    </a:cubicBezTo>
                    <a:cubicBezTo>
                      <a:pt x="1206" y="29"/>
                      <a:pt x="1206" y="29"/>
                      <a:pt x="1206" y="29"/>
                    </a:cubicBezTo>
                    <a:cubicBezTo>
                      <a:pt x="1224" y="27"/>
                      <a:pt x="1224" y="27"/>
                      <a:pt x="1224" y="27"/>
                    </a:cubicBezTo>
                    <a:cubicBezTo>
                      <a:pt x="1242" y="25"/>
                      <a:pt x="1242" y="25"/>
                      <a:pt x="1242" y="25"/>
                    </a:cubicBezTo>
                    <a:cubicBezTo>
                      <a:pt x="1260" y="23"/>
                      <a:pt x="1260" y="23"/>
                      <a:pt x="1260" y="23"/>
                    </a:cubicBezTo>
                    <a:cubicBezTo>
                      <a:pt x="1278" y="22"/>
                      <a:pt x="1278" y="22"/>
                      <a:pt x="1278" y="22"/>
                    </a:cubicBezTo>
                    <a:cubicBezTo>
                      <a:pt x="1296" y="20"/>
                      <a:pt x="1296" y="20"/>
                      <a:pt x="1296" y="20"/>
                    </a:cubicBezTo>
                    <a:cubicBezTo>
                      <a:pt x="1314" y="19"/>
                      <a:pt x="1314" y="19"/>
                      <a:pt x="1314" y="19"/>
                    </a:cubicBezTo>
                    <a:cubicBezTo>
                      <a:pt x="1332" y="17"/>
                      <a:pt x="1332" y="17"/>
                      <a:pt x="1332" y="17"/>
                    </a:cubicBezTo>
                    <a:cubicBezTo>
                      <a:pt x="1350" y="16"/>
                      <a:pt x="1350" y="16"/>
                      <a:pt x="1350" y="16"/>
                    </a:cubicBezTo>
                    <a:cubicBezTo>
                      <a:pt x="1368" y="15"/>
                      <a:pt x="1368" y="15"/>
                      <a:pt x="1368" y="15"/>
                    </a:cubicBezTo>
                    <a:cubicBezTo>
                      <a:pt x="1386" y="14"/>
                      <a:pt x="1386" y="14"/>
                      <a:pt x="1386" y="14"/>
                    </a:cubicBezTo>
                    <a:cubicBezTo>
                      <a:pt x="1404" y="13"/>
                      <a:pt x="1404" y="13"/>
                      <a:pt x="1404" y="13"/>
                    </a:cubicBezTo>
                    <a:cubicBezTo>
                      <a:pt x="1422" y="11"/>
                      <a:pt x="1422" y="11"/>
                      <a:pt x="1422" y="11"/>
                    </a:cubicBezTo>
                    <a:cubicBezTo>
                      <a:pt x="1440" y="10"/>
                      <a:pt x="1440" y="10"/>
                      <a:pt x="1440" y="10"/>
                    </a:cubicBezTo>
                    <a:cubicBezTo>
                      <a:pt x="1458" y="10"/>
                      <a:pt x="1458" y="10"/>
                      <a:pt x="1458" y="10"/>
                    </a:cubicBezTo>
                    <a:cubicBezTo>
                      <a:pt x="1476" y="9"/>
                      <a:pt x="1476" y="9"/>
                      <a:pt x="1476" y="9"/>
                    </a:cubicBezTo>
                    <a:cubicBezTo>
                      <a:pt x="1494" y="8"/>
                      <a:pt x="1494" y="8"/>
                      <a:pt x="1494" y="8"/>
                    </a:cubicBezTo>
                    <a:cubicBezTo>
                      <a:pt x="1512" y="7"/>
                      <a:pt x="1512" y="7"/>
                      <a:pt x="1512" y="7"/>
                    </a:cubicBezTo>
                    <a:cubicBezTo>
                      <a:pt x="1530" y="6"/>
                      <a:pt x="1530" y="6"/>
                      <a:pt x="1530" y="6"/>
                    </a:cubicBezTo>
                    <a:cubicBezTo>
                      <a:pt x="1548" y="6"/>
                      <a:pt x="1548" y="6"/>
                      <a:pt x="1548" y="6"/>
                    </a:cubicBezTo>
                    <a:cubicBezTo>
                      <a:pt x="1566" y="5"/>
                      <a:pt x="1566" y="5"/>
                      <a:pt x="1566" y="5"/>
                    </a:cubicBezTo>
                    <a:cubicBezTo>
                      <a:pt x="1584" y="4"/>
                      <a:pt x="1584" y="4"/>
                      <a:pt x="1584" y="4"/>
                    </a:cubicBezTo>
                    <a:cubicBezTo>
                      <a:pt x="1602" y="4"/>
                      <a:pt x="1602" y="4"/>
                      <a:pt x="1602" y="4"/>
                    </a:cubicBezTo>
                    <a:cubicBezTo>
                      <a:pt x="1620" y="3"/>
                      <a:pt x="1620" y="3"/>
                      <a:pt x="1620" y="3"/>
                    </a:cubicBezTo>
                    <a:cubicBezTo>
                      <a:pt x="1638" y="3"/>
                      <a:pt x="1638" y="3"/>
                      <a:pt x="1638" y="3"/>
                    </a:cubicBezTo>
                    <a:cubicBezTo>
                      <a:pt x="1656" y="2"/>
                      <a:pt x="1656" y="2"/>
                      <a:pt x="1656" y="2"/>
                    </a:cubicBezTo>
                    <a:cubicBezTo>
                      <a:pt x="1674" y="2"/>
                      <a:pt x="1674" y="2"/>
                      <a:pt x="1674" y="2"/>
                    </a:cubicBezTo>
                    <a:cubicBezTo>
                      <a:pt x="1692" y="1"/>
                      <a:pt x="1692" y="1"/>
                      <a:pt x="1692" y="1"/>
                    </a:cubicBezTo>
                    <a:cubicBezTo>
                      <a:pt x="1710" y="1"/>
                      <a:pt x="1710" y="1"/>
                      <a:pt x="1710" y="1"/>
                    </a:cubicBezTo>
                    <a:cubicBezTo>
                      <a:pt x="1728" y="1"/>
                      <a:pt x="1728" y="1"/>
                      <a:pt x="1728" y="1"/>
                    </a:cubicBezTo>
                    <a:cubicBezTo>
                      <a:pt x="1746" y="0"/>
                      <a:pt x="1746" y="0"/>
                      <a:pt x="1746" y="0"/>
                    </a:cubicBezTo>
                    <a:cubicBezTo>
                      <a:pt x="1764" y="0"/>
                      <a:pt x="1764" y="0"/>
                      <a:pt x="1764" y="0"/>
                    </a:cubicBezTo>
                    <a:cubicBezTo>
                      <a:pt x="1782" y="0"/>
                      <a:pt x="1782" y="0"/>
                      <a:pt x="1782" y="0"/>
                    </a:cubicBezTo>
                    <a:cubicBezTo>
                      <a:pt x="1800" y="0"/>
                      <a:pt x="1800" y="0"/>
                      <a:pt x="1800" y="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06530" name="Group 93"/>
            <p:cNvGrpSpPr>
              <a:grpSpLocks/>
            </p:cNvGrpSpPr>
            <p:nvPr/>
          </p:nvGrpSpPr>
          <p:grpSpPr bwMode="auto">
            <a:xfrm>
              <a:off x="922" y="1798"/>
              <a:ext cx="4369" cy="763"/>
              <a:chOff x="427" y="1798"/>
              <a:chExt cx="4369" cy="763"/>
            </a:xfrm>
          </p:grpSpPr>
          <p:sp>
            <p:nvSpPr>
              <p:cNvPr id="106531" name="Freeform 94"/>
              <p:cNvSpPr>
                <a:spLocks noChangeArrowheads="1"/>
              </p:cNvSpPr>
              <p:nvPr/>
            </p:nvSpPr>
            <p:spPr bwMode="auto">
              <a:xfrm flipV="1">
                <a:off x="2613" y="1799"/>
                <a:ext cx="2183" cy="762"/>
              </a:xfrm>
              <a:custGeom>
                <a:avLst/>
                <a:gdLst>
                  <a:gd name="T0" fmla="*/ 18 w 1800"/>
                  <a:gd name="T1" fmla="*/ 237 h 237"/>
                  <a:gd name="T2" fmla="*/ 54 w 1800"/>
                  <a:gd name="T3" fmla="*/ 236 h 237"/>
                  <a:gd name="T4" fmla="*/ 90 w 1800"/>
                  <a:gd name="T5" fmla="*/ 234 h 237"/>
                  <a:gd name="T6" fmla="*/ 126 w 1800"/>
                  <a:gd name="T7" fmla="*/ 232 h 237"/>
                  <a:gd name="T8" fmla="*/ 162 w 1800"/>
                  <a:gd name="T9" fmla="*/ 228 h 237"/>
                  <a:gd name="T10" fmla="*/ 198 w 1800"/>
                  <a:gd name="T11" fmla="*/ 224 h 237"/>
                  <a:gd name="T12" fmla="*/ 234 w 1800"/>
                  <a:gd name="T13" fmla="*/ 219 h 237"/>
                  <a:gd name="T14" fmla="*/ 270 w 1800"/>
                  <a:gd name="T15" fmla="*/ 214 h 237"/>
                  <a:gd name="T16" fmla="*/ 306 w 1800"/>
                  <a:gd name="T17" fmla="*/ 208 h 237"/>
                  <a:gd name="T18" fmla="*/ 342 w 1800"/>
                  <a:gd name="T19" fmla="*/ 201 h 237"/>
                  <a:gd name="T20" fmla="*/ 378 w 1800"/>
                  <a:gd name="T21" fmla="*/ 194 h 237"/>
                  <a:gd name="T22" fmla="*/ 414 w 1800"/>
                  <a:gd name="T23" fmla="*/ 186 h 237"/>
                  <a:gd name="T24" fmla="*/ 450 w 1800"/>
                  <a:gd name="T25" fmla="*/ 178 h 237"/>
                  <a:gd name="T26" fmla="*/ 486 w 1800"/>
                  <a:gd name="T27" fmla="*/ 170 h 237"/>
                  <a:gd name="T28" fmla="*/ 522 w 1800"/>
                  <a:gd name="T29" fmla="*/ 161 h 237"/>
                  <a:gd name="T30" fmla="*/ 558 w 1800"/>
                  <a:gd name="T31" fmla="*/ 153 h 237"/>
                  <a:gd name="T32" fmla="*/ 594 w 1800"/>
                  <a:gd name="T33" fmla="*/ 144 h 237"/>
                  <a:gd name="T34" fmla="*/ 630 w 1800"/>
                  <a:gd name="T35" fmla="*/ 135 h 237"/>
                  <a:gd name="T36" fmla="*/ 666 w 1800"/>
                  <a:gd name="T37" fmla="*/ 126 h 237"/>
                  <a:gd name="T38" fmla="*/ 702 w 1800"/>
                  <a:gd name="T39" fmla="*/ 118 h 237"/>
                  <a:gd name="T40" fmla="*/ 738 w 1800"/>
                  <a:gd name="T41" fmla="*/ 110 h 237"/>
                  <a:gd name="T42" fmla="*/ 774 w 1800"/>
                  <a:gd name="T43" fmla="*/ 101 h 237"/>
                  <a:gd name="T44" fmla="*/ 810 w 1800"/>
                  <a:gd name="T45" fmla="*/ 93 h 237"/>
                  <a:gd name="T46" fmla="*/ 846 w 1800"/>
                  <a:gd name="T47" fmla="*/ 86 h 237"/>
                  <a:gd name="T48" fmla="*/ 882 w 1800"/>
                  <a:gd name="T49" fmla="*/ 78 h 237"/>
                  <a:gd name="T50" fmla="*/ 918 w 1800"/>
                  <a:gd name="T51" fmla="*/ 71 h 237"/>
                  <a:gd name="T52" fmla="*/ 954 w 1800"/>
                  <a:gd name="T53" fmla="*/ 65 h 237"/>
                  <a:gd name="T54" fmla="*/ 990 w 1800"/>
                  <a:gd name="T55" fmla="*/ 58 h 237"/>
                  <a:gd name="T56" fmla="*/ 1026 w 1800"/>
                  <a:gd name="T57" fmla="*/ 53 h 237"/>
                  <a:gd name="T58" fmla="*/ 1062 w 1800"/>
                  <a:gd name="T59" fmla="*/ 47 h 237"/>
                  <a:gd name="T60" fmla="*/ 1098 w 1800"/>
                  <a:gd name="T61" fmla="*/ 42 h 237"/>
                  <a:gd name="T62" fmla="*/ 1134 w 1800"/>
                  <a:gd name="T63" fmla="*/ 37 h 237"/>
                  <a:gd name="T64" fmla="*/ 1170 w 1800"/>
                  <a:gd name="T65" fmla="*/ 33 h 237"/>
                  <a:gd name="T66" fmla="*/ 1206 w 1800"/>
                  <a:gd name="T67" fmla="*/ 29 h 237"/>
                  <a:gd name="T68" fmla="*/ 1242 w 1800"/>
                  <a:gd name="T69" fmla="*/ 25 h 237"/>
                  <a:gd name="T70" fmla="*/ 1278 w 1800"/>
                  <a:gd name="T71" fmla="*/ 22 h 237"/>
                  <a:gd name="T72" fmla="*/ 1314 w 1800"/>
                  <a:gd name="T73" fmla="*/ 19 h 237"/>
                  <a:gd name="T74" fmla="*/ 1350 w 1800"/>
                  <a:gd name="T75" fmla="*/ 16 h 237"/>
                  <a:gd name="T76" fmla="*/ 1386 w 1800"/>
                  <a:gd name="T77" fmla="*/ 14 h 237"/>
                  <a:gd name="T78" fmla="*/ 1422 w 1800"/>
                  <a:gd name="T79" fmla="*/ 11 h 237"/>
                  <a:gd name="T80" fmla="*/ 1458 w 1800"/>
                  <a:gd name="T81" fmla="*/ 10 h 237"/>
                  <a:gd name="T82" fmla="*/ 1494 w 1800"/>
                  <a:gd name="T83" fmla="*/ 8 h 237"/>
                  <a:gd name="T84" fmla="*/ 1530 w 1800"/>
                  <a:gd name="T85" fmla="*/ 6 h 237"/>
                  <a:gd name="T86" fmla="*/ 1566 w 1800"/>
                  <a:gd name="T87" fmla="*/ 5 h 237"/>
                  <a:gd name="T88" fmla="*/ 1602 w 1800"/>
                  <a:gd name="T89" fmla="*/ 4 h 237"/>
                  <a:gd name="T90" fmla="*/ 1638 w 1800"/>
                  <a:gd name="T91" fmla="*/ 3 h 237"/>
                  <a:gd name="T92" fmla="*/ 1674 w 1800"/>
                  <a:gd name="T93" fmla="*/ 2 h 237"/>
                  <a:gd name="T94" fmla="*/ 1710 w 1800"/>
                  <a:gd name="T95" fmla="*/ 1 h 237"/>
                  <a:gd name="T96" fmla="*/ 1746 w 1800"/>
                  <a:gd name="T97" fmla="*/ 0 h 237"/>
                  <a:gd name="T98" fmla="*/ 1782 w 1800"/>
                  <a:gd name="T9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00" h="237">
                    <a:moveTo>
                      <a:pt x="0" y="237"/>
                    </a:moveTo>
                    <a:cubicBezTo>
                      <a:pt x="18" y="237"/>
                      <a:pt x="18" y="237"/>
                      <a:pt x="18" y="237"/>
                    </a:cubicBezTo>
                    <a:cubicBezTo>
                      <a:pt x="36" y="236"/>
                      <a:pt x="36" y="236"/>
                      <a:pt x="36" y="236"/>
                    </a:cubicBezTo>
                    <a:cubicBezTo>
                      <a:pt x="54" y="236"/>
                      <a:pt x="54" y="236"/>
                      <a:pt x="54" y="236"/>
                    </a:cubicBezTo>
                    <a:cubicBezTo>
                      <a:pt x="72" y="235"/>
                      <a:pt x="72" y="235"/>
                      <a:pt x="72" y="235"/>
                    </a:cubicBezTo>
                    <a:cubicBezTo>
                      <a:pt x="90" y="234"/>
                      <a:pt x="90" y="234"/>
                      <a:pt x="90" y="234"/>
                    </a:cubicBezTo>
                    <a:cubicBezTo>
                      <a:pt x="108" y="233"/>
                      <a:pt x="108" y="233"/>
                      <a:pt x="108" y="233"/>
                    </a:cubicBezTo>
                    <a:cubicBezTo>
                      <a:pt x="126" y="232"/>
                      <a:pt x="126" y="232"/>
                      <a:pt x="126" y="232"/>
                    </a:cubicBezTo>
                    <a:cubicBezTo>
                      <a:pt x="144" y="230"/>
                      <a:pt x="144" y="230"/>
                      <a:pt x="144" y="230"/>
                    </a:cubicBezTo>
                    <a:cubicBezTo>
                      <a:pt x="162" y="228"/>
                      <a:pt x="162" y="228"/>
                      <a:pt x="162" y="228"/>
                    </a:cubicBezTo>
                    <a:cubicBezTo>
                      <a:pt x="180" y="226"/>
                      <a:pt x="180" y="226"/>
                      <a:pt x="180" y="226"/>
                    </a:cubicBezTo>
                    <a:cubicBezTo>
                      <a:pt x="198" y="224"/>
                      <a:pt x="198" y="224"/>
                      <a:pt x="198" y="224"/>
                    </a:cubicBezTo>
                    <a:cubicBezTo>
                      <a:pt x="216" y="222"/>
                      <a:pt x="216" y="222"/>
                      <a:pt x="216" y="222"/>
                    </a:cubicBezTo>
                    <a:cubicBezTo>
                      <a:pt x="234" y="219"/>
                      <a:pt x="234" y="219"/>
                      <a:pt x="234" y="219"/>
                    </a:cubicBezTo>
                    <a:cubicBezTo>
                      <a:pt x="252" y="217"/>
                      <a:pt x="252" y="217"/>
                      <a:pt x="252" y="217"/>
                    </a:cubicBezTo>
                    <a:cubicBezTo>
                      <a:pt x="270" y="214"/>
                      <a:pt x="270" y="214"/>
                      <a:pt x="270" y="214"/>
                    </a:cubicBezTo>
                    <a:cubicBezTo>
                      <a:pt x="288" y="211"/>
                      <a:pt x="288" y="211"/>
                      <a:pt x="288" y="211"/>
                    </a:cubicBezTo>
                    <a:cubicBezTo>
                      <a:pt x="306" y="208"/>
                      <a:pt x="306" y="208"/>
                      <a:pt x="306" y="208"/>
                    </a:cubicBezTo>
                    <a:cubicBezTo>
                      <a:pt x="324" y="204"/>
                      <a:pt x="324" y="204"/>
                      <a:pt x="324" y="204"/>
                    </a:cubicBezTo>
                    <a:cubicBezTo>
                      <a:pt x="342" y="201"/>
                      <a:pt x="342" y="201"/>
                      <a:pt x="342" y="201"/>
                    </a:cubicBezTo>
                    <a:cubicBezTo>
                      <a:pt x="360" y="197"/>
                      <a:pt x="360" y="197"/>
                      <a:pt x="360" y="197"/>
                    </a:cubicBezTo>
                    <a:cubicBezTo>
                      <a:pt x="378" y="194"/>
                      <a:pt x="378" y="194"/>
                      <a:pt x="378" y="194"/>
                    </a:cubicBezTo>
                    <a:cubicBezTo>
                      <a:pt x="396" y="190"/>
                      <a:pt x="396" y="190"/>
                      <a:pt x="396" y="190"/>
                    </a:cubicBezTo>
                    <a:cubicBezTo>
                      <a:pt x="414" y="186"/>
                      <a:pt x="414" y="186"/>
                      <a:pt x="414" y="186"/>
                    </a:cubicBezTo>
                    <a:cubicBezTo>
                      <a:pt x="432" y="182"/>
                      <a:pt x="432" y="182"/>
                      <a:pt x="432" y="182"/>
                    </a:cubicBezTo>
                    <a:cubicBezTo>
                      <a:pt x="450" y="178"/>
                      <a:pt x="450" y="178"/>
                      <a:pt x="450" y="178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86" y="170"/>
                      <a:pt x="486" y="170"/>
                      <a:pt x="486" y="170"/>
                    </a:cubicBezTo>
                    <a:cubicBezTo>
                      <a:pt x="504" y="165"/>
                      <a:pt x="504" y="165"/>
                      <a:pt x="504" y="165"/>
                    </a:cubicBezTo>
                    <a:cubicBezTo>
                      <a:pt x="522" y="161"/>
                      <a:pt x="522" y="161"/>
                      <a:pt x="522" y="161"/>
                    </a:cubicBezTo>
                    <a:cubicBezTo>
                      <a:pt x="540" y="157"/>
                      <a:pt x="540" y="157"/>
                      <a:pt x="540" y="157"/>
                    </a:cubicBezTo>
                    <a:cubicBezTo>
                      <a:pt x="558" y="153"/>
                      <a:pt x="558" y="153"/>
                      <a:pt x="558" y="153"/>
                    </a:cubicBezTo>
                    <a:cubicBezTo>
                      <a:pt x="576" y="148"/>
                      <a:pt x="576" y="148"/>
                      <a:pt x="576" y="148"/>
                    </a:cubicBezTo>
                    <a:cubicBezTo>
                      <a:pt x="594" y="144"/>
                      <a:pt x="594" y="144"/>
                      <a:pt x="594" y="144"/>
                    </a:cubicBezTo>
                    <a:cubicBezTo>
                      <a:pt x="612" y="140"/>
                      <a:pt x="612" y="140"/>
                      <a:pt x="612" y="140"/>
                    </a:cubicBezTo>
                    <a:cubicBezTo>
                      <a:pt x="630" y="135"/>
                      <a:pt x="630" y="135"/>
                      <a:pt x="630" y="135"/>
                    </a:cubicBezTo>
                    <a:cubicBezTo>
                      <a:pt x="648" y="131"/>
                      <a:pt x="648" y="131"/>
                      <a:pt x="648" y="131"/>
                    </a:cubicBezTo>
                    <a:cubicBezTo>
                      <a:pt x="666" y="126"/>
                      <a:pt x="666" y="126"/>
                      <a:pt x="666" y="126"/>
                    </a:cubicBezTo>
                    <a:cubicBezTo>
                      <a:pt x="684" y="122"/>
                      <a:pt x="684" y="122"/>
                      <a:pt x="684" y="122"/>
                    </a:cubicBezTo>
                    <a:cubicBezTo>
                      <a:pt x="702" y="118"/>
                      <a:pt x="702" y="118"/>
                      <a:pt x="702" y="118"/>
                    </a:cubicBezTo>
                    <a:cubicBezTo>
                      <a:pt x="720" y="114"/>
                      <a:pt x="720" y="114"/>
                      <a:pt x="720" y="114"/>
                    </a:cubicBezTo>
                    <a:cubicBezTo>
                      <a:pt x="738" y="110"/>
                      <a:pt x="738" y="110"/>
                      <a:pt x="738" y="110"/>
                    </a:cubicBezTo>
                    <a:cubicBezTo>
                      <a:pt x="756" y="105"/>
                      <a:pt x="756" y="105"/>
                      <a:pt x="756" y="105"/>
                    </a:cubicBezTo>
                    <a:cubicBezTo>
                      <a:pt x="774" y="101"/>
                      <a:pt x="774" y="101"/>
                      <a:pt x="774" y="101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810" y="93"/>
                      <a:pt x="810" y="93"/>
                      <a:pt x="810" y="93"/>
                    </a:cubicBezTo>
                    <a:cubicBezTo>
                      <a:pt x="828" y="90"/>
                      <a:pt x="828" y="90"/>
                      <a:pt x="828" y="90"/>
                    </a:cubicBezTo>
                    <a:cubicBezTo>
                      <a:pt x="846" y="86"/>
                      <a:pt x="846" y="86"/>
                      <a:pt x="846" y="86"/>
                    </a:cubicBezTo>
                    <a:cubicBezTo>
                      <a:pt x="864" y="82"/>
                      <a:pt x="864" y="82"/>
                      <a:pt x="864" y="82"/>
                    </a:cubicBezTo>
                    <a:cubicBezTo>
                      <a:pt x="882" y="78"/>
                      <a:pt x="882" y="78"/>
                      <a:pt x="882" y="78"/>
                    </a:cubicBezTo>
                    <a:cubicBezTo>
                      <a:pt x="900" y="75"/>
                      <a:pt x="900" y="75"/>
                      <a:pt x="900" y="75"/>
                    </a:cubicBezTo>
                    <a:cubicBezTo>
                      <a:pt x="918" y="71"/>
                      <a:pt x="918" y="71"/>
                      <a:pt x="918" y="71"/>
                    </a:cubicBezTo>
                    <a:cubicBezTo>
                      <a:pt x="936" y="68"/>
                      <a:pt x="936" y="68"/>
                      <a:pt x="936" y="68"/>
                    </a:cubicBezTo>
                    <a:cubicBezTo>
                      <a:pt x="954" y="65"/>
                      <a:pt x="954" y="65"/>
                      <a:pt x="954" y="65"/>
                    </a:cubicBezTo>
                    <a:cubicBezTo>
                      <a:pt x="972" y="62"/>
                      <a:pt x="972" y="62"/>
                      <a:pt x="972" y="62"/>
                    </a:cubicBezTo>
                    <a:cubicBezTo>
                      <a:pt x="990" y="58"/>
                      <a:pt x="990" y="58"/>
                      <a:pt x="990" y="58"/>
                    </a:cubicBezTo>
                    <a:cubicBezTo>
                      <a:pt x="1008" y="55"/>
                      <a:pt x="1008" y="55"/>
                      <a:pt x="1008" y="55"/>
                    </a:cubicBezTo>
                    <a:cubicBezTo>
                      <a:pt x="1026" y="53"/>
                      <a:pt x="1026" y="53"/>
                      <a:pt x="1026" y="53"/>
                    </a:cubicBezTo>
                    <a:cubicBezTo>
                      <a:pt x="1044" y="50"/>
                      <a:pt x="1044" y="50"/>
                      <a:pt x="1044" y="50"/>
                    </a:cubicBezTo>
                    <a:cubicBezTo>
                      <a:pt x="1062" y="47"/>
                      <a:pt x="1062" y="47"/>
                      <a:pt x="1062" y="47"/>
                    </a:cubicBezTo>
                    <a:cubicBezTo>
                      <a:pt x="1080" y="44"/>
                      <a:pt x="1080" y="44"/>
                      <a:pt x="1080" y="44"/>
                    </a:cubicBezTo>
                    <a:cubicBezTo>
                      <a:pt x="1098" y="42"/>
                      <a:pt x="1098" y="42"/>
                      <a:pt x="1098" y="42"/>
                    </a:cubicBezTo>
                    <a:cubicBezTo>
                      <a:pt x="1116" y="40"/>
                      <a:pt x="1116" y="40"/>
                      <a:pt x="1116" y="40"/>
                    </a:cubicBezTo>
                    <a:cubicBezTo>
                      <a:pt x="1134" y="37"/>
                      <a:pt x="1134" y="37"/>
                      <a:pt x="1134" y="37"/>
                    </a:cubicBezTo>
                    <a:cubicBezTo>
                      <a:pt x="1152" y="35"/>
                      <a:pt x="1152" y="35"/>
                      <a:pt x="1152" y="35"/>
                    </a:cubicBezTo>
                    <a:cubicBezTo>
                      <a:pt x="1170" y="33"/>
                      <a:pt x="1170" y="33"/>
                      <a:pt x="1170" y="33"/>
                    </a:cubicBezTo>
                    <a:cubicBezTo>
                      <a:pt x="1188" y="31"/>
                      <a:pt x="1188" y="31"/>
                      <a:pt x="1188" y="31"/>
                    </a:cubicBezTo>
                    <a:cubicBezTo>
                      <a:pt x="1206" y="29"/>
                      <a:pt x="1206" y="29"/>
                      <a:pt x="1206" y="29"/>
                    </a:cubicBezTo>
                    <a:cubicBezTo>
                      <a:pt x="1224" y="27"/>
                      <a:pt x="1224" y="27"/>
                      <a:pt x="1224" y="27"/>
                    </a:cubicBezTo>
                    <a:cubicBezTo>
                      <a:pt x="1242" y="25"/>
                      <a:pt x="1242" y="25"/>
                      <a:pt x="1242" y="25"/>
                    </a:cubicBezTo>
                    <a:cubicBezTo>
                      <a:pt x="1260" y="23"/>
                      <a:pt x="1260" y="23"/>
                      <a:pt x="1260" y="23"/>
                    </a:cubicBezTo>
                    <a:cubicBezTo>
                      <a:pt x="1278" y="22"/>
                      <a:pt x="1278" y="22"/>
                      <a:pt x="1278" y="22"/>
                    </a:cubicBezTo>
                    <a:cubicBezTo>
                      <a:pt x="1296" y="20"/>
                      <a:pt x="1296" y="20"/>
                      <a:pt x="1296" y="20"/>
                    </a:cubicBezTo>
                    <a:cubicBezTo>
                      <a:pt x="1314" y="19"/>
                      <a:pt x="1314" y="19"/>
                      <a:pt x="1314" y="19"/>
                    </a:cubicBezTo>
                    <a:cubicBezTo>
                      <a:pt x="1332" y="17"/>
                      <a:pt x="1332" y="17"/>
                      <a:pt x="1332" y="17"/>
                    </a:cubicBezTo>
                    <a:cubicBezTo>
                      <a:pt x="1350" y="16"/>
                      <a:pt x="1350" y="16"/>
                      <a:pt x="1350" y="16"/>
                    </a:cubicBezTo>
                    <a:cubicBezTo>
                      <a:pt x="1368" y="15"/>
                      <a:pt x="1368" y="15"/>
                      <a:pt x="1368" y="15"/>
                    </a:cubicBezTo>
                    <a:cubicBezTo>
                      <a:pt x="1386" y="14"/>
                      <a:pt x="1386" y="14"/>
                      <a:pt x="1386" y="14"/>
                    </a:cubicBezTo>
                    <a:cubicBezTo>
                      <a:pt x="1404" y="13"/>
                      <a:pt x="1404" y="13"/>
                      <a:pt x="1404" y="13"/>
                    </a:cubicBezTo>
                    <a:cubicBezTo>
                      <a:pt x="1422" y="11"/>
                      <a:pt x="1422" y="11"/>
                      <a:pt x="1422" y="11"/>
                    </a:cubicBezTo>
                    <a:cubicBezTo>
                      <a:pt x="1440" y="10"/>
                      <a:pt x="1440" y="10"/>
                      <a:pt x="1440" y="10"/>
                    </a:cubicBezTo>
                    <a:cubicBezTo>
                      <a:pt x="1458" y="10"/>
                      <a:pt x="1458" y="10"/>
                      <a:pt x="1458" y="10"/>
                    </a:cubicBezTo>
                    <a:cubicBezTo>
                      <a:pt x="1476" y="9"/>
                      <a:pt x="1476" y="9"/>
                      <a:pt x="1476" y="9"/>
                    </a:cubicBezTo>
                    <a:cubicBezTo>
                      <a:pt x="1494" y="8"/>
                      <a:pt x="1494" y="8"/>
                      <a:pt x="1494" y="8"/>
                    </a:cubicBezTo>
                    <a:cubicBezTo>
                      <a:pt x="1512" y="7"/>
                      <a:pt x="1512" y="7"/>
                      <a:pt x="1512" y="7"/>
                    </a:cubicBezTo>
                    <a:cubicBezTo>
                      <a:pt x="1530" y="6"/>
                      <a:pt x="1530" y="6"/>
                      <a:pt x="1530" y="6"/>
                    </a:cubicBezTo>
                    <a:cubicBezTo>
                      <a:pt x="1548" y="6"/>
                      <a:pt x="1548" y="6"/>
                      <a:pt x="1548" y="6"/>
                    </a:cubicBezTo>
                    <a:cubicBezTo>
                      <a:pt x="1566" y="5"/>
                      <a:pt x="1566" y="5"/>
                      <a:pt x="1566" y="5"/>
                    </a:cubicBezTo>
                    <a:cubicBezTo>
                      <a:pt x="1584" y="4"/>
                      <a:pt x="1584" y="4"/>
                      <a:pt x="1584" y="4"/>
                    </a:cubicBezTo>
                    <a:cubicBezTo>
                      <a:pt x="1602" y="4"/>
                      <a:pt x="1602" y="4"/>
                      <a:pt x="1602" y="4"/>
                    </a:cubicBezTo>
                    <a:cubicBezTo>
                      <a:pt x="1620" y="3"/>
                      <a:pt x="1620" y="3"/>
                      <a:pt x="1620" y="3"/>
                    </a:cubicBezTo>
                    <a:cubicBezTo>
                      <a:pt x="1638" y="3"/>
                      <a:pt x="1638" y="3"/>
                      <a:pt x="1638" y="3"/>
                    </a:cubicBezTo>
                    <a:cubicBezTo>
                      <a:pt x="1656" y="2"/>
                      <a:pt x="1656" y="2"/>
                      <a:pt x="1656" y="2"/>
                    </a:cubicBezTo>
                    <a:cubicBezTo>
                      <a:pt x="1674" y="2"/>
                      <a:pt x="1674" y="2"/>
                      <a:pt x="1674" y="2"/>
                    </a:cubicBezTo>
                    <a:cubicBezTo>
                      <a:pt x="1692" y="1"/>
                      <a:pt x="1692" y="1"/>
                      <a:pt x="1692" y="1"/>
                    </a:cubicBezTo>
                    <a:cubicBezTo>
                      <a:pt x="1710" y="1"/>
                      <a:pt x="1710" y="1"/>
                      <a:pt x="1710" y="1"/>
                    </a:cubicBezTo>
                    <a:cubicBezTo>
                      <a:pt x="1728" y="1"/>
                      <a:pt x="1728" y="1"/>
                      <a:pt x="1728" y="1"/>
                    </a:cubicBezTo>
                    <a:cubicBezTo>
                      <a:pt x="1746" y="0"/>
                      <a:pt x="1746" y="0"/>
                      <a:pt x="1746" y="0"/>
                    </a:cubicBezTo>
                    <a:cubicBezTo>
                      <a:pt x="1764" y="0"/>
                      <a:pt x="1764" y="0"/>
                      <a:pt x="1764" y="0"/>
                    </a:cubicBezTo>
                    <a:cubicBezTo>
                      <a:pt x="1782" y="0"/>
                      <a:pt x="1782" y="0"/>
                      <a:pt x="1782" y="0"/>
                    </a:cubicBezTo>
                    <a:cubicBezTo>
                      <a:pt x="1800" y="0"/>
                      <a:pt x="1800" y="0"/>
                      <a:pt x="1800" y="0"/>
                    </a:cubicBezTo>
                  </a:path>
                </a:pathLst>
              </a:custGeom>
              <a:noFill/>
              <a:ln w="2540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532" name="Freeform 95"/>
              <p:cNvSpPr>
                <a:spLocks noChangeArrowheads="1"/>
              </p:cNvSpPr>
              <p:nvPr/>
            </p:nvSpPr>
            <p:spPr bwMode="auto">
              <a:xfrm flipH="1" flipV="1">
                <a:off x="427" y="1798"/>
                <a:ext cx="2183" cy="762"/>
              </a:xfrm>
              <a:custGeom>
                <a:avLst/>
                <a:gdLst>
                  <a:gd name="T0" fmla="*/ 18 w 1800"/>
                  <a:gd name="T1" fmla="*/ 237 h 237"/>
                  <a:gd name="T2" fmla="*/ 54 w 1800"/>
                  <a:gd name="T3" fmla="*/ 236 h 237"/>
                  <a:gd name="T4" fmla="*/ 90 w 1800"/>
                  <a:gd name="T5" fmla="*/ 234 h 237"/>
                  <a:gd name="T6" fmla="*/ 126 w 1800"/>
                  <a:gd name="T7" fmla="*/ 232 h 237"/>
                  <a:gd name="T8" fmla="*/ 162 w 1800"/>
                  <a:gd name="T9" fmla="*/ 228 h 237"/>
                  <a:gd name="T10" fmla="*/ 198 w 1800"/>
                  <a:gd name="T11" fmla="*/ 224 h 237"/>
                  <a:gd name="T12" fmla="*/ 234 w 1800"/>
                  <a:gd name="T13" fmla="*/ 219 h 237"/>
                  <a:gd name="T14" fmla="*/ 270 w 1800"/>
                  <a:gd name="T15" fmla="*/ 214 h 237"/>
                  <a:gd name="T16" fmla="*/ 306 w 1800"/>
                  <a:gd name="T17" fmla="*/ 208 h 237"/>
                  <a:gd name="T18" fmla="*/ 342 w 1800"/>
                  <a:gd name="T19" fmla="*/ 201 h 237"/>
                  <a:gd name="T20" fmla="*/ 378 w 1800"/>
                  <a:gd name="T21" fmla="*/ 194 h 237"/>
                  <a:gd name="T22" fmla="*/ 414 w 1800"/>
                  <a:gd name="T23" fmla="*/ 186 h 237"/>
                  <a:gd name="T24" fmla="*/ 450 w 1800"/>
                  <a:gd name="T25" fmla="*/ 178 h 237"/>
                  <a:gd name="T26" fmla="*/ 486 w 1800"/>
                  <a:gd name="T27" fmla="*/ 170 h 237"/>
                  <a:gd name="T28" fmla="*/ 522 w 1800"/>
                  <a:gd name="T29" fmla="*/ 161 h 237"/>
                  <a:gd name="T30" fmla="*/ 558 w 1800"/>
                  <a:gd name="T31" fmla="*/ 153 h 237"/>
                  <a:gd name="T32" fmla="*/ 594 w 1800"/>
                  <a:gd name="T33" fmla="*/ 144 h 237"/>
                  <a:gd name="T34" fmla="*/ 630 w 1800"/>
                  <a:gd name="T35" fmla="*/ 135 h 237"/>
                  <a:gd name="T36" fmla="*/ 666 w 1800"/>
                  <a:gd name="T37" fmla="*/ 126 h 237"/>
                  <a:gd name="T38" fmla="*/ 702 w 1800"/>
                  <a:gd name="T39" fmla="*/ 118 h 237"/>
                  <a:gd name="T40" fmla="*/ 738 w 1800"/>
                  <a:gd name="T41" fmla="*/ 110 h 237"/>
                  <a:gd name="T42" fmla="*/ 774 w 1800"/>
                  <a:gd name="T43" fmla="*/ 101 h 237"/>
                  <a:gd name="T44" fmla="*/ 810 w 1800"/>
                  <a:gd name="T45" fmla="*/ 93 h 237"/>
                  <a:gd name="T46" fmla="*/ 846 w 1800"/>
                  <a:gd name="T47" fmla="*/ 86 h 237"/>
                  <a:gd name="T48" fmla="*/ 882 w 1800"/>
                  <a:gd name="T49" fmla="*/ 78 h 237"/>
                  <a:gd name="T50" fmla="*/ 918 w 1800"/>
                  <a:gd name="T51" fmla="*/ 71 h 237"/>
                  <a:gd name="T52" fmla="*/ 954 w 1800"/>
                  <a:gd name="T53" fmla="*/ 65 h 237"/>
                  <a:gd name="T54" fmla="*/ 990 w 1800"/>
                  <a:gd name="T55" fmla="*/ 58 h 237"/>
                  <a:gd name="T56" fmla="*/ 1026 w 1800"/>
                  <a:gd name="T57" fmla="*/ 53 h 237"/>
                  <a:gd name="T58" fmla="*/ 1062 w 1800"/>
                  <a:gd name="T59" fmla="*/ 47 h 237"/>
                  <a:gd name="T60" fmla="*/ 1098 w 1800"/>
                  <a:gd name="T61" fmla="*/ 42 h 237"/>
                  <a:gd name="T62" fmla="*/ 1134 w 1800"/>
                  <a:gd name="T63" fmla="*/ 37 h 237"/>
                  <a:gd name="T64" fmla="*/ 1170 w 1800"/>
                  <a:gd name="T65" fmla="*/ 33 h 237"/>
                  <a:gd name="T66" fmla="*/ 1206 w 1800"/>
                  <a:gd name="T67" fmla="*/ 29 h 237"/>
                  <a:gd name="T68" fmla="*/ 1242 w 1800"/>
                  <a:gd name="T69" fmla="*/ 25 h 237"/>
                  <a:gd name="T70" fmla="*/ 1278 w 1800"/>
                  <a:gd name="T71" fmla="*/ 22 h 237"/>
                  <a:gd name="T72" fmla="*/ 1314 w 1800"/>
                  <a:gd name="T73" fmla="*/ 19 h 237"/>
                  <a:gd name="T74" fmla="*/ 1350 w 1800"/>
                  <a:gd name="T75" fmla="*/ 16 h 237"/>
                  <a:gd name="T76" fmla="*/ 1386 w 1800"/>
                  <a:gd name="T77" fmla="*/ 14 h 237"/>
                  <a:gd name="T78" fmla="*/ 1422 w 1800"/>
                  <a:gd name="T79" fmla="*/ 11 h 237"/>
                  <a:gd name="T80" fmla="*/ 1458 w 1800"/>
                  <a:gd name="T81" fmla="*/ 10 h 237"/>
                  <a:gd name="T82" fmla="*/ 1494 w 1800"/>
                  <a:gd name="T83" fmla="*/ 8 h 237"/>
                  <a:gd name="T84" fmla="*/ 1530 w 1800"/>
                  <a:gd name="T85" fmla="*/ 6 h 237"/>
                  <a:gd name="T86" fmla="*/ 1566 w 1800"/>
                  <a:gd name="T87" fmla="*/ 5 h 237"/>
                  <a:gd name="T88" fmla="*/ 1602 w 1800"/>
                  <a:gd name="T89" fmla="*/ 4 h 237"/>
                  <a:gd name="T90" fmla="*/ 1638 w 1800"/>
                  <a:gd name="T91" fmla="*/ 3 h 237"/>
                  <a:gd name="T92" fmla="*/ 1674 w 1800"/>
                  <a:gd name="T93" fmla="*/ 2 h 237"/>
                  <a:gd name="T94" fmla="*/ 1710 w 1800"/>
                  <a:gd name="T95" fmla="*/ 1 h 237"/>
                  <a:gd name="T96" fmla="*/ 1746 w 1800"/>
                  <a:gd name="T97" fmla="*/ 0 h 237"/>
                  <a:gd name="T98" fmla="*/ 1782 w 1800"/>
                  <a:gd name="T9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00" h="237">
                    <a:moveTo>
                      <a:pt x="0" y="237"/>
                    </a:moveTo>
                    <a:cubicBezTo>
                      <a:pt x="18" y="237"/>
                      <a:pt x="18" y="237"/>
                      <a:pt x="18" y="237"/>
                    </a:cubicBezTo>
                    <a:cubicBezTo>
                      <a:pt x="36" y="236"/>
                      <a:pt x="36" y="236"/>
                      <a:pt x="36" y="236"/>
                    </a:cubicBezTo>
                    <a:cubicBezTo>
                      <a:pt x="54" y="236"/>
                      <a:pt x="54" y="236"/>
                      <a:pt x="54" y="236"/>
                    </a:cubicBezTo>
                    <a:cubicBezTo>
                      <a:pt x="72" y="235"/>
                      <a:pt x="72" y="235"/>
                      <a:pt x="72" y="235"/>
                    </a:cubicBezTo>
                    <a:cubicBezTo>
                      <a:pt x="90" y="234"/>
                      <a:pt x="90" y="234"/>
                      <a:pt x="90" y="234"/>
                    </a:cubicBezTo>
                    <a:cubicBezTo>
                      <a:pt x="108" y="233"/>
                      <a:pt x="108" y="233"/>
                      <a:pt x="108" y="233"/>
                    </a:cubicBezTo>
                    <a:cubicBezTo>
                      <a:pt x="126" y="232"/>
                      <a:pt x="126" y="232"/>
                      <a:pt x="126" y="232"/>
                    </a:cubicBezTo>
                    <a:cubicBezTo>
                      <a:pt x="144" y="230"/>
                      <a:pt x="144" y="230"/>
                      <a:pt x="144" y="230"/>
                    </a:cubicBezTo>
                    <a:cubicBezTo>
                      <a:pt x="162" y="228"/>
                      <a:pt x="162" y="228"/>
                      <a:pt x="162" y="228"/>
                    </a:cubicBezTo>
                    <a:cubicBezTo>
                      <a:pt x="180" y="226"/>
                      <a:pt x="180" y="226"/>
                      <a:pt x="180" y="226"/>
                    </a:cubicBezTo>
                    <a:cubicBezTo>
                      <a:pt x="198" y="224"/>
                      <a:pt x="198" y="224"/>
                      <a:pt x="198" y="224"/>
                    </a:cubicBezTo>
                    <a:cubicBezTo>
                      <a:pt x="216" y="222"/>
                      <a:pt x="216" y="222"/>
                      <a:pt x="216" y="222"/>
                    </a:cubicBezTo>
                    <a:cubicBezTo>
                      <a:pt x="234" y="219"/>
                      <a:pt x="234" y="219"/>
                      <a:pt x="234" y="219"/>
                    </a:cubicBezTo>
                    <a:cubicBezTo>
                      <a:pt x="252" y="217"/>
                      <a:pt x="252" y="217"/>
                      <a:pt x="252" y="217"/>
                    </a:cubicBezTo>
                    <a:cubicBezTo>
                      <a:pt x="270" y="214"/>
                      <a:pt x="270" y="214"/>
                      <a:pt x="270" y="214"/>
                    </a:cubicBezTo>
                    <a:cubicBezTo>
                      <a:pt x="288" y="211"/>
                      <a:pt x="288" y="211"/>
                      <a:pt x="288" y="211"/>
                    </a:cubicBezTo>
                    <a:cubicBezTo>
                      <a:pt x="306" y="208"/>
                      <a:pt x="306" y="208"/>
                      <a:pt x="306" y="208"/>
                    </a:cubicBezTo>
                    <a:cubicBezTo>
                      <a:pt x="324" y="204"/>
                      <a:pt x="324" y="204"/>
                      <a:pt x="324" y="204"/>
                    </a:cubicBezTo>
                    <a:cubicBezTo>
                      <a:pt x="342" y="201"/>
                      <a:pt x="342" y="201"/>
                      <a:pt x="342" y="201"/>
                    </a:cubicBezTo>
                    <a:cubicBezTo>
                      <a:pt x="360" y="197"/>
                      <a:pt x="360" y="197"/>
                      <a:pt x="360" y="197"/>
                    </a:cubicBezTo>
                    <a:cubicBezTo>
                      <a:pt x="378" y="194"/>
                      <a:pt x="378" y="194"/>
                      <a:pt x="378" y="194"/>
                    </a:cubicBezTo>
                    <a:cubicBezTo>
                      <a:pt x="396" y="190"/>
                      <a:pt x="396" y="190"/>
                      <a:pt x="396" y="190"/>
                    </a:cubicBezTo>
                    <a:cubicBezTo>
                      <a:pt x="414" y="186"/>
                      <a:pt x="414" y="186"/>
                      <a:pt x="414" y="186"/>
                    </a:cubicBezTo>
                    <a:cubicBezTo>
                      <a:pt x="432" y="182"/>
                      <a:pt x="432" y="182"/>
                      <a:pt x="432" y="182"/>
                    </a:cubicBezTo>
                    <a:cubicBezTo>
                      <a:pt x="450" y="178"/>
                      <a:pt x="450" y="178"/>
                      <a:pt x="450" y="178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86" y="170"/>
                      <a:pt x="486" y="170"/>
                      <a:pt x="486" y="170"/>
                    </a:cubicBezTo>
                    <a:cubicBezTo>
                      <a:pt x="504" y="165"/>
                      <a:pt x="504" y="165"/>
                      <a:pt x="504" y="165"/>
                    </a:cubicBezTo>
                    <a:cubicBezTo>
                      <a:pt x="522" y="161"/>
                      <a:pt x="522" y="161"/>
                      <a:pt x="522" y="161"/>
                    </a:cubicBezTo>
                    <a:cubicBezTo>
                      <a:pt x="540" y="157"/>
                      <a:pt x="540" y="157"/>
                      <a:pt x="540" y="157"/>
                    </a:cubicBezTo>
                    <a:cubicBezTo>
                      <a:pt x="558" y="153"/>
                      <a:pt x="558" y="153"/>
                      <a:pt x="558" y="153"/>
                    </a:cubicBezTo>
                    <a:cubicBezTo>
                      <a:pt x="576" y="148"/>
                      <a:pt x="576" y="148"/>
                      <a:pt x="576" y="148"/>
                    </a:cubicBezTo>
                    <a:cubicBezTo>
                      <a:pt x="594" y="144"/>
                      <a:pt x="594" y="144"/>
                      <a:pt x="594" y="144"/>
                    </a:cubicBezTo>
                    <a:cubicBezTo>
                      <a:pt x="612" y="140"/>
                      <a:pt x="612" y="140"/>
                      <a:pt x="612" y="140"/>
                    </a:cubicBezTo>
                    <a:cubicBezTo>
                      <a:pt x="630" y="135"/>
                      <a:pt x="630" y="135"/>
                      <a:pt x="630" y="135"/>
                    </a:cubicBezTo>
                    <a:cubicBezTo>
                      <a:pt x="648" y="131"/>
                      <a:pt x="648" y="131"/>
                      <a:pt x="648" y="131"/>
                    </a:cubicBezTo>
                    <a:cubicBezTo>
                      <a:pt x="666" y="126"/>
                      <a:pt x="666" y="126"/>
                      <a:pt x="666" y="126"/>
                    </a:cubicBezTo>
                    <a:cubicBezTo>
                      <a:pt x="684" y="122"/>
                      <a:pt x="684" y="122"/>
                      <a:pt x="684" y="122"/>
                    </a:cubicBezTo>
                    <a:cubicBezTo>
                      <a:pt x="702" y="118"/>
                      <a:pt x="702" y="118"/>
                      <a:pt x="702" y="118"/>
                    </a:cubicBezTo>
                    <a:cubicBezTo>
                      <a:pt x="720" y="114"/>
                      <a:pt x="720" y="114"/>
                      <a:pt x="720" y="114"/>
                    </a:cubicBezTo>
                    <a:cubicBezTo>
                      <a:pt x="738" y="110"/>
                      <a:pt x="738" y="110"/>
                      <a:pt x="738" y="110"/>
                    </a:cubicBezTo>
                    <a:cubicBezTo>
                      <a:pt x="756" y="105"/>
                      <a:pt x="756" y="105"/>
                      <a:pt x="756" y="105"/>
                    </a:cubicBezTo>
                    <a:cubicBezTo>
                      <a:pt x="774" y="101"/>
                      <a:pt x="774" y="101"/>
                      <a:pt x="774" y="101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810" y="93"/>
                      <a:pt x="810" y="93"/>
                      <a:pt x="810" y="93"/>
                    </a:cubicBezTo>
                    <a:cubicBezTo>
                      <a:pt x="828" y="90"/>
                      <a:pt x="828" y="90"/>
                      <a:pt x="828" y="90"/>
                    </a:cubicBezTo>
                    <a:cubicBezTo>
                      <a:pt x="846" y="86"/>
                      <a:pt x="846" y="86"/>
                      <a:pt x="846" y="86"/>
                    </a:cubicBezTo>
                    <a:cubicBezTo>
                      <a:pt x="864" y="82"/>
                      <a:pt x="864" y="82"/>
                      <a:pt x="864" y="82"/>
                    </a:cubicBezTo>
                    <a:cubicBezTo>
                      <a:pt x="882" y="78"/>
                      <a:pt x="882" y="78"/>
                      <a:pt x="882" y="78"/>
                    </a:cubicBezTo>
                    <a:cubicBezTo>
                      <a:pt x="900" y="75"/>
                      <a:pt x="900" y="75"/>
                      <a:pt x="900" y="75"/>
                    </a:cubicBezTo>
                    <a:cubicBezTo>
                      <a:pt x="918" y="71"/>
                      <a:pt x="918" y="71"/>
                      <a:pt x="918" y="71"/>
                    </a:cubicBezTo>
                    <a:cubicBezTo>
                      <a:pt x="936" y="68"/>
                      <a:pt x="936" y="68"/>
                      <a:pt x="936" y="68"/>
                    </a:cubicBezTo>
                    <a:cubicBezTo>
                      <a:pt x="954" y="65"/>
                      <a:pt x="954" y="65"/>
                      <a:pt x="954" y="65"/>
                    </a:cubicBezTo>
                    <a:cubicBezTo>
                      <a:pt x="972" y="62"/>
                      <a:pt x="972" y="62"/>
                      <a:pt x="972" y="62"/>
                    </a:cubicBezTo>
                    <a:cubicBezTo>
                      <a:pt x="990" y="58"/>
                      <a:pt x="990" y="58"/>
                      <a:pt x="990" y="58"/>
                    </a:cubicBezTo>
                    <a:cubicBezTo>
                      <a:pt x="1008" y="55"/>
                      <a:pt x="1008" y="55"/>
                      <a:pt x="1008" y="55"/>
                    </a:cubicBezTo>
                    <a:cubicBezTo>
                      <a:pt x="1026" y="53"/>
                      <a:pt x="1026" y="53"/>
                      <a:pt x="1026" y="53"/>
                    </a:cubicBezTo>
                    <a:cubicBezTo>
                      <a:pt x="1044" y="50"/>
                      <a:pt x="1044" y="50"/>
                      <a:pt x="1044" y="50"/>
                    </a:cubicBezTo>
                    <a:cubicBezTo>
                      <a:pt x="1062" y="47"/>
                      <a:pt x="1062" y="47"/>
                      <a:pt x="1062" y="47"/>
                    </a:cubicBezTo>
                    <a:cubicBezTo>
                      <a:pt x="1080" y="44"/>
                      <a:pt x="1080" y="44"/>
                      <a:pt x="1080" y="44"/>
                    </a:cubicBezTo>
                    <a:cubicBezTo>
                      <a:pt x="1098" y="42"/>
                      <a:pt x="1098" y="42"/>
                      <a:pt x="1098" y="42"/>
                    </a:cubicBezTo>
                    <a:cubicBezTo>
                      <a:pt x="1116" y="40"/>
                      <a:pt x="1116" y="40"/>
                      <a:pt x="1116" y="40"/>
                    </a:cubicBezTo>
                    <a:cubicBezTo>
                      <a:pt x="1134" y="37"/>
                      <a:pt x="1134" y="37"/>
                      <a:pt x="1134" y="37"/>
                    </a:cubicBezTo>
                    <a:cubicBezTo>
                      <a:pt x="1152" y="35"/>
                      <a:pt x="1152" y="35"/>
                      <a:pt x="1152" y="35"/>
                    </a:cubicBezTo>
                    <a:cubicBezTo>
                      <a:pt x="1170" y="33"/>
                      <a:pt x="1170" y="33"/>
                      <a:pt x="1170" y="33"/>
                    </a:cubicBezTo>
                    <a:cubicBezTo>
                      <a:pt x="1188" y="31"/>
                      <a:pt x="1188" y="31"/>
                      <a:pt x="1188" y="31"/>
                    </a:cubicBezTo>
                    <a:cubicBezTo>
                      <a:pt x="1206" y="29"/>
                      <a:pt x="1206" y="29"/>
                      <a:pt x="1206" y="29"/>
                    </a:cubicBezTo>
                    <a:cubicBezTo>
                      <a:pt x="1224" y="27"/>
                      <a:pt x="1224" y="27"/>
                      <a:pt x="1224" y="27"/>
                    </a:cubicBezTo>
                    <a:cubicBezTo>
                      <a:pt x="1242" y="25"/>
                      <a:pt x="1242" y="25"/>
                      <a:pt x="1242" y="25"/>
                    </a:cubicBezTo>
                    <a:cubicBezTo>
                      <a:pt x="1260" y="23"/>
                      <a:pt x="1260" y="23"/>
                      <a:pt x="1260" y="23"/>
                    </a:cubicBezTo>
                    <a:cubicBezTo>
                      <a:pt x="1278" y="22"/>
                      <a:pt x="1278" y="22"/>
                      <a:pt x="1278" y="22"/>
                    </a:cubicBezTo>
                    <a:cubicBezTo>
                      <a:pt x="1296" y="20"/>
                      <a:pt x="1296" y="20"/>
                      <a:pt x="1296" y="20"/>
                    </a:cubicBezTo>
                    <a:cubicBezTo>
                      <a:pt x="1314" y="19"/>
                      <a:pt x="1314" y="19"/>
                      <a:pt x="1314" y="19"/>
                    </a:cubicBezTo>
                    <a:cubicBezTo>
                      <a:pt x="1332" y="17"/>
                      <a:pt x="1332" y="17"/>
                      <a:pt x="1332" y="17"/>
                    </a:cubicBezTo>
                    <a:cubicBezTo>
                      <a:pt x="1350" y="16"/>
                      <a:pt x="1350" y="16"/>
                      <a:pt x="1350" y="16"/>
                    </a:cubicBezTo>
                    <a:cubicBezTo>
                      <a:pt x="1368" y="15"/>
                      <a:pt x="1368" y="15"/>
                      <a:pt x="1368" y="15"/>
                    </a:cubicBezTo>
                    <a:cubicBezTo>
                      <a:pt x="1386" y="14"/>
                      <a:pt x="1386" y="14"/>
                      <a:pt x="1386" y="14"/>
                    </a:cubicBezTo>
                    <a:cubicBezTo>
                      <a:pt x="1404" y="13"/>
                      <a:pt x="1404" y="13"/>
                      <a:pt x="1404" y="13"/>
                    </a:cubicBezTo>
                    <a:cubicBezTo>
                      <a:pt x="1422" y="11"/>
                      <a:pt x="1422" y="11"/>
                      <a:pt x="1422" y="11"/>
                    </a:cubicBezTo>
                    <a:cubicBezTo>
                      <a:pt x="1440" y="10"/>
                      <a:pt x="1440" y="10"/>
                      <a:pt x="1440" y="10"/>
                    </a:cubicBezTo>
                    <a:cubicBezTo>
                      <a:pt x="1458" y="10"/>
                      <a:pt x="1458" y="10"/>
                      <a:pt x="1458" y="10"/>
                    </a:cubicBezTo>
                    <a:cubicBezTo>
                      <a:pt x="1476" y="9"/>
                      <a:pt x="1476" y="9"/>
                      <a:pt x="1476" y="9"/>
                    </a:cubicBezTo>
                    <a:cubicBezTo>
                      <a:pt x="1494" y="8"/>
                      <a:pt x="1494" y="8"/>
                      <a:pt x="1494" y="8"/>
                    </a:cubicBezTo>
                    <a:cubicBezTo>
                      <a:pt x="1512" y="7"/>
                      <a:pt x="1512" y="7"/>
                      <a:pt x="1512" y="7"/>
                    </a:cubicBezTo>
                    <a:cubicBezTo>
                      <a:pt x="1530" y="6"/>
                      <a:pt x="1530" y="6"/>
                      <a:pt x="1530" y="6"/>
                    </a:cubicBezTo>
                    <a:cubicBezTo>
                      <a:pt x="1548" y="6"/>
                      <a:pt x="1548" y="6"/>
                      <a:pt x="1548" y="6"/>
                    </a:cubicBezTo>
                    <a:cubicBezTo>
                      <a:pt x="1566" y="5"/>
                      <a:pt x="1566" y="5"/>
                      <a:pt x="1566" y="5"/>
                    </a:cubicBezTo>
                    <a:cubicBezTo>
                      <a:pt x="1584" y="4"/>
                      <a:pt x="1584" y="4"/>
                      <a:pt x="1584" y="4"/>
                    </a:cubicBezTo>
                    <a:cubicBezTo>
                      <a:pt x="1602" y="4"/>
                      <a:pt x="1602" y="4"/>
                      <a:pt x="1602" y="4"/>
                    </a:cubicBezTo>
                    <a:cubicBezTo>
                      <a:pt x="1620" y="3"/>
                      <a:pt x="1620" y="3"/>
                      <a:pt x="1620" y="3"/>
                    </a:cubicBezTo>
                    <a:cubicBezTo>
                      <a:pt x="1638" y="3"/>
                      <a:pt x="1638" y="3"/>
                      <a:pt x="1638" y="3"/>
                    </a:cubicBezTo>
                    <a:cubicBezTo>
                      <a:pt x="1656" y="2"/>
                      <a:pt x="1656" y="2"/>
                      <a:pt x="1656" y="2"/>
                    </a:cubicBezTo>
                    <a:cubicBezTo>
                      <a:pt x="1674" y="2"/>
                      <a:pt x="1674" y="2"/>
                      <a:pt x="1674" y="2"/>
                    </a:cubicBezTo>
                    <a:cubicBezTo>
                      <a:pt x="1692" y="1"/>
                      <a:pt x="1692" y="1"/>
                      <a:pt x="1692" y="1"/>
                    </a:cubicBezTo>
                    <a:cubicBezTo>
                      <a:pt x="1710" y="1"/>
                      <a:pt x="1710" y="1"/>
                      <a:pt x="1710" y="1"/>
                    </a:cubicBezTo>
                    <a:cubicBezTo>
                      <a:pt x="1728" y="1"/>
                      <a:pt x="1728" y="1"/>
                      <a:pt x="1728" y="1"/>
                    </a:cubicBezTo>
                    <a:cubicBezTo>
                      <a:pt x="1746" y="0"/>
                      <a:pt x="1746" y="0"/>
                      <a:pt x="1746" y="0"/>
                    </a:cubicBezTo>
                    <a:cubicBezTo>
                      <a:pt x="1764" y="0"/>
                      <a:pt x="1764" y="0"/>
                      <a:pt x="1764" y="0"/>
                    </a:cubicBezTo>
                    <a:cubicBezTo>
                      <a:pt x="1782" y="0"/>
                      <a:pt x="1782" y="0"/>
                      <a:pt x="1782" y="0"/>
                    </a:cubicBezTo>
                    <a:cubicBezTo>
                      <a:pt x="1800" y="0"/>
                      <a:pt x="1800" y="0"/>
                      <a:pt x="1800" y="0"/>
                    </a:cubicBezTo>
                  </a:path>
                </a:pathLst>
              </a:custGeom>
              <a:noFill/>
              <a:ln w="25400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6533" name="Line 96"/>
            <p:cNvSpPr>
              <a:spLocks noChangeShapeType="1"/>
            </p:cNvSpPr>
            <p:nvPr/>
          </p:nvSpPr>
          <p:spPr bwMode="auto">
            <a:xfrm>
              <a:off x="3099" y="1243"/>
              <a:ext cx="0" cy="1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6534" name="Object 97"/>
            <p:cNvGraphicFramePr>
              <a:graphicFrameLocks/>
            </p:cNvGraphicFramePr>
            <p:nvPr/>
          </p:nvGraphicFramePr>
          <p:xfrm>
            <a:off x="3000" y="2675"/>
            <a:ext cx="160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28" r:id="rId19" imgW="152202" imgH="164885" progId="Equation.DSMT4">
                    <p:embed/>
                  </p:oleObj>
                </mc:Choice>
                <mc:Fallback>
                  <p:oleObj r:id="rId19" imgW="152202" imgH="164885" progId="Equation.DSMT4">
                    <p:embed/>
                    <p:pic>
                      <p:nvPicPr>
                        <p:cNvPr id="0" name="Object 9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0" y="2675"/>
                          <a:ext cx="160" cy="1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535" name="Object 98"/>
            <p:cNvGraphicFramePr>
              <a:graphicFrameLocks/>
            </p:cNvGraphicFramePr>
            <p:nvPr/>
          </p:nvGraphicFramePr>
          <p:xfrm>
            <a:off x="3532" y="966"/>
            <a:ext cx="520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29" r:id="rId21" imgW="494442" imgH="177492" progId="Equation.DSMT4">
                    <p:embed/>
                  </p:oleObj>
                </mc:Choice>
                <mc:Fallback>
                  <p:oleObj r:id="rId21" imgW="494442" imgH="177492" progId="Equation.DSMT4">
                    <p:embed/>
                    <p:pic>
                      <p:nvPicPr>
                        <p:cNvPr id="0" name="Object 9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2" y="966"/>
                          <a:ext cx="520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536" name="Object 99"/>
            <p:cNvGraphicFramePr>
              <a:graphicFrameLocks/>
            </p:cNvGraphicFramePr>
            <p:nvPr/>
          </p:nvGraphicFramePr>
          <p:xfrm>
            <a:off x="3638" y="1305"/>
            <a:ext cx="506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30" r:id="rId23" imgW="481764" imgH="177492" progId="Equation.DSMT4">
                    <p:embed/>
                  </p:oleObj>
                </mc:Choice>
                <mc:Fallback>
                  <p:oleObj r:id="rId23" imgW="481764" imgH="177492" progId="Equation.DSMT4">
                    <p:embed/>
                    <p:pic>
                      <p:nvPicPr>
                        <p:cNvPr id="0" name="Object 9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8" y="1305"/>
                          <a:ext cx="506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537" name="Object 100"/>
            <p:cNvGraphicFramePr>
              <a:graphicFrameLocks/>
            </p:cNvGraphicFramePr>
            <p:nvPr/>
          </p:nvGraphicFramePr>
          <p:xfrm>
            <a:off x="816" y="872"/>
            <a:ext cx="38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31" r:id="rId25" imgW="367981" imgH="253780" progId="Equation.DSMT4">
                    <p:embed/>
                  </p:oleObj>
                </mc:Choice>
                <mc:Fallback>
                  <p:oleObj r:id="rId25" imgW="367981" imgH="253780" progId="Equation.DSMT4">
                    <p:embed/>
                    <p:pic>
                      <p:nvPicPr>
                        <p:cNvPr id="0" name="Object 10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872"/>
                          <a:ext cx="38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538" name="Object 101"/>
            <p:cNvGraphicFramePr>
              <a:graphicFrameLocks/>
            </p:cNvGraphicFramePr>
            <p:nvPr/>
          </p:nvGraphicFramePr>
          <p:xfrm>
            <a:off x="5406" y="2695"/>
            <a:ext cx="133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32" r:id="rId27" imgW="126725" imgH="139397" progId="Equation.DSMT4">
                    <p:embed/>
                  </p:oleObj>
                </mc:Choice>
                <mc:Fallback>
                  <p:oleObj r:id="rId27" imgW="126725" imgH="139397" progId="Equation.DSMT4">
                    <p:embed/>
                    <p:pic>
                      <p:nvPicPr>
                        <p:cNvPr id="0" name="Object 10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6" y="2695"/>
                          <a:ext cx="133" cy="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539" name="Object 102"/>
            <p:cNvGraphicFramePr>
              <a:graphicFrameLocks/>
            </p:cNvGraphicFramePr>
            <p:nvPr/>
          </p:nvGraphicFramePr>
          <p:xfrm>
            <a:off x="3756" y="1550"/>
            <a:ext cx="507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33" r:id="rId28" imgW="481764" imgH="177492" progId="Equation.DSMT4">
                    <p:embed/>
                  </p:oleObj>
                </mc:Choice>
                <mc:Fallback>
                  <p:oleObj r:id="rId28" imgW="481764" imgH="177492" progId="Equation.DSMT4">
                    <p:embed/>
                    <p:pic>
                      <p:nvPicPr>
                        <p:cNvPr id="0" name="Object 10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6" y="1550"/>
                          <a:ext cx="507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540" name="Object 103"/>
            <p:cNvGraphicFramePr>
              <a:graphicFrameLocks/>
            </p:cNvGraphicFramePr>
            <p:nvPr/>
          </p:nvGraphicFramePr>
          <p:xfrm>
            <a:off x="363" y="1139"/>
            <a:ext cx="400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34" r:id="rId30" imgW="380340" imgH="177492" progId="Equation.DSMT4">
                    <p:embed/>
                  </p:oleObj>
                </mc:Choice>
                <mc:Fallback>
                  <p:oleObj r:id="rId30" imgW="380340" imgH="177492" progId="Equation.DSMT4">
                    <p:embed/>
                    <p:pic>
                      <p:nvPicPr>
                        <p:cNvPr id="0" name="Object 10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" y="1139"/>
                          <a:ext cx="400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541" name="Object 104"/>
            <p:cNvGraphicFramePr>
              <a:graphicFrameLocks/>
            </p:cNvGraphicFramePr>
            <p:nvPr/>
          </p:nvGraphicFramePr>
          <p:xfrm>
            <a:off x="366" y="1497"/>
            <a:ext cx="413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35" r:id="rId32" imgW="393018" imgH="177492" progId="Equation.DSMT4">
                    <p:embed/>
                  </p:oleObj>
                </mc:Choice>
                <mc:Fallback>
                  <p:oleObj r:id="rId32" imgW="393018" imgH="177492" progId="Equation.DSMT4">
                    <p:embed/>
                    <p:pic>
                      <p:nvPicPr>
                        <p:cNvPr id="0" name="Object 10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" y="1497"/>
                          <a:ext cx="413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542" name="Object 105"/>
            <p:cNvGraphicFramePr>
              <a:graphicFrameLocks/>
            </p:cNvGraphicFramePr>
            <p:nvPr/>
          </p:nvGraphicFramePr>
          <p:xfrm>
            <a:off x="363" y="1695"/>
            <a:ext cx="414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36" r:id="rId34" imgW="393018" imgH="177492" progId="Equation.DSMT4">
                    <p:embed/>
                  </p:oleObj>
                </mc:Choice>
                <mc:Fallback>
                  <p:oleObj r:id="rId34" imgW="393018" imgH="177492" progId="Equation.DSMT4">
                    <p:embed/>
                    <p:pic>
                      <p:nvPicPr>
                        <p:cNvPr id="0" name="Object 10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" y="1695"/>
                          <a:ext cx="414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6543" name="Line 106"/>
            <p:cNvSpPr>
              <a:spLocks noChangeShapeType="1"/>
            </p:cNvSpPr>
            <p:nvPr/>
          </p:nvSpPr>
          <p:spPr bwMode="auto">
            <a:xfrm flipH="1">
              <a:off x="786" y="1792"/>
              <a:ext cx="22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44" name="Line 107"/>
            <p:cNvSpPr>
              <a:spLocks noChangeShapeType="1"/>
            </p:cNvSpPr>
            <p:nvPr/>
          </p:nvSpPr>
          <p:spPr bwMode="auto">
            <a:xfrm flipH="1">
              <a:off x="785" y="1242"/>
              <a:ext cx="22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45" name="Line 108"/>
            <p:cNvSpPr>
              <a:spLocks noChangeShapeType="1"/>
            </p:cNvSpPr>
            <p:nvPr/>
          </p:nvSpPr>
          <p:spPr bwMode="auto">
            <a:xfrm flipH="1">
              <a:off x="783" y="1589"/>
              <a:ext cx="22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6546" name="Object 109"/>
            <p:cNvGraphicFramePr>
              <a:graphicFrameLocks/>
            </p:cNvGraphicFramePr>
            <p:nvPr/>
          </p:nvGraphicFramePr>
          <p:xfrm>
            <a:off x="633" y="2650"/>
            <a:ext cx="134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37" r:id="rId36" imgW="126725" imgH="177415" progId="Equation.DSMT4">
                    <p:embed/>
                  </p:oleObj>
                </mc:Choice>
                <mc:Fallback>
                  <p:oleObj r:id="rId36" imgW="126725" imgH="177415" progId="Equation.DSMT4">
                    <p:embed/>
                    <p:pic>
                      <p:nvPicPr>
                        <p:cNvPr id="0" name="Object 10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3" y="2650"/>
                          <a:ext cx="134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6547" name="Line 110"/>
            <p:cNvSpPr>
              <a:spLocks noChangeShapeType="1"/>
            </p:cNvSpPr>
            <p:nvPr/>
          </p:nvSpPr>
          <p:spPr bwMode="auto">
            <a:xfrm flipH="1">
              <a:off x="3274" y="1097"/>
              <a:ext cx="238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48" name="Line 111"/>
            <p:cNvSpPr>
              <a:spLocks noChangeShapeType="1"/>
            </p:cNvSpPr>
            <p:nvPr/>
          </p:nvSpPr>
          <p:spPr bwMode="auto">
            <a:xfrm flipH="1">
              <a:off x="3335" y="1434"/>
              <a:ext cx="238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49" name="Line 112"/>
            <p:cNvSpPr>
              <a:spLocks noChangeShapeType="1"/>
            </p:cNvSpPr>
            <p:nvPr/>
          </p:nvSpPr>
          <p:spPr bwMode="auto">
            <a:xfrm flipH="1">
              <a:off x="3499" y="1680"/>
              <a:ext cx="238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diamond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B1712CD6-C910-4E89-BD1A-BC98B1196F7A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98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07522" name="Rectangle 3"/>
          <p:cNvSpPr>
            <a:spLocks noGrp="1" noChangeArrowheads="1"/>
          </p:cNvSpPr>
          <p:nvPr>
            <p:ph idx="1"/>
          </p:nvPr>
        </p:nvSpPr>
        <p:spPr>
          <a:xfrm>
            <a:off x="1157288" y="830263"/>
            <a:ext cx="7381875" cy="4970462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的取值呈中间多，两头少，对称的特性。</a:t>
            </a:r>
          </a:p>
          <a:p>
            <a:pPr marL="0" indent="0" eaLnBrk="1" hangingPunct="1">
              <a:buFontTx/>
              <a:buNone/>
            </a:pPr>
            <a:endParaRPr lang="zh-CN" altLang="en-US" sz="280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eaLnBrk="1" hangingPunct="1"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当固定</a:t>
            </a:r>
            <a:r>
              <a:rPr lang="el-GR" altLang="zh-CN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μ</a:t>
            </a: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</a:t>
            </a:r>
            <a:r>
              <a:rPr lang="el-GR" altLang="zh-CN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σ</a:t>
            </a: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越大，曲线的峰越低，落在</a:t>
            </a:r>
            <a:r>
              <a:rPr lang="el-GR" altLang="zh-CN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μ</a:t>
            </a: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附近的概率越小，取值就越分散，</a:t>
            </a:r>
          </a:p>
          <a:p>
            <a:pPr marL="0" indent="0" eaLnBrk="1" hangingPunct="1">
              <a:buFontTx/>
              <a:buNone/>
            </a:pPr>
            <a:r>
              <a:rPr lang="zh-CN" altLang="en-US" sz="2800">
                <a:solidFill>
                  <a:srgbClr val="99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∴ </a:t>
            </a:r>
            <a:r>
              <a:rPr lang="el-GR" altLang="zh-CN" sz="2800">
                <a:solidFill>
                  <a:srgbClr val="99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σ</a:t>
            </a:r>
            <a:r>
              <a:rPr lang="zh-CN" altLang="en-US" sz="2800">
                <a:solidFill>
                  <a:srgbClr val="99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是反映</a:t>
            </a:r>
            <a:r>
              <a:rPr lang="en-US" altLang="zh-CN" sz="2800">
                <a:solidFill>
                  <a:srgbClr val="99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800">
                <a:solidFill>
                  <a:srgbClr val="99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的取值分散性的一个指标。</a:t>
            </a:r>
          </a:p>
          <a:p>
            <a:pPr marL="0" indent="0" eaLnBrk="1" hangingPunct="1"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</a:p>
          <a:p>
            <a:pPr marL="0" indent="0" eaLnBrk="1" hangingPunct="1"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</a:p>
          <a:p>
            <a:pPr marL="0" indent="0" eaLnBrk="1" hangingPunct="1">
              <a:buFontTx/>
              <a:buNone/>
            </a:pPr>
            <a:r>
              <a:rPr lang="zh-CN" altLang="en-US" sz="280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在自然现象和社会现象中，大量随机变量服从或近似服从正态分布。</a:t>
            </a:r>
          </a:p>
        </p:txBody>
      </p:sp>
      <p:sp>
        <p:nvSpPr>
          <p:cNvPr id="107523" name="AutoShape 4"/>
          <p:cNvSpPr>
            <a:spLocks noChangeArrowheads="1"/>
          </p:cNvSpPr>
          <p:nvPr/>
        </p:nvSpPr>
        <p:spPr bwMode="auto">
          <a:xfrm>
            <a:off x="1409700" y="4397375"/>
            <a:ext cx="457200" cy="209550"/>
          </a:xfrm>
          <a:prstGeom prst="ribbon">
            <a:avLst>
              <a:gd name="adj1" fmla="val 12500"/>
              <a:gd name="adj2" fmla="val 50000"/>
            </a:avLst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ransition spd="med">
    <p:diamond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8E667A0B-526A-4E80-9608-A4F3189F7710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99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graphicFrame>
        <p:nvGraphicFramePr>
          <p:cNvPr id="62466" name="Object 0"/>
          <p:cNvGraphicFramePr>
            <a:graphicFrameLocks noGrp="1"/>
          </p:cNvGraphicFramePr>
          <p:nvPr>
            <p:ph sz="quarter" idx="1"/>
          </p:nvPr>
        </p:nvGraphicFramePr>
        <p:xfrm>
          <a:off x="1065213" y="4540250"/>
          <a:ext cx="2541587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53" r:id="rId3" imgW="1282700" imgH="228600" progId="Equation.DSMT4">
                  <p:embed/>
                </p:oleObj>
              </mc:Choice>
              <mc:Fallback>
                <p:oleObj r:id="rId3" imgW="1282700" imgH="228600" progId="Equation.DSMT4">
                  <p:embed/>
                  <p:pic>
                    <p:nvPicPr>
                      <p:cNvPr id="0" name="Object 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4540250"/>
                        <a:ext cx="2541587" cy="45243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7" name="Object 1"/>
          <p:cNvGraphicFramePr>
            <a:graphicFrameLocks noGrp="1"/>
          </p:cNvGraphicFramePr>
          <p:nvPr>
            <p:ph sz="quarter" idx="2"/>
          </p:nvPr>
        </p:nvGraphicFramePr>
        <p:xfrm>
          <a:off x="1263650" y="344488"/>
          <a:ext cx="523557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54" r:id="rId5" imgW="2549380" imgH="215619" progId="Equation.DSMT4">
                  <p:embed/>
                </p:oleObj>
              </mc:Choice>
              <mc:Fallback>
                <p:oleObj r:id="rId5" imgW="2549380" imgH="215619" progId="Equation.DSMT4">
                  <p:embed/>
                  <p:pic>
                    <p:nvPicPr>
                      <p:cNvPr id="0" name="Object 1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344488"/>
                        <a:ext cx="5235575" cy="44291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8" name="Object 2"/>
          <p:cNvGraphicFramePr>
            <a:graphicFrameLocks noGrp="1"/>
          </p:cNvGraphicFramePr>
          <p:nvPr>
            <p:ph sz="quarter" idx="3"/>
          </p:nvPr>
        </p:nvGraphicFramePr>
        <p:xfrm>
          <a:off x="4211638" y="4381500"/>
          <a:ext cx="4554537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55" r:id="rId7" imgW="2183452" imgH="393529" progId="Equation.DSMT4">
                  <p:embed/>
                </p:oleObj>
              </mc:Choice>
              <mc:Fallback>
                <p:oleObj r:id="rId7" imgW="2183452" imgH="393529" progId="Equation.DSMT4">
                  <p:embed/>
                  <p:pic>
                    <p:nvPicPr>
                      <p:cNvPr id="0" name="Object 2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4381500"/>
                        <a:ext cx="4554537" cy="82073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9" name="Object 3"/>
          <p:cNvGraphicFramePr>
            <a:graphicFrameLocks noGrp="1"/>
          </p:cNvGraphicFramePr>
          <p:nvPr>
            <p:ph sz="quarter" idx="4"/>
          </p:nvPr>
        </p:nvGraphicFramePr>
        <p:xfrm>
          <a:off x="1079500" y="5276850"/>
          <a:ext cx="2154238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56" r:id="rId9" imgW="1002430" imgH="203024" progId="Equation.DSMT4">
                  <p:embed/>
                </p:oleObj>
              </mc:Choice>
              <mc:Fallback>
                <p:oleObj r:id="rId9" imgW="1002430" imgH="203024" progId="Equation.DSMT4">
                  <p:embed/>
                  <p:pic>
                    <p:nvPicPr>
                      <p:cNvPr id="0" name="Object 3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5276850"/>
                        <a:ext cx="2154238" cy="43656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2868" name="Object 4"/>
          <p:cNvGraphicFramePr>
            <a:graphicFrameLocks/>
          </p:cNvGraphicFramePr>
          <p:nvPr/>
        </p:nvGraphicFramePr>
        <p:xfrm>
          <a:off x="1135063" y="5988050"/>
          <a:ext cx="2109787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57" r:id="rId11" imgW="1155199" imgH="393529" progId="Equation.DSMT4">
                  <p:embed/>
                </p:oleObj>
              </mc:Choice>
              <mc:Fallback>
                <p:oleObj r:id="rId11" imgW="1155199" imgH="393529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5063" y="5988050"/>
                        <a:ext cx="2109787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6047" name="AutoShape 63"/>
          <p:cNvSpPr>
            <a:spLocks noChangeArrowheads="1"/>
          </p:cNvSpPr>
          <p:nvPr/>
        </p:nvSpPr>
        <p:spPr bwMode="auto">
          <a:xfrm>
            <a:off x="3657600" y="3357563"/>
            <a:ext cx="866775" cy="347662"/>
          </a:xfrm>
          <a:custGeom>
            <a:avLst/>
            <a:gdLst>
              <a:gd name="T0" fmla="*/ 16200 w 21600"/>
              <a:gd name="T1" fmla="*/ 0 h 21600"/>
              <a:gd name="T2" fmla="*/ 16200 w 21600"/>
              <a:gd name="T3" fmla="*/ 5400 h 21600"/>
              <a:gd name="T4" fmla="*/ 3375 w 21600"/>
              <a:gd name="T5" fmla="*/ 5400 h 21600"/>
              <a:gd name="T6" fmla="*/ 3375 w 21600"/>
              <a:gd name="T7" fmla="*/ 16200 h 21600"/>
              <a:gd name="T8" fmla="*/ 16200 w 21600"/>
              <a:gd name="T9" fmla="*/ 16200 h 21600"/>
              <a:gd name="T10" fmla="*/ 16200 w 21600"/>
              <a:gd name="T11" fmla="*/ 21600 h 21600"/>
              <a:gd name="T12" fmla="*/ 21600 w 21600"/>
              <a:gd name="T13" fmla="*/ 10800 h 21600"/>
              <a:gd name="T14" fmla="*/ 1350 w 21600"/>
              <a:gd name="T15" fmla="*/ 5400 h 21600"/>
              <a:gd name="T16" fmla="*/ 1350 w 21600"/>
              <a:gd name="T17" fmla="*/ 16200 h 21600"/>
              <a:gd name="T18" fmla="*/ 2700 w 21600"/>
              <a:gd name="T19" fmla="*/ 16200 h 21600"/>
              <a:gd name="T20" fmla="*/ 2700 w 21600"/>
              <a:gd name="T21" fmla="*/ 5400 h 21600"/>
              <a:gd name="T22" fmla="*/ 0 w 21600"/>
              <a:gd name="T23" fmla="*/ 5400 h 21600"/>
              <a:gd name="T24" fmla="*/ 0 w 21600"/>
              <a:gd name="T25" fmla="*/ 16200 h 21600"/>
              <a:gd name="T26" fmla="*/ 675 w 21600"/>
              <a:gd name="T27" fmla="*/ 16200 h 21600"/>
              <a:gd name="T28" fmla="*/ 675 w 21600"/>
              <a:gd name="T29" fmla="*/ 54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8552" name="AutoShape 71"/>
          <p:cNvSpPr>
            <a:spLocks noChangeArrowheads="1"/>
          </p:cNvSpPr>
          <p:nvPr/>
        </p:nvSpPr>
        <p:spPr bwMode="auto">
          <a:xfrm>
            <a:off x="966788" y="403225"/>
            <a:ext cx="252412" cy="301625"/>
          </a:xfrm>
          <a:prstGeom prst="star4">
            <a:avLst>
              <a:gd name="adj" fmla="val 12500"/>
            </a:avLst>
          </a:prstGeom>
          <a:solidFill>
            <a:srgbClr val="FF99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212869" name="Object 5"/>
          <p:cNvGraphicFramePr>
            <a:graphicFrameLocks/>
          </p:cNvGraphicFramePr>
          <p:nvPr/>
        </p:nvGraphicFramePr>
        <p:xfrm>
          <a:off x="1289050" y="669925"/>
          <a:ext cx="42195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58" r:id="rId13" imgW="2057400" imgH="469900" progId="Equation.DSMT4">
                  <p:embed/>
                </p:oleObj>
              </mc:Choice>
              <mc:Fallback>
                <p:oleObj r:id="rId13" imgW="2057400" imgH="469900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669925"/>
                        <a:ext cx="42195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2870" name="Object 6"/>
          <p:cNvGraphicFramePr>
            <a:graphicFrameLocks/>
          </p:cNvGraphicFramePr>
          <p:nvPr/>
        </p:nvGraphicFramePr>
        <p:xfrm>
          <a:off x="1277938" y="1423988"/>
          <a:ext cx="4714875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59" r:id="rId15" imgW="2298700" imgH="469900" progId="Equation.DSMT4">
                  <p:embed/>
                </p:oleObj>
              </mc:Choice>
              <mc:Fallback>
                <p:oleObj r:id="rId15" imgW="2298700" imgH="469900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1423988"/>
                        <a:ext cx="4714875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5"/>
          <p:cNvGrpSpPr>
            <a:grpSpLocks/>
          </p:cNvGrpSpPr>
          <p:nvPr/>
        </p:nvGrpSpPr>
        <p:grpSpPr bwMode="auto">
          <a:xfrm>
            <a:off x="5502275" y="3009900"/>
            <a:ext cx="3159125" cy="993775"/>
            <a:chOff x="3376" y="1466"/>
            <a:chExt cx="1990" cy="626"/>
          </a:xfrm>
        </p:grpSpPr>
        <p:sp>
          <p:nvSpPr>
            <p:cNvPr id="108556" name="AutoShape 94"/>
            <p:cNvSpPr>
              <a:spLocks noChangeArrowheads="1"/>
            </p:cNvSpPr>
            <p:nvPr/>
          </p:nvSpPr>
          <p:spPr bwMode="auto">
            <a:xfrm>
              <a:off x="3376" y="1466"/>
              <a:ext cx="1990" cy="626"/>
            </a:xfrm>
            <a:prstGeom prst="horizontalScroll">
              <a:avLst>
                <a:gd name="adj" fmla="val 12500"/>
              </a:avLst>
            </a:prstGeom>
            <a:solidFill>
              <a:srgbClr val="FF99CC"/>
            </a:solidFill>
            <a:ln w="19050">
              <a:solidFill>
                <a:srgbClr val="FF9900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108557" name="Object 18"/>
            <p:cNvGraphicFramePr>
              <a:graphicFrameLocks/>
            </p:cNvGraphicFramePr>
            <p:nvPr/>
          </p:nvGraphicFramePr>
          <p:xfrm>
            <a:off x="3709" y="1617"/>
            <a:ext cx="1379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060" r:id="rId17" imgW="1065875" imgH="253780" progId="Equation.DSMT4">
                    <p:embed/>
                  </p:oleObj>
                </mc:Choice>
                <mc:Fallback>
                  <p:oleObj r:id="rId17" imgW="1065875" imgH="253780" progId="Equation.DSMT4">
                    <p:embed/>
                    <p:pic>
                      <p:nvPicPr>
                        <p:cNvPr id="0" name="Object 1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9" y="1617"/>
                          <a:ext cx="1379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12871" name="Object 7"/>
          <p:cNvGraphicFramePr>
            <a:graphicFrameLocks/>
          </p:cNvGraphicFramePr>
          <p:nvPr/>
        </p:nvGraphicFramePr>
        <p:xfrm>
          <a:off x="3338513" y="4921250"/>
          <a:ext cx="2754312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61" r:id="rId19" imgW="1282144" imgH="482391" progId="Equation.DSMT4">
                  <p:embed/>
                </p:oleObj>
              </mc:Choice>
              <mc:Fallback>
                <p:oleObj r:id="rId19" imgW="1282144" imgH="482391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513" y="4921250"/>
                        <a:ext cx="2754312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2872" name="Object 8"/>
          <p:cNvGraphicFramePr>
            <a:graphicFrameLocks/>
          </p:cNvGraphicFramePr>
          <p:nvPr/>
        </p:nvGraphicFramePr>
        <p:xfrm>
          <a:off x="3424238" y="6169025"/>
          <a:ext cx="187801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62" r:id="rId21" imgW="1027808" imgH="203024" progId="Equation.DSMT4">
                  <p:embed/>
                </p:oleObj>
              </mc:Choice>
              <mc:Fallback>
                <p:oleObj r:id="rId21" imgW="1027808" imgH="203024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4238" y="6169025"/>
                        <a:ext cx="187801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2873" name="Object 9"/>
          <p:cNvGraphicFramePr>
            <a:graphicFrameLocks/>
          </p:cNvGraphicFramePr>
          <p:nvPr/>
        </p:nvGraphicFramePr>
        <p:xfrm>
          <a:off x="5426075" y="5888038"/>
          <a:ext cx="199390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63" r:id="rId23" imgW="1091726" imgH="482391" progId="Equation.DSMT4">
                  <p:embed/>
                </p:oleObj>
              </mc:Choice>
              <mc:Fallback>
                <p:oleObj r:id="rId23" imgW="1091726" imgH="482391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6075" y="5888038"/>
                        <a:ext cx="1993900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0"/>
          <p:cNvGrpSpPr>
            <a:grpSpLocks/>
          </p:cNvGrpSpPr>
          <p:nvPr/>
        </p:nvGrpSpPr>
        <p:grpSpPr bwMode="auto">
          <a:xfrm>
            <a:off x="1235075" y="2433638"/>
            <a:ext cx="2790825" cy="1966912"/>
            <a:chOff x="778" y="1533"/>
            <a:chExt cx="1758" cy="1239"/>
          </a:xfrm>
        </p:grpSpPr>
        <p:grpSp>
          <p:nvGrpSpPr>
            <p:cNvPr id="108562" name="Group 90"/>
            <p:cNvGrpSpPr>
              <a:grpSpLocks/>
            </p:cNvGrpSpPr>
            <p:nvPr/>
          </p:nvGrpSpPr>
          <p:grpSpPr bwMode="auto">
            <a:xfrm>
              <a:off x="778" y="1533"/>
              <a:ext cx="1758" cy="1239"/>
              <a:chOff x="778" y="1542"/>
              <a:chExt cx="1758" cy="1239"/>
            </a:xfrm>
          </p:grpSpPr>
          <p:grpSp>
            <p:nvGrpSpPr>
              <p:cNvPr id="108563" name="Group 89"/>
              <p:cNvGrpSpPr>
                <a:grpSpLocks/>
              </p:cNvGrpSpPr>
              <p:nvPr/>
            </p:nvGrpSpPr>
            <p:grpSpPr bwMode="auto">
              <a:xfrm>
                <a:off x="778" y="1615"/>
                <a:ext cx="1718" cy="1121"/>
                <a:chOff x="778" y="1615"/>
                <a:chExt cx="1718" cy="1121"/>
              </a:xfrm>
            </p:grpSpPr>
            <p:grpSp>
              <p:nvGrpSpPr>
                <p:cNvPr id="108564" name="Group 85"/>
                <p:cNvGrpSpPr>
                  <a:grpSpLocks/>
                </p:cNvGrpSpPr>
                <p:nvPr/>
              </p:nvGrpSpPr>
              <p:grpSpPr bwMode="auto">
                <a:xfrm>
                  <a:off x="985" y="1729"/>
                  <a:ext cx="1182" cy="890"/>
                  <a:chOff x="1003" y="1594"/>
                  <a:chExt cx="1182" cy="890"/>
                </a:xfrm>
              </p:grpSpPr>
              <p:sp>
                <p:nvSpPr>
                  <p:cNvPr id="108565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1306" y="2275"/>
                    <a:ext cx="50" cy="79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566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1361" y="2067"/>
                    <a:ext cx="0" cy="417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08567" name="Group 84"/>
                  <p:cNvGrpSpPr>
                    <a:grpSpLocks/>
                  </p:cNvGrpSpPr>
                  <p:nvPr/>
                </p:nvGrpSpPr>
                <p:grpSpPr bwMode="auto">
                  <a:xfrm>
                    <a:off x="1003" y="1594"/>
                    <a:ext cx="1182" cy="869"/>
                    <a:chOff x="1003" y="1621"/>
                    <a:chExt cx="1182" cy="869"/>
                  </a:xfrm>
                </p:grpSpPr>
                <p:grpSp>
                  <p:nvGrpSpPr>
                    <p:cNvPr id="108568" name="Group 3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079" y="2359"/>
                      <a:ext cx="257" cy="128"/>
                      <a:chOff x="1579" y="2665"/>
                      <a:chExt cx="292" cy="145"/>
                    </a:xfrm>
                  </p:grpSpPr>
                  <p:sp>
                    <p:nvSpPr>
                      <p:cNvPr id="108569" name="Line 2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79" y="2731"/>
                        <a:ext cx="50" cy="79"/>
                      </a:xfrm>
                      <a:prstGeom prst="line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8570" name="Line 2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675" y="2728"/>
                        <a:ext cx="50" cy="79"/>
                      </a:xfrm>
                      <a:prstGeom prst="line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8571" name="Line 2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821" y="2665"/>
                        <a:ext cx="50" cy="79"/>
                      </a:xfrm>
                      <a:prstGeom prst="line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8572" name="Line 2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769" y="2712"/>
                        <a:ext cx="50" cy="79"/>
                      </a:xfrm>
                      <a:prstGeom prst="line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108573" name="Line 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3" y="2217"/>
                      <a:ext cx="258" cy="208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108574" name="Group 4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03" y="1621"/>
                      <a:ext cx="1023" cy="456"/>
                      <a:chOff x="1639" y="1927"/>
                      <a:chExt cx="1023" cy="456"/>
                    </a:xfrm>
                  </p:grpSpPr>
                  <p:sp>
                    <p:nvSpPr>
                      <p:cNvPr id="108575" name="Line 38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234" y="2195"/>
                        <a:ext cx="428" cy="18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08576" name="Line 41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1639" y="1927"/>
                        <a:ext cx="347" cy="21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108577" name="Line 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27" y="2073"/>
                      <a:ext cx="0" cy="417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108578" name="Group 1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003" y="1708"/>
                      <a:ext cx="1182" cy="733"/>
                      <a:chOff x="1539" y="2024"/>
                      <a:chExt cx="1182" cy="733"/>
                    </a:xfrm>
                  </p:grpSpPr>
                  <p:sp>
                    <p:nvSpPr>
                      <p:cNvPr id="108579" name="Freeform 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539" y="2024"/>
                        <a:ext cx="596" cy="727"/>
                      </a:xfrm>
                      <a:custGeom>
                        <a:avLst/>
                        <a:gdLst>
                          <a:gd name="T0" fmla="*/ 0 w 695"/>
                          <a:gd name="T1" fmla="*/ 678 h 678"/>
                          <a:gd name="T2" fmla="*/ 258 w 695"/>
                          <a:gd name="T3" fmla="*/ 648 h 678"/>
                          <a:gd name="T4" fmla="*/ 368 w 695"/>
                          <a:gd name="T5" fmla="*/ 509 h 678"/>
                          <a:gd name="T6" fmla="*/ 437 w 695"/>
                          <a:gd name="T7" fmla="*/ 291 h 678"/>
                          <a:gd name="T8" fmla="*/ 517 w 695"/>
                          <a:gd name="T9" fmla="*/ 152 h 678"/>
                          <a:gd name="T10" fmla="*/ 626 w 695"/>
                          <a:gd name="T11" fmla="*/ 32 h 678"/>
                          <a:gd name="T12" fmla="*/ 695 w 695"/>
                          <a:gd name="T13" fmla="*/ 3 h 67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95" h="678">
                            <a:moveTo>
                              <a:pt x="0" y="678"/>
                            </a:moveTo>
                            <a:cubicBezTo>
                              <a:pt x="98" y="677"/>
                              <a:pt x="197" y="676"/>
                              <a:pt x="258" y="648"/>
                            </a:cubicBezTo>
                            <a:cubicBezTo>
                              <a:pt x="319" y="620"/>
                              <a:pt x="338" y="569"/>
                              <a:pt x="368" y="509"/>
                            </a:cubicBezTo>
                            <a:cubicBezTo>
                              <a:pt x="398" y="449"/>
                              <a:pt x="412" y="350"/>
                              <a:pt x="437" y="291"/>
                            </a:cubicBezTo>
                            <a:cubicBezTo>
                              <a:pt x="462" y="232"/>
                              <a:pt x="486" y="195"/>
                              <a:pt x="517" y="152"/>
                            </a:cubicBezTo>
                            <a:cubicBezTo>
                              <a:pt x="548" y="109"/>
                              <a:pt x="596" y="57"/>
                              <a:pt x="626" y="32"/>
                            </a:cubicBezTo>
                            <a:cubicBezTo>
                              <a:pt x="656" y="7"/>
                              <a:pt x="670" y="0"/>
                              <a:pt x="695" y="3"/>
                            </a:cubicBezTo>
                          </a:path>
                        </a:pathLst>
                      </a:cu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>
                        <a:lvl1pPr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tx1"/>
                          </a:buClr>
                          <a:buSzPct val="80000"/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tx1"/>
                          </a:buClr>
                          <a:buSzPct val="80000"/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tx1"/>
                          </a:buClr>
                          <a:buSzPct val="80000"/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tx1"/>
                          </a:buClr>
                          <a:buSzPct val="80000"/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endParaRPr lang="zh-CN" altLang="en-US"/>
                      </a:p>
                    </p:txBody>
                  </p:sp>
                  <p:sp>
                    <p:nvSpPr>
                      <p:cNvPr id="108580" name="Freeform 12"/>
                      <p:cNvSpPr>
                        <a:spLocks noChangeArrowheads="1"/>
                      </p:cNvSpPr>
                      <p:nvPr/>
                    </p:nvSpPr>
                    <p:spPr bwMode="auto">
                      <a:xfrm flipH="1">
                        <a:off x="2125" y="2030"/>
                        <a:ext cx="596" cy="727"/>
                      </a:xfrm>
                      <a:custGeom>
                        <a:avLst/>
                        <a:gdLst>
                          <a:gd name="T0" fmla="*/ 0 w 695"/>
                          <a:gd name="T1" fmla="*/ 678 h 678"/>
                          <a:gd name="T2" fmla="*/ 258 w 695"/>
                          <a:gd name="T3" fmla="*/ 648 h 678"/>
                          <a:gd name="T4" fmla="*/ 368 w 695"/>
                          <a:gd name="T5" fmla="*/ 509 h 678"/>
                          <a:gd name="T6" fmla="*/ 437 w 695"/>
                          <a:gd name="T7" fmla="*/ 291 h 678"/>
                          <a:gd name="T8" fmla="*/ 517 w 695"/>
                          <a:gd name="T9" fmla="*/ 152 h 678"/>
                          <a:gd name="T10" fmla="*/ 626 w 695"/>
                          <a:gd name="T11" fmla="*/ 32 h 678"/>
                          <a:gd name="T12" fmla="*/ 695 w 695"/>
                          <a:gd name="T13" fmla="*/ 3 h 67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695" h="678">
                            <a:moveTo>
                              <a:pt x="0" y="678"/>
                            </a:moveTo>
                            <a:cubicBezTo>
                              <a:pt x="98" y="677"/>
                              <a:pt x="197" y="676"/>
                              <a:pt x="258" y="648"/>
                            </a:cubicBezTo>
                            <a:cubicBezTo>
                              <a:pt x="319" y="620"/>
                              <a:pt x="338" y="569"/>
                              <a:pt x="368" y="509"/>
                            </a:cubicBezTo>
                            <a:cubicBezTo>
                              <a:pt x="398" y="449"/>
                              <a:pt x="412" y="350"/>
                              <a:pt x="437" y="291"/>
                            </a:cubicBezTo>
                            <a:cubicBezTo>
                              <a:pt x="462" y="232"/>
                              <a:pt x="486" y="195"/>
                              <a:pt x="517" y="152"/>
                            </a:cubicBezTo>
                            <a:cubicBezTo>
                              <a:pt x="548" y="109"/>
                              <a:pt x="596" y="57"/>
                              <a:pt x="626" y="32"/>
                            </a:cubicBezTo>
                            <a:cubicBezTo>
                              <a:pt x="656" y="7"/>
                              <a:pt x="670" y="0"/>
                              <a:pt x="695" y="3"/>
                            </a:cubicBezTo>
                          </a:path>
                        </a:pathLst>
                      </a:cu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>
                        <a:lvl1pPr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tx1"/>
                          </a:buClr>
                          <a:buSzPct val="80000"/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tx1"/>
                          </a:buClr>
                          <a:buSzPct val="80000"/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tx1"/>
                          </a:buClr>
                          <a:buSzPct val="80000"/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tx1"/>
                          </a:buClr>
                          <a:buSzPct val="80000"/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rgbClr val="000066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endParaRPr lang="zh-CN" altLang="en-US"/>
                      </a:p>
                    </p:txBody>
                  </p:sp>
                </p:grpSp>
              </p:grpSp>
            </p:grpSp>
            <p:sp>
              <p:nvSpPr>
                <p:cNvPr id="108581" name="Line 7"/>
                <p:cNvSpPr>
                  <a:spLocks noChangeShapeType="1"/>
                </p:cNvSpPr>
                <p:nvPr/>
              </p:nvSpPr>
              <p:spPr bwMode="auto">
                <a:xfrm>
                  <a:off x="778" y="2616"/>
                  <a:ext cx="171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8582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1582" y="1615"/>
                  <a:ext cx="0" cy="112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8583" name="Group 88"/>
              <p:cNvGrpSpPr>
                <a:grpSpLocks/>
              </p:cNvGrpSpPr>
              <p:nvPr/>
            </p:nvGrpSpPr>
            <p:grpSpPr bwMode="auto">
              <a:xfrm>
                <a:off x="788" y="1542"/>
                <a:ext cx="1748" cy="1239"/>
                <a:chOff x="797" y="1539"/>
                <a:chExt cx="1748" cy="1239"/>
              </a:xfrm>
            </p:grpSpPr>
            <p:grpSp>
              <p:nvGrpSpPr>
                <p:cNvPr id="108584" name="Group 24"/>
                <p:cNvGrpSpPr>
                  <a:grpSpLocks/>
                </p:cNvGrpSpPr>
                <p:nvPr/>
              </p:nvGrpSpPr>
              <p:grpSpPr bwMode="auto">
                <a:xfrm>
                  <a:off x="1195" y="1874"/>
                  <a:ext cx="620" cy="729"/>
                  <a:chOff x="1748" y="2076"/>
                  <a:chExt cx="620" cy="729"/>
                </a:xfrm>
              </p:grpSpPr>
              <p:sp>
                <p:nvSpPr>
                  <p:cNvPr id="108585" name="Line 1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47" y="2076"/>
                    <a:ext cx="248" cy="198"/>
                  </a:xfrm>
                  <a:prstGeom prst="line">
                    <a:avLst/>
                  </a:prstGeom>
                  <a:noFill/>
                  <a:ln w="15875">
                    <a:solidFill>
                      <a:srgbClr val="FF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586" name="Line 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03" y="2162"/>
                    <a:ext cx="367" cy="298"/>
                  </a:xfrm>
                  <a:prstGeom prst="line">
                    <a:avLst/>
                  </a:prstGeom>
                  <a:noFill/>
                  <a:ln w="15875">
                    <a:solidFill>
                      <a:srgbClr val="FF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587" name="Line 1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09" y="2259"/>
                    <a:ext cx="507" cy="397"/>
                  </a:xfrm>
                  <a:prstGeom prst="line">
                    <a:avLst/>
                  </a:prstGeom>
                  <a:noFill/>
                  <a:ln w="15875">
                    <a:solidFill>
                      <a:srgbClr val="FF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588" name="Line 1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748" y="2364"/>
                    <a:ext cx="605" cy="436"/>
                  </a:xfrm>
                  <a:prstGeom prst="line">
                    <a:avLst/>
                  </a:prstGeom>
                  <a:noFill/>
                  <a:ln w="15875">
                    <a:solidFill>
                      <a:srgbClr val="FF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589" name="Line 2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41" y="2461"/>
                    <a:ext cx="427" cy="337"/>
                  </a:xfrm>
                  <a:prstGeom prst="line">
                    <a:avLst/>
                  </a:prstGeom>
                  <a:noFill/>
                  <a:ln w="15875">
                    <a:solidFill>
                      <a:srgbClr val="FF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590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07" y="2607"/>
                    <a:ext cx="248" cy="198"/>
                  </a:xfrm>
                  <a:prstGeom prst="line">
                    <a:avLst/>
                  </a:prstGeom>
                  <a:noFill/>
                  <a:ln w="15875">
                    <a:solidFill>
                      <a:srgbClr val="FF99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08591" name="Group 87"/>
                <p:cNvGrpSpPr>
                  <a:grpSpLocks/>
                </p:cNvGrpSpPr>
                <p:nvPr/>
              </p:nvGrpSpPr>
              <p:grpSpPr bwMode="auto">
                <a:xfrm>
                  <a:off x="797" y="1539"/>
                  <a:ext cx="1748" cy="1239"/>
                  <a:chOff x="797" y="1539"/>
                  <a:chExt cx="1748" cy="1239"/>
                </a:xfrm>
              </p:grpSpPr>
              <p:graphicFrame>
                <p:nvGraphicFramePr>
                  <p:cNvPr id="108592" name="Object 11"/>
                  <p:cNvGraphicFramePr>
                    <a:graphicFrameLocks/>
                  </p:cNvGraphicFramePr>
                  <p:nvPr/>
                </p:nvGraphicFramePr>
                <p:xfrm>
                  <a:off x="798" y="1566"/>
                  <a:ext cx="443" cy="18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27064" r:id="rId25" imgW="342751" imgH="139639" progId="Equation.DSMT4">
                          <p:embed/>
                        </p:oleObj>
                      </mc:Choice>
                      <mc:Fallback>
                        <p:oleObj r:id="rId25" imgW="342751" imgH="139639" progId="Equation.DSMT4">
                          <p:embed/>
                          <p:pic>
                            <p:nvPicPr>
                              <p:cNvPr id="0" name="Object 11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2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98" y="1566"/>
                                <a:ext cx="443" cy="18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08593" name="Object 12"/>
                  <p:cNvGraphicFramePr>
                    <a:graphicFrameLocks/>
                  </p:cNvGraphicFramePr>
                  <p:nvPr/>
                </p:nvGraphicFramePr>
                <p:xfrm>
                  <a:off x="2088" y="1867"/>
                  <a:ext cx="279" cy="18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27065" r:id="rId27" imgW="215619" imgH="139518" progId="Equation.DSMT4">
                          <p:embed/>
                        </p:oleObj>
                      </mc:Choice>
                      <mc:Fallback>
                        <p:oleObj r:id="rId27" imgW="215619" imgH="139518" progId="Equation.DSMT4">
                          <p:embed/>
                          <p:pic>
                            <p:nvPicPr>
                              <p:cNvPr id="0" name="Object 12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2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088" y="1867"/>
                                <a:ext cx="279" cy="18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08594" name="Object 13"/>
                  <p:cNvGraphicFramePr>
                    <a:graphicFrameLocks/>
                  </p:cNvGraphicFramePr>
                  <p:nvPr/>
                </p:nvGraphicFramePr>
                <p:xfrm>
                  <a:off x="797" y="2158"/>
                  <a:ext cx="360" cy="18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27066" r:id="rId29" imgW="279400" imgH="139700" progId="Equation.DSMT4">
                          <p:embed/>
                        </p:oleObj>
                      </mc:Choice>
                      <mc:Fallback>
                        <p:oleObj r:id="rId29" imgW="279400" imgH="139700" progId="Equation.DSMT4">
                          <p:embed/>
                          <p:pic>
                            <p:nvPicPr>
                              <p:cNvPr id="0" name="Object 13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3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97" y="2158"/>
                                <a:ext cx="360" cy="18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08595" name="Object 14"/>
                  <p:cNvGraphicFramePr>
                    <a:graphicFrameLocks/>
                  </p:cNvGraphicFramePr>
                  <p:nvPr/>
                </p:nvGraphicFramePr>
                <p:xfrm>
                  <a:off x="1467" y="2594"/>
                  <a:ext cx="124" cy="175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27067" r:id="rId31" imgW="88554" imgH="126506" progId="Equation.DSMT4">
                          <p:embed/>
                        </p:oleObj>
                      </mc:Choice>
                      <mc:Fallback>
                        <p:oleObj r:id="rId31" imgW="88554" imgH="126506" progId="Equation.DSMT4">
                          <p:embed/>
                          <p:pic>
                            <p:nvPicPr>
                              <p:cNvPr id="0" name="Object 14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3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467" y="2594"/>
                                <a:ext cx="124" cy="17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08596" name="Object 15"/>
                  <p:cNvGraphicFramePr>
                    <a:graphicFrameLocks/>
                  </p:cNvGraphicFramePr>
                  <p:nvPr/>
                </p:nvGraphicFramePr>
                <p:xfrm>
                  <a:off x="1595" y="1539"/>
                  <a:ext cx="180" cy="21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27068" r:id="rId33" imgW="139518" imgH="164885" progId="Equation.DSMT4">
                          <p:embed/>
                        </p:oleObj>
                      </mc:Choice>
                      <mc:Fallback>
                        <p:oleObj r:id="rId33" imgW="139518" imgH="164885" progId="Equation.DSMT4">
                          <p:embed/>
                          <p:pic>
                            <p:nvPicPr>
                              <p:cNvPr id="0" name="Object 15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3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595" y="1539"/>
                                <a:ext cx="180" cy="21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08597" name="Object 16"/>
                  <p:cNvGraphicFramePr>
                    <a:graphicFrameLocks/>
                  </p:cNvGraphicFramePr>
                  <p:nvPr/>
                </p:nvGraphicFramePr>
                <p:xfrm>
                  <a:off x="2382" y="2599"/>
                  <a:ext cx="163" cy="179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27069" r:id="rId35" imgW="126725" imgH="139397" progId="Equation.DSMT4">
                          <p:embed/>
                        </p:oleObj>
                      </mc:Choice>
                      <mc:Fallback>
                        <p:oleObj r:id="rId35" imgW="126725" imgH="139397" progId="Equation.DSMT4">
                          <p:embed/>
                          <p:pic>
                            <p:nvPicPr>
                              <p:cNvPr id="0" name="Object 16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3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382" y="2599"/>
                                <a:ext cx="163" cy="17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08598" name="Object 17"/>
                  <p:cNvGraphicFramePr>
                    <a:graphicFrameLocks/>
                  </p:cNvGraphicFramePr>
                  <p:nvPr/>
                </p:nvGraphicFramePr>
                <p:xfrm>
                  <a:off x="1741" y="2595"/>
                  <a:ext cx="131" cy="14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27070" r:id="rId37" imgW="101424" imgH="114102" progId="Equation.DSMT4">
                          <p:embed/>
                        </p:oleObj>
                      </mc:Choice>
                      <mc:Fallback>
                        <p:oleObj r:id="rId37" imgW="101424" imgH="114102" progId="Equation.DSMT4">
                          <p:embed/>
                          <p:pic>
                            <p:nvPicPr>
                              <p:cNvPr id="0" name="Object 17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3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741" y="2595"/>
                                <a:ext cx="131" cy="14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38100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</p:grpSp>
        <p:graphicFrame>
          <p:nvGraphicFramePr>
            <p:cNvPr id="108599" name="Object 10"/>
            <p:cNvGraphicFramePr>
              <a:graphicFrameLocks/>
            </p:cNvGraphicFramePr>
            <p:nvPr/>
          </p:nvGraphicFramePr>
          <p:xfrm>
            <a:off x="1269" y="2621"/>
            <a:ext cx="136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071" r:id="rId39" imgW="215619" imgH="139518" progId="Equation.DSMT4">
                    <p:embed/>
                  </p:oleObj>
                </mc:Choice>
                <mc:Fallback>
                  <p:oleObj r:id="rId39" imgW="215619" imgH="139518" progId="Equation.DSMT4">
                    <p:embed/>
                    <p:pic>
                      <p:nvPicPr>
                        <p:cNvPr id="0" name="Object 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9" y="2621"/>
                          <a:ext cx="136" cy="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12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1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12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1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12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12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6047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7D7A69E4-F9DE-4DAF-A30B-EFBCCB945C22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100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0957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85863" y="554038"/>
            <a:ext cx="7439025" cy="5735637"/>
          </a:xfrm>
        </p:spPr>
        <p:txBody>
          <a:bodyPr/>
          <a:lstStyle/>
          <a:p>
            <a:pPr eaLnBrk="1" hangingPunct="1">
              <a:buFontTx/>
              <a:buBlip>
                <a:blip r:embed="rId3"/>
              </a:buBlip>
            </a:pPr>
            <a:r>
              <a:rPr lang="en-US" altLang="zh-CN" sz="3600">
                <a:ea typeface="宋体" panose="02010600030101010101" pitchFamily="2" charset="-122"/>
              </a:rPr>
              <a:t> </a:t>
            </a:r>
            <a:r>
              <a:rPr lang="zh-CN" altLang="en-US" sz="3600">
                <a:ea typeface="宋体" panose="02010600030101010101" pitchFamily="2" charset="-122"/>
              </a:rPr>
              <a:t>例：</a:t>
            </a:r>
          </a:p>
        </p:txBody>
      </p:sp>
      <p:graphicFrame>
        <p:nvGraphicFramePr>
          <p:cNvPr id="109571" name="Object 4"/>
          <p:cNvGraphicFramePr>
            <a:graphicFrameLocks noGrp="1"/>
          </p:cNvGraphicFramePr>
          <p:nvPr>
            <p:ph sz="quarter" idx="2"/>
          </p:nvPr>
        </p:nvGraphicFramePr>
        <p:xfrm>
          <a:off x="2439988" y="554038"/>
          <a:ext cx="25400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26" r:id="rId4" imgW="901309" imgH="228501" progId="Equation.DSMT4">
                  <p:embed/>
                </p:oleObj>
              </mc:Choice>
              <mc:Fallback>
                <p:oleObj r:id="rId4" imgW="901309" imgH="228501" progId="Equation.DSMT4">
                  <p:embed/>
                  <p:pic>
                    <p:nvPicPr>
                      <p:cNvPr id="0" name="Object 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554038"/>
                        <a:ext cx="2540000" cy="6445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1" name="Object 7"/>
          <p:cNvGraphicFramePr>
            <a:graphicFrameLocks noGrp="1"/>
          </p:cNvGraphicFramePr>
          <p:nvPr>
            <p:ph sz="quarter" idx="3"/>
          </p:nvPr>
        </p:nvGraphicFramePr>
        <p:xfrm>
          <a:off x="1109663" y="1344613"/>
          <a:ext cx="5437187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27" r:id="rId6" imgW="2589676" imgH="482391" progId="Equation.DSMT4">
                  <p:embed/>
                </p:oleObj>
              </mc:Choice>
              <mc:Fallback>
                <p:oleObj r:id="rId6" imgW="2589676" imgH="482391" progId="Equation.DSMT4">
                  <p:embed/>
                  <p:pic>
                    <p:nvPicPr>
                      <p:cNvPr id="0" name="Object 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1344613"/>
                        <a:ext cx="5437187" cy="10128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4" name="Object 10"/>
          <p:cNvGraphicFramePr>
            <a:graphicFrameLocks/>
          </p:cNvGraphicFramePr>
          <p:nvPr/>
        </p:nvGraphicFramePr>
        <p:xfrm>
          <a:off x="1619250" y="2605088"/>
          <a:ext cx="493712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28" r:id="rId8" imgW="2245950" imgH="253780" progId="Equation.DSMT4">
                  <p:embed/>
                </p:oleObj>
              </mc:Choice>
              <mc:Fallback>
                <p:oleObj r:id="rId8" imgW="2245950" imgH="253780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605088"/>
                        <a:ext cx="493712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5" name="Object 11"/>
          <p:cNvGraphicFramePr>
            <a:graphicFrameLocks/>
          </p:cNvGraphicFramePr>
          <p:nvPr/>
        </p:nvGraphicFramePr>
        <p:xfrm>
          <a:off x="1527175" y="3282950"/>
          <a:ext cx="500697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29" r:id="rId10" imgW="2271328" imgH="253780" progId="Equation.DSMT4">
                  <p:embed/>
                </p:oleObj>
              </mc:Choice>
              <mc:Fallback>
                <p:oleObj r:id="rId10" imgW="2271328" imgH="25378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7175" y="3282950"/>
                        <a:ext cx="5006975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6494463" y="0"/>
            <a:ext cx="2649537" cy="866775"/>
            <a:chOff x="3403" y="215"/>
            <a:chExt cx="1669" cy="546"/>
          </a:xfrm>
        </p:grpSpPr>
        <p:sp>
          <p:nvSpPr>
            <p:cNvPr id="109576" name="AutoShape 13"/>
            <p:cNvSpPr>
              <a:spLocks noChangeArrowheads="1"/>
            </p:cNvSpPr>
            <p:nvPr/>
          </p:nvSpPr>
          <p:spPr bwMode="auto">
            <a:xfrm>
              <a:off x="3403" y="215"/>
              <a:ext cx="1669" cy="546"/>
            </a:xfrm>
            <a:prstGeom prst="cloudCallout">
              <a:avLst>
                <a:gd name="adj1" fmla="val -128009"/>
                <a:gd name="adj2" fmla="val 143773"/>
              </a:avLst>
            </a:prstGeom>
            <a:solidFill>
              <a:srgbClr val="99CC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90000" tIns="46800" rIns="90000" bIns="46800"/>
            <a:lstStyle>
              <a:lvl1pPr marL="11430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Arial" panose="020B0604020202020204" pitchFamily="34" charset="0"/>
                <a:buNone/>
              </a:pPr>
              <a:endParaRPr lang="zh-CN" altLang="zh-CN"/>
            </a:p>
          </p:txBody>
        </p:sp>
        <p:sp>
          <p:nvSpPr>
            <p:cNvPr id="109577" name="Text Box 14"/>
            <p:cNvSpPr txBox="1">
              <a:spLocks noChangeArrowheads="1"/>
            </p:cNvSpPr>
            <p:nvPr/>
          </p:nvSpPr>
          <p:spPr bwMode="auto">
            <a:xfrm>
              <a:off x="3664" y="316"/>
              <a:ext cx="10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rgbClr val="CC0066"/>
                  </a:solidFill>
                </a:rPr>
                <a:t>查书后附表</a:t>
              </a:r>
            </a:p>
          </p:txBody>
        </p:sp>
      </p:grpSp>
      <p:grpSp>
        <p:nvGrpSpPr>
          <p:cNvPr id="3" name="Group 55"/>
          <p:cNvGrpSpPr>
            <a:grpSpLocks/>
          </p:cNvGrpSpPr>
          <p:nvPr/>
        </p:nvGrpSpPr>
        <p:grpSpPr bwMode="auto">
          <a:xfrm>
            <a:off x="1609725" y="4095750"/>
            <a:ext cx="6596063" cy="2371725"/>
            <a:chOff x="724" y="2580"/>
            <a:chExt cx="4618" cy="1741"/>
          </a:xfrm>
        </p:grpSpPr>
        <p:grpSp>
          <p:nvGrpSpPr>
            <p:cNvPr id="109579" name="Group 53"/>
            <p:cNvGrpSpPr>
              <a:grpSpLocks/>
            </p:cNvGrpSpPr>
            <p:nvPr/>
          </p:nvGrpSpPr>
          <p:grpSpPr bwMode="auto">
            <a:xfrm>
              <a:off x="724" y="2580"/>
              <a:ext cx="4618" cy="1085"/>
              <a:chOff x="724" y="2580"/>
              <a:chExt cx="4618" cy="1085"/>
            </a:xfrm>
          </p:grpSpPr>
          <p:sp>
            <p:nvSpPr>
              <p:cNvPr id="109580" name="Freeform 17"/>
              <p:cNvSpPr>
                <a:spLocks noChangeArrowheads="1"/>
              </p:cNvSpPr>
              <p:nvPr/>
            </p:nvSpPr>
            <p:spPr bwMode="auto">
              <a:xfrm flipV="1">
                <a:off x="2985" y="2581"/>
                <a:ext cx="1972" cy="1009"/>
              </a:xfrm>
              <a:custGeom>
                <a:avLst/>
                <a:gdLst>
                  <a:gd name="T0" fmla="*/ 18 w 1800"/>
                  <a:gd name="T1" fmla="*/ 237 h 237"/>
                  <a:gd name="T2" fmla="*/ 54 w 1800"/>
                  <a:gd name="T3" fmla="*/ 236 h 237"/>
                  <a:gd name="T4" fmla="*/ 90 w 1800"/>
                  <a:gd name="T5" fmla="*/ 234 h 237"/>
                  <a:gd name="T6" fmla="*/ 126 w 1800"/>
                  <a:gd name="T7" fmla="*/ 232 h 237"/>
                  <a:gd name="T8" fmla="*/ 162 w 1800"/>
                  <a:gd name="T9" fmla="*/ 228 h 237"/>
                  <a:gd name="T10" fmla="*/ 198 w 1800"/>
                  <a:gd name="T11" fmla="*/ 224 h 237"/>
                  <a:gd name="T12" fmla="*/ 234 w 1800"/>
                  <a:gd name="T13" fmla="*/ 219 h 237"/>
                  <a:gd name="T14" fmla="*/ 270 w 1800"/>
                  <a:gd name="T15" fmla="*/ 214 h 237"/>
                  <a:gd name="T16" fmla="*/ 306 w 1800"/>
                  <a:gd name="T17" fmla="*/ 208 h 237"/>
                  <a:gd name="T18" fmla="*/ 342 w 1800"/>
                  <a:gd name="T19" fmla="*/ 201 h 237"/>
                  <a:gd name="T20" fmla="*/ 378 w 1800"/>
                  <a:gd name="T21" fmla="*/ 194 h 237"/>
                  <a:gd name="T22" fmla="*/ 414 w 1800"/>
                  <a:gd name="T23" fmla="*/ 186 h 237"/>
                  <a:gd name="T24" fmla="*/ 450 w 1800"/>
                  <a:gd name="T25" fmla="*/ 178 h 237"/>
                  <a:gd name="T26" fmla="*/ 486 w 1800"/>
                  <a:gd name="T27" fmla="*/ 170 h 237"/>
                  <a:gd name="T28" fmla="*/ 522 w 1800"/>
                  <a:gd name="T29" fmla="*/ 161 h 237"/>
                  <a:gd name="T30" fmla="*/ 558 w 1800"/>
                  <a:gd name="T31" fmla="*/ 153 h 237"/>
                  <a:gd name="T32" fmla="*/ 594 w 1800"/>
                  <a:gd name="T33" fmla="*/ 144 h 237"/>
                  <a:gd name="T34" fmla="*/ 630 w 1800"/>
                  <a:gd name="T35" fmla="*/ 135 h 237"/>
                  <a:gd name="T36" fmla="*/ 666 w 1800"/>
                  <a:gd name="T37" fmla="*/ 126 h 237"/>
                  <a:gd name="T38" fmla="*/ 702 w 1800"/>
                  <a:gd name="T39" fmla="*/ 118 h 237"/>
                  <a:gd name="T40" fmla="*/ 738 w 1800"/>
                  <a:gd name="T41" fmla="*/ 110 h 237"/>
                  <a:gd name="T42" fmla="*/ 774 w 1800"/>
                  <a:gd name="T43" fmla="*/ 101 h 237"/>
                  <a:gd name="T44" fmla="*/ 810 w 1800"/>
                  <a:gd name="T45" fmla="*/ 93 h 237"/>
                  <a:gd name="T46" fmla="*/ 846 w 1800"/>
                  <a:gd name="T47" fmla="*/ 86 h 237"/>
                  <a:gd name="T48" fmla="*/ 882 w 1800"/>
                  <a:gd name="T49" fmla="*/ 78 h 237"/>
                  <a:gd name="T50" fmla="*/ 918 w 1800"/>
                  <a:gd name="T51" fmla="*/ 71 h 237"/>
                  <a:gd name="T52" fmla="*/ 954 w 1800"/>
                  <a:gd name="T53" fmla="*/ 65 h 237"/>
                  <a:gd name="T54" fmla="*/ 990 w 1800"/>
                  <a:gd name="T55" fmla="*/ 58 h 237"/>
                  <a:gd name="T56" fmla="*/ 1026 w 1800"/>
                  <a:gd name="T57" fmla="*/ 53 h 237"/>
                  <a:gd name="T58" fmla="*/ 1062 w 1800"/>
                  <a:gd name="T59" fmla="*/ 47 h 237"/>
                  <a:gd name="T60" fmla="*/ 1098 w 1800"/>
                  <a:gd name="T61" fmla="*/ 42 h 237"/>
                  <a:gd name="T62" fmla="*/ 1134 w 1800"/>
                  <a:gd name="T63" fmla="*/ 37 h 237"/>
                  <a:gd name="T64" fmla="*/ 1170 w 1800"/>
                  <a:gd name="T65" fmla="*/ 33 h 237"/>
                  <a:gd name="T66" fmla="*/ 1206 w 1800"/>
                  <a:gd name="T67" fmla="*/ 29 h 237"/>
                  <a:gd name="T68" fmla="*/ 1242 w 1800"/>
                  <a:gd name="T69" fmla="*/ 25 h 237"/>
                  <a:gd name="T70" fmla="*/ 1278 w 1800"/>
                  <a:gd name="T71" fmla="*/ 22 h 237"/>
                  <a:gd name="T72" fmla="*/ 1314 w 1800"/>
                  <a:gd name="T73" fmla="*/ 19 h 237"/>
                  <a:gd name="T74" fmla="*/ 1350 w 1800"/>
                  <a:gd name="T75" fmla="*/ 16 h 237"/>
                  <a:gd name="T76" fmla="*/ 1386 w 1800"/>
                  <a:gd name="T77" fmla="*/ 14 h 237"/>
                  <a:gd name="T78" fmla="*/ 1422 w 1800"/>
                  <a:gd name="T79" fmla="*/ 11 h 237"/>
                  <a:gd name="T80" fmla="*/ 1458 w 1800"/>
                  <a:gd name="T81" fmla="*/ 10 h 237"/>
                  <a:gd name="T82" fmla="*/ 1494 w 1800"/>
                  <a:gd name="T83" fmla="*/ 8 h 237"/>
                  <a:gd name="T84" fmla="*/ 1530 w 1800"/>
                  <a:gd name="T85" fmla="*/ 6 h 237"/>
                  <a:gd name="T86" fmla="*/ 1566 w 1800"/>
                  <a:gd name="T87" fmla="*/ 5 h 237"/>
                  <a:gd name="T88" fmla="*/ 1602 w 1800"/>
                  <a:gd name="T89" fmla="*/ 4 h 237"/>
                  <a:gd name="T90" fmla="*/ 1638 w 1800"/>
                  <a:gd name="T91" fmla="*/ 3 h 237"/>
                  <a:gd name="T92" fmla="*/ 1674 w 1800"/>
                  <a:gd name="T93" fmla="*/ 2 h 237"/>
                  <a:gd name="T94" fmla="*/ 1710 w 1800"/>
                  <a:gd name="T95" fmla="*/ 1 h 237"/>
                  <a:gd name="T96" fmla="*/ 1746 w 1800"/>
                  <a:gd name="T97" fmla="*/ 0 h 237"/>
                  <a:gd name="T98" fmla="*/ 1782 w 1800"/>
                  <a:gd name="T9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00" h="237">
                    <a:moveTo>
                      <a:pt x="0" y="237"/>
                    </a:moveTo>
                    <a:cubicBezTo>
                      <a:pt x="18" y="237"/>
                      <a:pt x="18" y="237"/>
                      <a:pt x="18" y="237"/>
                    </a:cubicBezTo>
                    <a:cubicBezTo>
                      <a:pt x="36" y="236"/>
                      <a:pt x="36" y="236"/>
                      <a:pt x="36" y="236"/>
                    </a:cubicBezTo>
                    <a:cubicBezTo>
                      <a:pt x="54" y="236"/>
                      <a:pt x="54" y="236"/>
                      <a:pt x="54" y="236"/>
                    </a:cubicBezTo>
                    <a:cubicBezTo>
                      <a:pt x="72" y="235"/>
                      <a:pt x="72" y="235"/>
                      <a:pt x="72" y="235"/>
                    </a:cubicBezTo>
                    <a:cubicBezTo>
                      <a:pt x="90" y="234"/>
                      <a:pt x="90" y="234"/>
                      <a:pt x="90" y="234"/>
                    </a:cubicBezTo>
                    <a:cubicBezTo>
                      <a:pt x="108" y="233"/>
                      <a:pt x="108" y="233"/>
                      <a:pt x="108" y="233"/>
                    </a:cubicBezTo>
                    <a:cubicBezTo>
                      <a:pt x="126" y="232"/>
                      <a:pt x="126" y="232"/>
                      <a:pt x="126" y="232"/>
                    </a:cubicBezTo>
                    <a:cubicBezTo>
                      <a:pt x="144" y="230"/>
                      <a:pt x="144" y="230"/>
                      <a:pt x="144" y="230"/>
                    </a:cubicBezTo>
                    <a:cubicBezTo>
                      <a:pt x="162" y="228"/>
                      <a:pt x="162" y="228"/>
                      <a:pt x="162" y="228"/>
                    </a:cubicBezTo>
                    <a:cubicBezTo>
                      <a:pt x="180" y="226"/>
                      <a:pt x="180" y="226"/>
                      <a:pt x="180" y="226"/>
                    </a:cubicBezTo>
                    <a:cubicBezTo>
                      <a:pt x="198" y="224"/>
                      <a:pt x="198" y="224"/>
                      <a:pt x="198" y="224"/>
                    </a:cubicBezTo>
                    <a:cubicBezTo>
                      <a:pt x="216" y="222"/>
                      <a:pt x="216" y="222"/>
                      <a:pt x="216" y="222"/>
                    </a:cubicBezTo>
                    <a:cubicBezTo>
                      <a:pt x="234" y="219"/>
                      <a:pt x="234" y="219"/>
                      <a:pt x="234" y="219"/>
                    </a:cubicBezTo>
                    <a:cubicBezTo>
                      <a:pt x="252" y="217"/>
                      <a:pt x="252" y="217"/>
                      <a:pt x="252" y="217"/>
                    </a:cubicBezTo>
                    <a:cubicBezTo>
                      <a:pt x="270" y="214"/>
                      <a:pt x="270" y="214"/>
                      <a:pt x="270" y="214"/>
                    </a:cubicBezTo>
                    <a:cubicBezTo>
                      <a:pt x="288" y="211"/>
                      <a:pt x="288" y="211"/>
                      <a:pt x="288" y="211"/>
                    </a:cubicBezTo>
                    <a:cubicBezTo>
                      <a:pt x="306" y="208"/>
                      <a:pt x="306" y="208"/>
                      <a:pt x="306" y="208"/>
                    </a:cubicBezTo>
                    <a:cubicBezTo>
                      <a:pt x="324" y="204"/>
                      <a:pt x="324" y="204"/>
                      <a:pt x="324" y="204"/>
                    </a:cubicBezTo>
                    <a:cubicBezTo>
                      <a:pt x="342" y="201"/>
                      <a:pt x="342" y="201"/>
                      <a:pt x="342" y="201"/>
                    </a:cubicBezTo>
                    <a:cubicBezTo>
                      <a:pt x="360" y="197"/>
                      <a:pt x="360" y="197"/>
                      <a:pt x="360" y="197"/>
                    </a:cubicBezTo>
                    <a:cubicBezTo>
                      <a:pt x="378" y="194"/>
                      <a:pt x="378" y="194"/>
                      <a:pt x="378" y="194"/>
                    </a:cubicBezTo>
                    <a:cubicBezTo>
                      <a:pt x="396" y="190"/>
                      <a:pt x="396" y="190"/>
                      <a:pt x="396" y="190"/>
                    </a:cubicBezTo>
                    <a:cubicBezTo>
                      <a:pt x="414" y="186"/>
                      <a:pt x="414" y="186"/>
                      <a:pt x="414" y="186"/>
                    </a:cubicBezTo>
                    <a:cubicBezTo>
                      <a:pt x="432" y="182"/>
                      <a:pt x="432" y="182"/>
                      <a:pt x="432" y="182"/>
                    </a:cubicBezTo>
                    <a:cubicBezTo>
                      <a:pt x="450" y="178"/>
                      <a:pt x="450" y="178"/>
                      <a:pt x="450" y="178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86" y="170"/>
                      <a:pt x="486" y="170"/>
                      <a:pt x="486" y="170"/>
                    </a:cubicBezTo>
                    <a:cubicBezTo>
                      <a:pt x="504" y="165"/>
                      <a:pt x="504" y="165"/>
                      <a:pt x="504" y="165"/>
                    </a:cubicBezTo>
                    <a:cubicBezTo>
                      <a:pt x="522" y="161"/>
                      <a:pt x="522" y="161"/>
                      <a:pt x="522" y="161"/>
                    </a:cubicBezTo>
                    <a:cubicBezTo>
                      <a:pt x="540" y="157"/>
                      <a:pt x="540" y="157"/>
                      <a:pt x="540" y="157"/>
                    </a:cubicBezTo>
                    <a:cubicBezTo>
                      <a:pt x="558" y="153"/>
                      <a:pt x="558" y="153"/>
                      <a:pt x="558" y="153"/>
                    </a:cubicBezTo>
                    <a:cubicBezTo>
                      <a:pt x="576" y="148"/>
                      <a:pt x="576" y="148"/>
                      <a:pt x="576" y="148"/>
                    </a:cubicBezTo>
                    <a:cubicBezTo>
                      <a:pt x="594" y="144"/>
                      <a:pt x="594" y="144"/>
                      <a:pt x="594" y="144"/>
                    </a:cubicBezTo>
                    <a:cubicBezTo>
                      <a:pt x="612" y="140"/>
                      <a:pt x="612" y="140"/>
                      <a:pt x="612" y="140"/>
                    </a:cubicBezTo>
                    <a:cubicBezTo>
                      <a:pt x="630" y="135"/>
                      <a:pt x="630" y="135"/>
                      <a:pt x="630" y="135"/>
                    </a:cubicBezTo>
                    <a:cubicBezTo>
                      <a:pt x="648" y="131"/>
                      <a:pt x="648" y="131"/>
                      <a:pt x="648" y="131"/>
                    </a:cubicBezTo>
                    <a:cubicBezTo>
                      <a:pt x="666" y="126"/>
                      <a:pt x="666" y="126"/>
                      <a:pt x="666" y="126"/>
                    </a:cubicBezTo>
                    <a:cubicBezTo>
                      <a:pt x="684" y="122"/>
                      <a:pt x="684" y="122"/>
                      <a:pt x="684" y="122"/>
                    </a:cubicBezTo>
                    <a:cubicBezTo>
                      <a:pt x="702" y="118"/>
                      <a:pt x="702" y="118"/>
                      <a:pt x="702" y="118"/>
                    </a:cubicBezTo>
                    <a:cubicBezTo>
                      <a:pt x="720" y="114"/>
                      <a:pt x="720" y="114"/>
                      <a:pt x="720" y="114"/>
                    </a:cubicBezTo>
                    <a:cubicBezTo>
                      <a:pt x="738" y="110"/>
                      <a:pt x="738" y="110"/>
                      <a:pt x="738" y="110"/>
                    </a:cubicBezTo>
                    <a:cubicBezTo>
                      <a:pt x="756" y="105"/>
                      <a:pt x="756" y="105"/>
                      <a:pt x="756" y="105"/>
                    </a:cubicBezTo>
                    <a:cubicBezTo>
                      <a:pt x="774" y="101"/>
                      <a:pt x="774" y="101"/>
                      <a:pt x="774" y="101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810" y="93"/>
                      <a:pt x="810" y="93"/>
                      <a:pt x="810" y="93"/>
                    </a:cubicBezTo>
                    <a:cubicBezTo>
                      <a:pt x="828" y="90"/>
                      <a:pt x="828" y="90"/>
                      <a:pt x="828" y="90"/>
                    </a:cubicBezTo>
                    <a:cubicBezTo>
                      <a:pt x="846" y="86"/>
                      <a:pt x="846" y="86"/>
                      <a:pt x="846" y="86"/>
                    </a:cubicBezTo>
                    <a:cubicBezTo>
                      <a:pt x="864" y="82"/>
                      <a:pt x="864" y="82"/>
                      <a:pt x="864" y="82"/>
                    </a:cubicBezTo>
                    <a:cubicBezTo>
                      <a:pt x="882" y="78"/>
                      <a:pt x="882" y="78"/>
                      <a:pt x="882" y="78"/>
                    </a:cubicBezTo>
                    <a:cubicBezTo>
                      <a:pt x="900" y="75"/>
                      <a:pt x="900" y="75"/>
                      <a:pt x="900" y="75"/>
                    </a:cubicBezTo>
                    <a:cubicBezTo>
                      <a:pt x="918" y="71"/>
                      <a:pt x="918" y="71"/>
                      <a:pt x="918" y="71"/>
                    </a:cubicBezTo>
                    <a:cubicBezTo>
                      <a:pt x="936" y="68"/>
                      <a:pt x="936" y="68"/>
                      <a:pt x="936" y="68"/>
                    </a:cubicBezTo>
                    <a:cubicBezTo>
                      <a:pt x="954" y="65"/>
                      <a:pt x="954" y="65"/>
                      <a:pt x="954" y="65"/>
                    </a:cubicBezTo>
                    <a:cubicBezTo>
                      <a:pt x="972" y="62"/>
                      <a:pt x="972" y="62"/>
                      <a:pt x="972" y="62"/>
                    </a:cubicBezTo>
                    <a:cubicBezTo>
                      <a:pt x="990" y="58"/>
                      <a:pt x="990" y="58"/>
                      <a:pt x="990" y="58"/>
                    </a:cubicBezTo>
                    <a:cubicBezTo>
                      <a:pt x="1008" y="55"/>
                      <a:pt x="1008" y="55"/>
                      <a:pt x="1008" y="55"/>
                    </a:cubicBezTo>
                    <a:cubicBezTo>
                      <a:pt x="1026" y="53"/>
                      <a:pt x="1026" y="53"/>
                      <a:pt x="1026" y="53"/>
                    </a:cubicBezTo>
                    <a:cubicBezTo>
                      <a:pt x="1044" y="50"/>
                      <a:pt x="1044" y="50"/>
                      <a:pt x="1044" y="50"/>
                    </a:cubicBezTo>
                    <a:cubicBezTo>
                      <a:pt x="1062" y="47"/>
                      <a:pt x="1062" y="47"/>
                      <a:pt x="1062" y="47"/>
                    </a:cubicBezTo>
                    <a:cubicBezTo>
                      <a:pt x="1080" y="44"/>
                      <a:pt x="1080" y="44"/>
                      <a:pt x="1080" y="44"/>
                    </a:cubicBezTo>
                    <a:cubicBezTo>
                      <a:pt x="1098" y="42"/>
                      <a:pt x="1098" y="42"/>
                      <a:pt x="1098" y="42"/>
                    </a:cubicBezTo>
                    <a:cubicBezTo>
                      <a:pt x="1116" y="40"/>
                      <a:pt x="1116" y="40"/>
                      <a:pt x="1116" y="40"/>
                    </a:cubicBezTo>
                    <a:cubicBezTo>
                      <a:pt x="1134" y="37"/>
                      <a:pt x="1134" y="37"/>
                      <a:pt x="1134" y="37"/>
                    </a:cubicBezTo>
                    <a:cubicBezTo>
                      <a:pt x="1152" y="35"/>
                      <a:pt x="1152" y="35"/>
                      <a:pt x="1152" y="35"/>
                    </a:cubicBezTo>
                    <a:cubicBezTo>
                      <a:pt x="1170" y="33"/>
                      <a:pt x="1170" y="33"/>
                      <a:pt x="1170" y="33"/>
                    </a:cubicBezTo>
                    <a:cubicBezTo>
                      <a:pt x="1188" y="31"/>
                      <a:pt x="1188" y="31"/>
                      <a:pt x="1188" y="31"/>
                    </a:cubicBezTo>
                    <a:cubicBezTo>
                      <a:pt x="1206" y="29"/>
                      <a:pt x="1206" y="29"/>
                      <a:pt x="1206" y="29"/>
                    </a:cubicBezTo>
                    <a:cubicBezTo>
                      <a:pt x="1224" y="27"/>
                      <a:pt x="1224" y="27"/>
                      <a:pt x="1224" y="27"/>
                    </a:cubicBezTo>
                    <a:cubicBezTo>
                      <a:pt x="1242" y="25"/>
                      <a:pt x="1242" y="25"/>
                      <a:pt x="1242" y="25"/>
                    </a:cubicBezTo>
                    <a:cubicBezTo>
                      <a:pt x="1260" y="23"/>
                      <a:pt x="1260" y="23"/>
                      <a:pt x="1260" y="23"/>
                    </a:cubicBezTo>
                    <a:cubicBezTo>
                      <a:pt x="1278" y="22"/>
                      <a:pt x="1278" y="22"/>
                      <a:pt x="1278" y="22"/>
                    </a:cubicBezTo>
                    <a:cubicBezTo>
                      <a:pt x="1296" y="20"/>
                      <a:pt x="1296" y="20"/>
                      <a:pt x="1296" y="20"/>
                    </a:cubicBezTo>
                    <a:cubicBezTo>
                      <a:pt x="1314" y="19"/>
                      <a:pt x="1314" y="19"/>
                      <a:pt x="1314" y="19"/>
                    </a:cubicBezTo>
                    <a:cubicBezTo>
                      <a:pt x="1332" y="17"/>
                      <a:pt x="1332" y="17"/>
                      <a:pt x="1332" y="17"/>
                    </a:cubicBezTo>
                    <a:cubicBezTo>
                      <a:pt x="1350" y="16"/>
                      <a:pt x="1350" y="16"/>
                      <a:pt x="1350" y="16"/>
                    </a:cubicBezTo>
                    <a:cubicBezTo>
                      <a:pt x="1368" y="15"/>
                      <a:pt x="1368" y="15"/>
                      <a:pt x="1368" y="15"/>
                    </a:cubicBezTo>
                    <a:cubicBezTo>
                      <a:pt x="1386" y="14"/>
                      <a:pt x="1386" y="14"/>
                      <a:pt x="1386" y="14"/>
                    </a:cubicBezTo>
                    <a:cubicBezTo>
                      <a:pt x="1404" y="13"/>
                      <a:pt x="1404" y="13"/>
                      <a:pt x="1404" y="13"/>
                    </a:cubicBezTo>
                    <a:cubicBezTo>
                      <a:pt x="1422" y="11"/>
                      <a:pt x="1422" y="11"/>
                      <a:pt x="1422" y="11"/>
                    </a:cubicBezTo>
                    <a:cubicBezTo>
                      <a:pt x="1440" y="10"/>
                      <a:pt x="1440" y="10"/>
                      <a:pt x="1440" y="10"/>
                    </a:cubicBezTo>
                    <a:cubicBezTo>
                      <a:pt x="1458" y="10"/>
                      <a:pt x="1458" y="10"/>
                      <a:pt x="1458" y="10"/>
                    </a:cubicBezTo>
                    <a:cubicBezTo>
                      <a:pt x="1476" y="9"/>
                      <a:pt x="1476" y="9"/>
                      <a:pt x="1476" y="9"/>
                    </a:cubicBezTo>
                    <a:cubicBezTo>
                      <a:pt x="1494" y="8"/>
                      <a:pt x="1494" y="8"/>
                      <a:pt x="1494" y="8"/>
                    </a:cubicBezTo>
                    <a:cubicBezTo>
                      <a:pt x="1512" y="7"/>
                      <a:pt x="1512" y="7"/>
                      <a:pt x="1512" y="7"/>
                    </a:cubicBezTo>
                    <a:cubicBezTo>
                      <a:pt x="1530" y="6"/>
                      <a:pt x="1530" y="6"/>
                      <a:pt x="1530" y="6"/>
                    </a:cubicBezTo>
                    <a:cubicBezTo>
                      <a:pt x="1548" y="6"/>
                      <a:pt x="1548" y="6"/>
                      <a:pt x="1548" y="6"/>
                    </a:cubicBezTo>
                    <a:cubicBezTo>
                      <a:pt x="1566" y="5"/>
                      <a:pt x="1566" y="5"/>
                      <a:pt x="1566" y="5"/>
                    </a:cubicBezTo>
                    <a:cubicBezTo>
                      <a:pt x="1584" y="4"/>
                      <a:pt x="1584" y="4"/>
                      <a:pt x="1584" y="4"/>
                    </a:cubicBezTo>
                    <a:cubicBezTo>
                      <a:pt x="1602" y="4"/>
                      <a:pt x="1602" y="4"/>
                      <a:pt x="1602" y="4"/>
                    </a:cubicBezTo>
                    <a:cubicBezTo>
                      <a:pt x="1620" y="3"/>
                      <a:pt x="1620" y="3"/>
                      <a:pt x="1620" y="3"/>
                    </a:cubicBezTo>
                    <a:cubicBezTo>
                      <a:pt x="1638" y="3"/>
                      <a:pt x="1638" y="3"/>
                      <a:pt x="1638" y="3"/>
                    </a:cubicBezTo>
                    <a:cubicBezTo>
                      <a:pt x="1656" y="2"/>
                      <a:pt x="1656" y="2"/>
                      <a:pt x="1656" y="2"/>
                    </a:cubicBezTo>
                    <a:cubicBezTo>
                      <a:pt x="1674" y="2"/>
                      <a:pt x="1674" y="2"/>
                      <a:pt x="1674" y="2"/>
                    </a:cubicBezTo>
                    <a:cubicBezTo>
                      <a:pt x="1692" y="1"/>
                      <a:pt x="1692" y="1"/>
                      <a:pt x="1692" y="1"/>
                    </a:cubicBezTo>
                    <a:cubicBezTo>
                      <a:pt x="1710" y="1"/>
                      <a:pt x="1710" y="1"/>
                      <a:pt x="1710" y="1"/>
                    </a:cubicBezTo>
                    <a:cubicBezTo>
                      <a:pt x="1728" y="1"/>
                      <a:pt x="1728" y="1"/>
                      <a:pt x="1728" y="1"/>
                    </a:cubicBezTo>
                    <a:cubicBezTo>
                      <a:pt x="1746" y="0"/>
                      <a:pt x="1746" y="0"/>
                      <a:pt x="1746" y="0"/>
                    </a:cubicBezTo>
                    <a:cubicBezTo>
                      <a:pt x="1764" y="0"/>
                      <a:pt x="1764" y="0"/>
                      <a:pt x="1764" y="0"/>
                    </a:cubicBezTo>
                    <a:cubicBezTo>
                      <a:pt x="1782" y="0"/>
                      <a:pt x="1782" y="0"/>
                      <a:pt x="1782" y="0"/>
                    </a:cubicBezTo>
                    <a:cubicBezTo>
                      <a:pt x="1800" y="0"/>
                      <a:pt x="1800" y="0"/>
                      <a:pt x="1800" y="0"/>
                    </a:cubicBezTo>
                  </a:path>
                </a:pathLst>
              </a:custGeom>
              <a:noFill/>
              <a:ln w="254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581" name="Line 18"/>
              <p:cNvSpPr>
                <a:spLocks noChangeShapeType="1"/>
              </p:cNvSpPr>
              <p:nvPr/>
            </p:nvSpPr>
            <p:spPr bwMode="auto">
              <a:xfrm flipV="1">
                <a:off x="724" y="3655"/>
                <a:ext cx="4618" cy="0"/>
              </a:xfrm>
              <a:prstGeom prst="line">
                <a:avLst/>
              </a:prstGeom>
              <a:noFill/>
              <a:ln w="25400">
                <a:solidFill>
                  <a:srgbClr val="333300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582" name="Freeform 19"/>
              <p:cNvSpPr>
                <a:spLocks noChangeArrowheads="1"/>
              </p:cNvSpPr>
              <p:nvPr/>
            </p:nvSpPr>
            <p:spPr bwMode="auto">
              <a:xfrm flipH="1" flipV="1">
                <a:off x="1012" y="2580"/>
                <a:ext cx="1972" cy="1010"/>
              </a:xfrm>
              <a:custGeom>
                <a:avLst/>
                <a:gdLst>
                  <a:gd name="T0" fmla="*/ 18 w 1800"/>
                  <a:gd name="T1" fmla="*/ 237 h 237"/>
                  <a:gd name="T2" fmla="*/ 54 w 1800"/>
                  <a:gd name="T3" fmla="*/ 236 h 237"/>
                  <a:gd name="T4" fmla="*/ 90 w 1800"/>
                  <a:gd name="T5" fmla="*/ 234 h 237"/>
                  <a:gd name="T6" fmla="*/ 126 w 1800"/>
                  <a:gd name="T7" fmla="*/ 232 h 237"/>
                  <a:gd name="T8" fmla="*/ 162 w 1800"/>
                  <a:gd name="T9" fmla="*/ 228 h 237"/>
                  <a:gd name="T10" fmla="*/ 198 w 1800"/>
                  <a:gd name="T11" fmla="*/ 224 h 237"/>
                  <a:gd name="T12" fmla="*/ 234 w 1800"/>
                  <a:gd name="T13" fmla="*/ 219 h 237"/>
                  <a:gd name="T14" fmla="*/ 270 w 1800"/>
                  <a:gd name="T15" fmla="*/ 214 h 237"/>
                  <a:gd name="T16" fmla="*/ 306 w 1800"/>
                  <a:gd name="T17" fmla="*/ 208 h 237"/>
                  <a:gd name="T18" fmla="*/ 342 w 1800"/>
                  <a:gd name="T19" fmla="*/ 201 h 237"/>
                  <a:gd name="T20" fmla="*/ 378 w 1800"/>
                  <a:gd name="T21" fmla="*/ 194 h 237"/>
                  <a:gd name="T22" fmla="*/ 414 w 1800"/>
                  <a:gd name="T23" fmla="*/ 186 h 237"/>
                  <a:gd name="T24" fmla="*/ 450 w 1800"/>
                  <a:gd name="T25" fmla="*/ 178 h 237"/>
                  <a:gd name="T26" fmla="*/ 486 w 1800"/>
                  <a:gd name="T27" fmla="*/ 170 h 237"/>
                  <a:gd name="T28" fmla="*/ 522 w 1800"/>
                  <a:gd name="T29" fmla="*/ 161 h 237"/>
                  <a:gd name="T30" fmla="*/ 558 w 1800"/>
                  <a:gd name="T31" fmla="*/ 153 h 237"/>
                  <a:gd name="T32" fmla="*/ 594 w 1800"/>
                  <a:gd name="T33" fmla="*/ 144 h 237"/>
                  <a:gd name="T34" fmla="*/ 630 w 1800"/>
                  <a:gd name="T35" fmla="*/ 135 h 237"/>
                  <a:gd name="T36" fmla="*/ 666 w 1800"/>
                  <a:gd name="T37" fmla="*/ 126 h 237"/>
                  <a:gd name="T38" fmla="*/ 702 w 1800"/>
                  <a:gd name="T39" fmla="*/ 118 h 237"/>
                  <a:gd name="T40" fmla="*/ 738 w 1800"/>
                  <a:gd name="T41" fmla="*/ 110 h 237"/>
                  <a:gd name="T42" fmla="*/ 774 w 1800"/>
                  <a:gd name="T43" fmla="*/ 101 h 237"/>
                  <a:gd name="T44" fmla="*/ 810 w 1800"/>
                  <a:gd name="T45" fmla="*/ 93 h 237"/>
                  <a:gd name="T46" fmla="*/ 846 w 1800"/>
                  <a:gd name="T47" fmla="*/ 86 h 237"/>
                  <a:gd name="T48" fmla="*/ 882 w 1800"/>
                  <a:gd name="T49" fmla="*/ 78 h 237"/>
                  <a:gd name="T50" fmla="*/ 918 w 1800"/>
                  <a:gd name="T51" fmla="*/ 71 h 237"/>
                  <a:gd name="T52" fmla="*/ 954 w 1800"/>
                  <a:gd name="T53" fmla="*/ 65 h 237"/>
                  <a:gd name="T54" fmla="*/ 990 w 1800"/>
                  <a:gd name="T55" fmla="*/ 58 h 237"/>
                  <a:gd name="T56" fmla="*/ 1026 w 1800"/>
                  <a:gd name="T57" fmla="*/ 53 h 237"/>
                  <a:gd name="T58" fmla="*/ 1062 w 1800"/>
                  <a:gd name="T59" fmla="*/ 47 h 237"/>
                  <a:gd name="T60" fmla="*/ 1098 w 1800"/>
                  <a:gd name="T61" fmla="*/ 42 h 237"/>
                  <a:gd name="T62" fmla="*/ 1134 w 1800"/>
                  <a:gd name="T63" fmla="*/ 37 h 237"/>
                  <a:gd name="T64" fmla="*/ 1170 w 1800"/>
                  <a:gd name="T65" fmla="*/ 33 h 237"/>
                  <a:gd name="T66" fmla="*/ 1206 w 1800"/>
                  <a:gd name="T67" fmla="*/ 29 h 237"/>
                  <a:gd name="T68" fmla="*/ 1242 w 1800"/>
                  <a:gd name="T69" fmla="*/ 25 h 237"/>
                  <a:gd name="T70" fmla="*/ 1278 w 1800"/>
                  <a:gd name="T71" fmla="*/ 22 h 237"/>
                  <a:gd name="T72" fmla="*/ 1314 w 1800"/>
                  <a:gd name="T73" fmla="*/ 19 h 237"/>
                  <a:gd name="T74" fmla="*/ 1350 w 1800"/>
                  <a:gd name="T75" fmla="*/ 16 h 237"/>
                  <a:gd name="T76" fmla="*/ 1386 w 1800"/>
                  <a:gd name="T77" fmla="*/ 14 h 237"/>
                  <a:gd name="T78" fmla="*/ 1422 w 1800"/>
                  <a:gd name="T79" fmla="*/ 11 h 237"/>
                  <a:gd name="T80" fmla="*/ 1458 w 1800"/>
                  <a:gd name="T81" fmla="*/ 10 h 237"/>
                  <a:gd name="T82" fmla="*/ 1494 w 1800"/>
                  <a:gd name="T83" fmla="*/ 8 h 237"/>
                  <a:gd name="T84" fmla="*/ 1530 w 1800"/>
                  <a:gd name="T85" fmla="*/ 6 h 237"/>
                  <a:gd name="T86" fmla="*/ 1566 w 1800"/>
                  <a:gd name="T87" fmla="*/ 5 h 237"/>
                  <a:gd name="T88" fmla="*/ 1602 w 1800"/>
                  <a:gd name="T89" fmla="*/ 4 h 237"/>
                  <a:gd name="T90" fmla="*/ 1638 w 1800"/>
                  <a:gd name="T91" fmla="*/ 3 h 237"/>
                  <a:gd name="T92" fmla="*/ 1674 w 1800"/>
                  <a:gd name="T93" fmla="*/ 2 h 237"/>
                  <a:gd name="T94" fmla="*/ 1710 w 1800"/>
                  <a:gd name="T95" fmla="*/ 1 h 237"/>
                  <a:gd name="T96" fmla="*/ 1746 w 1800"/>
                  <a:gd name="T97" fmla="*/ 0 h 237"/>
                  <a:gd name="T98" fmla="*/ 1782 w 1800"/>
                  <a:gd name="T9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00" h="237">
                    <a:moveTo>
                      <a:pt x="0" y="237"/>
                    </a:moveTo>
                    <a:cubicBezTo>
                      <a:pt x="18" y="237"/>
                      <a:pt x="18" y="237"/>
                      <a:pt x="18" y="237"/>
                    </a:cubicBezTo>
                    <a:cubicBezTo>
                      <a:pt x="36" y="236"/>
                      <a:pt x="36" y="236"/>
                      <a:pt x="36" y="236"/>
                    </a:cubicBezTo>
                    <a:cubicBezTo>
                      <a:pt x="54" y="236"/>
                      <a:pt x="54" y="236"/>
                      <a:pt x="54" y="236"/>
                    </a:cubicBezTo>
                    <a:cubicBezTo>
                      <a:pt x="72" y="235"/>
                      <a:pt x="72" y="235"/>
                      <a:pt x="72" y="235"/>
                    </a:cubicBezTo>
                    <a:cubicBezTo>
                      <a:pt x="90" y="234"/>
                      <a:pt x="90" y="234"/>
                      <a:pt x="90" y="234"/>
                    </a:cubicBezTo>
                    <a:cubicBezTo>
                      <a:pt x="108" y="233"/>
                      <a:pt x="108" y="233"/>
                      <a:pt x="108" y="233"/>
                    </a:cubicBezTo>
                    <a:cubicBezTo>
                      <a:pt x="126" y="232"/>
                      <a:pt x="126" y="232"/>
                      <a:pt x="126" y="232"/>
                    </a:cubicBezTo>
                    <a:cubicBezTo>
                      <a:pt x="144" y="230"/>
                      <a:pt x="144" y="230"/>
                      <a:pt x="144" y="230"/>
                    </a:cubicBezTo>
                    <a:cubicBezTo>
                      <a:pt x="162" y="228"/>
                      <a:pt x="162" y="228"/>
                      <a:pt x="162" y="228"/>
                    </a:cubicBezTo>
                    <a:cubicBezTo>
                      <a:pt x="180" y="226"/>
                      <a:pt x="180" y="226"/>
                      <a:pt x="180" y="226"/>
                    </a:cubicBezTo>
                    <a:cubicBezTo>
                      <a:pt x="198" y="224"/>
                      <a:pt x="198" y="224"/>
                      <a:pt x="198" y="224"/>
                    </a:cubicBezTo>
                    <a:cubicBezTo>
                      <a:pt x="216" y="222"/>
                      <a:pt x="216" y="222"/>
                      <a:pt x="216" y="222"/>
                    </a:cubicBezTo>
                    <a:cubicBezTo>
                      <a:pt x="234" y="219"/>
                      <a:pt x="234" y="219"/>
                      <a:pt x="234" y="219"/>
                    </a:cubicBezTo>
                    <a:cubicBezTo>
                      <a:pt x="252" y="217"/>
                      <a:pt x="252" y="217"/>
                      <a:pt x="252" y="217"/>
                    </a:cubicBezTo>
                    <a:cubicBezTo>
                      <a:pt x="270" y="214"/>
                      <a:pt x="270" y="214"/>
                      <a:pt x="270" y="214"/>
                    </a:cubicBezTo>
                    <a:cubicBezTo>
                      <a:pt x="288" y="211"/>
                      <a:pt x="288" y="211"/>
                      <a:pt x="288" y="211"/>
                    </a:cubicBezTo>
                    <a:cubicBezTo>
                      <a:pt x="306" y="208"/>
                      <a:pt x="306" y="208"/>
                      <a:pt x="306" y="208"/>
                    </a:cubicBezTo>
                    <a:cubicBezTo>
                      <a:pt x="324" y="204"/>
                      <a:pt x="324" y="204"/>
                      <a:pt x="324" y="204"/>
                    </a:cubicBezTo>
                    <a:cubicBezTo>
                      <a:pt x="342" y="201"/>
                      <a:pt x="342" y="201"/>
                      <a:pt x="342" y="201"/>
                    </a:cubicBezTo>
                    <a:cubicBezTo>
                      <a:pt x="360" y="197"/>
                      <a:pt x="360" y="197"/>
                      <a:pt x="360" y="197"/>
                    </a:cubicBezTo>
                    <a:cubicBezTo>
                      <a:pt x="378" y="194"/>
                      <a:pt x="378" y="194"/>
                      <a:pt x="378" y="194"/>
                    </a:cubicBezTo>
                    <a:cubicBezTo>
                      <a:pt x="396" y="190"/>
                      <a:pt x="396" y="190"/>
                      <a:pt x="396" y="190"/>
                    </a:cubicBezTo>
                    <a:cubicBezTo>
                      <a:pt x="414" y="186"/>
                      <a:pt x="414" y="186"/>
                      <a:pt x="414" y="186"/>
                    </a:cubicBezTo>
                    <a:cubicBezTo>
                      <a:pt x="432" y="182"/>
                      <a:pt x="432" y="182"/>
                      <a:pt x="432" y="182"/>
                    </a:cubicBezTo>
                    <a:cubicBezTo>
                      <a:pt x="450" y="178"/>
                      <a:pt x="450" y="178"/>
                      <a:pt x="450" y="178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86" y="170"/>
                      <a:pt x="486" y="170"/>
                      <a:pt x="486" y="170"/>
                    </a:cubicBezTo>
                    <a:cubicBezTo>
                      <a:pt x="504" y="165"/>
                      <a:pt x="504" y="165"/>
                      <a:pt x="504" y="165"/>
                    </a:cubicBezTo>
                    <a:cubicBezTo>
                      <a:pt x="522" y="161"/>
                      <a:pt x="522" y="161"/>
                      <a:pt x="522" y="161"/>
                    </a:cubicBezTo>
                    <a:cubicBezTo>
                      <a:pt x="540" y="157"/>
                      <a:pt x="540" y="157"/>
                      <a:pt x="540" y="157"/>
                    </a:cubicBezTo>
                    <a:cubicBezTo>
                      <a:pt x="558" y="153"/>
                      <a:pt x="558" y="153"/>
                      <a:pt x="558" y="153"/>
                    </a:cubicBezTo>
                    <a:cubicBezTo>
                      <a:pt x="576" y="148"/>
                      <a:pt x="576" y="148"/>
                      <a:pt x="576" y="148"/>
                    </a:cubicBezTo>
                    <a:cubicBezTo>
                      <a:pt x="594" y="144"/>
                      <a:pt x="594" y="144"/>
                      <a:pt x="594" y="144"/>
                    </a:cubicBezTo>
                    <a:cubicBezTo>
                      <a:pt x="612" y="140"/>
                      <a:pt x="612" y="140"/>
                      <a:pt x="612" y="140"/>
                    </a:cubicBezTo>
                    <a:cubicBezTo>
                      <a:pt x="630" y="135"/>
                      <a:pt x="630" y="135"/>
                      <a:pt x="630" y="135"/>
                    </a:cubicBezTo>
                    <a:cubicBezTo>
                      <a:pt x="648" y="131"/>
                      <a:pt x="648" y="131"/>
                      <a:pt x="648" y="131"/>
                    </a:cubicBezTo>
                    <a:cubicBezTo>
                      <a:pt x="666" y="126"/>
                      <a:pt x="666" y="126"/>
                      <a:pt x="666" y="126"/>
                    </a:cubicBezTo>
                    <a:cubicBezTo>
                      <a:pt x="684" y="122"/>
                      <a:pt x="684" y="122"/>
                      <a:pt x="684" y="122"/>
                    </a:cubicBezTo>
                    <a:cubicBezTo>
                      <a:pt x="702" y="118"/>
                      <a:pt x="702" y="118"/>
                      <a:pt x="702" y="118"/>
                    </a:cubicBezTo>
                    <a:cubicBezTo>
                      <a:pt x="720" y="114"/>
                      <a:pt x="720" y="114"/>
                      <a:pt x="720" y="114"/>
                    </a:cubicBezTo>
                    <a:cubicBezTo>
                      <a:pt x="738" y="110"/>
                      <a:pt x="738" y="110"/>
                      <a:pt x="738" y="110"/>
                    </a:cubicBezTo>
                    <a:cubicBezTo>
                      <a:pt x="756" y="105"/>
                      <a:pt x="756" y="105"/>
                      <a:pt x="756" y="105"/>
                    </a:cubicBezTo>
                    <a:cubicBezTo>
                      <a:pt x="774" y="101"/>
                      <a:pt x="774" y="101"/>
                      <a:pt x="774" y="101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810" y="93"/>
                      <a:pt x="810" y="93"/>
                      <a:pt x="810" y="93"/>
                    </a:cubicBezTo>
                    <a:cubicBezTo>
                      <a:pt x="828" y="90"/>
                      <a:pt x="828" y="90"/>
                      <a:pt x="828" y="90"/>
                    </a:cubicBezTo>
                    <a:cubicBezTo>
                      <a:pt x="846" y="86"/>
                      <a:pt x="846" y="86"/>
                      <a:pt x="846" y="86"/>
                    </a:cubicBezTo>
                    <a:cubicBezTo>
                      <a:pt x="864" y="82"/>
                      <a:pt x="864" y="82"/>
                      <a:pt x="864" y="82"/>
                    </a:cubicBezTo>
                    <a:cubicBezTo>
                      <a:pt x="882" y="78"/>
                      <a:pt x="882" y="78"/>
                      <a:pt x="882" y="78"/>
                    </a:cubicBezTo>
                    <a:cubicBezTo>
                      <a:pt x="900" y="75"/>
                      <a:pt x="900" y="75"/>
                      <a:pt x="900" y="75"/>
                    </a:cubicBezTo>
                    <a:cubicBezTo>
                      <a:pt x="918" y="71"/>
                      <a:pt x="918" y="71"/>
                      <a:pt x="918" y="71"/>
                    </a:cubicBezTo>
                    <a:cubicBezTo>
                      <a:pt x="936" y="68"/>
                      <a:pt x="936" y="68"/>
                      <a:pt x="936" y="68"/>
                    </a:cubicBezTo>
                    <a:cubicBezTo>
                      <a:pt x="954" y="65"/>
                      <a:pt x="954" y="65"/>
                      <a:pt x="954" y="65"/>
                    </a:cubicBezTo>
                    <a:cubicBezTo>
                      <a:pt x="972" y="62"/>
                      <a:pt x="972" y="62"/>
                      <a:pt x="972" y="62"/>
                    </a:cubicBezTo>
                    <a:cubicBezTo>
                      <a:pt x="990" y="58"/>
                      <a:pt x="990" y="58"/>
                      <a:pt x="990" y="58"/>
                    </a:cubicBezTo>
                    <a:cubicBezTo>
                      <a:pt x="1008" y="55"/>
                      <a:pt x="1008" y="55"/>
                      <a:pt x="1008" y="55"/>
                    </a:cubicBezTo>
                    <a:cubicBezTo>
                      <a:pt x="1026" y="53"/>
                      <a:pt x="1026" y="53"/>
                      <a:pt x="1026" y="53"/>
                    </a:cubicBezTo>
                    <a:cubicBezTo>
                      <a:pt x="1044" y="50"/>
                      <a:pt x="1044" y="50"/>
                      <a:pt x="1044" y="50"/>
                    </a:cubicBezTo>
                    <a:cubicBezTo>
                      <a:pt x="1062" y="47"/>
                      <a:pt x="1062" y="47"/>
                      <a:pt x="1062" y="47"/>
                    </a:cubicBezTo>
                    <a:cubicBezTo>
                      <a:pt x="1080" y="44"/>
                      <a:pt x="1080" y="44"/>
                      <a:pt x="1080" y="44"/>
                    </a:cubicBezTo>
                    <a:cubicBezTo>
                      <a:pt x="1098" y="42"/>
                      <a:pt x="1098" y="42"/>
                      <a:pt x="1098" y="42"/>
                    </a:cubicBezTo>
                    <a:cubicBezTo>
                      <a:pt x="1116" y="40"/>
                      <a:pt x="1116" y="40"/>
                      <a:pt x="1116" y="40"/>
                    </a:cubicBezTo>
                    <a:cubicBezTo>
                      <a:pt x="1134" y="37"/>
                      <a:pt x="1134" y="37"/>
                      <a:pt x="1134" y="37"/>
                    </a:cubicBezTo>
                    <a:cubicBezTo>
                      <a:pt x="1152" y="35"/>
                      <a:pt x="1152" y="35"/>
                      <a:pt x="1152" y="35"/>
                    </a:cubicBezTo>
                    <a:cubicBezTo>
                      <a:pt x="1170" y="33"/>
                      <a:pt x="1170" y="33"/>
                      <a:pt x="1170" y="33"/>
                    </a:cubicBezTo>
                    <a:cubicBezTo>
                      <a:pt x="1188" y="31"/>
                      <a:pt x="1188" y="31"/>
                      <a:pt x="1188" y="31"/>
                    </a:cubicBezTo>
                    <a:cubicBezTo>
                      <a:pt x="1206" y="29"/>
                      <a:pt x="1206" y="29"/>
                      <a:pt x="1206" y="29"/>
                    </a:cubicBezTo>
                    <a:cubicBezTo>
                      <a:pt x="1224" y="27"/>
                      <a:pt x="1224" y="27"/>
                      <a:pt x="1224" y="27"/>
                    </a:cubicBezTo>
                    <a:cubicBezTo>
                      <a:pt x="1242" y="25"/>
                      <a:pt x="1242" y="25"/>
                      <a:pt x="1242" y="25"/>
                    </a:cubicBezTo>
                    <a:cubicBezTo>
                      <a:pt x="1260" y="23"/>
                      <a:pt x="1260" y="23"/>
                      <a:pt x="1260" y="23"/>
                    </a:cubicBezTo>
                    <a:cubicBezTo>
                      <a:pt x="1278" y="22"/>
                      <a:pt x="1278" y="22"/>
                      <a:pt x="1278" y="22"/>
                    </a:cubicBezTo>
                    <a:cubicBezTo>
                      <a:pt x="1296" y="20"/>
                      <a:pt x="1296" y="20"/>
                      <a:pt x="1296" y="20"/>
                    </a:cubicBezTo>
                    <a:cubicBezTo>
                      <a:pt x="1314" y="19"/>
                      <a:pt x="1314" y="19"/>
                      <a:pt x="1314" y="19"/>
                    </a:cubicBezTo>
                    <a:cubicBezTo>
                      <a:pt x="1332" y="17"/>
                      <a:pt x="1332" y="17"/>
                      <a:pt x="1332" y="17"/>
                    </a:cubicBezTo>
                    <a:cubicBezTo>
                      <a:pt x="1350" y="16"/>
                      <a:pt x="1350" y="16"/>
                      <a:pt x="1350" y="16"/>
                    </a:cubicBezTo>
                    <a:cubicBezTo>
                      <a:pt x="1368" y="15"/>
                      <a:pt x="1368" y="15"/>
                      <a:pt x="1368" y="15"/>
                    </a:cubicBezTo>
                    <a:cubicBezTo>
                      <a:pt x="1386" y="14"/>
                      <a:pt x="1386" y="14"/>
                      <a:pt x="1386" y="14"/>
                    </a:cubicBezTo>
                    <a:cubicBezTo>
                      <a:pt x="1404" y="13"/>
                      <a:pt x="1404" y="13"/>
                      <a:pt x="1404" y="13"/>
                    </a:cubicBezTo>
                    <a:cubicBezTo>
                      <a:pt x="1422" y="11"/>
                      <a:pt x="1422" y="11"/>
                      <a:pt x="1422" y="11"/>
                    </a:cubicBezTo>
                    <a:cubicBezTo>
                      <a:pt x="1440" y="10"/>
                      <a:pt x="1440" y="10"/>
                      <a:pt x="1440" y="10"/>
                    </a:cubicBezTo>
                    <a:cubicBezTo>
                      <a:pt x="1458" y="10"/>
                      <a:pt x="1458" y="10"/>
                      <a:pt x="1458" y="10"/>
                    </a:cubicBezTo>
                    <a:cubicBezTo>
                      <a:pt x="1476" y="9"/>
                      <a:pt x="1476" y="9"/>
                      <a:pt x="1476" y="9"/>
                    </a:cubicBezTo>
                    <a:cubicBezTo>
                      <a:pt x="1494" y="8"/>
                      <a:pt x="1494" y="8"/>
                      <a:pt x="1494" y="8"/>
                    </a:cubicBezTo>
                    <a:cubicBezTo>
                      <a:pt x="1512" y="7"/>
                      <a:pt x="1512" y="7"/>
                      <a:pt x="1512" y="7"/>
                    </a:cubicBezTo>
                    <a:cubicBezTo>
                      <a:pt x="1530" y="6"/>
                      <a:pt x="1530" y="6"/>
                      <a:pt x="1530" y="6"/>
                    </a:cubicBezTo>
                    <a:cubicBezTo>
                      <a:pt x="1548" y="6"/>
                      <a:pt x="1548" y="6"/>
                      <a:pt x="1548" y="6"/>
                    </a:cubicBezTo>
                    <a:cubicBezTo>
                      <a:pt x="1566" y="5"/>
                      <a:pt x="1566" y="5"/>
                      <a:pt x="1566" y="5"/>
                    </a:cubicBezTo>
                    <a:cubicBezTo>
                      <a:pt x="1584" y="4"/>
                      <a:pt x="1584" y="4"/>
                      <a:pt x="1584" y="4"/>
                    </a:cubicBezTo>
                    <a:cubicBezTo>
                      <a:pt x="1602" y="4"/>
                      <a:pt x="1602" y="4"/>
                      <a:pt x="1602" y="4"/>
                    </a:cubicBezTo>
                    <a:cubicBezTo>
                      <a:pt x="1620" y="3"/>
                      <a:pt x="1620" y="3"/>
                      <a:pt x="1620" y="3"/>
                    </a:cubicBezTo>
                    <a:cubicBezTo>
                      <a:pt x="1638" y="3"/>
                      <a:pt x="1638" y="3"/>
                      <a:pt x="1638" y="3"/>
                    </a:cubicBezTo>
                    <a:cubicBezTo>
                      <a:pt x="1656" y="2"/>
                      <a:pt x="1656" y="2"/>
                      <a:pt x="1656" y="2"/>
                    </a:cubicBezTo>
                    <a:cubicBezTo>
                      <a:pt x="1674" y="2"/>
                      <a:pt x="1674" y="2"/>
                      <a:pt x="1674" y="2"/>
                    </a:cubicBezTo>
                    <a:cubicBezTo>
                      <a:pt x="1692" y="1"/>
                      <a:pt x="1692" y="1"/>
                      <a:pt x="1692" y="1"/>
                    </a:cubicBezTo>
                    <a:cubicBezTo>
                      <a:pt x="1710" y="1"/>
                      <a:pt x="1710" y="1"/>
                      <a:pt x="1710" y="1"/>
                    </a:cubicBezTo>
                    <a:cubicBezTo>
                      <a:pt x="1728" y="1"/>
                      <a:pt x="1728" y="1"/>
                      <a:pt x="1728" y="1"/>
                    </a:cubicBezTo>
                    <a:cubicBezTo>
                      <a:pt x="1746" y="0"/>
                      <a:pt x="1746" y="0"/>
                      <a:pt x="1746" y="0"/>
                    </a:cubicBezTo>
                    <a:cubicBezTo>
                      <a:pt x="1764" y="0"/>
                      <a:pt x="1764" y="0"/>
                      <a:pt x="1764" y="0"/>
                    </a:cubicBezTo>
                    <a:cubicBezTo>
                      <a:pt x="1782" y="0"/>
                      <a:pt x="1782" y="0"/>
                      <a:pt x="1782" y="0"/>
                    </a:cubicBezTo>
                    <a:cubicBezTo>
                      <a:pt x="1800" y="0"/>
                      <a:pt x="1800" y="0"/>
                      <a:pt x="1800" y="0"/>
                    </a:cubicBezTo>
                  </a:path>
                </a:pathLst>
              </a:custGeom>
              <a:noFill/>
              <a:ln w="254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583" name="Line 21"/>
              <p:cNvSpPr>
                <a:spLocks noChangeShapeType="1"/>
              </p:cNvSpPr>
              <p:nvPr/>
            </p:nvSpPr>
            <p:spPr bwMode="auto">
              <a:xfrm>
                <a:off x="4328" y="3476"/>
                <a:ext cx="0" cy="175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584" name="Line 22"/>
              <p:cNvSpPr>
                <a:spLocks noChangeShapeType="1"/>
              </p:cNvSpPr>
              <p:nvPr/>
            </p:nvSpPr>
            <p:spPr bwMode="auto">
              <a:xfrm>
                <a:off x="1634" y="3482"/>
                <a:ext cx="0" cy="175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585" name="Line 23"/>
              <p:cNvSpPr>
                <a:spLocks noChangeShapeType="1"/>
              </p:cNvSpPr>
              <p:nvPr/>
            </p:nvSpPr>
            <p:spPr bwMode="auto">
              <a:xfrm>
                <a:off x="1960" y="3303"/>
                <a:ext cx="0" cy="350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586" name="Line 24"/>
              <p:cNvSpPr>
                <a:spLocks noChangeShapeType="1"/>
              </p:cNvSpPr>
              <p:nvPr/>
            </p:nvSpPr>
            <p:spPr bwMode="auto">
              <a:xfrm>
                <a:off x="4030" y="3315"/>
                <a:ext cx="0" cy="350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587" name="Line 25"/>
              <p:cNvSpPr>
                <a:spLocks noChangeShapeType="1"/>
              </p:cNvSpPr>
              <p:nvPr/>
            </p:nvSpPr>
            <p:spPr bwMode="auto">
              <a:xfrm>
                <a:off x="2436" y="2894"/>
                <a:ext cx="0" cy="751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588" name="Line 26"/>
              <p:cNvSpPr>
                <a:spLocks noChangeShapeType="1"/>
              </p:cNvSpPr>
              <p:nvPr/>
            </p:nvSpPr>
            <p:spPr bwMode="auto">
              <a:xfrm>
                <a:off x="3549" y="2907"/>
                <a:ext cx="0" cy="751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9589" name="Group 54"/>
            <p:cNvGrpSpPr>
              <a:grpSpLocks/>
            </p:cNvGrpSpPr>
            <p:nvPr/>
          </p:nvGrpSpPr>
          <p:grpSpPr bwMode="auto">
            <a:xfrm>
              <a:off x="1490" y="3657"/>
              <a:ext cx="3060" cy="664"/>
              <a:chOff x="1490" y="3657"/>
              <a:chExt cx="3060" cy="664"/>
            </a:xfrm>
          </p:grpSpPr>
          <p:sp>
            <p:nvSpPr>
              <p:cNvPr id="109590" name="Line 47"/>
              <p:cNvSpPr>
                <a:spLocks noChangeShapeType="1"/>
              </p:cNvSpPr>
              <p:nvPr/>
            </p:nvSpPr>
            <p:spPr bwMode="auto">
              <a:xfrm flipH="1">
                <a:off x="1629" y="3797"/>
                <a:ext cx="10" cy="524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591" name="Line 48"/>
              <p:cNvSpPr>
                <a:spLocks noChangeShapeType="1"/>
              </p:cNvSpPr>
              <p:nvPr/>
            </p:nvSpPr>
            <p:spPr bwMode="auto">
              <a:xfrm flipH="1">
                <a:off x="4326" y="3795"/>
                <a:ext cx="10" cy="524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9592" name="Object 36"/>
              <p:cNvGraphicFramePr>
                <a:graphicFrameLocks/>
              </p:cNvGraphicFramePr>
              <p:nvPr/>
            </p:nvGraphicFramePr>
            <p:xfrm>
              <a:off x="2808" y="4151"/>
              <a:ext cx="371" cy="1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0330" r:id="rId12" imgW="507120" imgH="177492" progId="Equation.DSMT4">
                      <p:embed/>
                    </p:oleObj>
                  </mc:Choice>
                  <mc:Fallback>
                    <p:oleObj r:id="rId12" imgW="507120" imgH="177492" progId="Equation.DSMT4">
                      <p:embed/>
                      <p:pic>
                        <p:nvPicPr>
                          <p:cNvPr id="0" name="Object 3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08" y="4151"/>
                            <a:ext cx="371" cy="1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9593" name="Object 27"/>
              <p:cNvGraphicFramePr>
                <a:graphicFrameLocks/>
              </p:cNvGraphicFramePr>
              <p:nvPr/>
            </p:nvGraphicFramePr>
            <p:xfrm>
              <a:off x="1490" y="3661"/>
              <a:ext cx="333" cy="1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0331" r:id="rId14" imgW="456803" imgH="203024" progId="Equation.DSMT4">
                      <p:embed/>
                    </p:oleObj>
                  </mc:Choice>
                  <mc:Fallback>
                    <p:oleObj r:id="rId14" imgW="456803" imgH="203024" progId="Equation.DSMT4">
                      <p:embed/>
                      <p:pic>
                        <p:nvPicPr>
                          <p:cNvPr id="0" name="Object 2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90" y="3661"/>
                            <a:ext cx="333" cy="1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9594" name="Object 29"/>
              <p:cNvGraphicFramePr>
                <a:graphicFrameLocks/>
              </p:cNvGraphicFramePr>
              <p:nvPr/>
            </p:nvGraphicFramePr>
            <p:xfrm>
              <a:off x="1815" y="3657"/>
              <a:ext cx="342" cy="1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0332" r:id="rId16" imgW="469492" imgH="203024" progId="Equation.DSMT4">
                      <p:embed/>
                    </p:oleObj>
                  </mc:Choice>
                  <mc:Fallback>
                    <p:oleObj r:id="rId16" imgW="469492" imgH="203024" progId="Equation.DSMT4">
                      <p:embed/>
                      <p:pic>
                        <p:nvPicPr>
                          <p:cNvPr id="0" name="Object 2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15" y="3657"/>
                            <a:ext cx="342" cy="1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9595" name="Object 31"/>
              <p:cNvGraphicFramePr>
                <a:graphicFrameLocks/>
              </p:cNvGraphicFramePr>
              <p:nvPr/>
            </p:nvGraphicFramePr>
            <p:xfrm>
              <a:off x="2292" y="3707"/>
              <a:ext cx="287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0333" r:id="rId18" imgW="393188" imgH="164885" progId="Equation.DSMT4">
                      <p:embed/>
                    </p:oleObj>
                  </mc:Choice>
                  <mc:Fallback>
                    <p:oleObj r:id="rId18" imgW="393188" imgH="164885" progId="Equation.DSMT4">
                      <p:embed/>
                      <p:pic>
                        <p:nvPicPr>
                          <p:cNvPr id="0" name="Object 3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92" y="3707"/>
                            <a:ext cx="287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9596" name="Object 32"/>
              <p:cNvGraphicFramePr>
                <a:graphicFrameLocks/>
              </p:cNvGraphicFramePr>
              <p:nvPr/>
            </p:nvGraphicFramePr>
            <p:xfrm>
              <a:off x="2798" y="3819"/>
              <a:ext cx="379" cy="1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0334" r:id="rId20" imgW="519798" imgH="177492" progId="Equation.DSMT4">
                      <p:embed/>
                    </p:oleObj>
                  </mc:Choice>
                  <mc:Fallback>
                    <p:oleObj r:id="rId20" imgW="519798" imgH="177492" progId="Equation.DSMT4">
                      <p:embed/>
                      <p:pic>
                        <p:nvPicPr>
                          <p:cNvPr id="0" name="Object 3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98" y="3819"/>
                            <a:ext cx="379" cy="1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9597" name="Object 33"/>
              <p:cNvGraphicFramePr>
                <a:graphicFrameLocks/>
              </p:cNvGraphicFramePr>
              <p:nvPr/>
            </p:nvGraphicFramePr>
            <p:xfrm>
              <a:off x="3879" y="3664"/>
              <a:ext cx="342" cy="1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0335" r:id="rId22" imgW="469492" imgH="203024" progId="Equation.DSMT4">
                      <p:embed/>
                    </p:oleObj>
                  </mc:Choice>
                  <mc:Fallback>
                    <p:oleObj r:id="rId22" imgW="469492" imgH="203024" progId="Equation.DSMT4">
                      <p:embed/>
                      <p:pic>
                        <p:nvPicPr>
                          <p:cNvPr id="0" name="Object 3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9" y="3664"/>
                            <a:ext cx="342" cy="1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9598" name="Object 34"/>
              <p:cNvGraphicFramePr>
                <a:graphicFrameLocks/>
              </p:cNvGraphicFramePr>
              <p:nvPr/>
            </p:nvGraphicFramePr>
            <p:xfrm>
              <a:off x="4208" y="3660"/>
              <a:ext cx="342" cy="1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0336" r:id="rId24" imgW="469492" imgH="203024" progId="Equation.DSMT4">
                      <p:embed/>
                    </p:oleObj>
                  </mc:Choice>
                  <mc:Fallback>
                    <p:oleObj r:id="rId24" imgW="469492" imgH="203024" progId="Equation.DSMT4">
                      <p:embed/>
                      <p:pic>
                        <p:nvPicPr>
                          <p:cNvPr id="0" name="Object 3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08" y="3660"/>
                            <a:ext cx="342" cy="1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9599" name="Object 35"/>
              <p:cNvGraphicFramePr>
                <a:graphicFrameLocks/>
              </p:cNvGraphicFramePr>
              <p:nvPr/>
            </p:nvGraphicFramePr>
            <p:xfrm>
              <a:off x="3405" y="3694"/>
              <a:ext cx="287" cy="1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0337" r:id="rId26" imgW="393018" imgH="177492" progId="Equation.DSMT4">
                      <p:embed/>
                    </p:oleObj>
                  </mc:Choice>
                  <mc:Fallback>
                    <p:oleObj r:id="rId26" imgW="393018" imgH="177492" progId="Equation.DSMT4">
                      <p:embed/>
                      <p:pic>
                        <p:nvPicPr>
                          <p:cNvPr id="0" name="Object 3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5" y="3694"/>
                            <a:ext cx="287" cy="1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9600" name="Object 37"/>
              <p:cNvGraphicFramePr>
                <a:graphicFrameLocks/>
              </p:cNvGraphicFramePr>
              <p:nvPr/>
            </p:nvGraphicFramePr>
            <p:xfrm>
              <a:off x="2796" y="3976"/>
              <a:ext cx="370" cy="1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0338" r:id="rId28" imgW="507120" imgH="177492" progId="Equation.DSMT4">
                      <p:embed/>
                    </p:oleObj>
                  </mc:Choice>
                  <mc:Fallback>
                    <p:oleObj r:id="rId28" imgW="507120" imgH="177492" progId="Equation.DSMT4">
                      <p:embed/>
                      <p:pic>
                        <p:nvPicPr>
                          <p:cNvPr id="0" name="Object 3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96" y="3976"/>
                            <a:ext cx="370" cy="1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9601" name="Line 38"/>
              <p:cNvSpPr>
                <a:spLocks noChangeShapeType="1"/>
              </p:cNvSpPr>
              <p:nvPr/>
            </p:nvSpPr>
            <p:spPr bwMode="auto">
              <a:xfrm>
                <a:off x="2437" y="3805"/>
                <a:ext cx="0" cy="123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02" name="Line 39"/>
              <p:cNvSpPr>
                <a:spLocks noChangeShapeType="1"/>
              </p:cNvSpPr>
              <p:nvPr/>
            </p:nvSpPr>
            <p:spPr bwMode="auto">
              <a:xfrm>
                <a:off x="3551" y="3808"/>
                <a:ext cx="0" cy="123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03" name="Line 41"/>
              <p:cNvSpPr>
                <a:spLocks noChangeShapeType="1"/>
              </p:cNvSpPr>
              <p:nvPr/>
            </p:nvSpPr>
            <p:spPr bwMode="auto">
              <a:xfrm>
                <a:off x="2438" y="3878"/>
                <a:ext cx="28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arrow" w="med" len="med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04" name="Line 42"/>
              <p:cNvSpPr>
                <a:spLocks noChangeShapeType="1"/>
              </p:cNvSpPr>
              <p:nvPr/>
            </p:nvSpPr>
            <p:spPr bwMode="auto">
              <a:xfrm>
                <a:off x="3264" y="3884"/>
                <a:ext cx="28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05" name="Line 43"/>
              <p:cNvSpPr>
                <a:spLocks noChangeShapeType="1"/>
              </p:cNvSpPr>
              <p:nvPr/>
            </p:nvSpPr>
            <p:spPr bwMode="auto">
              <a:xfrm>
                <a:off x="1963" y="3810"/>
                <a:ext cx="0" cy="307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06" name="Line 44"/>
              <p:cNvSpPr>
                <a:spLocks noChangeShapeType="1"/>
              </p:cNvSpPr>
              <p:nvPr/>
            </p:nvSpPr>
            <p:spPr bwMode="auto">
              <a:xfrm>
                <a:off x="4026" y="3810"/>
                <a:ext cx="0" cy="308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07" name="Line 45"/>
              <p:cNvSpPr>
                <a:spLocks noChangeShapeType="1"/>
              </p:cNvSpPr>
              <p:nvPr/>
            </p:nvSpPr>
            <p:spPr bwMode="auto">
              <a:xfrm>
                <a:off x="1978" y="4035"/>
                <a:ext cx="7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arrow" w="med" len="med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08" name="Line 46"/>
              <p:cNvSpPr>
                <a:spLocks noChangeShapeType="1"/>
              </p:cNvSpPr>
              <p:nvPr/>
            </p:nvSpPr>
            <p:spPr bwMode="auto">
              <a:xfrm flipH="1">
                <a:off x="3244" y="4041"/>
                <a:ext cx="7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arrow" w="med" len="med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09" name="Line 49"/>
              <p:cNvSpPr>
                <a:spLocks noChangeShapeType="1"/>
              </p:cNvSpPr>
              <p:nvPr/>
            </p:nvSpPr>
            <p:spPr bwMode="auto">
              <a:xfrm>
                <a:off x="1642" y="4191"/>
                <a:ext cx="109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arrow" w="med" len="med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10" name="Line 50"/>
              <p:cNvSpPr>
                <a:spLocks noChangeShapeType="1"/>
              </p:cNvSpPr>
              <p:nvPr/>
            </p:nvSpPr>
            <p:spPr bwMode="auto">
              <a:xfrm flipH="1">
                <a:off x="3228" y="4187"/>
                <a:ext cx="109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arrow" w="med" len="med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43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43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ADF3E5F6-F4DA-4252-8B54-DED6682465BC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101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1059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7238" y="323850"/>
            <a:ext cx="8097837" cy="1890713"/>
          </a:xfrm>
        </p:spPr>
        <p:txBody>
          <a:bodyPr/>
          <a:lstStyle/>
          <a:p>
            <a:pPr marL="0" indent="0" eaLnBrk="1" hangingPunct="1">
              <a:buFontTx/>
              <a:buBlip>
                <a:blip r:embed="rId3"/>
              </a:buBlip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例：一批钢材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线材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长度</a:t>
            </a:r>
          </a:p>
          <a:p>
            <a:pPr marL="0" indent="0" eaLnBrk="1" hangingPunct="1">
              <a:buFontTx/>
              <a:buNone/>
            </a:pP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</a:t>
            </a:r>
            <a:r>
              <a:rPr lang="el-GR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μ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=100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l-GR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σ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=2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，求这批钢材长度小于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97.8cm	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的概率；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</a:t>
            </a:r>
            <a:r>
              <a:rPr lang="el-GR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μ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=100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，要使这批钢材的长度至少	有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90%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落在区间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(97,103)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内，问</a:t>
            </a:r>
            <a:r>
              <a:rPr lang="el-GR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σ</a:t>
            </a:r>
            <a:r>
              <a:rPr lang="zh-CN" altLang="en-US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至多取何值？</a:t>
            </a:r>
            <a:endParaRPr lang="el-GR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10595" name="Object 4"/>
          <p:cNvGraphicFramePr>
            <a:graphicFrameLocks noGrp="1"/>
          </p:cNvGraphicFramePr>
          <p:nvPr>
            <p:ph sz="quarter" idx="2"/>
          </p:nvPr>
        </p:nvGraphicFramePr>
        <p:xfrm>
          <a:off x="4652963" y="350838"/>
          <a:ext cx="242093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55" r:id="rId4" imgW="1180588" imgH="228501" progId="Equation.DSMT4">
                  <p:embed/>
                </p:oleObj>
              </mc:Choice>
              <mc:Fallback>
                <p:oleObj r:id="rId4" imgW="1180588" imgH="228501" progId="Equation.DSMT4">
                  <p:embed/>
                  <p:pic>
                    <p:nvPicPr>
                      <p:cNvPr id="0" name="Object 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963" y="350838"/>
                        <a:ext cx="2420937" cy="46831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5" name="Object 7"/>
          <p:cNvGraphicFramePr>
            <a:graphicFrameLocks noGrp="1"/>
          </p:cNvGraphicFramePr>
          <p:nvPr>
            <p:ph sz="quarter" idx="3"/>
          </p:nvPr>
        </p:nvGraphicFramePr>
        <p:xfrm>
          <a:off x="1316038" y="2370138"/>
          <a:ext cx="243681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56" r:id="rId6" imgW="1242982" imgH="215619" progId="Equation.DSMT4">
                  <p:embed/>
                </p:oleObj>
              </mc:Choice>
              <mc:Fallback>
                <p:oleObj r:id="rId6" imgW="1242982" imgH="215619" progId="Equation.DSMT4">
                  <p:embed/>
                  <p:pic>
                    <p:nvPicPr>
                      <p:cNvPr id="0" name="Object 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038" y="2370138"/>
                        <a:ext cx="2436812" cy="4222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4187" name="Object 11"/>
          <p:cNvGraphicFramePr>
            <a:graphicFrameLocks/>
          </p:cNvGraphicFramePr>
          <p:nvPr/>
        </p:nvGraphicFramePr>
        <p:xfrm>
          <a:off x="3824288" y="2214563"/>
          <a:ext cx="190976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57" r:id="rId8" imgW="990170" imgH="393529" progId="Equation.DSMT4">
                  <p:embed/>
                </p:oleObj>
              </mc:Choice>
              <mc:Fallback>
                <p:oleObj r:id="rId8" imgW="990170" imgH="393529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288" y="2214563"/>
                        <a:ext cx="1909762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4188" name="Object 12"/>
          <p:cNvGraphicFramePr>
            <a:graphicFrameLocks/>
          </p:cNvGraphicFramePr>
          <p:nvPr/>
        </p:nvGraphicFramePr>
        <p:xfrm>
          <a:off x="5776913" y="2405063"/>
          <a:ext cx="13462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58" r:id="rId10" imgW="697894" imgH="203024" progId="Equation.DSMT4">
                  <p:embed/>
                </p:oleObj>
              </mc:Choice>
              <mc:Fallback>
                <p:oleObj r:id="rId10" imgW="697894" imgH="203024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6913" y="2405063"/>
                        <a:ext cx="13462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4189" name="Object 13"/>
          <p:cNvGraphicFramePr>
            <a:graphicFrameLocks/>
          </p:cNvGraphicFramePr>
          <p:nvPr/>
        </p:nvGraphicFramePr>
        <p:xfrm>
          <a:off x="3517900" y="2905125"/>
          <a:ext cx="2887663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59" r:id="rId12" imgW="1498600" imgH="279400" progId="Equation.DSMT4">
                  <p:embed/>
                </p:oleObj>
              </mc:Choice>
              <mc:Fallback>
                <p:oleObj r:id="rId12" imgW="1498600" imgH="279400" progId="Equation.DSMT4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2905125"/>
                        <a:ext cx="2887663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4190" name="Object 14"/>
          <p:cNvGraphicFramePr>
            <a:graphicFrameLocks/>
          </p:cNvGraphicFramePr>
          <p:nvPr/>
        </p:nvGraphicFramePr>
        <p:xfrm>
          <a:off x="1736725" y="3792538"/>
          <a:ext cx="3963988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60" r:id="rId14" imgW="2055616" imgH="253780" progId="Equation.DSMT4">
                  <p:embed/>
                </p:oleObj>
              </mc:Choice>
              <mc:Fallback>
                <p:oleObj r:id="rId14" imgW="2055616" imgH="253780" progId="Equation.DSMT4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3792538"/>
                        <a:ext cx="3963988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4191" name="Object 15"/>
          <p:cNvGraphicFramePr>
            <a:graphicFrameLocks/>
          </p:cNvGraphicFramePr>
          <p:nvPr/>
        </p:nvGraphicFramePr>
        <p:xfrm>
          <a:off x="2370138" y="4314825"/>
          <a:ext cx="5775325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61" r:id="rId16" imgW="2995900" imgH="393529" progId="Equation.DSMT4">
                  <p:embed/>
                </p:oleObj>
              </mc:Choice>
              <mc:Fallback>
                <p:oleObj r:id="rId16" imgW="2995900" imgH="393529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138" y="4314825"/>
                        <a:ext cx="5775325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4192" name="Object 16"/>
          <p:cNvGraphicFramePr>
            <a:graphicFrameLocks/>
          </p:cNvGraphicFramePr>
          <p:nvPr/>
        </p:nvGraphicFramePr>
        <p:xfrm>
          <a:off x="2427288" y="4948238"/>
          <a:ext cx="18605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62" r:id="rId18" imgW="964781" imgH="393529" progId="Equation.DSMT4">
                  <p:embed/>
                </p:oleObj>
              </mc:Choice>
              <mc:Fallback>
                <p:oleObj r:id="rId18" imgW="964781" imgH="393529" progId="Equation.DSMT4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288" y="4948238"/>
                        <a:ext cx="186055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4193" name="Object 17"/>
          <p:cNvGraphicFramePr>
            <a:graphicFrameLocks/>
          </p:cNvGraphicFramePr>
          <p:nvPr/>
        </p:nvGraphicFramePr>
        <p:xfrm>
          <a:off x="4481513" y="4956175"/>
          <a:ext cx="161607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63" r:id="rId20" imgW="837836" imgH="393529" progId="Equation.DSMT4">
                  <p:embed/>
                </p:oleObj>
              </mc:Choice>
              <mc:Fallback>
                <p:oleObj r:id="rId20" imgW="837836" imgH="393529" progId="Equation.DSMT4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1513" y="4956175"/>
                        <a:ext cx="1616075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4194" name="Object 18"/>
          <p:cNvGraphicFramePr>
            <a:graphicFrameLocks/>
          </p:cNvGraphicFramePr>
          <p:nvPr/>
        </p:nvGraphicFramePr>
        <p:xfrm>
          <a:off x="2439988" y="5876925"/>
          <a:ext cx="17129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64" r:id="rId22" imgW="887459" imgH="177492" progId="Equation.DSMT4">
                  <p:embed/>
                </p:oleObj>
              </mc:Choice>
              <mc:Fallback>
                <p:oleObj r:id="rId22" imgW="887459" imgH="177492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5876925"/>
                        <a:ext cx="17129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3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3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3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3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43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434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434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43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7244AAF4-4815-44A0-9468-F5B6263F07EC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102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1161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69925" y="525463"/>
            <a:ext cx="8235950" cy="2238375"/>
          </a:xfrm>
        </p:spPr>
        <p:txBody>
          <a:bodyPr/>
          <a:lstStyle/>
          <a:p>
            <a:pPr marL="0" indent="0" eaLnBrk="1" hangingPunct="1">
              <a:buFontTx/>
              <a:buBlip>
                <a:blip r:embed="rId3"/>
              </a:buBlip>
            </a:pPr>
            <a:r>
              <a:rPr lang="en-US" altLang="zh-CN" sz="2400">
                <a:ea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rgbClr val="1E1169"/>
                </a:solidFill>
                <a:ea typeface="宋体" panose="02010600030101010101" pitchFamily="2" charset="-122"/>
              </a:rPr>
              <a:t>例：设某地区男子身高</a:t>
            </a:r>
          </a:p>
          <a:p>
            <a:pPr marL="0" indent="0" eaLnBrk="1" hangingPunct="1">
              <a:buFontTx/>
              <a:buNone/>
            </a:pPr>
            <a:r>
              <a:rPr lang="zh-CN" altLang="en-US" sz="2400">
                <a:solidFill>
                  <a:srgbClr val="1E1169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400">
                <a:solidFill>
                  <a:srgbClr val="1E116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en-US" altLang="zh-CN" sz="2400">
                <a:solidFill>
                  <a:srgbClr val="1E1169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rgbClr val="1E1169"/>
                </a:solidFill>
                <a:ea typeface="宋体" panose="02010600030101010101" pitchFamily="2" charset="-122"/>
              </a:rPr>
              <a:t>从该地区随机找一男子测身高，求他的身高大于</a:t>
            </a:r>
          </a:p>
          <a:p>
            <a:pPr marL="0" indent="0" eaLnBrk="1" hangingPunct="1">
              <a:buFontTx/>
              <a:buNone/>
            </a:pPr>
            <a:r>
              <a:rPr lang="zh-CN" altLang="en-US" sz="2400">
                <a:solidFill>
                  <a:srgbClr val="1E1169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175cm</a:t>
            </a:r>
            <a:r>
              <a:rPr lang="zh-CN" altLang="en-US" sz="2400">
                <a:solidFill>
                  <a:srgbClr val="1E1169"/>
                </a:solidFill>
                <a:ea typeface="宋体" panose="02010600030101010101" pitchFamily="2" charset="-122"/>
              </a:rPr>
              <a:t>的概率；</a:t>
            </a:r>
            <a:r>
              <a:rPr lang="en-US" altLang="zh-CN" sz="2400">
                <a:solidFill>
                  <a:srgbClr val="1E116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en-US" altLang="zh-CN" sz="2400">
                <a:solidFill>
                  <a:srgbClr val="1E1169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rgbClr val="1E1169"/>
                </a:solidFill>
                <a:ea typeface="宋体" panose="02010600030101010101" pitchFamily="2" charset="-122"/>
              </a:rPr>
              <a:t>若从中随机找</a:t>
            </a:r>
            <a:r>
              <a:rPr lang="en-US" altLang="zh-CN" sz="2400">
                <a:solidFill>
                  <a:srgbClr val="1E116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400">
                <a:solidFill>
                  <a:srgbClr val="1E1169"/>
                </a:solidFill>
                <a:ea typeface="宋体" panose="02010600030101010101" pitchFamily="2" charset="-122"/>
              </a:rPr>
              <a:t>个男子测身高</a:t>
            </a:r>
            <a:r>
              <a:rPr lang="en-US" altLang="zh-CN" sz="2400">
                <a:solidFill>
                  <a:srgbClr val="1E1169"/>
                </a:solidFill>
                <a:ea typeface="宋体" panose="02010600030101010101" pitchFamily="2" charset="-122"/>
              </a:rPr>
              <a:t>,</a:t>
            </a:r>
            <a:r>
              <a:rPr lang="zh-CN" altLang="en-US" sz="2400">
                <a:solidFill>
                  <a:srgbClr val="1E1169"/>
                </a:solidFill>
                <a:ea typeface="宋体" panose="02010600030101010101" pitchFamily="2" charset="-122"/>
              </a:rPr>
              <a:t>问至	少有一人身高大于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175cm</a:t>
            </a:r>
            <a:r>
              <a:rPr lang="zh-CN" altLang="en-US" sz="2400">
                <a:solidFill>
                  <a:srgbClr val="1E1169"/>
                </a:solidFill>
                <a:ea typeface="宋体" panose="02010600030101010101" pitchFamily="2" charset="-122"/>
              </a:rPr>
              <a:t>的概率是多少？恰有一人身	高</a:t>
            </a:r>
            <a:r>
              <a:rPr lang="zh-CN" altLang="en-US" sz="2400">
                <a:solidFill>
                  <a:srgbClr val="1E116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大于</a:t>
            </a:r>
            <a:r>
              <a:rPr lang="en-US" altLang="zh-CN" sz="24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175cm</a:t>
            </a:r>
            <a:r>
              <a:rPr lang="zh-CN" altLang="en-US" sz="2400">
                <a:solidFill>
                  <a:srgbClr val="1E1169"/>
                </a:solidFill>
                <a:ea typeface="宋体" panose="02010600030101010101" pitchFamily="2" charset="-122"/>
              </a:rPr>
              <a:t>的概率为多少？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111619" name="Object 4"/>
          <p:cNvGraphicFramePr>
            <a:graphicFrameLocks noGrp="1"/>
          </p:cNvGraphicFramePr>
          <p:nvPr>
            <p:ph sz="quarter" idx="2"/>
          </p:nvPr>
        </p:nvGraphicFramePr>
        <p:xfrm>
          <a:off x="4276725" y="484188"/>
          <a:ext cx="29876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67" r:id="rId4" imgW="1473200" imgH="228600" progId="Equation.DSMT4">
                  <p:embed/>
                </p:oleObj>
              </mc:Choice>
              <mc:Fallback>
                <p:oleObj r:id="rId4" imgW="1473200" imgH="228600" progId="Equation.DSMT4">
                  <p:embed/>
                  <p:pic>
                    <p:nvPicPr>
                      <p:cNvPr id="0" name="Object 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6725" y="484188"/>
                        <a:ext cx="2987675" cy="4635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9" name="Object 7"/>
          <p:cNvGraphicFramePr>
            <a:graphicFrameLocks noGrp="1"/>
          </p:cNvGraphicFramePr>
          <p:nvPr>
            <p:ph sz="quarter" idx="3"/>
          </p:nvPr>
        </p:nvGraphicFramePr>
        <p:xfrm>
          <a:off x="1385888" y="2592388"/>
          <a:ext cx="2376487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68" r:id="rId6" imgW="1231366" imgH="457002" progId="Equation.DSMT4">
                  <p:embed/>
                </p:oleObj>
              </mc:Choice>
              <mc:Fallback>
                <p:oleObj r:id="rId6" imgW="1231366" imgH="457002" progId="Equation.DSMT4">
                  <p:embed/>
                  <p:pic>
                    <p:nvPicPr>
                      <p:cNvPr id="0" name="Object 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888" y="2592388"/>
                        <a:ext cx="2376487" cy="88106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34" name="Object 10"/>
          <p:cNvGraphicFramePr>
            <a:graphicFrameLocks/>
          </p:cNvGraphicFramePr>
          <p:nvPr/>
        </p:nvGraphicFramePr>
        <p:xfrm>
          <a:off x="1733550" y="4327525"/>
          <a:ext cx="5868988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69" r:id="rId8" imgW="3162300" imgH="457200" progId="Equation.DSMT4">
                  <p:embed/>
                </p:oleObj>
              </mc:Choice>
              <mc:Fallback>
                <p:oleObj r:id="rId8" imgW="3162300" imgH="457200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4327525"/>
                        <a:ext cx="5868988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35" name="Object 11"/>
          <p:cNvGraphicFramePr>
            <a:graphicFrameLocks/>
          </p:cNvGraphicFramePr>
          <p:nvPr/>
        </p:nvGraphicFramePr>
        <p:xfrm>
          <a:off x="3713163" y="2838450"/>
          <a:ext cx="2409825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70" r:id="rId10" imgW="1231366" imgH="393529" progId="Equation.DSMT4">
                  <p:embed/>
                </p:oleObj>
              </mc:Choice>
              <mc:Fallback>
                <p:oleObj r:id="rId10" imgW="1231366" imgH="393529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3163" y="2838450"/>
                        <a:ext cx="2409825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36" name="Object 12"/>
          <p:cNvGraphicFramePr>
            <a:graphicFrameLocks/>
          </p:cNvGraphicFramePr>
          <p:nvPr/>
        </p:nvGraphicFramePr>
        <p:xfrm>
          <a:off x="6224588" y="3040063"/>
          <a:ext cx="168910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71" r:id="rId12" imgW="862851" imgH="203024" progId="Equation.DSMT4">
                  <p:embed/>
                </p:oleObj>
              </mc:Choice>
              <mc:Fallback>
                <p:oleObj r:id="rId12" imgW="862851" imgH="203024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4588" y="3040063"/>
                        <a:ext cx="1689100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37" name="Object 13"/>
          <p:cNvGraphicFramePr>
            <a:graphicFrameLocks/>
          </p:cNvGraphicFramePr>
          <p:nvPr/>
        </p:nvGraphicFramePr>
        <p:xfrm>
          <a:off x="3536950" y="3524250"/>
          <a:ext cx="275748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72" r:id="rId14" imgW="1409700" imgH="279400" progId="Equation.DSMT4">
                  <p:embed/>
                </p:oleObj>
              </mc:Choice>
              <mc:Fallback>
                <p:oleObj r:id="rId14" imgW="1409700" imgH="279400" progId="Equation.DSMT4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950" y="3524250"/>
                        <a:ext cx="2757488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38" name="Object 14"/>
          <p:cNvGraphicFramePr>
            <a:graphicFrameLocks/>
          </p:cNvGraphicFramePr>
          <p:nvPr/>
        </p:nvGraphicFramePr>
        <p:xfrm>
          <a:off x="2206625" y="5181600"/>
          <a:ext cx="53895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73" r:id="rId16" imgW="2755900" imgH="228600" progId="Equation.DSMT4">
                  <p:embed/>
                </p:oleObj>
              </mc:Choice>
              <mc:Fallback>
                <p:oleObj r:id="rId16" imgW="2755900" imgH="228600" progId="Equation.DSMT4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5" y="5181600"/>
                        <a:ext cx="53895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39" name="Object 15"/>
          <p:cNvGraphicFramePr>
            <a:graphicFrameLocks/>
          </p:cNvGraphicFramePr>
          <p:nvPr/>
        </p:nvGraphicFramePr>
        <p:xfrm>
          <a:off x="2222500" y="5702300"/>
          <a:ext cx="42132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74" r:id="rId18" imgW="2018424" imgH="241195" progId="Equation.DSMT4">
                  <p:embed/>
                </p:oleObj>
              </mc:Choice>
              <mc:Fallback>
                <p:oleObj r:id="rId18" imgW="2018424" imgH="241195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5702300"/>
                        <a:ext cx="42132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36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3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36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436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43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436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267BFC93-7D68-44E1-95D9-DEDEDF25DFDB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103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12642" name="Oval 24"/>
          <p:cNvSpPr>
            <a:spLocks noChangeArrowheads="1"/>
          </p:cNvSpPr>
          <p:nvPr/>
        </p:nvSpPr>
        <p:spPr bwMode="auto">
          <a:xfrm>
            <a:off x="642938" y="914400"/>
            <a:ext cx="1009650" cy="368300"/>
          </a:xfrm>
          <a:prstGeom prst="ellipse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2625" y="238125"/>
            <a:ext cx="8080375" cy="16716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3600">
                <a:latin typeface="宋体" panose="02010600030101010101" pitchFamily="2" charset="-122"/>
                <a:ea typeface="宋体" panose="02010600030101010101" pitchFamily="2" charset="-122"/>
              </a:rPr>
              <a:t>§5 </a:t>
            </a:r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</a:rPr>
              <a:t>随机变量的函数分布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问题：已知随机变量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的概率分布，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		 且已知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Y=g(X)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，求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的概率分布。</a:t>
            </a:r>
          </a:p>
        </p:txBody>
      </p:sp>
      <p:graphicFrame>
        <p:nvGraphicFramePr>
          <p:cNvPr id="66562" name="Object 4"/>
          <p:cNvGraphicFramePr>
            <a:graphicFrameLocks noGrp="1"/>
          </p:cNvGraphicFramePr>
          <p:nvPr>
            <p:ph sz="quarter" idx="2"/>
          </p:nvPr>
        </p:nvGraphicFramePr>
        <p:xfrm>
          <a:off x="5932488" y="2220913"/>
          <a:ext cx="189547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98" r:id="rId3" imgW="939800" imgH="228600" progId="Equation.DSMT4">
                  <p:embed/>
                </p:oleObj>
              </mc:Choice>
              <mc:Fallback>
                <p:oleObj r:id="rId3" imgW="939800" imgH="228600" progId="Equation.DSMT4">
                  <p:embed/>
                  <p:pic>
                    <p:nvPicPr>
                      <p:cNvPr id="0" name="Object 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2488" y="2220913"/>
                        <a:ext cx="1895475" cy="40481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3" name="Object 7"/>
          <p:cNvGraphicFramePr>
            <a:graphicFrameLocks noGrp="1"/>
          </p:cNvGraphicFramePr>
          <p:nvPr>
            <p:ph sz="quarter" idx="3"/>
          </p:nvPr>
        </p:nvGraphicFramePr>
        <p:xfrm>
          <a:off x="1628775" y="4403725"/>
          <a:ext cx="1089025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99" r:id="rId5" imgW="583693" imgH="203024" progId="Equation.DSMT4">
                  <p:embed/>
                </p:oleObj>
              </mc:Choice>
              <mc:Fallback>
                <p:oleObj r:id="rId5" imgW="583693" imgH="203024" progId="Equation.DSMT4">
                  <p:embed/>
                  <p:pic>
                    <p:nvPicPr>
                      <p:cNvPr id="0" name="Object 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4403725"/>
                        <a:ext cx="1089025" cy="37941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5432425" y="2889250"/>
            <a:ext cx="2133600" cy="793750"/>
            <a:chOff x="3923" y="2701"/>
            <a:chExt cx="1344" cy="500"/>
          </a:xfrm>
        </p:grpSpPr>
        <p:grpSp>
          <p:nvGrpSpPr>
            <p:cNvPr id="112647" name="Group 22"/>
            <p:cNvGrpSpPr>
              <a:grpSpLocks/>
            </p:cNvGrpSpPr>
            <p:nvPr/>
          </p:nvGrpSpPr>
          <p:grpSpPr bwMode="auto">
            <a:xfrm>
              <a:off x="3923" y="2701"/>
              <a:ext cx="1331" cy="500"/>
              <a:chOff x="3923" y="2701"/>
              <a:chExt cx="1331" cy="500"/>
            </a:xfrm>
          </p:grpSpPr>
          <p:sp>
            <p:nvSpPr>
              <p:cNvPr id="112648" name="Line 10"/>
              <p:cNvSpPr>
                <a:spLocks noChangeShapeType="1"/>
              </p:cNvSpPr>
              <p:nvPr/>
            </p:nvSpPr>
            <p:spPr bwMode="auto">
              <a:xfrm>
                <a:off x="3923" y="2950"/>
                <a:ext cx="133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2649" name="Group 21"/>
              <p:cNvGrpSpPr>
                <a:grpSpLocks/>
              </p:cNvGrpSpPr>
              <p:nvPr/>
            </p:nvGrpSpPr>
            <p:grpSpPr bwMode="auto">
              <a:xfrm>
                <a:off x="3944" y="2701"/>
                <a:ext cx="1204" cy="500"/>
                <a:chOff x="3954" y="2701"/>
                <a:chExt cx="1204" cy="500"/>
              </a:xfrm>
            </p:grpSpPr>
            <p:sp>
              <p:nvSpPr>
                <p:cNvPr id="112650" name="Line 11"/>
                <p:cNvSpPr>
                  <a:spLocks noChangeShapeType="1"/>
                </p:cNvSpPr>
                <p:nvPr/>
              </p:nvSpPr>
              <p:spPr bwMode="auto">
                <a:xfrm>
                  <a:off x="4191" y="2701"/>
                  <a:ext cx="0" cy="47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2651" name="Group 20"/>
                <p:cNvGrpSpPr>
                  <a:grpSpLocks/>
                </p:cNvGrpSpPr>
                <p:nvPr/>
              </p:nvGrpSpPr>
              <p:grpSpPr bwMode="auto">
                <a:xfrm>
                  <a:off x="3954" y="2711"/>
                  <a:ext cx="1204" cy="490"/>
                  <a:chOff x="3954" y="2711"/>
                  <a:chExt cx="1204" cy="490"/>
                </a:xfrm>
              </p:grpSpPr>
              <p:sp>
                <p:nvSpPr>
                  <p:cNvPr id="112652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955" y="2726"/>
                    <a:ext cx="19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 marL="228600" indent="-228600"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宋体" panose="02010600030101010101" pitchFamily="2" charset="-122"/>
                      </a:rPr>
                      <a:t>X</a:t>
                    </a:r>
                  </a:p>
                </p:txBody>
              </p:sp>
              <p:sp>
                <p:nvSpPr>
                  <p:cNvPr id="112653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954" y="2909"/>
                    <a:ext cx="24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 marL="228600" indent="-228600"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宋体" panose="02010600030101010101" pitchFamily="2" charset="-122"/>
                      </a:rPr>
                      <a:t>p</a:t>
                    </a:r>
                    <a:r>
                      <a:rPr lang="en-US" altLang="zh-CN" sz="2000" b="1" baseline="-25000">
                        <a:latin typeface="宋体" panose="02010600030101010101" pitchFamily="2" charset="-122"/>
                      </a:rPr>
                      <a:t>i</a:t>
                    </a:r>
                  </a:p>
                </p:txBody>
              </p:sp>
              <p:sp>
                <p:nvSpPr>
                  <p:cNvPr id="112654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07" y="2948"/>
                    <a:ext cx="35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 marL="228600" indent="-228600"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宋体" panose="02010600030101010101" pitchFamily="2" charset="-122"/>
                      </a:rPr>
                      <a:t>0.2</a:t>
                    </a:r>
                  </a:p>
                </p:txBody>
              </p:sp>
              <p:sp>
                <p:nvSpPr>
                  <p:cNvPr id="112655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14" y="2726"/>
                    <a:ext cx="27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 marL="228600" indent="-228600"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宋体" panose="02010600030101010101" pitchFamily="2" charset="-122"/>
                      </a:rPr>
                      <a:t>-1</a:t>
                    </a:r>
                  </a:p>
                </p:txBody>
              </p:sp>
              <p:sp>
                <p:nvSpPr>
                  <p:cNvPr id="112656" name="Text Box 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79" y="2724"/>
                    <a:ext cx="19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 marL="228600" indent="-228600"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宋体" panose="02010600030101010101" pitchFamily="2" charset="-122"/>
                      </a:rPr>
                      <a:t>0</a:t>
                    </a:r>
                  </a:p>
                </p:txBody>
              </p:sp>
              <p:sp>
                <p:nvSpPr>
                  <p:cNvPr id="112657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64" y="2711"/>
                    <a:ext cx="19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 marL="228600" indent="-228600"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宋体" panose="02010600030101010101" pitchFamily="2" charset="-122"/>
                      </a:rPr>
                      <a:t>1</a:t>
                    </a:r>
                  </a:p>
                </p:txBody>
              </p:sp>
              <p:sp>
                <p:nvSpPr>
                  <p:cNvPr id="112658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28" y="2951"/>
                    <a:ext cx="35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 marL="228600" indent="-228600"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buFont typeface="Arial" panose="020B0604020202020204" pitchFamily="34" charset="0"/>
                      <a:buNone/>
                    </a:pPr>
                    <a:r>
                      <a:rPr lang="en-US" altLang="zh-CN" sz="2000">
                        <a:latin typeface="宋体" panose="02010600030101010101" pitchFamily="2" charset="-122"/>
                      </a:rPr>
                      <a:t>0.5</a:t>
                    </a:r>
                  </a:p>
                </p:txBody>
              </p:sp>
            </p:grpSp>
          </p:grpSp>
        </p:grpSp>
        <p:sp>
          <p:nvSpPr>
            <p:cNvPr id="112659" name="Text Box 19"/>
            <p:cNvSpPr txBox="1">
              <a:spLocks noChangeArrowheads="1"/>
            </p:cNvSpPr>
            <p:nvPr/>
          </p:nvSpPr>
          <p:spPr bwMode="auto">
            <a:xfrm>
              <a:off x="4913" y="2947"/>
              <a:ext cx="3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 sz="2000">
                  <a:latin typeface="宋体" panose="02010600030101010101" pitchFamily="2" charset="-122"/>
                </a:rPr>
                <a:t>0.3</a:t>
              </a:r>
            </a:p>
          </p:txBody>
        </p:sp>
      </p:grpSp>
      <p:graphicFrame>
        <p:nvGraphicFramePr>
          <p:cNvPr id="440345" name="Object 25"/>
          <p:cNvGraphicFramePr>
            <a:graphicFrameLocks/>
          </p:cNvGraphicFramePr>
          <p:nvPr/>
        </p:nvGraphicFramePr>
        <p:xfrm>
          <a:off x="2830513" y="4405313"/>
          <a:ext cx="1989137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0" r:id="rId7" imgW="1065875" imgH="203024" progId="Equation.DSMT4">
                  <p:embed/>
                </p:oleObj>
              </mc:Choice>
              <mc:Fallback>
                <p:oleObj r:id="rId7" imgW="1065875" imgH="203024" progId="Equation.DSMT4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513" y="4405313"/>
                        <a:ext cx="1989137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46" name="Object 26"/>
          <p:cNvGraphicFramePr>
            <a:graphicFrameLocks/>
          </p:cNvGraphicFramePr>
          <p:nvPr/>
        </p:nvGraphicFramePr>
        <p:xfrm>
          <a:off x="1665288" y="4900613"/>
          <a:ext cx="1017587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1" r:id="rId9" imgW="545626" imgH="203024" progId="Equation.DSMT4">
                  <p:embed/>
                </p:oleObj>
              </mc:Choice>
              <mc:Fallback>
                <p:oleObj r:id="rId9" imgW="545626" imgH="203024" progId="Equation.DSMT4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288" y="4900613"/>
                        <a:ext cx="1017587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47" name="Object 27"/>
          <p:cNvGraphicFramePr>
            <a:graphicFrameLocks/>
          </p:cNvGraphicFramePr>
          <p:nvPr/>
        </p:nvGraphicFramePr>
        <p:xfrm>
          <a:off x="2809875" y="4867275"/>
          <a:ext cx="2840038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2" r:id="rId11" imgW="1522678" imgH="253780" progId="Equation.DSMT4">
                  <p:embed/>
                </p:oleObj>
              </mc:Choice>
              <mc:Fallback>
                <p:oleObj r:id="rId11" imgW="1522678" imgH="253780" progId="Equation.DSMT4">
                  <p:embed/>
                  <p:pic>
                    <p:nvPicPr>
                      <p:cNvPr id="0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4867275"/>
                        <a:ext cx="2840038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48" name="Object 28"/>
          <p:cNvGraphicFramePr>
            <a:graphicFrameLocks/>
          </p:cNvGraphicFramePr>
          <p:nvPr/>
        </p:nvGraphicFramePr>
        <p:xfrm>
          <a:off x="5651500" y="4903788"/>
          <a:ext cx="338455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3" r:id="rId13" imgW="1814525" imgH="203024" progId="Equation.DSMT4">
                  <p:embed/>
                </p:oleObj>
              </mc:Choice>
              <mc:Fallback>
                <p:oleObj r:id="rId13" imgW="1814525" imgH="203024" progId="Equation.DSMT4">
                  <p:embed/>
                  <p:pic>
                    <p:nvPicPr>
                      <p:cNvPr id="0" name="Object 28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903788"/>
                        <a:ext cx="338455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0" name="Rectangle 30"/>
          <p:cNvSpPr>
            <a:spLocks noChangeArrowheads="1"/>
          </p:cNvSpPr>
          <p:nvPr/>
        </p:nvSpPr>
        <p:spPr bwMode="auto">
          <a:xfrm>
            <a:off x="1063625" y="1827213"/>
            <a:ext cx="8080375" cy="124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1E1169"/>
                </a:solidFill>
                <a:latin typeface="宋体" panose="02010600030101010101" pitchFamily="2" charset="-122"/>
              </a:rPr>
              <a:t>例如，若要测量一个圆的面积，总是测量其半径，半径的	测量值可看作随机变量</a:t>
            </a:r>
            <a:r>
              <a:rPr lang="en-US" altLang="zh-CN">
                <a:solidFill>
                  <a:srgbClr val="1E1169"/>
                </a:solidFill>
                <a:latin typeface="宋体" panose="02010600030101010101" pitchFamily="2" charset="-122"/>
              </a:rPr>
              <a:t>X</a:t>
            </a:r>
            <a:r>
              <a:rPr lang="zh-CN" altLang="en-US">
                <a:solidFill>
                  <a:srgbClr val="1E1169"/>
                </a:solidFill>
                <a:latin typeface="宋体" panose="02010600030101010101" pitchFamily="2" charset="-122"/>
              </a:rPr>
              <a:t>，若		       </a:t>
            </a:r>
          </a:p>
          <a:p>
            <a:pPr latinLnBrk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1E1169"/>
                </a:solidFill>
                <a:latin typeface="宋体" panose="02010600030101010101" pitchFamily="2" charset="-122"/>
              </a:rPr>
              <a:t>		则</a:t>
            </a:r>
            <a:r>
              <a:rPr lang="en-US" altLang="zh-CN">
                <a:solidFill>
                  <a:srgbClr val="1E1169"/>
                </a:solidFill>
                <a:latin typeface="宋体" panose="02010600030101010101" pitchFamily="2" charset="-122"/>
              </a:rPr>
              <a:t>Y</a:t>
            </a:r>
            <a:r>
              <a:rPr lang="zh-CN" altLang="en-US">
                <a:solidFill>
                  <a:srgbClr val="1E1169"/>
                </a:solidFill>
                <a:latin typeface="宋体" panose="02010600030101010101" pitchFamily="2" charset="-122"/>
              </a:rPr>
              <a:t>服从什么分布？</a:t>
            </a:r>
          </a:p>
        </p:txBody>
      </p:sp>
      <p:sp>
        <p:nvSpPr>
          <p:cNvPr id="440351" name="Rectangle 31"/>
          <p:cNvSpPr>
            <a:spLocks noChangeArrowheads="1"/>
          </p:cNvSpPr>
          <p:nvPr/>
        </p:nvSpPr>
        <p:spPr bwMode="auto">
          <a:xfrm>
            <a:off x="835025" y="3059113"/>
            <a:ext cx="8080375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1E1169"/>
                </a:solidFill>
                <a:latin typeface="宋体" panose="02010600030101010101" pitchFamily="2" charset="-122"/>
              </a:rPr>
              <a:t>例：已知</a:t>
            </a:r>
            <a:r>
              <a:rPr lang="en-US" altLang="zh-CN">
                <a:solidFill>
                  <a:srgbClr val="1E1169"/>
                </a:solidFill>
                <a:latin typeface="宋体" panose="02010600030101010101" pitchFamily="2" charset="-122"/>
              </a:rPr>
              <a:t>X</a:t>
            </a:r>
            <a:r>
              <a:rPr lang="zh-CN" altLang="en-US">
                <a:solidFill>
                  <a:srgbClr val="1E1169"/>
                </a:solidFill>
                <a:latin typeface="宋体" panose="02010600030101010101" pitchFamily="2" charset="-122"/>
              </a:rPr>
              <a:t>具有概率分布		    </a:t>
            </a:r>
          </a:p>
          <a:p>
            <a:pPr latinLnBrk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1E1169"/>
                </a:solidFill>
                <a:latin typeface="宋体" panose="02010600030101010101" pitchFamily="2" charset="-122"/>
              </a:rPr>
              <a:t>	    且设</a:t>
            </a:r>
            <a:r>
              <a:rPr lang="en-US" altLang="zh-CN">
                <a:solidFill>
                  <a:srgbClr val="1E1169"/>
                </a:solidFill>
                <a:latin typeface="宋体" panose="02010600030101010101" pitchFamily="2" charset="-122"/>
              </a:rPr>
              <a:t>Y=X</a:t>
            </a:r>
            <a:r>
              <a:rPr lang="en-US" altLang="zh-CN" baseline="30000">
                <a:solidFill>
                  <a:srgbClr val="1E1169"/>
                </a:solidFill>
                <a:latin typeface="宋体" panose="02010600030101010101" pitchFamily="2" charset="-122"/>
              </a:rPr>
              <a:t>2</a:t>
            </a:r>
            <a:r>
              <a:rPr lang="zh-CN" altLang="en-US">
                <a:solidFill>
                  <a:srgbClr val="1E1169"/>
                </a:solidFill>
                <a:latin typeface="宋体" panose="02010600030101010101" pitchFamily="2" charset="-122"/>
              </a:rPr>
              <a:t>，求</a:t>
            </a:r>
            <a:r>
              <a:rPr lang="en-US" altLang="zh-CN">
                <a:solidFill>
                  <a:srgbClr val="1E1169"/>
                </a:solidFill>
                <a:latin typeface="宋体" panose="02010600030101010101" pitchFamily="2" charset="-122"/>
              </a:rPr>
              <a:t>Y</a:t>
            </a:r>
            <a:r>
              <a:rPr lang="zh-CN" altLang="en-US">
                <a:solidFill>
                  <a:srgbClr val="1E1169"/>
                </a:solidFill>
                <a:latin typeface="宋体" panose="02010600030101010101" pitchFamily="2" charset="-122"/>
              </a:rPr>
              <a:t>的概率分布。</a:t>
            </a:r>
            <a:endParaRPr lang="zh-CN" altLang="en-US" baseline="30000">
              <a:solidFill>
                <a:srgbClr val="1E1169"/>
              </a:solidFill>
              <a:latin typeface="宋体" panose="02010600030101010101" pitchFamily="2" charset="-122"/>
            </a:endParaRPr>
          </a:p>
        </p:txBody>
      </p:sp>
      <p:sp>
        <p:nvSpPr>
          <p:cNvPr id="440352" name="Rectangle 32"/>
          <p:cNvSpPr>
            <a:spLocks noChangeArrowheads="1"/>
          </p:cNvSpPr>
          <p:nvPr/>
        </p:nvSpPr>
        <p:spPr bwMode="auto">
          <a:xfrm>
            <a:off x="835025" y="3898900"/>
            <a:ext cx="8080375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	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解：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Y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的所有可能取值为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</a:rPr>
              <a:t>0,1</a:t>
            </a:r>
          </a:p>
        </p:txBody>
      </p:sp>
      <p:sp>
        <p:nvSpPr>
          <p:cNvPr id="440353" name="Rectangle 33"/>
          <p:cNvSpPr>
            <a:spLocks noChangeArrowheads="1"/>
          </p:cNvSpPr>
          <p:nvPr/>
        </p:nvSpPr>
        <p:spPr bwMode="auto">
          <a:xfrm>
            <a:off x="835025" y="5635625"/>
            <a:ext cx="808037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		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即找出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(Y=0)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的等价事件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(X=0)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；</a:t>
            </a:r>
          </a:p>
          <a:p>
            <a:pPr latinLnBrk="1"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			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(Y=1)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的等价事件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(X=1)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或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(X=-1)</a:t>
            </a:r>
            <a:endParaRPr lang="en-US" altLang="zh-CN" baseline="30000">
              <a:solidFill>
                <a:srgbClr val="5E5D2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0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0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0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0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0" grpId="0"/>
      <p:bldP spid="440351" grpId="0"/>
      <p:bldP spid="440352" grpId="0"/>
      <p:bldP spid="440353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30467BBC-487F-408A-9223-75DA91ACDD22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104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1366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84238" y="469900"/>
            <a:ext cx="7678737" cy="1692275"/>
          </a:xfrm>
        </p:spPr>
        <p:txBody>
          <a:bodyPr/>
          <a:lstStyle/>
          <a:p>
            <a:pPr marL="355600" eaLnBrk="1" hangingPunct="1">
              <a:buFontTx/>
              <a:buBlip>
                <a:blip r:embed="rId3"/>
              </a:buBlip>
            </a:pP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例：设随机变量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具有概率密度</a:t>
            </a:r>
          </a:p>
          <a:p>
            <a:pPr marL="355600" eaLnBrk="1" hangingPunct="1">
              <a:buFontTx/>
              <a:buNone/>
            </a:pP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   	求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Y=X</a:t>
            </a:r>
            <a:r>
              <a:rPr lang="en-US" altLang="zh-CN" sz="2800" baseline="300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的概率密度。</a:t>
            </a:r>
          </a:p>
          <a:p>
            <a:pPr marL="355600" eaLnBrk="1" hangingPunct="1">
              <a:buFontTx/>
              <a:buNone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</a:p>
        </p:txBody>
      </p:sp>
      <p:graphicFrame>
        <p:nvGraphicFramePr>
          <p:cNvPr id="113667" name="Object 0"/>
          <p:cNvGraphicFramePr>
            <a:graphicFrameLocks/>
          </p:cNvGraphicFramePr>
          <p:nvPr/>
        </p:nvGraphicFramePr>
        <p:xfrm>
          <a:off x="6054725" y="61913"/>
          <a:ext cx="3089275" cy="14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45" r:id="rId4" imgW="1447172" imgH="660113" progId="Equation.DSMT4">
                  <p:embed/>
                </p:oleObj>
              </mc:Choice>
              <mc:Fallback>
                <p:oleObj r:id="rId4" imgW="1447172" imgH="660113" progId="Equation.DSMT4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4725" y="61913"/>
                        <a:ext cx="3089275" cy="14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7" name="Object 1"/>
          <p:cNvGraphicFramePr>
            <a:graphicFrameLocks noGrp="1"/>
          </p:cNvGraphicFramePr>
          <p:nvPr>
            <p:ph sz="quarter" idx="3"/>
          </p:nvPr>
        </p:nvGraphicFramePr>
        <p:xfrm>
          <a:off x="1770063" y="2112963"/>
          <a:ext cx="62722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46" r:id="rId6" imgW="3273758" imgH="304536" progId="Equation.DSMT4">
                  <p:embed/>
                </p:oleObj>
              </mc:Choice>
              <mc:Fallback>
                <p:oleObj r:id="rId6" imgW="3273758" imgH="304536" progId="Equation.DSMT4">
                  <p:embed/>
                  <p:pic>
                    <p:nvPicPr>
                      <p:cNvPr id="0" name="Object 1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63" y="2112963"/>
                        <a:ext cx="6272212" cy="5842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3890" name="Object 2"/>
          <p:cNvGraphicFramePr>
            <a:graphicFrameLocks/>
          </p:cNvGraphicFramePr>
          <p:nvPr/>
        </p:nvGraphicFramePr>
        <p:xfrm>
          <a:off x="1797050" y="2693988"/>
          <a:ext cx="28717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47" r:id="rId8" imgW="1498600" imgH="228600" progId="Equation.DSMT4">
                  <p:embed/>
                </p:oleObj>
              </mc:Choice>
              <mc:Fallback>
                <p:oleObj r:id="rId8" imgW="1498600" imgH="22860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050" y="2693988"/>
                        <a:ext cx="2871788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3891" name="Object 3"/>
          <p:cNvGraphicFramePr>
            <a:graphicFrameLocks/>
          </p:cNvGraphicFramePr>
          <p:nvPr/>
        </p:nvGraphicFramePr>
        <p:xfrm>
          <a:off x="4903788" y="2684463"/>
          <a:ext cx="27654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48" r:id="rId10" imgW="1397000" imgH="228600" progId="Equation.DSMT4">
                  <p:embed/>
                </p:oleObj>
              </mc:Choice>
              <mc:Fallback>
                <p:oleObj r:id="rId10" imgW="1397000" imgH="2286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3788" y="2684463"/>
                        <a:ext cx="27654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3892" name="Object 4"/>
          <p:cNvGraphicFramePr>
            <a:graphicFrameLocks/>
          </p:cNvGraphicFramePr>
          <p:nvPr/>
        </p:nvGraphicFramePr>
        <p:xfrm>
          <a:off x="1798638" y="3746500"/>
          <a:ext cx="207168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49" r:id="rId12" imgW="1090780" imgH="215619" progId="Equation.DSMT4">
                  <p:embed/>
                </p:oleObj>
              </mc:Choice>
              <mc:Fallback>
                <p:oleObj r:id="rId12" imgW="1090780" imgH="215619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8638" y="3746500"/>
                        <a:ext cx="2071687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3893" name="Object 5"/>
          <p:cNvGraphicFramePr>
            <a:graphicFrameLocks/>
          </p:cNvGraphicFramePr>
          <p:nvPr/>
        </p:nvGraphicFramePr>
        <p:xfrm>
          <a:off x="5654675" y="4756150"/>
          <a:ext cx="3248025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50" r:id="rId14" imgW="1942257" imgH="761669" progId="Equation.DSMT4">
                  <p:embed/>
                </p:oleObj>
              </mc:Choice>
              <mc:Fallback>
                <p:oleObj r:id="rId14" imgW="1942257" imgH="761669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4675" y="4756150"/>
                        <a:ext cx="3248025" cy="140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3410" name="Line 18"/>
          <p:cNvSpPr>
            <a:spLocks noChangeShapeType="1"/>
          </p:cNvSpPr>
          <p:nvPr/>
        </p:nvSpPr>
        <p:spPr bwMode="auto">
          <a:xfrm flipH="1">
            <a:off x="3722688" y="3605213"/>
            <a:ext cx="1423987" cy="1411287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183188" y="3084513"/>
            <a:ext cx="3449637" cy="1111250"/>
            <a:chOff x="3283" y="1925"/>
            <a:chExt cx="2173" cy="700"/>
          </a:xfrm>
        </p:grpSpPr>
        <p:sp>
          <p:nvSpPr>
            <p:cNvPr id="113675" name="Rectangle 16"/>
            <p:cNvSpPr>
              <a:spLocks noChangeArrowheads="1"/>
            </p:cNvSpPr>
            <p:nvPr/>
          </p:nvSpPr>
          <p:spPr bwMode="auto">
            <a:xfrm>
              <a:off x="3283" y="1925"/>
              <a:ext cx="2173" cy="7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113676" name="Object 11"/>
            <p:cNvGraphicFramePr>
              <a:graphicFrameLocks/>
            </p:cNvGraphicFramePr>
            <p:nvPr/>
          </p:nvGraphicFramePr>
          <p:xfrm>
            <a:off x="3291" y="1954"/>
            <a:ext cx="2153" cy="6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51" r:id="rId16" imgW="2627759" imgH="812447" progId="Equation.DSMT4">
                    <p:embed/>
                  </p:oleObj>
                </mc:Choice>
                <mc:Fallback>
                  <p:oleObj r:id="rId16" imgW="2627759" imgH="812447" progId="Equation.DSMT4">
                    <p:embed/>
                    <p:pic>
                      <p:nvPicPr>
                        <p:cNvPr id="0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1" y="1954"/>
                          <a:ext cx="2153" cy="6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854075" y="1550988"/>
            <a:ext cx="5715000" cy="555625"/>
            <a:chOff x="1090" y="977"/>
            <a:chExt cx="3048" cy="350"/>
          </a:xfrm>
        </p:grpSpPr>
        <p:graphicFrame>
          <p:nvGraphicFramePr>
            <p:cNvPr id="113678" name="Object 10"/>
            <p:cNvGraphicFramePr>
              <a:graphicFrameLocks/>
            </p:cNvGraphicFramePr>
            <p:nvPr/>
          </p:nvGraphicFramePr>
          <p:xfrm>
            <a:off x="3212" y="1074"/>
            <a:ext cx="926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52" r:id="rId18" imgW="838200" imgH="228600" progId="Equation.DSMT4">
                    <p:embed/>
                  </p:oleObj>
                </mc:Choice>
                <mc:Fallback>
                  <p:oleObj r:id="rId18" imgW="838200" imgH="228600" progId="Equation.DSMT4">
                    <p:embed/>
                    <p:pic>
                      <p:nvPicPr>
                        <p:cNvPr id="0" name="Object 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2" y="1074"/>
                          <a:ext cx="926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679" name="Text Box 20"/>
            <p:cNvSpPr txBox="1">
              <a:spLocks noChangeArrowheads="1"/>
            </p:cNvSpPr>
            <p:nvPr/>
          </p:nvSpPr>
          <p:spPr bwMode="auto">
            <a:xfrm>
              <a:off x="1090" y="977"/>
              <a:ext cx="218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•"/>
                <a:defRPr sz="2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zh-CN" altLang="en-US" sz="2800">
                  <a:solidFill>
                    <a:schemeClr val="tx1"/>
                  </a:solidFill>
                  <a:latin typeface="宋体" panose="02010600030101010101" pitchFamily="2" charset="-122"/>
                </a:rPr>
                <a:t>解：</a:t>
              </a:r>
              <a:r>
                <a:rPr lang="zh-CN" altLang="en-US">
                  <a:solidFill>
                    <a:schemeClr val="tx1"/>
                  </a:solidFill>
                  <a:latin typeface="宋体" panose="02010600030101010101" pitchFamily="2" charset="-122"/>
                </a:rPr>
                <a:t>分别记</a:t>
              </a:r>
              <a:r>
                <a:rPr lang="en-US" altLang="zh-CN">
                  <a:solidFill>
                    <a:schemeClr val="tx1"/>
                  </a:solidFill>
                  <a:latin typeface="宋体" panose="02010600030101010101" pitchFamily="2" charset="-122"/>
                </a:rPr>
                <a:t>X,Y</a:t>
              </a:r>
              <a:r>
                <a:rPr lang="zh-CN" altLang="en-US">
                  <a:solidFill>
                    <a:schemeClr val="tx1"/>
                  </a:solidFill>
                  <a:latin typeface="宋体" panose="02010600030101010101" pitchFamily="2" charset="-122"/>
                </a:rPr>
                <a:t>的分布函数为</a:t>
              </a:r>
            </a:p>
          </p:txBody>
        </p:sp>
      </p:grpSp>
      <p:graphicFrame>
        <p:nvGraphicFramePr>
          <p:cNvPr id="2213894" name="Object 6"/>
          <p:cNvGraphicFramePr>
            <a:graphicFrameLocks/>
          </p:cNvGraphicFramePr>
          <p:nvPr/>
        </p:nvGraphicFramePr>
        <p:xfrm>
          <a:off x="1708150" y="4200525"/>
          <a:ext cx="28416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53" r:id="rId20" imgW="1497300" imgH="304536" progId="Equation.DSMT4">
                  <p:embed/>
                </p:oleObj>
              </mc:Choice>
              <mc:Fallback>
                <p:oleObj r:id="rId20" imgW="1497300" imgH="304536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4200525"/>
                        <a:ext cx="284162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3895" name="Object 7"/>
          <p:cNvGraphicFramePr>
            <a:graphicFrameLocks/>
          </p:cNvGraphicFramePr>
          <p:nvPr/>
        </p:nvGraphicFramePr>
        <p:xfrm>
          <a:off x="4575175" y="4252913"/>
          <a:ext cx="12525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54" r:id="rId22" imgW="659827" imgH="253780" progId="Equation.DSMT4">
                  <p:embed/>
                </p:oleObj>
              </mc:Choice>
              <mc:Fallback>
                <p:oleObj r:id="rId22" imgW="659827" imgH="25378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5175" y="4252913"/>
                        <a:ext cx="125253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3896" name="Object 8"/>
          <p:cNvGraphicFramePr>
            <a:graphicFrameLocks/>
          </p:cNvGraphicFramePr>
          <p:nvPr/>
        </p:nvGraphicFramePr>
        <p:xfrm>
          <a:off x="5856288" y="4160838"/>
          <a:ext cx="159067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55" r:id="rId24" imgW="837836" imgH="342751" progId="Equation.DSMT4">
                  <p:embed/>
                </p:oleObj>
              </mc:Choice>
              <mc:Fallback>
                <p:oleObj r:id="rId24" imgW="837836" imgH="342751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6288" y="4160838"/>
                        <a:ext cx="1590675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3897" name="Object 9"/>
          <p:cNvGraphicFramePr>
            <a:graphicFrameLocks/>
          </p:cNvGraphicFramePr>
          <p:nvPr/>
        </p:nvGraphicFramePr>
        <p:xfrm>
          <a:off x="1211263" y="4783138"/>
          <a:ext cx="4454525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56" r:id="rId26" imgW="2348481" imgH="710891" progId="Equation.DSMT4">
                  <p:embed/>
                </p:oleObj>
              </mc:Choice>
              <mc:Fallback>
                <p:oleObj r:id="rId26" imgW="2348481" imgH="710891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4783138"/>
                        <a:ext cx="4454525" cy="134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3420" name="Rectangle 28"/>
          <p:cNvSpPr>
            <a:spLocks noChangeArrowheads="1"/>
          </p:cNvSpPr>
          <p:nvPr/>
        </p:nvSpPr>
        <p:spPr bwMode="auto">
          <a:xfrm>
            <a:off x="1036638" y="6089650"/>
            <a:ext cx="76787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56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	Y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在区间</a:t>
            </a:r>
            <a:r>
              <a:rPr lang="en-US" altLang="zh-CN">
                <a:solidFill>
                  <a:srgbClr val="5E5D2F"/>
                </a:solidFill>
                <a:latin typeface="宋体" panose="02010600030101010101" pitchFamily="2" charset="-122"/>
              </a:rPr>
              <a:t>(0,16)</a:t>
            </a:r>
            <a:r>
              <a:rPr lang="zh-CN" altLang="en-US">
                <a:solidFill>
                  <a:srgbClr val="5E5D2F"/>
                </a:solidFill>
                <a:latin typeface="宋体" panose="02010600030101010101" pitchFamily="2" charset="-122"/>
              </a:rPr>
              <a:t>上均匀分布。</a:t>
            </a: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1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1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1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1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1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1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13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44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1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43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420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88C3F662-0547-40F3-B0BD-8148D2A0D9C9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105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4464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49338" y="433388"/>
            <a:ext cx="7407275" cy="990600"/>
          </a:xfrm>
        </p:spPr>
        <p:txBody>
          <a:bodyPr/>
          <a:lstStyle/>
          <a:p>
            <a:pPr marL="627063" indent="-627063" eaLnBrk="1" hangingPunct="1">
              <a:buFontTx/>
              <a:buNone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一般，若已知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的概率分布，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Y=g(X)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，求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的    	 概率分布的过程为：</a:t>
            </a:r>
            <a:endParaRPr lang="zh-CN" altLang="en-US" sz="2800">
              <a:solidFill>
                <a:srgbClr val="CC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8610" name="Object 0"/>
          <p:cNvGraphicFramePr>
            <a:graphicFrameLocks noGrp="1"/>
          </p:cNvGraphicFramePr>
          <p:nvPr>
            <p:ph sz="quarter" idx="2"/>
          </p:nvPr>
        </p:nvGraphicFramePr>
        <p:xfrm>
          <a:off x="1398588" y="1917700"/>
          <a:ext cx="5360987" cy="147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5" r:id="rId3" imgW="2767399" imgH="761669" progId="Equation.DSMT4">
                  <p:embed/>
                </p:oleObj>
              </mc:Choice>
              <mc:Fallback>
                <p:oleObj r:id="rId3" imgW="2767399" imgH="761669" progId="Equation.DSMT4">
                  <p:embed/>
                  <p:pic>
                    <p:nvPicPr>
                      <p:cNvPr id="0" name="Object 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8588" y="1917700"/>
                        <a:ext cx="5360987" cy="147478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1" name="Object 1"/>
          <p:cNvGraphicFramePr>
            <a:graphicFrameLocks noGrp="1"/>
          </p:cNvGraphicFramePr>
          <p:nvPr>
            <p:ph sz="quarter" idx="3"/>
          </p:nvPr>
        </p:nvGraphicFramePr>
        <p:xfrm>
          <a:off x="1363663" y="3887788"/>
          <a:ext cx="7067550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6" r:id="rId5" imgW="3592541" imgH="723586" progId="Equation.DSMT4">
                  <p:embed/>
                </p:oleObj>
              </mc:Choice>
              <mc:Fallback>
                <p:oleObj r:id="rId5" imgW="3592541" imgH="723586" progId="Equation.DSMT4">
                  <p:embed/>
                  <p:pic>
                    <p:nvPicPr>
                      <p:cNvPr id="0" name="Object 1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663" y="3887788"/>
                        <a:ext cx="7067550" cy="14255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6480" name="AutoShape 16"/>
          <p:cNvSpPr>
            <a:spLocks noChangeArrowheads="1"/>
          </p:cNvSpPr>
          <p:nvPr/>
        </p:nvSpPr>
        <p:spPr bwMode="auto">
          <a:xfrm>
            <a:off x="803275" y="5649913"/>
            <a:ext cx="276225" cy="222250"/>
          </a:xfrm>
          <a:prstGeom prst="star4">
            <a:avLst>
              <a:gd name="adj" fmla="val 12500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46481" name="Rectangle 17"/>
          <p:cNvSpPr>
            <a:spLocks noChangeArrowheads="1"/>
          </p:cNvSpPr>
          <p:nvPr/>
        </p:nvSpPr>
        <p:spPr bwMode="auto">
          <a:xfrm>
            <a:off x="1201738" y="5530850"/>
            <a:ext cx="740727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27063" indent="-627063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Clr>
                <a:srgbClr val="5E5D2F"/>
              </a:buClr>
              <a:buFont typeface="Arial" panose="020B0604020202020204" pitchFamily="34" charset="0"/>
              <a:buNone/>
            </a:pPr>
            <a:r>
              <a:rPr lang="zh-CN" altLang="en-US" sz="2800">
                <a:solidFill>
                  <a:srgbClr val="CC0066"/>
                </a:solidFill>
                <a:latin typeface="宋体" panose="02010600030101010101" pitchFamily="2" charset="-122"/>
              </a:rPr>
              <a:t>关键是找出等价事件。</a:t>
            </a: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6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6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467" grpId="0"/>
      <p:bldP spid="446480" grpId="0" animBg="1"/>
      <p:bldP spid="44648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13BB117F-C3E5-43AE-B286-19635F55DE96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106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1571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19200" y="703263"/>
            <a:ext cx="7086600" cy="1589087"/>
          </a:xfrm>
        </p:spPr>
        <p:txBody>
          <a:bodyPr/>
          <a:lstStyle/>
          <a:p>
            <a:pPr eaLnBrk="1" hangingPunct="1">
              <a:buFontTx/>
              <a:buBlip>
                <a:blip r:embed="rId3"/>
              </a:buBlip>
            </a:pP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例：设		     </a:t>
            </a:r>
          </a:p>
          <a:p>
            <a:pPr eaLnBrk="1" hangingPunct="1">
              <a:buFontTx/>
              <a:buNone/>
            </a:pP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  	 </a:t>
            </a:r>
          </a:p>
          <a:p>
            <a:pPr eaLnBrk="1" hangingPunct="1">
              <a:buFontTx/>
              <a:buNone/>
            </a:pP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 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Y=2X,Z=X</a:t>
            </a:r>
            <a:r>
              <a:rPr lang="en-US" altLang="zh-CN" sz="2800" baseline="300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r>
              <a:rPr lang="en-US" altLang="zh-CN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Y,Z</a:t>
            </a: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的概率分布。</a:t>
            </a:r>
            <a:endParaRPr lang="zh-CN" altLang="en-US" sz="2800" baseline="30000">
              <a:solidFill>
                <a:srgbClr val="1E116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15715" name="Group 24"/>
          <p:cNvGrpSpPr>
            <a:grpSpLocks/>
          </p:cNvGrpSpPr>
          <p:nvPr/>
        </p:nvGrpSpPr>
        <p:grpSpPr bwMode="auto">
          <a:xfrm>
            <a:off x="2747963" y="746125"/>
            <a:ext cx="3141662" cy="1016000"/>
            <a:chOff x="428" y="1326"/>
            <a:chExt cx="1262" cy="452"/>
          </a:xfrm>
        </p:grpSpPr>
        <p:sp>
          <p:nvSpPr>
            <p:cNvPr id="115716" name="Line 5"/>
            <p:cNvSpPr>
              <a:spLocks noChangeShapeType="1"/>
            </p:cNvSpPr>
            <p:nvPr/>
          </p:nvSpPr>
          <p:spPr bwMode="auto">
            <a:xfrm>
              <a:off x="428" y="1557"/>
              <a:ext cx="1262" cy="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17" name="Line 6"/>
            <p:cNvSpPr>
              <a:spLocks noChangeShapeType="1"/>
            </p:cNvSpPr>
            <p:nvPr/>
          </p:nvSpPr>
          <p:spPr bwMode="auto">
            <a:xfrm>
              <a:off x="656" y="1359"/>
              <a:ext cx="0" cy="419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5718" name="Group 23"/>
            <p:cNvGrpSpPr>
              <a:grpSpLocks/>
            </p:cNvGrpSpPr>
            <p:nvPr/>
          </p:nvGrpSpPr>
          <p:grpSpPr bwMode="auto">
            <a:xfrm>
              <a:off x="480" y="1326"/>
              <a:ext cx="1107" cy="437"/>
              <a:chOff x="480" y="1326"/>
              <a:chExt cx="1107" cy="437"/>
            </a:xfrm>
          </p:grpSpPr>
          <p:graphicFrame>
            <p:nvGraphicFramePr>
              <p:cNvPr id="115719" name="Object 16"/>
              <p:cNvGraphicFramePr>
                <a:graphicFrameLocks/>
              </p:cNvGraphicFramePr>
              <p:nvPr/>
            </p:nvGraphicFramePr>
            <p:xfrm>
              <a:off x="1098" y="1571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6191" r:id="rId4" imgW="228402" imgH="304536" progId="Equation.DSMT4">
                      <p:embed/>
                    </p:oleObj>
                  </mc:Choice>
                  <mc:Fallback>
                    <p:oleObj r:id="rId4" imgW="228402" imgH="304536" progId="Equation.DSMT4">
                      <p:embed/>
                      <p:pic>
                        <p:nvPicPr>
                          <p:cNvPr id="0" name="Object 1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98" y="1571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5720" name="Text Box 8"/>
              <p:cNvSpPr txBox="1">
                <a:spLocks noChangeArrowheads="1"/>
              </p:cNvSpPr>
              <p:nvPr/>
            </p:nvSpPr>
            <p:spPr bwMode="auto">
              <a:xfrm>
                <a:off x="480" y="1336"/>
                <a:ext cx="119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宋体" panose="02010600030101010101" pitchFamily="2" charset="-122"/>
                  </a:rPr>
                  <a:t>X</a:t>
                </a:r>
              </a:p>
            </p:txBody>
          </p:sp>
          <p:sp>
            <p:nvSpPr>
              <p:cNvPr id="115721" name="Text Box 9"/>
              <p:cNvSpPr txBox="1">
                <a:spLocks noChangeArrowheads="1"/>
              </p:cNvSpPr>
              <p:nvPr/>
            </p:nvSpPr>
            <p:spPr bwMode="auto">
              <a:xfrm>
                <a:off x="732" y="1334"/>
                <a:ext cx="16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宋体" panose="02010600030101010101" pitchFamily="2" charset="-122"/>
                  </a:rPr>
                  <a:t>-1</a:t>
                </a:r>
              </a:p>
            </p:txBody>
          </p:sp>
          <p:sp>
            <p:nvSpPr>
              <p:cNvPr id="115722" name="Text Box 10"/>
              <p:cNvSpPr txBox="1">
                <a:spLocks noChangeArrowheads="1"/>
              </p:cNvSpPr>
              <p:nvPr/>
            </p:nvSpPr>
            <p:spPr bwMode="auto">
              <a:xfrm>
                <a:off x="1423" y="1328"/>
                <a:ext cx="11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15723" name="Text Box 11"/>
              <p:cNvSpPr txBox="1">
                <a:spLocks noChangeArrowheads="1"/>
              </p:cNvSpPr>
              <p:nvPr/>
            </p:nvSpPr>
            <p:spPr bwMode="auto">
              <a:xfrm>
                <a:off x="1081" y="1326"/>
                <a:ext cx="119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15724" name="Text Box 15"/>
              <p:cNvSpPr txBox="1">
                <a:spLocks noChangeArrowheads="1"/>
              </p:cNvSpPr>
              <p:nvPr/>
            </p:nvSpPr>
            <p:spPr bwMode="auto">
              <a:xfrm>
                <a:off x="484" y="1501"/>
                <a:ext cx="119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宋体" panose="02010600030101010101" pitchFamily="2" charset="-122"/>
                  </a:rPr>
                  <a:t>p</a:t>
                </a:r>
              </a:p>
            </p:txBody>
          </p:sp>
          <p:graphicFrame>
            <p:nvGraphicFramePr>
              <p:cNvPr id="115725" name="Object 19"/>
              <p:cNvGraphicFramePr>
                <a:graphicFrameLocks/>
              </p:cNvGraphicFramePr>
              <p:nvPr/>
            </p:nvGraphicFramePr>
            <p:xfrm>
              <a:off x="1443" y="1562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6192" r:id="rId6" imgW="228402" imgH="304536" progId="Equation.DSMT4">
                      <p:embed/>
                    </p:oleObj>
                  </mc:Choice>
                  <mc:Fallback>
                    <p:oleObj r:id="rId6" imgW="228402" imgH="304536" progId="Equation.DSMT4">
                      <p:embed/>
                      <p:pic>
                        <p:nvPicPr>
                          <p:cNvPr id="0" name="Object 1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3" y="1562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5726" name="Object 22"/>
              <p:cNvGraphicFramePr>
                <a:graphicFrameLocks/>
              </p:cNvGraphicFramePr>
              <p:nvPr/>
            </p:nvGraphicFramePr>
            <p:xfrm>
              <a:off x="837" y="1569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6193" r:id="rId7" imgW="228402" imgH="304536" progId="Equation.DSMT4">
                      <p:embed/>
                    </p:oleObj>
                  </mc:Choice>
                  <mc:Fallback>
                    <p:oleObj r:id="rId7" imgW="228402" imgH="304536" progId="Equation.DSMT4">
                      <p:embed/>
                      <p:pic>
                        <p:nvPicPr>
                          <p:cNvPr id="0" name="Object 2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7" y="1569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Group 51"/>
          <p:cNvGrpSpPr>
            <a:grpSpLocks/>
          </p:cNvGrpSpPr>
          <p:nvPr/>
        </p:nvGrpSpPr>
        <p:grpSpPr bwMode="auto">
          <a:xfrm>
            <a:off x="2882900" y="5600700"/>
            <a:ext cx="2492375" cy="792163"/>
            <a:chOff x="3372" y="3019"/>
            <a:chExt cx="888" cy="452"/>
          </a:xfrm>
        </p:grpSpPr>
        <p:sp>
          <p:nvSpPr>
            <p:cNvPr id="115728" name="Line 26"/>
            <p:cNvSpPr>
              <a:spLocks noChangeShapeType="1"/>
            </p:cNvSpPr>
            <p:nvPr/>
          </p:nvSpPr>
          <p:spPr bwMode="auto">
            <a:xfrm>
              <a:off x="3372" y="3250"/>
              <a:ext cx="888" cy="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29" name="Line 27"/>
            <p:cNvSpPr>
              <a:spLocks noChangeShapeType="1"/>
            </p:cNvSpPr>
            <p:nvPr/>
          </p:nvSpPr>
          <p:spPr bwMode="auto">
            <a:xfrm>
              <a:off x="3600" y="3052"/>
              <a:ext cx="0" cy="419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5730" name="Group 50"/>
            <p:cNvGrpSpPr>
              <a:grpSpLocks/>
            </p:cNvGrpSpPr>
            <p:nvPr/>
          </p:nvGrpSpPr>
          <p:grpSpPr bwMode="auto">
            <a:xfrm>
              <a:off x="3424" y="3019"/>
              <a:ext cx="772" cy="437"/>
              <a:chOff x="3424" y="3019"/>
              <a:chExt cx="772" cy="437"/>
            </a:xfrm>
          </p:grpSpPr>
          <p:graphicFrame>
            <p:nvGraphicFramePr>
              <p:cNvPr id="115731" name="Object 29"/>
              <p:cNvGraphicFramePr>
                <a:graphicFrameLocks/>
              </p:cNvGraphicFramePr>
              <p:nvPr/>
            </p:nvGraphicFramePr>
            <p:xfrm>
              <a:off x="4052" y="3264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6194" r:id="rId8" imgW="228402" imgH="304536" progId="Equation.DSMT4">
                      <p:embed/>
                    </p:oleObj>
                  </mc:Choice>
                  <mc:Fallback>
                    <p:oleObj r:id="rId8" imgW="228402" imgH="304536" progId="Equation.DSMT4">
                      <p:embed/>
                      <p:pic>
                        <p:nvPicPr>
                          <p:cNvPr id="0" name="Object 2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2" y="3264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5732" name="Text Box 30"/>
              <p:cNvSpPr txBox="1">
                <a:spLocks noChangeArrowheads="1"/>
              </p:cNvSpPr>
              <p:nvPr/>
            </p:nvSpPr>
            <p:spPr bwMode="auto">
              <a:xfrm>
                <a:off x="3424" y="3029"/>
                <a:ext cx="105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宋体" panose="02010600030101010101" pitchFamily="2" charset="-122"/>
                  </a:rPr>
                  <a:t>Z</a:t>
                </a:r>
              </a:p>
            </p:txBody>
          </p:sp>
          <p:sp>
            <p:nvSpPr>
              <p:cNvPr id="115733" name="Text Box 31"/>
              <p:cNvSpPr txBox="1">
                <a:spLocks noChangeArrowheads="1"/>
              </p:cNvSpPr>
              <p:nvPr/>
            </p:nvSpPr>
            <p:spPr bwMode="auto">
              <a:xfrm>
                <a:off x="3676" y="3027"/>
                <a:ext cx="105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15734" name="Text Box 33"/>
              <p:cNvSpPr txBox="1">
                <a:spLocks noChangeArrowheads="1"/>
              </p:cNvSpPr>
              <p:nvPr/>
            </p:nvSpPr>
            <p:spPr bwMode="auto">
              <a:xfrm>
                <a:off x="4025" y="3019"/>
                <a:ext cx="105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15735" name="Text Box 34"/>
              <p:cNvSpPr txBox="1">
                <a:spLocks noChangeArrowheads="1"/>
              </p:cNvSpPr>
              <p:nvPr/>
            </p:nvSpPr>
            <p:spPr bwMode="auto">
              <a:xfrm>
                <a:off x="3428" y="3194"/>
                <a:ext cx="105" cy="2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宋体" panose="02010600030101010101" pitchFamily="2" charset="-122"/>
                  </a:rPr>
                  <a:t>p</a:t>
                </a:r>
              </a:p>
            </p:txBody>
          </p:sp>
          <p:graphicFrame>
            <p:nvGraphicFramePr>
              <p:cNvPr id="115736" name="Object 36"/>
              <p:cNvGraphicFramePr>
                <a:graphicFrameLocks/>
              </p:cNvGraphicFramePr>
              <p:nvPr/>
            </p:nvGraphicFramePr>
            <p:xfrm>
              <a:off x="3701" y="3262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6195" r:id="rId10" imgW="228402" imgH="304536" progId="Equation.DSMT4">
                      <p:embed/>
                    </p:oleObj>
                  </mc:Choice>
                  <mc:Fallback>
                    <p:oleObj r:id="rId10" imgW="228402" imgH="304536" progId="Equation.DSMT4">
                      <p:embed/>
                      <p:pic>
                        <p:nvPicPr>
                          <p:cNvPr id="0" name="Object 3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01" y="3262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2890838" y="4624388"/>
            <a:ext cx="3346450" cy="828675"/>
            <a:chOff x="428" y="1326"/>
            <a:chExt cx="1262" cy="452"/>
          </a:xfrm>
        </p:grpSpPr>
        <p:sp>
          <p:nvSpPr>
            <p:cNvPr id="115738" name="Line 38"/>
            <p:cNvSpPr>
              <a:spLocks noChangeShapeType="1"/>
            </p:cNvSpPr>
            <p:nvPr/>
          </p:nvSpPr>
          <p:spPr bwMode="auto">
            <a:xfrm>
              <a:off x="428" y="1557"/>
              <a:ext cx="1262" cy="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39" name="Line 39"/>
            <p:cNvSpPr>
              <a:spLocks noChangeShapeType="1"/>
            </p:cNvSpPr>
            <p:nvPr/>
          </p:nvSpPr>
          <p:spPr bwMode="auto">
            <a:xfrm>
              <a:off x="656" y="1359"/>
              <a:ext cx="0" cy="419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5740" name="Group 40"/>
            <p:cNvGrpSpPr>
              <a:grpSpLocks/>
            </p:cNvGrpSpPr>
            <p:nvPr/>
          </p:nvGrpSpPr>
          <p:grpSpPr bwMode="auto">
            <a:xfrm>
              <a:off x="480" y="1326"/>
              <a:ext cx="1107" cy="437"/>
              <a:chOff x="480" y="1326"/>
              <a:chExt cx="1107" cy="437"/>
            </a:xfrm>
          </p:grpSpPr>
          <p:graphicFrame>
            <p:nvGraphicFramePr>
              <p:cNvPr id="115741" name="Object 41"/>
              <p:cNvGraphicFramePr>
                <a:graphicFrameLocks/>
              </p:cNvGraphicFramePr>
              <p:nvPr/>
            </p:nvGraphicFramePr>
            <p:xfrm>
              <a:off x="1098" y="1571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6196" r:id="rId11" imgW="228402" imgH="304536" progId="Equation.DSMT4">
                      <p:embed/>
                    </p:oleObj>
                  </mc:Choice>
                  <mc:Fallback>
                    <p:oleObj r:id="rId11" imgW="228402" imgH="304536" progId="Equation.DSMT4">
                      <p:embed/>
                      <p:pic>
                        <p:nvPicPr>
                          <p:cNvPr id="0" name="Object 4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98" y="1571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5742" name="Text Box 42"/>
              <p:cNvSpPr txBox="1">
                <a:spLocks noChangeArrowheads="1"/>
              </p:cNvSpPr>
              <p:nvPr/>
            </p:nvSpPr>
            <p:spPr bwMode="auto">
              <a:xfrm>
                <a:off x="480" y="1336"/>
                <a:ext cx="111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115743" name="Text Box 43"/>
              <p:cNvSpPr txBox="1">
                <a:spLocks noChangeArrowheads="1"/>
              </p:cNvSpPr>
              <p:nvPr/>
            </p:nvSpPr>
            <p:spPr bwMode="auto">
              <a:xfrm>
                <a:off x="732" y="1334"/>
                <a:ext cx="155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宋体" panose="02010600030101010101" pitchFamily="2" charset="-122"/>
                  </a:rPr>
                  <a:t>-2</a:t>
                </a:r>
              </a:p>
            </p:txBody>
          </p:sp>
          <p:sp>
            <p:nvSpPr>
              <p:cNvPr id="115744" name="Text Box 44"/>
              <p:cNvSpPr txBox="1">
                <a:spLocks noChangeArrowheads="1"/>
              </p:cNvSpPr>
              <p:nvPr/>
            </p:nvSpPr>
            <p:spPr bwMode="auto">
              <a:xfrm>
                <a:off x="1423" y="1328"/>
                <a:ext cx="111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115745" name="Text Box 45"/>
              <p:cNvSpPr txBox="1">
                <a:spLocks noChangeArrowheads="1"/>
              </p:cNvSpPr>
              <p:nvPr/>
            </p:nvSpPr>
            <p:spPr bwMode="auto">
              <a:xfrm>
                <a:off x="1081" y="1326"/>
                <a:ext cx="112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15746" name="Text Box 46"/>
              <p:cNvSpPr txBox="1">
                <a:spLocks noChangeArrowheads="1"/>
              </p:cNvSpPr>
              <p:nvPr/>
            </p:nvSpPr>
            <p:spPr bwMode="auto">
              <a:xfrm>
                <a:off x="484" y="1501"/>
                <a:ext cx="112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228600" indent="-228600"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•"/>
                  <a:defRPr sz="2400">
                    <a:solidFill>
                      <a:srgbClr val="000066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en-US" altLang="zh-CN" sz="1800">
                    <a:latin typeface="宋体" panose="02010600030101010101" pitchFamily="2" charset="-122"/>
                  </a:rPr>
                  <a:t>p</a:t>
                </a:r>
              </a:p>
            </p:txBody>
          </p:sp>
          <p:graphicFrame>
            <p:nvGraphicFramePr>
              <p:cNvPr id="115747" name="Object 47"/>
              <p:cNvGraphicFramePr>
                <a:graphicFrameLocks/>
              </p:cNvGraphicFramePr>
              <p:nvPr/>
            </p:nvGraphicFramePr>
            <p:xfrm>
              <a:off x="1443" y="1562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6197" r:id="rId12" imgW="228402" imgH="304536" progId="Equation.DSMT4">
                      <p:embed/>
                    </p:oleObj>
                  </mc:Choice>
                  <mc:Fallback>
                    <p:oleObj r:id="rId12" imgW="228402" imgH="304536" progId="Equation.DSMT4">
                      <p:embed/>
                      <p:pic>
                        <p:nvPicPr>
                          <p:cNvPr id="0" name="Object 4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3" y="1562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5748" name="Object 48"/>
              <p:cNvGraphicFramePr>
                <a:graphicFrameLocks/>
              </p:cNvGraphicFramePr>
              <p:nvPr/>
            </p:nvGraphicFramePr>
            <p:xfrm>
              <a:off x="837" y="1569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6198" r:id="rId13" imgW="228402" imgH="304536" progId="Equation.DSMT4">
                      <p:embed/>
                    </p:oleObj>
                  </mc:Choice>
                  <mc:Fallback>
                    <p:oleObj r:id="rId13" imgW="228402" imgH="304536" progId="Equation.DSMT4">
                      <p:embed/>
                      <p:pic>
                        <p:nvPicPr>
                          <p:cNvPr id="0" name="Object 4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7" y="1569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876020" name="Rectangle 52"/>
          <p:cNvSpPr>
            <a:spLocks noChangeArrowheads="1"/>
          </p:cNvSpPr>
          <p:nvPr/>
        </p:nvSpPr>
        <p:spPr bwMode="auto">
          <a:xfrm>
            <a:off x="1371600" y="2311400"/>
            <a:ext cx="7086600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解：</a:t>
            </a: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Y</a:t>
            </a: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的可能取值为</a:t>
            </a: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-2,0,2</a:t>
            </a:r>
          </a:p>
          <a:p>
            <a:pPr latinLnBrk="1"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	    Z</a:t>
            </a: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的可能取值为</a:t>
            </a: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0,1</a:t>
            </a:r>
          </a:p>
          <a:p>
            <a:pPr latinLnBrk="1"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		(Y=-2)</a:t>
            </a: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的等价事件为</a:t>
            </a: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(X=-1)…</a:t>
            </a:r>
          </a:p>
          <a:p>
            <a:pPr latinLnBrk="1"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		(Z=1)</a:t>
            </a: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的等价事件为</a:t>
            </a: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(X=1)∪(X=-1)</a:t>
            </a:r>
          </a:p>
        </p:txBody>
      </p:sp>
      <p:sp>
        <p:nvSpPr>
          <p:cNvPr id="1876021" name="Rectangle 53"/>
          <p:cNvSpPr>
            <a:spLocks noChangeArrowheads="1"/>
          </p:cNvSpPr>
          <p:nvPr/>
        </p:nvSpPr>
        <p:spPr bwMode="auto">
          <a:xfrm>
            <a:off x="1371600" y="4775200"/>
            <a:ext cx="70866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5E5D2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800">
                <a:solidFill>
                  <a:srgbClr val="5E5D2F"/>
                </a:solidFill>
                <a:latin typeface="宋体" panose="02010600030101010101" pitchFamily="2" charset="-122"/>
              </a:rPr>
              <a:t>故得：</a:t>
            </a:r>
            <a:endParaRPr lang="zh-CN" altLang="en-US" sz="2800" baseline="30000">
              <a:solidFill>
                <a:srgbClr val="5E5D2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76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76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76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76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6020" grpId="0"/>
      <p:bldP spid="18760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8D7406D0-4FF4-47D0-A7BA-DD2E013F0719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107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1673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31863" y="477838"/>
            <a:ext cx="7697787" cy="6057900"/>
          </a:xfrm>
        </p:spPr>
        <p:txBody>
          <a:bodyPr/>
          <a:lstStyle/>
          <a:p>
            <a:pPr eaLnBrk="1" hangingPunct="1">
              <a:buFontTx/>
              <a:buBlip>
                <a:blip r:embed="rId3"/>
              </a:buBlip>
            </a:pPr>
            <a:r>
              <a:rPr lang="zh-CN" altLang="en-US" sz="2800">
                <a:solidFill>
                  <a:srgbClr val="1E116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eaLnBrk="1" hangingPunct="1">
              <a:buFontTx/>
              <a:buNone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</a:p>
          <a:p>
            <a:pPr eaLnBrk="1" hangingPunct="1">
              <a:buFontTx/>
              <a:buNone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</a:p>
        </p:txBody>
      </p:sp>
      <p:graphicFrame>
        <p:nvGraphicFramePr>
          <p:cNvPr id="116739" name="Object 0"/>
          <p:cNvGraphicFramePr>
            <a:graphicFrameLocks noGrp="1"/>
          </p:cNvGraphicFramePr>
          <p:nvPr>
            <p:ph sz="quarter" idx="2"/>
          </p:nvPr>
        </p:nvGraphicFramePr>
        <p:xfrm>
          <a:off x="1957388" y="519113"/>
          <a:ext cx="5927725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43" r:id="rId4" imgW="2526204" imgH="482391" progId="Equation.DSMT4">
                  <p:embed/>
                </p:oleObj>
              </mc:Choice>
              <mc:Fallback>
                <p:oleObj r:id="rId4" imgW="2526204" imgH="482391" progId="Equation.DSMT4">
                  <p:embed/>
                  <p:pic>
                    <p:nvPicPr>
                      <p:cNvPr id="0" name="Object 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7388" y="519113"/>
                        <a:ext cx="5927725" cy="113188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5937" name="Object 1"/>
          <p:cNvGraphicFramePr>
            <a:graphicFrameLocks/>
          </p:cNvGraphicFramePr>
          <p:nvPr/>
        </p:nvGraphicFramePr>
        <p:xfrm>
          <a:off x="1727200" y="2000250"/>
          <a:ext cx="468947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44" r:id="rId6" imgW="2159000" imgH="228600" progId="Equation.DSMT4">
                  <p:embed/>
                </p:oleObj>
              </mc:Choice>
              <mc:Fallback>
                <p:oleObj r:id="rId6" imgW="2159000" imgH="228600" progId="Equation.DSMT4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2000250"/>
                        <a:ext cx="468947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5938" name="Object 2"/>
          <p:cNvGraphicFramePr>
            <a:graphicFrameLocks/>
          </p:cNvGraphicFramePr>
          <p:nvPr/>
        </p:nvGraphicFramePr>
        <p:xfrm>
          <a:off x="1547813" y="2552700"/>
          <a:ext cx="24479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45" r:id="rId8" imgW="1193800" imgH="228600" progId="Equation.DSMT4">
                  <p:embed/>
                </p:oleObj>
              </mc:Choice>
              <mc:Fallback>
                <p:oleObj r:id="rId8" imgW="1193800" imgH="22860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552700"/>
                        <a:ext cx="244792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5939" name="Object 3"/>
          <p:cNvGraphicFramePr>
            <a:graphicFrameLocks/>
          </p:cNvGraphicFramePr>
          <p:nvPr/>
        </p:nvGraphicFramePr>
        <p:xfrm>
          <a:off x="4083050" y="2593975"/>
          <a:ext cx="14589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46" r:id="rId10" imgW="710583" imgH="203024" progId="Equation.DSMT4">
                  <p:embed/>
                </p:oleObj>
              </mc:Choice>
              <mc:Fallback>
                <p:oleObj r:id="rId10" imgW="710583" imgH="203024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050" y="2593975"/>
                        <a:ext cx="1458913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5940" name="Object 4"/>
          <p:cNvGraphicFramePr>
            <a:graphicFrameLocks/>
          </p:cNvGraphicFramePr>
          <p:nvPr/>
        </p:nvGraphicFramePr>
        <p:xfrm>
          <a:off x="5570538" y="2528888"/>
          <a:ext cx="166528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47" r:id="rId12" imgW="812447" imgH="228501" progId="Equation.DSMT4">
                  <p:embed/>
                </p:oleObj>
              </mc:Choice>
              <mc:Fallback>
                <p:oleObj r:id="rId12" imgW="812447" imgH="228501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0538" y="2528888"/>
                        <a:ext cx="1665287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5941" name="Object 5"/>
          <p:cNvGraphicFramePr>
            <a:graphicFrameLocks/>
          </p:cNvGraphicFramePr>
          <p:nvPr/>
        </p:nvGraphicFramePr>
        <p:xfrm>
          <a:off x="7226300" y="2405063"/>
          <a:ext cx="1666875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48" r:id="rId14" imgW="812447" imgH="368140" progId="Equation.DSMT4">
                  <p:embed/>
                </p:oleObj>
              </mc:Choice>
              <mc:Fallback>
                <p:oleObj r:id="rId14" imgW="812447" imgH="368140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6300" y="2405063"/>
                        <a:ext cx="1666875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5942" name="Object 6"/>
          <p:cNvGraphicFramePr>
            <a:graphicFrameLocks/>
          </p:cNvGraphicFramePr>
          <p:nvPr/>
        </p:nvGraphicFramePr>
        <p:xfrm>
          <a:off x="4087813" y="3089275"/>
          <a:ext cx="3254375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49" r:id="rId16" imgW="1586811" imgH="342751" progId="Equation.DSMT4">
                  <p:embed/>
                </p:oleObj>
              </mc:Choice>
              <mc:Fallback>
                <p:oleObj r:id="rId16" imgW="1586811" imgH="342751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7813" y="3089275"/>
                        <a:ext cx="3254375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5943" name="Object 7"/>
          <p:cNvGraphicFramePr>
            <a:graphicFrameLocks/>
          </p:cNvGraphicFramePr>
          <p:nvPr/>
        </p:nvGraphicFramePr>
        <p:xfrm>
          <a:off x="1676400" y="4764088"/>
          <a:ext cx="23971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50" r:id="rId18" imgW="1168400" imgH="228600" progId="Equation.DSMT4">
                  <p:embed/>
                </p:oleObj>
              </mc:Choice>
              <mc:Fallback>
                <p:oleObj r:id="rId18" imgW="1168400" imgH="22860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764088"/>
                        <a:ext cx="239712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5944" name="Object 8"/>
          <p:cNvGraphicFramePr>
            <a:graphicFrameLocks/>
          </p:cNvGraphicFramePr>
          <p:nvPr/>
        </p:nvGraphicFramePr>
        <p:xfrm>
          <a:off x="4108450" y="4271963"/>
          <a:ext cx="4478338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51" r:id="rId20" imgW="2183452" imgH="710891" progId="Equation.DSMT4">
                  <p:embed/>
                </p:oleObj>
              </mc:Choice>
              <mc:Fallback>
                <p:oleObj r:id="rId20" imgW="2183452" imgH="710891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8450" y="4271963"/>
                        <a:ext cx="4478338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215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21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21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21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215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21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215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21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A7898C1B-7FF0-46FC-8861-1894DAD5BD1D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108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graphicFrame>
        <p:nvGraphicFramePr>
          <p:cNvPr id="117762" name="Object 4"/>
          <p:cNvGraphicFramePr>
            <a:graphicFrameLocks noGrp="1"/>
          </p:cNvGraphicFramePr>
          <p:nvPr>
            <p:ph sz="quarter" idx="2"/>
          </p:nvPr>
        </p:nvGraphicFramePr>
        <p:xfrm>
          <a:off x="1128713" y="420688"/>
          <a:ext cx="702151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73" r:id="rId3" imgW="3860800" imgH="457200" progId="Equation.DSMT4">
                  <p:embed/>
                </p:oleObj>
              </mc:Choice>
              <mc:Fallback>
                <p:oleObj r:id="rId3" imgW="3860800" imgH="457200" progId="Equation.DSMT4">
                  <p:embed/>
                  <p:pic>
                    <p:nvPicPr>
                      <p:cNvPr id="0" name="Object 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713" y="420688"/>
                        <a:ext cx="7021512" cy="8318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3" name="Object 7"/>
          <p:cNvGraphicFramePr>
            <a:graphicFrameLocks noGrp="1"/>
          </p:cNvGraphicFramePr>
          <p:nvPr>
            <p:ph sz="quarter" idx="3"/>
          </p:nvPr>
        </p:nvGraphicFramePr>
        <p:xfrm>
          <a:off x="2362200" y="1231900"/>
          <a:ext cx="458787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74" r:id="rId5" imgW="2438400" imgH="508000" progId="Equation.DSMT4">
                  <p:embed/>
                </p:oleObj>
              </mc:Choice>
              <mc:Fallback>
                <p:oleObj r:id="rId5" imgW="2438400" imgH="508000" progId="Equation.DSMT4">
                  <p:embed/>
                  <p:pic>
                    <p:nvPicPr>
                      <p:cNvPr id="0" name="Object 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231900"/>
                        <a:ext cx="4587875" cy="9556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4" name="Object 10"/>
          <p:cNvGraphicFramePr>
            <a:graphicFrameLocks/>
          </p:cNvGraphicFramePr>
          <p:nvPr/>
        </p:nvGraphicFramePr>
        <p:xfrm>
          <a:off x="1260475" y="2120900"/>
          <a:ext cx="6913563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75" r:id="rId7" imgW="3390900" imgH="457200" progId="Equation.DSMT4">
                  <p:embed/>
                </p:oleObj>
              </mc:Choice>
              <mc:Fallback>
                <p:oleObj r:id="rId7" imgW="3390900" imgH="457200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2120900"/>
                        <a:ext cx="6913563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19" name="Object 11"/>
          <p:cNvGraphicFramePr>
            <a:graphicFrameLocks/>
          </p:cNvGraphicFramePr>
          <p:nvPr/>
        </p:nvGraphicFramePr>
        <p:xfrm>
          <a:off x="1116013" y="3213100"/>
          <a:ext cx="30210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76" r:id="rId9" imgW="1534702" imgH="215619" progId="Equation.DSMT4">
                  <p:embed/>
                </p:oleObj>
              </mc:Choice>
              <mc:Fallback>
                <p:oleObj r:id="rId9" imgW="1534702" imgH="215619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213100"/>
                        <a:ext cx="302101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20" name="Object 12"/>
          <p:cNvGraphicFramePr>
            <a:graphicFrameLocks/>
          </p:cNvGraphicFramePr>
          <p:nvPr/>
        </p:nvGraphicFramePr>
        <p:xfrm>
          <a:off x="2222500" y="3690938"/>
          <a:ext cx="1716088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77" r:id="rId11" imgW="887844" imgH="215619" progId="Equation.DSMT4">
                  <p:embed/>
                </p:oleObj>
              </mc:Choice>
              <mc:Fallback>
                <p:oleObj r:id="rId11" imgW="887844" imgH="215619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3690938"/>
                        <a:ext cx="1716088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22" name="Object 14"/>
          <p:cNvGraphicFramePr>
            <a:graphicFrameLocks/>
          </p:cNvGraphicFramePr>
          <p:nvPr/>
        </p:nvGraphicFramePr>
        <p:xfrm>
          <a:off x="1949450" y="5843588"/>
          <a:ext cx="502443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78" r:id="rId13" imgW="2728132" imgH="253780" progId="Equation.DSMT4">
                  <p:embed/>
                </p:oleObj>
              </mc:Choice>
              <mc:Fallback>
                <p:oleObj r:id="rId13" imgW="2728132" imgH="253780" progId="Equation.DSMT4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450" y="5843588"/>
                        <a:ext cx="502443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23" name="Object 15"/>
          <p:cNvGraphicFramePr>
            <a:graphicFrameLocks/>
          </p:cNvGraphicFramePr>
          <p:nvPr/>
        </p:nvGraphicFramePr>
        <p:xfrm>
          <a:off x="1163638" y="6324600"/>
          <a:ext cx="475456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79" r:id="rId15" imgW="2435229" imgH="215619" progId="Equation.DSMT4">
                  <p:embed/>
                </p:oleObj>
              </mc:Choice>
              <mc:Fallback>
                <p:oleObj r:id="rId15" imgW="2435229" imgH="215619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638" y="6324600"/>
                        <a:ext cx="4754562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769" name="Group 31"/>
          <p:cNvGrpSpPr>
            <a:grpSpLocks/>
          </p:cNvGrpSpPr>
          <p:nvPr/>
        </p:nvGrpSpPr>
        <p:grpSpPr bwMode="auto">
          <a:xfrm>
            <a:off x="7491413" y="2589213"/>
            <a:ext cx="1566862" cy="1446212"/>
            <a:chOff x="4773" y="2825"/>
            <a:chExt cx="987" cy="911"/>
          </a:xfrm>
        </p:grpSpPr>
        <p:sp>
          <p:nvSpPr>
            <p:cNvPr id="117770" name="Line 16"/>
            <p:cNvSpPr>
              <a:spLocks noChangeShapeType="1"/>
            </p:cNvSpPr>
            <p:nvPr/>
          </p:nvSpPr>
          <p:spPr bwMode="auto">
            <a:xfrm>
              <a:off x="4773" y="3505"/>
              <a:ext cx="839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7771" name="Group 30"/>
            <p:cNvGrpSpPr>
              <a:grpSpLocks/>
            </p:cNvGrpSpPr>
            <p:nvPr/>
          </p:nvGrpSpPr>
          <p:grpSpPr bwMode="auto">
            <a:xfrm>
              <a:off x="4825" y="2825"/>
              <a:ext cx="935" cy="911"/>
              <a:chOff x="4825" y="2817"/>
              <a:chExt cx="935" cy="911"/>
            </a:xfrm>
          </p:grpSpPr>
          <p:grpSp>
            <p:nvGrpSpPr>
              <p:cNvPr id="117772" name="Group 29"/>
              <p:cNvGrpSpPr>
                <a:grpSpLocks/>
              </p:cNvGrpSpPr>
              <p:nvPr/>
            </p:nvGrpSpPr>
            <p:grpSpPr bwMode="auto">
              <a:xfrm>
                <a:off x="4855" y="2913"/>
                <a:ext cx="625" cy="815"/>
                <a:chOff x="4855" y="2913"/>
                <a:chExt cx="625" cy="815"/>
              </a:xfrm>
            </p:grpSpPr>
            <p:sp>
              <p:nvSpPr>
                <p:cNvPr id="117773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4978" y="2913"/>
                  <a:ext cx="0" cy="815"/>
                </a:xfrm>
                <a:prstGeom prst="line">
                  <a:avLst/>
                </a:prstGeom>
                <a:noFill/>
                <a:ln w="9525">
                  <a:solidFill>
                    <a:srgbClr val="FF66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7774" name="Arc 19"/>
                <p:cNvSpPr>
                  <a:spLocks noChangeArrowheads="1"/>
                </p:cNvSpPr>
                <p:nvPr/>
              </p:nvSpPr>
              <p:spPr bwMode="auto">
                <a:xfrm flipV="1">
                  <a:off x="4855" y="2962"/>
                  <a:ext cx="501" cy="675"/>
                </a:xfrm>
                <a:custGeom>
                  <a:avLst/>
                  <a:gdLst>
                    <a:gd name="T0" fmla="*/ -1 w 21549"/>
                    <a:gd name="T1" fmla="*/ 0 h 21600"/>
                    <a:gd name="T2" fmla="*/ 21548 w 21549"/>
                    <a:gd name="T3" fmla="*/ 20113 h 21600"/>
                    <a:gd name="T4" fmla="*/ -1 w 21549"/>
                    <a:gd name="T5" fmla="*/ 0 h 21600"/>
                    <a:gd name="T6" fmla="*/ 21548 w 21549"/>
                    <a:gd name="T7" fmla="*/ 20113 h 21600"/>
                    <a:gd name="T8" fmla="*/ 0 w 21549"/>
                    <a:gd name="T9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549" h="21600" fill="none">
                      <a:moveTo>
                        <a:pt x="-1" y="0"/>
                      </a:moveTo>
                      <a:cubicBezTo>
                        <a:pt x="11352" y="0"/>
                        <a:pt x="20767" y="8787"/>
                        <a:pt x="21548" y="20113"/>
                      </a:cubicBezTo>
                    </a:path>
                    <a:path w="21549" h="21600" stroke="0">
                      <a:moveTo>
                        <a:pt x="-1" y="0"/>
                      </a:moveTo>
                      <a:cubicBezTo>
                        <a:pt x="11352" y="0"/>
                        <a:pt x="20767" y="8787"/>
                        <a:pt x="21548" y="20113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17775" name="Line 20"/>
                <p:cNvSpPr>
                  <a:spLocks noChangeShapeType="1"/>
                </p:cNvSpPr>
                <p:nvPr/>
              </p:nvSpPr>
              <p:spPr bwMode="auto">
                <a:xfrm>
                  <a:off x="4921" y="3217"/>
                  <a:ext cx="559" cy="0"/>
                </a:xfrm>
                <a:prstGeom prst="line">
                  <a:avLst/>
                </a:prstGeom>
                <a:noFill/>
                <a:ln w="952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7776" name="Group 28"/>
              <p:cNvGrpSpPr>
                <a:grpSpLocks/>
              </p:cNvGrpSpPr>
              <p:nvPr/>
            </p:nvGrpSpPr>
            <p:grpSpPr bwMode="auto">
              <a:xfrm>
                <a:off x="4825" y="2817"/>
                <a:ext cx="935" cy="868"/>
                <a:chOff x="4825" y="2817"/>
                <a:chExt cx="935" cy="868"/>
              </a:xfrm>
            </p:grpSpPr>
            <p:sp>
              <p:nvSpPr>
                <p:cNvPr id="117777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496" y="3454"/>
                  <a:ext cx="17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 marL="228600" indent="-228600"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0000"/>
                    <a:buFont typeface="Arial" panose="020B0604020202020204" pitchFamily="34" charset="0"/>
                    <a:buChar char="•"/>
                    <a:defRPr sz="2400">
                      <a:solidFill>
                        <a:srgbClr val="000066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buFont typeface="Arial" panose="020B0604020202020204" pitchFamily="34" charset="0"/>
                    <a:buNone/>
                  </a:pPr>
                  <a:r>
                    <a:rPr lang="en-US" altLang="zh-CN" sz="1800"/>
                    <a:t>x</a:t>
                  </a:r>
                </a:p>
              </p:txBody>
            </p:sp>
            <p:grpSp>
              <p:nvGrpSpPr>
                <p:cNvPr id="117778" name="Group 27"/>
                <p:cNvGrpSpPr>
                  <a:grpSpLocks/>
                </p:cNvGrpSpPr>
                <p:nvPr/>
              </p:nvGrpSpPr>
              <p:grpSpPr bwMode="auto">
                <a:xfrm>
                  <a:off x="4825" y="2817"/>
                  <a:ext cx="935" cy="866"/>
                  <a:chOff x="4825" y="2809"/>
                  <a:chExt cx="935" cy="866"/>
                </a:xfrm>
              </p:grpSpPr>
              <p:sp>
                <p:nvSpPr>
                  <p:cNvPr id="117779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245" y="3172"/>
                    <a:ext cx="515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>
                    <a:lvl1pPr marL="228600" indent="-228600"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buFont typeface="Arial" panose="020B0604020202020204" pitchFamily="34" charset="0"/>
                      <a:buNone/>
                    </a:pPr>
                    <a:r>
                      <a:rPr lang="en-US" altLang="zh-CN" sz="1400" b="1"/>
                      <a:t>h(y),y</a:t>
                    </a:r>
                  </a:p>
                </p:txBody>
              </p:sp>
              <p:sp>
                <p:nvSpPr>
                  <p:cNvPr id="117780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38" y="3036"/>
                    <a:ext cx="170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>
                    <a:lvl1pPr marL="228600" indent="-228600"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buFont typeface="Arial" panose="020B0604020202020204" pitchFamily="34" charset="0"/>
                      <a:buNone/>
                    </a:pPr>
                    <a:r>
                      <a:rPr lang="en-US" altLang="zh-CN" sz="1400" b="1"/>
                      <a:t>y</a:t>
                    </a:r>
                  </a:p>
                </p:txBody>
              </p:sp>
              <p:sp>
                <p:nvSpPr>
                  <p:cNvPr id="117781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25" y="3444"/>
                    <a:ext cx="17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>
                    <a:lvl1pPr marL="228600" indent="-228600"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buFont typeface="Arial" panose="020B0604020202020204" pitchFamily="34" charset="0"/>
                      <a:buNone/>
                    </a:pPr>
                    <a:r>
                      <a:rPr lang="en-US" altLang="zh-CN" sz="1800"/>
                      <a:t>0</a:t>
                    </a:r>
                  </a:p>
                </p:txBody>
              </p:sp>
              <p:sp>
                <p:nvSpPr>
                  <p:cNvPr id="117782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67" y="2822"/>
                    <a:ext cx="482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>
                    <a:lvl1pPr marL="228600" indent="-228600"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buFont typeface="Arial" panose="020B0604020202020204" pitchFamily="34" charset="0"/>
                      <a:buNone/>
                    </a:pPr>
                    <a:r>
                      <a:rPr lang="en-US" altLang="zh-CN" sz="1400" b="1"/>
                      <a:t>y=g(x)</a:t>
                    </a:r>
                  </a:p>
                </p:txBody>
              </p:sp>
              <p:sp>
                <p:nvSpPr>
                  <p:cNvPr id="117783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34" y="2809"/>
                    <a:ext cx="17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46800" rIns="90000" bIns="46800">
                    <a:spAutoFit/>
                  </a:bodyPr>
                  <a:lstStyle>
                    <a:lvl1pPr marL="228600" indent="-228600"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fontAlgn="base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SzPct val="80000"/>
                      <a:buFont typeface="Arial" panose="020B0604020202020204" pitchFamily="34" charset="0"/>
                      <a:buChar char="•"/>
                      <a:defRPr sz="2400">
                        <a:solidFill>
                          <a:srgbClr val="000066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>
                      <a:buFont typeface="Arial" panose="020B0604020202020204" pitchFamily="34" charset="0"/>
                      <a:buNone/>
                    </a:pPr>
                    <a:r>
                      <a:rPr lang="en-US" altLang="zh-CN" sz="1800"/>
                      <a:t>y</a:t>
                    </a:r>
                  </a:p>
                </p:txBody>
              </p:sp>
            </p:grpSp>
          </p:grpSp>
        </p:grpSp>
      </p:grpSp>
      <p:graphicFrame>
        <p:nvGraphicFramePr>
          <p:cNvPr id="452640" name="Object 32"/>
          <p:cNvGraphicFramePr>
            <a:graphicFrameLocks/>
          </p:cNvGraphicFramePr>
          <p:nvPr/>
        </p:nvGraphicFramePr>
        <p:xfrm>
          <a:off x="4414838" y="3195638"/>
          <a:ext cx="28733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0" r:id="rId17" imgW="1459233" imgH="253780" progId="Equation.DSMT4">
                  <p:embed/>
                </p:oleObj>
              </mc:Choice>
              <mc:Fallback>
                <p:oleObj r:id="rId17" imgW="1459233" imgH="253780" progId="Equation.DSMT4">
                  <p:embed/>
                  <p:pic>
                    <p:nvPicPr>
                      <p:cNvPr id="0" name="Object 32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4838" y="3195638"/>
                        <a:ext cx="287337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41" name="Object 33"/>
          <p:cNvGraphicFramePr>
            <a:graphicFrameLocks/>
          </p:cNvGraphicFramePr>
          <p:nvPr/>
        </p:nvGraphicFramePr>
        <p:xfrm>
          <a:off x="1450975" y="4125913"/>
          <a:ext cx="71120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1" r:id="rId19" imgW="3949700" imgH="228600" progId="Equation.DSMT4">
                  <p:embed/>
                </p:oleObj>
              </mc:Choice>
              <mc:Fallback>
                <p:oleObj r:id="rId19" imgW="3949700" imgH="228600" progId="Equation.DSMT4">
                  <p:embed/>
                  <p:pic>
                    <p:nvPicPr>
                      <p:cNvPr id="0" name="Object 33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75" y="4125913"/>
                        <a:ext cx="71120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42" name="Object 34"/>
          <p:cNvGraphicFramePr>
            <a:graphicFrameLocks/>
          </p:cNvGraphicFramePr>
          <p:nvPr/>
        </p:nvGraphicFramePr>
        <p:xfrm>
          <a:off x="1830388" y="4502150"/>
          <a:ext cx="1509712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2" r:id="rId21" imgW="837110" imgH="215619" progId="Equation.DSMT4">
                  <p:embed/>
                </p:oleObj>
              </mc:Choice>
              <mc:Fallback>
                <p:oleObj r:id="rId21" imgW="837110" imgH="215619" progId="Equation.DSMT4">
                  <p:embed/>
                  <p:pic>
                    <p:nvPicPr>
                      <p:cNvPr id="0" name="Object 34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388" y="4502150"/>
                        <a:ext cx="1509712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43" name="Object 35"/>
          <p:cNvGraphicFramePr>
            <a:graphicFrameLocks/>
          </p:cNvGraphicFramePr>
          <p:nvPr/>
        </p:nvGraphicFramePr>
        <p:xfrm>
          <a:off x="3479800" y="4506913"/>
          <a:ext cx="11430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3" r:id="rId23" imgW="634725" imgH="228501" progId="Equation.DSMT4">
                  <p:embed/>
                </p:oleObj>
              </mc:Choice>
              <mc:Fallback>
                <p:oleObj r:id="rId23" imgW="634725" imgH="228501" progId="Equation.DSMT4">
                  <p:embed/>
                  <p:pic>
                    <p:nvPicPr>
                      <p:cNvPr id="0" name="Object 35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800" y="4506913"/>
                        <a:ext cx="11430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44" name="Object 36"/>
          <p:cNvGraphicFramePr>
            <a:graphicFrameLocks/>
          </p:cNvGraphicFramePr>
          <p:nvPr/>
        </p:nvGraphicFramePr>
        <p:xfrm>
          <a:off x="1843088" y="4902200"/>
          <a:ext cx="194310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4" r:id="rId25" imgW="1078096" imgH="215619" progId="Equation.DSMT4">
                  <p:embed/>
                </p:oleObj>
              </mc:Choice>
              <mc:Fallback>
                <p:oleObj r:id="rId25" imgW="1078096" imgH="215619" progId="Equation.DSMT4">
                  <p:embed/>
                  <p:pic>
                    <p:nvPicPr>
                      <p:cNvPr id="0" name="Object 36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88" y="4902200"/>
                        <a:ext cx="194310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45" name="Object 37"/>
          <p:cNvGraphicFramePr>
            <a:graphicFrameLocks/>
          </p:cNvGraphicFramePr>
          <p:nvPr/>
        </p:nvGraphicFramePr>
        <p:xfrm>
          <a:off x="3849688" y="4902200"/>
          <a:ext cx="19685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5" r:id="rId27" imgW="1091726" imgH="228501" progId="Equation.DSMT4">
                  <p:embed/>
                </p:oleObj>
              </mc:Choice>
              <mc:Fallback>
                <p:oleObj r:id="rId27" imgW="1091726" imgH="228501" progId="Equation.DSMT4">
                  <p:embed/>
                  <p:pic>
                    <p:nvPicPr>
                      <p:cNvPr id="0" name="Object 37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9688" y="4902200"/>
                        <a:ext cx="19685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46" name="Object 38"/>
          <p:cNvGraphicFramePr>
            <a:graphicFrameLocks/>
          </p:cNvGraphicFramePr>
          <p:nvPr/>
        </p:nvGraphicFramePr>
        <p:xfrm>
          <a:off x="5794375" y="4914900"/>
          <a:ext cx="1716088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6" r:id="rId29" imgW="951674" imgH="203024" progId="Equation.DSMT4">
                  <p:embed/>
                </p:oleObj>
              </mc:Choice>
              <mc:Fallback>
                <p:oleObj r:id="rId29" imgW="951674" imgH="203024" progId="Equation.DSMT4">
                  <p:embed/>
                  <p:pic>
                    <p:nvPicPr>
                      <p:cNvPr id="0" name="Object 38"/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75" y="4914900"/>
                        <a:ext cx="1716088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47" name="Object 39"/>
          <p:cNvGraphicFramePr>
            <a:graphicFrameLocks/>
          </p:cNvGraphicFramePr>
          <p:nvPr/>
        </p:nvGraphicFramePr>
        <p:xfrm>
          <a:off x="4525963" y="5403850"/>
          <a:ext cx="167005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7" r:id="rId31" imgW="926296" imgH="203024" progId="Equation.DSMT4">
                  <p:embed/>
                </p:oleObj>
              </mc:Choice>
              <mc:Fallback>
                <p:oleObj r:id="rId31" imgW="926296" imgH="203024" progId="Equation.DSMT4">
                  <p:embed/>
                  <p:pic>
                    <p:nvPicPr>
                      <p:cNvPr id="0" name="Object 39"/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3" y="5403850"/>
                        <a:ext cx="167005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648" name="Object 40"/>
          <p:cNvGraphicFramePr>
            <a:graphicFrameLocks/>
          </p:cNvGraphicFramePr>
          <p:nvPr/>
        </p:nvGraphicFramePr>
        <p:xfrm>
          <a:off x="6267450" y="5268913"/>
          <a:ext cx="1624013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88" r:id="rId33" imgW="901309" imgH="330057" progId="Equation.DSMT4">
                  <p:embed/>
                </p:oleObj>
              </mc:Choice>
              <mc:Fallback>
                <p:oleObj r:id="rId33" imgW="901309" imgH="330057" progId="Equation.DSMT4">
                  <p:embed/>
                  <p:pic>
                    <p:nvPicPr>
                      <p:cNvPr id="0" name="Object 40"/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7450" y="5268913"/>
                        <a:ext cx="1624013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2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2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2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52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52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4EE33DD7-4F64-4649-9354-66B13DFF7F68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109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graphicFrame>
        <p:nvGraphicFramePr>
          <p:cNvPr id="118786" name="Object 2"/>
          <p:cNvGraphicFramePr>
            <a:graphicFrameLocks noGrp="1"/>
          </p:cNvGraphicFramePr>
          <p:nvPr>
            <p:ph sz="quarter" idx="2"/>
          </p:nvPr>
        </p:nvGraphicFramePr>
        <p:xfrm>
          <a:off x="884238" y="1074738"/>
          <a:ext cx="6864350" cy="383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42" r:id="rId3" imgW="3048000" imgH="1701800" progId="Equation.DSMT4">
                  <p:embed/>
                </p:oleObj>
              </mc:Choice>
              <mc:Fallback>
                <p:oleObj r:id="rId3" imgW="3048000" imgH="1701800" progId="Equation.DSMT4">
                  <p:embed/>
                  <p:pic>
                    <p:nvPicPr>
                      <p:cNvPr id="0" name="Object 2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1074738"/>
                        <a:ext cx="6864350" cy="38322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diamond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15E31B34-C179-485C-A5EF-621BB9BD1344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110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455695" name="Rectangle 15"/>
          <p:cNvSpPr>
            <a:spLocks noChangeArrowheads="1"/>
          </p:cNvSpPr>
          <p:nvPr/>
        </p:nvSpPr>
        <p:spPr bwMode="auto">
          <a:xfrm>
            <a:off x="1041400" y="2489200"/>
            <a:ext cx="7940675" cy="592138"/>
          </a:xfrm>
          <a:prstGeom prst="rect">
            <a:avLst/>
          </a:prstGeom>
          <a:solidFill>
            <a:srgbClr val="FF99CC"/>
          </a:solidFill>
          <a:ln w="25400">
            <a:solidFill>
              <a:srgbClr val="FF9900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9788" y="347663"/>
            <a:ext cx="7964487" cy="619125"/>
          </a:xfrm>
        </p:spPr>
        <p:txBody>
          <a:bodyPr/>
          <a:lstStyle/>
          <a:p>
            <a:pPr eaLnBrk="1" hangingPunct="1">
              <a:buFontTx/>
              <a:buBlip>
                <a:blip r:embed="rId3"/>
              </a:buBlip>
            </a:pPr>
            <a:r>
              <a:rPr lang="zh-CN" altLang="en-US" sz="2800">
                <a:ea typeface="宋体" panose="02010600030101010101" pitchFamily="2" charset="-122"/>
              </a:rPr>
              <a:t>例：</a:t>
            </a:r>
          </a:p>
        </p:txBody>
      </p:sp>
      <p:graphicFrame>
        <p:nvGraphicFramePr>
          <p:cNvPr id="119812" name="Object 0"/>
          <p:cNvGraphicFramePr>
            <a:graphicFrameLocks noGrp="1"/>
          </p:cNvGraphicFramePr>
          <p:nvPr>
            <p:ph sz="quarter" idx="2"/>
          </p:nvPr>
        </p:nvGraphicFramePr>
        <p:xfrm>
          <a:off x="1792288" y="219075"/>
          <a:ext cx="7192962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99" r:id="rId4" imgW="3175000" imgH="368300" progId="Equation.DSMT4">
                  <p:embed/>
                </p:oleObj>
              </mc:Choice>
              <mc:Fallback>
                <p:oleObj r:id="rId4" imgW="3175000" imgH="368300" progId="Equation.DSMT4">
                  <p:embed/>
                  <p:pic>
                    <p:nvPicPr>
                      <p:cNvPr id="0" name="Object 0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2288" y="219075"/>
                        <a:ext cx="7192962" cy="8350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1" name="Object 1"/>
          <p:cNvGraphicFramePr>
            <a:graphicFrameLocks noGrp="1"/>
          </p:cNvGraphicFramePr>
          <p:nvPr>
            <p:ph sz="quarter" idx="3"/>
          </p:nvPr>
        </p:nvGraphicFramePr>
        <p:xfrm>
          <a:off x="1871663" y="1006475"/>
          <a:ext cx="210978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00" r:id="rId6" imgW="1117115" imgH="393529" progId="Equation.DSMT4">
                  <p:embed/>
                </p:oleObj>
              </mc:Choice>
              <mc:Fallback>
                <p:oleObj r:id="rId6" imgW="1117115" imgH="393529" progId="Equation.DSMT4">
                  <p:embed/>
                  <p:pic>
                    <p:nvPicPr>
                      <p:cNvPr id="0" name="Object 1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1006475"/>
                        <a:ext cx="2109787" cy="7429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6962" name="Object 2"/>
          <p:cNvGraphicFramePr>
            <a:graphicFrameLocks/>
          </p:cNvGraphicFramePr>
          <p:nvPr/>
        </p:nvGraphicFramePr>
        <p:xfrm>
          <a:off x="1668463" y="3032125"/>
          <a:ext cx="6564312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01" r:id="rId8" imgW="3059372" imgH="660113" progId="Equation.DSMT4">
                  <p:embed/>
                </p:oleObj>
              </mc:Choice>
              <mc:Fallback>
                <p:oleObj r:id="rId8" imgW="3059372" imgH="660113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8463" y="3032125"/>
                        <a:ext cx="6564312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6963" name="Object 3"/>
          <p:cNvGraphicFramePr>
            <a:graphicFrameLocks/>
          </p:cNvGraphicFramePr>
          <p:nvPr/>
        </p:nvGraphicFramePr>
        <p:xfrm>
          <a:off x="1901825" y="4557713"/>
          <a:ext cx="19780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02" r:id="rId10" imgW="927100" imgH="228600" progId="Equation.DSMT4">
                  <p:embed/>
                </p:oleObj>
              </mc:Choice>
              <mc:Fallback>
                <p:oleObj r:id="rId10" imgW="927100" imgH="2286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825" y="4557713"/>
                        <a:ext cx="197802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6964" name="Object 4"/>
          <p:cNvGraphicFramePr>
            <a:graphicFrameLocks/>
          </p:cNvGraphicFramePr>
          <p:nvPr/>
        </p:nvGraphicFramePr>
        <p:xfrm>
          <a:off x="1854200" y="5556250"/>
          <a:ext cx="352425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03" r:id="rId12" imgW="1765300" imgH="685800" progId="Equation.DSMT4">
                  <p:embed/>
                </p:oleObj>
              </mc:Choice>
              <mc:Fallback>
                <p:oleObj r:id="rId12" imgW="1765300" imgH="6858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5556250"/>
                        <a:ext cx="3524250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6965" name="Object 5"/>
          <p:cNvGraphicFramePr>
            <a:graphicFrameLocks/>
          </p:cNvGraphicFramePr>
          <p:nvPr/>
        </p:nvGraphicFramePr>
        <p:xfrm>
          <a:off x="1073150" y="2549525"/>
          <a:ext cx="788352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04" r:id="rId14" imgW="3530600" imgH="228600" progId="Equation.DSMT4">
                  <p:embed/>
                </p:oleObj>
              </mc:Choice>
              <mc:Fallback>
                <p:oleObj r:id="rId14" imgW="3530600" imgH="228600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2549525"/>
                        <a:ext cx="7883525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6966" name="Object 6"/>
          <p:cNvGraphicFramePr>
            <a:graphicFrameLocks/>
          </p:cNvGraphicFramePr>
          <p:nvPr/>
        </p:nvGraphicFramePr>
        <p:xfrm>
          <a:off x="4132263" y="1042988"/>
          <a:ext cx="185737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05" r:id="rId16" imgW="939392" imgH="342751" progId="Equation.DSMT4">
                  <p:embed/>
                </p:oleObj>
              </mc:Choice>
              <mc:Fallback>
                <p:oleObj r:id="rId16" imgW="939392" imgH="342751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2263" y="1042988"/>
                        <a:ext cx="1857375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6967" name="Object 7"/>
          <p:cNvGraphicFramePr>
            <a:graphicFrameLocks/>
          </p:cNvGraphicFramePr>
          <p:nvPr/>
        </p:nvGraphicFramePr>
        <p:xfrm>
          <a:off x="6235700" y="1168400"/>
          <a:ext cx="22606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06" r:id="rId18" imgW="1142009" imgH="203024" progId="Equation.DSMT4">
                  <p:embed/>
                </p:oleObj>
              </mc:Choice>
              <mc:Fallback>
                <p:oleObj r:id="rId18" imgW="1142009" imgH="203024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1168400"/>
                        <a:ext cx="2260600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6968" name="Object 8"/>
          <p:cNvGraphicFramePr>
            <a:graphicFrameLocks/>
          </p:cNvGraphicFramePr>
          <p:nvPr/>
        </p:nvGraphicFramePr>
        <p:xfrm>
          <a:off x="1897063" y="1819275"/>
          <a:ext cx="2565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07" r:id="rId20" imgW="1358900" imgH="228600" progId="Equation.DSMT4">
                  <p:embed/>
                </p:oleObj>
              </mc:Choice>
              <mc:Fallback>
                <p:oleObj r:id="rId20" imgW="1358900" imgH="228600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7063" y="1819275"/>
                        <a:ext cx="2565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6969" name="Object 9"/>
          <p:cNvGraphicFramePr>
            <a:graphicFrameLocks/>
          </p:cNvGraphicFramePr>
          <p:nvPr/>
        </p:nvGraphicFramePr>
        <p:xfrm>
          <a:off x="4648200" y="1570038"/>
          <a:ext cx="1390650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08" r:id="rId22" imgW="736600" imgH="469900" progId="Equation.DSMT4">
                  <p:embed/>
                </p:oleObj>
              </mc:Choice>
              <mc:Fallback>
                <p:oleObj r:id="rId22" imgW="736600" imgH="469900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570038"/>
                        <a:ext cx="1390650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6970" name="Object 10"/>
          <p:cNvGraphicFramePr>
            <a:graphicFrameLocks/>
          </p:cNvGraphicFramePr>
          <p:nvPr/>
        </p:nvGraphicFramePr>
        <p:xfrm>
          <a:off x="6330950" y="1878013"/>
          <a:ext cx="19145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09" r:id="rId24" imgW="888229" imgH="203024" progId="Equation.DSMT4">
                  <p:embed/>
                </p:oleObj>
              </mc:Choice>
              <mc:Fallback>
                <p:oleObj r:id="rId24" imgW="888229" imgH="203024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0950" y="1878013"/>
                        <a:ext cx="19145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6971" name="Object 11"/>
          <p:cNvGraphicFramePr>
            <a:graphicFrameLocks/>
          </p:cNvGraphicFramePr>
          <p:nvPr/>
        </p:nvGraphicFramePr>
        <p:xfrm>
          <a:off x="3748088" y="4400550"/>
          <a:ext cx="19240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10" r:id="rId26" imgW="900918" imgH="304536" progId="Equation.DSMT4">
                  <p:embed/>
                </p:oleObj>
              </mc:Choice>
              <mc:Fallback>
                <p:oleObj r:id="rId26" imgW="900918" imgH="304536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8088" y="4400550"/>
                        <a:ext cx="19240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6972" name="Object 12"/>
          <p:cNvGraphicFramePr>
            <a:graphicFrameLocks/>
          </p:cNvGraphicFramePr>
          <p:nvPr/>
        </p:nvGraphicFramePr>
        <p:xfrm>
          <a:off x="1930400" y="5111750"/>
          <a:ext cx="211296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11" r:id="rId28" imgW="990170" imgH="228501" progId="Equation.DSMT4">
                  <p:embed/>
                </p:oleObj>
              </mc:Choice>
              <mc:Fallback>
                <p:oleObj r:id="rId28" imgW="990170" imgH="228501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5111750"/>
                        <a:ext cx="211296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6973" name="Object 13"/>
          <p:cNvGraphicFramePr>
            <a:graphicFrameLocks/>
          </p:cNvGraphicFramePr>
          <p:nvPr/>
        </p:nvGraphicFramePr>
        <p:xfrm>
          <a:off x="4359275" y="4932363"/>
          <a:ext cx="303371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12" r:id="rId30" imgW="1422400" imgH="368300" progId="Equation.DSMT4">
                  <p:embed/>
                </p:oleObj>
              </mc:Choice>
              <mc:Fallback>
                <p:oleObj r:id="rId30" imgW="1422400" imgH="368300" progId="Equation.DSMT4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275" y="4932363"/>
                        <a:ext cx="303371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5706" name="Rectangle 26"/>
          <p:cNvSpPr>
            <a:spLocks noChangeArrowheads="1"/>
          </p:cNvSpPr>
          <p:nvPr/>
        </p:nvSpPr>
        <p:spPr bwMode="auto">
          <a:xfrm>
            <a:off x="992188" y="873125"/>
            <a:ext cx="7964487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5E5D2F"/>
                </a:solidFill>
                <a:latin typeface="-쉬리M" pitchFamily="18" charset="-127"/>
              </a:rPr>
              <a:t>	</a:t>
            </a:r>
            <a:r>
              <a:rPr lang="zh-CN" altLang="en-US" sz="2800">
                <a:solidFill>
                  <a:srgbClr val="5E5D2F"/>
                </a:solidFill>
                <a:latin typeface="-쉬리M" pitchFamily="18" charset="-127"/>
              </a:rPr>
              <a:t>解：</a:t>
            </a:r>
          </a:p>
        </p:txBody>
      </p:sp>
      <p:sp>
        <p:nvSpPr>
          <p:cNvPr id="455707" name="Rectangle 27"/>
          <p:cNvSpPr>
            <a:spLocks noChangeArrowheads="1"/>
          </p:cNvSpPr>
          <p:nvPr/>
        </p:nvSpPr>
        <p:spPr bwMode="auto">
          <a:xfrm>
            <a:off x="768350" y="3392488"/>
            <a:ext cx="7964488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Blip>
                <a:blip r:embed="rId3"/>
              </a:buBlip>
            </a:pPr>
            <a:r>
              <a:rPr lang="zh-CN" altLang="en-US" sz="2800">
                <a:solidFill>
                  <a:srgbClr val="5E5D2F"/>
                </a:solidFill>
                <a:latin typeface="-쉬리M" pitchFamily="18" charset="-127"/>
              </a:rPr>
              <a:t>例：</a:t>
            </a:r>
          </a:p>
        </p:txBody>
      </p:sp>
      <p:sp>
        <p:nvSpPr>
          <p:cNvPr id="455708" name="Rectangle 28"/>
          <p:cNvSpPr>
            <a:spLocks noChangeArrowheads="1"/>
          </p:cNvSpPr>
          <p:nvPr/>
        </p:nvSpPr>
        <p:spPr bwMode="auto">
          <a:xfrm>
            <a:off x="992188" y="4456113"/>
            <a:ext cx="7964487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atinLnBrk="1"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rgbClr val="5E5D2F"/>
                </a:solidFill>
                <a:latin typeface="-쉬리M" pitchFamily="18" charset="-127"/>
              </a:rPr>
              <a:t> </a:t>
            </a:r>
            <a:r>
              <a:rPr lang="zh-CN" altLang="en-US" sz="2800">
                <a:solidFill>
                  <a:srgbClr val="5E5D2F"/>
                </a:solidFill>
                <a:latin typeface="-쉬리M" pitchFamily="18" charset="-127"/>
              </a:rPr>
              <a:t>解：</a:t>
            </a: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5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5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16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16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16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16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16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16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5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55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55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16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16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55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55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16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16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16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16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16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95" grpId="0" animBg="1"/>
      <p:bldP spid="455706" grpId="0"/>
      <p:bldP spid="455707" grpId="0"/>
      <p:bldP spid="455708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6B56A373-75DB-43DF-85A4-4CA8F5D9A209}" type="slidenum">
              <a:rPr lang="ko-KR" altLang="en-US" sz="1400" smtClean="0">
                <a:solidFill>
                  <a:srgbClr val="5E5D2F"/>
                </a:solidFill>
                <a:latin typeface="-쉬리M" pitchFamily="18" charset="-127"/>
                <a:ea typeface="-쉬리M" pitchFamily="18" charset="-127"/>
              </a:rPr>
              <a:pPr>
                <a:buClr>
                  <a:schemeClr val="tx1"/>
                </a:buClr>
              </a:pPr>
              <a:t>111</a:t>
            </a:fld>
            <a:endParaRPr lang="ko-KR" altLang="en-US" sz="1400">
              <a:solidFill>
                <a:srgbClr val="5E5D2F"/>
              </a:solidFill>
              <a:latin typeface="-쉬리M" pitchFamily="18" charset="-127"/>
              <a:ea typeface="-쉬리M" pitchFamily="18" charset="-127"/>
            </a:endParaRPr>
          </a:p>
        </p:txBody>
      </p:sp>
      <p:sp>
        <p:nvSpPr>
          <p:cNvPr id="12083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8863" y="144463"/>
            <a:ext cx="909637" cy="714375"/>
          </a:xfrm>
        </p:spPr>
        <p:txBody>
          <a:bodyPr/>
          <a:lstStyle/>
          <a:p>
            <a:pPr eaLnBrk="1" hangingPunct="1">
              <a:buFontTx/>
              <a:buBlip>
                <a:blip r:embed="rId3"/>
              </a:buBlip>
            </a:pPr>
            <a:r>
              <a:rPr lang="en-US" altLang="zh-CN" sz="2800"/>
              <a:t> </a:t>
            </a:r>
          </a:p>
        </p:txBody>
      </p:sp>
      <p:graphicFrame>
        <p:nvGraphicFramePr>
          <p:cNvPr id="120835" name="Object 4"/>
          <p:cNvGraphicFramePr>
            <a:graphicFrameLocks noGrp="1"/>
          </p:cNvGraphicFramePr>
          <p:nvPr>
            <p:ph sz="half" idx="2"/>
          </p:nvPr>
        </p:nvGraphicFramePr>
        <p:xfrm>
          <a:off x="1495425" y="219075"/>
          <a:ext cx="6881813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63" r:id="rId4" imgW="3770264" imgH="774364" progId="Equation.DSMT4">
                  <p:embed/>
                </p:oleObj>
              </mc:Choice>
              <mc:Fallback>
                <p:oleObj r:id="rId4" imgW="3770264" imgH="774364" progId="Equation.DSMT4">
                  <p:embed/>
                  <p:pic>
                    <p:nvPicPr>
                      <p:cNvPr id="0" name="Object 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5425" y="219075"/>
                        <a:ext cx="6881813" cy="14128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713" name="Object 9"/>
          <p:cNvGraphicFramePr>
            <a:graphicFrameLocks/>
          </p:cNvGraphicFramePr>
          <p:nvPr/>
        </p:nvGraphicFramePr>
        <p:xfrm>
          <a:off x="1071563" y="1614488"/>
          <a:ext cx="4630737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64" r:id="rId6" imgW="2538898" imgH="482391" progId="Equation.DSMT4">
                  <p:embed/>
                </p:oleObj>
              </mc:Choice>
              <mc:Fallback>
                <p:oleObj r:id="rId6" imgW="2538898" imgH="482391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1614488"/>
                        <a:ext cx="4630737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717" name="Object 13"/>
          <p:cNvGraphicFramePr>
            <a:graphicFrameLocks/>
          </p:cNvGraphicFramePr>
          <p:nvPr/>
        </p:nvGraphicFramePr>
        <p:xfrm>
          <a:off x="5816600" y="1617663"/>
          <a:ext cx="28924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65" r:id="rId8" imgW="1586811" imgH="482391" progId="Equation.DSMT4">
                  <p:embed/>
                </p:oleObj>
              </mc:Choice>
              <mc:Fallback>
                <p:oleObj r:id="rId8" imgW="1586811" imgH="482391" progId="Equation.DSMT4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6600" y="1617663"/>
                        <a:ext cx="2892425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719" name="Object 15"/>
          <p:cNvGraphicFramePr>
            <a:graphicFrameLocks/>
          </p:cNvGraphicFramePr>
          <p:nvPr/>
        </p:nvGraphicFramePr>
        <p:xfrm>
          <a:off x="1430338" y="2449513"/>
          <a:ext cx="3703637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66" r:id="rId10" imgW="2031118" imgH="482391" progId="Equation.DSMT4">
                  <p:embed/>
                </p:oleObj>
              </mc:Choice>
              <mc:Fallback>
                <p:oleObj r:id="rId10" imgW="2031118" imgH="482391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338" y="2449513"/>
                        <a:ext cx="3703637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720" name="Object 16"/>
          <p:cNvGraphicFramePr>
            <a:graphicFrameLocks/>
          </p:cNvGraphicFramePr>
          <p:nvPr/>
        </p:nvGraphicFramePr>
        <p:xfrm>
          <a:off x="5802313" y="2674938"/>
          <a:ext cx="136525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67" r:id="rId12" imgW="748001" imgH="177492" progId="Equation.DSMT4">
                  <p:embed/>
                </p:oleObj>
              </mc:Choice>
              <mc:Fallback>
                <p:oleObj r:id="rId12" imgW="748001" imgH="177492" progId="Equation.DSMT4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2313" y="2674938"/>
                        <a:ext cx="1365250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721" name="Object 17"/>
          <p:cNvGraphicFramePr>
            <a:graphicFrameLocks/>
          </p:cNvGraphicFramePr>
          <p:nvPr/>
        </p:nvGraphicFramePr>
        <p:xfrm>
          <a:off x="1411288" y="3290888"/>
          <a:ext cx="351948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68" r:id="rId14" imgW="1928726" imgH="253780" progId="Equation.DSMT4">
                  <p:embed/>
                </p:oleObj>
              </mc:Choice>
              <mc:Fallback>
                <p:oleObj r:id="rId14" imgW="1928726" imgH="253780" progId="Equation.DSMT4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1288" y="3290888"/>
                        <a:ext cx="3519487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722" name="Object 18"/>
          <p:cNvGraphicFramePr>
            <a:graphicFrameLocks/>
          </p:cNvGraphicFramePr>
          <p:nvPr/>
        </p:nvGraphicFramePr>
        <p:xfrm>
          <a:off x="1023938" y="3748088"/>
          <a:ext cx="38385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69" r:id="rId16" imgW="2106372" imgH="253780" progId="Equation.DSMT4">
                  <p:embed/>
                </p:oleObj>
              </mc:Choice>
              <mc:Fallback>
                <p:oleObj r:id="rId16" imgW="2106372" imgH="253780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3938" y="3748088"/>
                        <a:ext cx="3838575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724" name="Object 20"/>
          <p:cNvGraphicFramePr>
            <a:graphicFrameLocks/>
          </p:cNvGraphicFramePr>
          <p:nvPr/>
        </p:nvGraphicFramePr>
        <p:xfrm>
          <a:off x="5240338" y="3748088"/>
          <a:ext cx="37465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70" r:id="rId18" imgW="2055616" imgH="253780" progId="Equation.DSMT4">
                  <p:embed/>
                </p:oleObj>
              </mc:Choice>
              <mc:Fallback>
                <p:oleObj r:id="rId18" imgW="2055616" imgH="253780" progId="Equation.DSMT4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0338" y="3748088"/>
                        <a:ext cx="374650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726" name="Object 22"/>
          <p:cNvGraphicFramePr>
            <a:graphicFrameLocks/>
          </p:cNvGraphicFramePr>
          <p:nvPr/>
        </p:nvGraphicFramePr>
        <p:xfrm>
          <a:off x="1022350" y="4254500"/>
          <a:ext cx="44418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71" r:id="rId20" imgW="2438400" imgH="279400" progId="Equation.DSMT4">
                  <p:embed/>
                </p:oleObj>
              </mc:Choice>
              <mc:Fallback>
                <p:oleObj r:id="rId20" imgW="2438400" imgH="279400" progId="Equation.DSMT4">
                  <p:embed/>
                  <p:pic>
                    <p:nvPicPr>
                      <p:cNvPr id="0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350" y="4254500"/>
                        <a:ext cx="44418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727" name="Object 23"/>
          <p:cNvGraphicFramePr>
            <a:graphicFrameLocks/>
          </p:cNvGraphicFramePr>
          <p:nvPr/>
        </p:nvGraphicFramePr>
        <p:xfrm>
          <a:off x="5538788" y="4246563"/>
          <a:ext cx="201136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72" r:id="rId22" imgW="1104900" imgH="279400" progId="Equation.DSMT4">
                  <p:embed/>
                </p:oleObj>
              </mc:Choice>
              <mc:Fallback>
                <p:oleObj r:id="rId22" imgW="1104900" imgH="279400" progId="Equation.DSMT4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8788" y="4246563"/>
                        <a:ext cx="2011362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728" name="Object 24"/>
          <p:cNvGraphicFramePr>
            <a:graphicFrameLocks/>
          </p:cNvGraphicFramePr>
          <p:nvPr/>
        </p:nvGraphicFramePr>
        <p:xfrm>
          <a:off x="2668588" y="4741863"/>
          <a:ext cx="2706687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73" r:id="rId24" imgW="1485255" imgH="431613" progId="Equation.DSMT4">
                  <p:embed/>
                </p:oleObj>
              </mc:Choice>
              <mc:Fallback>
                <p:oleObj r:id="rId24" imgW="1485255" imgH="431613" progId="Equation.DSMT4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8" y="4741863"/>
                        <a:ext cx="2706687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729" name="Object 25"/>
          <p:cNvGraphicFramePr>
            <a:graphicFrameLocks/>
          </p:cNvGraphicFramePr>
          <p:nvPr/>
        </p:nvGraphicFramePr>
        <p:xfrm>
          <a:off x="2400300" y="5575300"/>
          <a:ext cx="4314825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74" r:id="rId26" imgW="2627759" imgH="710891" progId="Equation.DSMT4">
                  <p:embed/>
                </p:oleObj>
              </mc:Choice>
              <mc:Fallback>
                <p:oleObj r:id="rId26" imgW="2627759" imgH="710891" progId="Equation.DSMT4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5575300"/>
                        <a:ext cx="4314825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730" name="Object 26"/>
          <p:cNvGraphicFramePr>
            <a:graphicFrameLocks/>
          </p:cNvGraphicFramePr>
          <p:nvPr/>
        </p:nvGraphicFramePr>
        <p:xfrm>
          <a:off x="5538788" y="4676775"/>
          <a:ext cx="231298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575" r:id="rId28" imgW="1268899" imgH="355292" progId="Equation.DSMT4">
                  <p:embed/>
                </p:oleObj>
              </mc:Choice>
              <mc:Fallback>
                <p:oleObj r:id="rId28" imgW="1268899" imgH="355292" progId="Equation.DSMT4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8788" y="4676775"/>
                        <a:ext cx="2312987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64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64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864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64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64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864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64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64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64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64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86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64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64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864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64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64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1864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64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64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52226B0C-162A-473E-A9B3-7ABCA33FC892}" type="slidenum">
              <a:rPr lang="ko-KR" altLang="en-US" sz="1400" smtClean="0">
                <a:solidFill>
                  <a:schemeClr val="tx1"/>
                </a:solidFill>
                <a:latin typeface="-윤명조240" pitchFamily="18" charset="-127"/>
                <a:ea typeface="-윤명조240" pitchFamily="18" charset="-127"/>
              </a:rPr>
              <a:pPr>
                <a:buClr>
                  <a:schemeClr val="tx1"/>
                </a:buClr>
              </a:pPr>
              <a:t>112</a:t>
            </a:fld>
            <a:endParaRPr lang="ko-KR" altLang="en-US" sz="1400">
              <a:solidFill>
                <a:schemeClr val="tx1"/>
              </a:solidFill>
              <a:latin typeface="-윤명조240" pitchFamily="18" charset="-127"/>
              <a:ea typeface="-윤명조240" pitchFamily="18" charset="-127"/>
            </a:endParaRPr>
          </a:p>
        </p:txBody>
      </p:sp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4575" y="271463"/>
            <a:ext cx="3413125" cy="857250"/>
          </a:xfrm>
        </p:spPr>
        <p:txBody>
          <a:bodyPr/>
          <a:lstStyle/>
          <a:p>
            <a:pPr eaLnBrk="1" hangingPunct="1"/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复习思考题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>
          <a:xfrm>
            <a:off x="1023938" y="1146175"/>
            <a:ext cx="7829550" cy="54768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00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什么量被称为随机变量？它与样本空间的关系如何？</a:t>
            </a:r>
          </a:p>
          <a:p>
            <a:pPr eaLnBrk="1" hangingPunct="1">
              <a:buFontTx/>
              <a:buNone/>
            </a:pPr>
            <a:r>
              <a:rPr lang="en-US" altLang="zh-CN" sz="200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满足什么条件的试验称为“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重贝努里试验”？</a:t>
            </a:r>
          </a:p>
          <a:p>
            <a:pPr eaLnBrk="1" hangingPunct="1">
              <a:buFontTx/>
              <a:buNone/>
            </a:pPr>
            <a:r>
              <a:rPr lang="en-US" altLang="zh-CN" sz="200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事件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在一次试验中发生的概率为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&lt;p&lt;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。若在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次独立重复的试验中，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发生的总次数为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服从什么分布？并请导出：</a:t>
            </a:r>
          </a:p>
          <a:p>
            <a:pPr eaLnBrk="1" hangingPunct="1">
              <a:buFontTx/>
              <a:buNone/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00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什么条件下使用泊松近似公式等式较为合适？</a:t>
            </a:r>
          </a:p>
          <a:p>
            <a:pPr eaLnBrk="1" hangingPunct="1">
              <a:buFontTx/>
              <a:buNone/>
            </a:pPr>
            <a:r>
              <a:rPr lang="en-US" altLang="zh-CN" sz="200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什么样的随机变量称为连续型的？</a:t>
            </a:r>
          </a:p>
          <a:p>
            <a:pPr eaLnBrk="1" hangingPunct="1">
              <a:buFontTx/>
              <a:buNone/>
            </a:pPr>
            <a:r>
              <a:rPr lang="en-US" altLang="zh-CN" sz="200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若事件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为不可能事件，则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P(A)=0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反之成立吗？又若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为必然事件，</a:t>
            </a:r>
          </a:p>
          <a:p>
            <a:pPr eaLnBrk="1" hangingPunct="1">
              <a:buFontTx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  则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P(A)=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，反之成立吗？</a:t>
            </a:r>
          </a:p>
          <a:p>
            <a:pPr eaLnBrk="1" hangingPunct="1">
              <a:buFontTx/>
              <a:buNone/>
            </a:pPr>
            <a:r>
              <a:rPr lang="en-US" altLang="zh-CN" sz="200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若连续型随机变量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在某一区间上的概率密度为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，则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落在该区间</a:t>
            </a:r>
          </a:p>
          <a:p>
            <a:pPr eaLnBrk="1" hangingPunct="1">
              <a:buFontTx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  的概率为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，对吗？</a:t>
            </a:r>
          </a:p>
          <a:p>
            <a:pPr eaLnBrk="1" hangingPunct="1">
              <a:buFontTx/>
              <a:buNone/>
            </a:pPr>
            <a:r>
              <a:rPr lang="en-US" altLang="zh-CN" sz="200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若随机变量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在区间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(a,b)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上均匀分布，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落入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(a,b)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的任意一子区间</a:t>
            </a:r>
          </a:p>
          <a:p>
            <a:pPr eaLnBrk="1" hangingPunct="1">
              <a:buFontTx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(a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,b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上的概率为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)/(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b-a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),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对吗？</a:t>
            </a:r>
          </a:p>
          <a:p>
            <a:pPr eaLnBrk="1" hangingPunct="1">
              <a:buFontTx/>
              <a:buNone/>
            </a:pPr>
            <a:r>
              <a:rPr lang="en-US" altLang="zh-CN" sz="200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9.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若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N(</a:t>
            </a:r>
            <a:r>
              <a:rPr lang="el-GR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μ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l-GR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σ</a:t>
            </a:r>
            <a:r>
              <a:rPr lang="en-US" altLang="zh-CN" sz="2000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的概率密度函数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f(x)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x=</a:t>
            </a:r>
            <a:r>
              <a:rPr lang="el-GR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μ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处值最大，因此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落在</a:t>
            </a:r>
            <a:r>
              <a:rPr lang="el-GR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μ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附近的概率最大，对吗？</a:t>
            </a:r>
          </a:p>
        </p:txBody>
      </p:sp>
      <p:graphicFrame>
        <p:nvGraphicFramePr>
          <p:cNvPr id="2217984" name="Object 0"/>
          <p:cNvGraphicFramePr>
            <a:graphicFrameLocks/>
          </p:cNvGraphicFramePr>
          <p:nvPr/>
        </p:nvGraphicFramePr>
        <p:xfrm>
          <a:off x="1304925" y="2497138"/>
          <a:ext cx="41671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16" r:id="rId3" imgW="2565400" imgH="279400" progId="Equation.DSMT4">
                  <p:embed/>
                </p:oleObj>
              </mc:Choice>
              <mc:Fallback>
                <p:oleObj r:id="rId3" imgW="2565400" imgH="279400" progId="Equation.DSMT4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925" y="2497138"/>
                        <a:ext cx="41671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17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17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1"/>
              </a:buClr>
            </a:pPr>
            <a:fld id="{5818BDF9-A817-4F8A-A245-FCCAFECA6BC7}" type="slidenum">
              <a:rPr lang="ko-KR" altLang="en-US" sz="1400" smtClean="0">
                <a:solidFill>
                  <a:schemeClr val="tx1"/>
                </a:solidFill>
                <a:latin typeface="-윤명조240" pitchFamily="18" charset="-127"/>
                <a:ea typeface="-윤명조240" pitchFamily="18" charset="-127"/>
              </a:rPr>
              <a:pPr>
                <a:buClr>
                  <a:schemeClr val="tx1"/>
                </a:buClr>
              </a:pPr>
              <a:t>113</a:t>
            </a:fld>
            <a:endParaRPr lang="ko-KR" altLang="en-US" sz="1400">
              <a:solidFill>
                <a:schemeClr val="tx1"/>
              </a:solidFill>
              <a:latin typeface="-윤명조240" pitchFamily="18" charset="-127"/>
              <a:ea typeface="-윤명조240" pitchFamily="18" charset="-127"/>
            </a:endParaRPr>
          </a:p>
        </p:txBody>
      </p:sp>
      <p:sp>
        <p:nvSpPr>
          <p:cNvPr id="122882" name="Rectangle 5"/>
          <p:cNvSpPr>
            <a:spLocks noGrp="1" noChangeArrowheads="1"/>
          </p:cNvSpPr>
          <p:nvPr>
            <p:ph type="title"/>
          </p:nvPr>
        </p:nvSpPr>
        <p:spPr>
          <a:xfrm>
            <a:off x="1106488" y="317500"/>
            <a:ext cx="7561262" cy="857250"/>
          </a:xfrm>
        </p:spPr>
        <p:txBody>
          <a:bodyPr/>
          <a:lstStyle/>
          <a:p>
            <a:pPr eaLnBrk="1" hangingPunct="1"/>
            <a:r>
              <a:rPr lang="zh-CN" altLang="en-US"/>
              <a:t>课后习题</a:t>
            </a:r>
          </a:p>
        </p:txBody>
      </p:sp>
      <p:sp>
        <p:nvSpPr>
          <p:cNvPr id="122883" name="内容占位符 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10，15，20，25，30，35</a:t>
            </a:r>
          </a:p>
        </p:txBody>
      </p:sp>
    </p:spTree>
  </p:cSld>
  <p:clrMapOvr>
    <a:masterClrMapping/>
  </p:clrMapOvr>
  <p:transition spd="med">
    <p:zoom/>
  </p:transition>
</p:sld>
</file>

<file path=ppt/theme/theme1.xml><?xml version="1.0" encoding="utf-8"?>
<a:theme xmlns:a="http://schemas.openxmlformats.org/drawingml/2006/main" name="B050">
  <a:themeElements>
    <a:clrScheme name="B050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B050">
      <a:majorFont>
        <a:latin typeface="-머리정체M"/>
        <a:ea typeface="-머리정체M"/>
        <a:cs typeface=""/>
      </a:majorFont>
      <a:minorFont>
        <a:latin typeface="-윤고딕140"/>
        <a:ea typeface="-윤고딕14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050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50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50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50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50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50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50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126">
  <a:themeElements>
    <a:clrScheme name="B126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126">
      <a:majorFont>
        <a:latin typeface="-소망B"/>
        <a:ea typeface="-소망B"/>
        <a:cs typeface=""/>
      </a:majorFont>
      <a:minorFont>
        <a:latin typeface="-소망M"/>
        <a:ea typeface="-소망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126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126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26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26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26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26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26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B056">
  <a:themeElements>
    <a:clrScheme name="B056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56">
      <a:majorFont>
        <a:latin typeface="-쉬리B"/>
        <a:ea typeface="-쉬리B"/>
        <a:cs typeface=""/>
      </a:majorFont>
      <a:minorFont>
        <a:latin typeface="-쉬리M"/>
        <a:ea typeface="-쉬리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056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56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56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56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56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56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56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B044">
  <a:themeElements>
    <a:clrScheme name="B044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44">
      <a:majorFont>
        <a:latin typeface="-소망M"/>
        <a:ea typeface="-소망M"/>
        <a:cs typeface=""/>
      </a:majorFont>
      <a:minorFont>
        <a:latin typeface="-소망M"/>
        <a:ea typeface="-소망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044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44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44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44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44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44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44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B085">
  <a:themeElements>
    <a:clrScheme name="1_B08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B085">
      <a:majorFont>
        <a:latin typeface="-윤명조240"/>
        <a:ea typeface="-윤명조240"/>
        <a:cs typeface=""/>
      </a:majorFont>
      <a:minorFont>
        <a:latin typeface="-윤명조240"/>
        <a:ea typeface="-윤명조24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B08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08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08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08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08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08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08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B085">
  <a:themeElements>
    <a:clrScheme name="B08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85">
      <a:majorFont>
        <a:latin typeface="-윤명조240"/>
        <a:ea typeface="-윤명조240"/>
        <a:cs typeface=""/>
      </a:majorFont>
      <a:minorFont>
        <a:latin typeface="-윤명조240"/>
        <a:ea typeface="-윤명조24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08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8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8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8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8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8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8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Compass">
  <a:themeElements>
    <a:clrScheme name="Compass 2">
      <a:dk1>
        <a:srgbClr val="5B5D6B"/>
      </a:dk1>
      <a:lt1>
        <a:srgbClr val="FFFFFF"/>
      </a:lt1>
      <a:dk2>
        <a:srgbClr val="5A5C6C"/>
      </a:dk2>
      <a:lt2>
        <a:srgbClr val="FFFFCC"/>
      </a:lt2>
      <a:accent1>
        <a:srgbClr val="9966FF"/>
      </a:accent1>
      <a:accent2>
        <a:srgbClr val="9383B3"/>
      </a:accent2>
      <a:accent3>
        <a:srgbClr val="B5B5BA"/>
      </a:accent3>
      <a:accent4>
        <a:srgbClr val="DADADA"/>
      </a:accent4>
      <a:accent5>
        <a:srgbClr val="CAB8FF"/>
      </a:accent5>
      <a:accent6>
        <a:srgbClr val="8576A2"/>
      </a:accent6>
      <a:hlink>
        <a:srgbClr val="A3C145"/>
      </a:hlink>
      <a:folHlink>
        <a:srgbClr val="6FA9B7"/>
      </a:folHlink>
    </a:clrScheme>
    <a:fontScheme name="Compas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ompass 1">
        <a:dk1>
          <a:srgbClr val="00007A"/>
        </a:dk1>
        <a:lt1>
          <a:srgbClr val="FFFFFF"/>
        </a:lt1>
        <a:dk2>
          <a:srgbClr val="000066"/>
        </a:dk2>
        <a:lt2>
          <a:srgbClr val="CCECFF"/>
        </a:lt2>
        <a:accent1>
          <a:srgbClr val="6F64C2"/>
        </a:accent1>
        <a:accent2>
          <a:srgbClr val="0089BA"/>
        </a:accent2>
        <a:accent3>
          <a:srgbClr val="AAAAB8"/>
        </a:accent3>
        <a:accent4>
          <a:srgbClr val="DADADA"/>
        </a:accent4>
        <a:accent5>
          <a:srgbClr val="BBB8DD"/>
        </a:accent5>
        <a:accent6>
          <a:srgbClr val="007CA8"/>
        </a:accent6>
        <a:hlink>
          <a:srgbClr val="66CCFF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2">
        <a:dk1>
          <a:srgbClr val="5B5D6B"/>
        </a:dk1>
        <a:lt1>
          <a:srgbClr val="FFFFFF"/>
        </a:lt1>
        <a:dk2>
          <a:srgbClr val="5A5C6C"/>
        </a:dk2>
        <a:lt2>
          <a:srgbClr val="FFFFCC"/>
        </a:lt2>
        <a:accent1>
          <a:srgbClr val="9966FF"/>
        </a:accent1>
        <a:accent2>
          <a:srgbClr val="9383B3"/>
        </a:accent2>
        <a:accent3>
          <a:srgbClr val="B5B5BA"/>
        </a:accent3>
        <a:accent4>
          <a:srgbClr val="DADADA"/>
        </a:accent4>
        <a:accent5>
          <a:srgbClr val="CAB8FF"/>
        </a:accent5>
        <a:accent6>
          <a:srgbClr val="8576A2"/>
        </a:accent6>
        <a:hlink>
          <a:srgbClr val="A3C145"/>
        </a:hlink>
        <a:folHlink>
          <a:srgbClr val="6FA9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3">
        <a:dk1>
          <a:srgbClr val="860000"/>
        </a:dk1>
        <a:lt1>
          <a:srgbClr val="FFFFFF"/>
        </a:lt1>
        <a:dk2>
          <a:srgbClr val="800000"/>
        </a:dk2>
        <a:lt2>
          <a:srgbClr val="FFFFCC"/>
        </a:lt2>
        <a:accent1>
          <a:srgbClr val="FF6600"/>
        </a:accent1>
        <a:accent2>
          <a:srgbClr val="FF9933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4">
        <a:dk1>
          <a:srgbClr val="676A5C"/>
        </a:dk1>
        <a:lt1>
          <a:srgbClr val="FFFFFF"/>
        </a:lt1>
        <a:dk2>
          <a:srgbClr val="686B5D"/>
        </a:dk2>
        <a:lt2>
          <a:srgbClr val="FFFFCC"/>
        </a:lt2>
        <a:accent1>
          <a:srgbClr val="CC6600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E2B8AA"/>
        </a:accent5>
        <a:accent6>
          <a:srgbClr val="738F98"/>
        </a:accent6>
        <a:hlink>
          <a:srgbClr val="DDBF4F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5">
        <a:dk1>
          <a:srgbClr val="AC835E"/>
        </a:dk1>
        <a:lt1>
          <a:srgbClr val="FFFFFF"/>
        </a:lt1>
        <a:dk2>
          <a:srgbClr val="AE8764"/>
        </a:dk2>
        <a:lt2>
          <a:srgbClr val="FFFFCC"/>
        </a:lt2>
        <a:accent1>
          <a:srgbClr val="CC6600"/>
        </a:accent1>
        <a:accent2>
          <a:srgbClr val="FF5050"/>
        </a:accent2>
        <a:accent3>
          <a:srgbClr val="D3C3B8"/>
        </a:accent3>
        <a:accent4>
          <a:srgbClr val="DADADA"/>
        </a:accent4>
        <a:accent5>
          <a:srgbClr val="E2B8AA"/>
        </a:accent5>
        <a:accent6>
          <a:srgbClr val="E74848"/>
        </a:accent6>
        <a:hlink>
          <a:srgbClr val="FFCC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6">
        <a:dk1>
          <a:srgbClr val="526133"/>
        </a:dk1>
        <a:lt1>
          <a:srgbClr val="FFFFFF"/>
        </a:lt1>
        <a:dk2>
          <a:srgbClr val="4E5D31"/>
        </a:dk2>
        <a:lt2>
          <a:srgbClr val="FFFFCC"/>
        </a:lt2>
        <a:accent1>
          <a:srgbClr val="99CC00"/>
        </a:accent1>
        <a:accent2>
          <a:srgbClr val="7A9505"/>
        </a:accent2>
        <a:accent3>
          <a:srgbClr val="B2B6AD"/>
        </a:accent3>
        <a:accent4>
          <a:srgbClr val="DADADA"/>
        </a:accent4>
        <a:accent5>
          <a:srgbClr val="CAE2AA"/>
        </a:accent5>
        <a:accent6>
          <a:srgbClr val="6E8704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7">
        <a:dk1>
          <a:srgbClr val="000000"/>
        </a:dk1>
        <a:lt1>
          <a:srgbClr val="DDDCC5"/>
        </a:lt1>
        <a:dk2>
          <a:srgbClr val="95934B"/>
        </a:dk2>
        <a:lt2>
          <a:srgbClr val="DBDAC3"/>
        </a:lt2>
        <a:accent1>
          <a:srgbClr val="EAEBE1"/>
        </a:accent1>
        <a:accent2>
          <a:srgbClr val="9DB0B7"/>
        </a:accent2>
        <a:accent3>
          <a:srgbClr val="EBEBDF"/>
        </a:accent3>
        <a:accent4>
          <a:srgbClr val="000000"/>
        </a:accent4>
        <a:accent5>
          <a:srgbClr val="F3F3EE"/>
        </a:accent5>
        <a:accent6>
          <a:srgbClr val="8E9FA6"/>
        </a:accent6>
        <a:hlink>
          <a:srgbClr val="0099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ass 8">
        <a:dk1>
          <a:srgbClr val="007E7B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CC66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B95C"/>
        </a:accent6>
        <a:hlink>
          <a:srgbClr val="CCFFCC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ass 9">
        <a:dk1>
          <a:srgbClr val="000000"/>
        </a:dk1>
        <a:lt1>
          <a:srgbClr val="FFFFFF"/>
        </a:lt1>
        <a:dk2>
          <a:srgbClr val="000000"/>
        </a:dk2>
        <a:lt2>
          <a:srgbClr val="FEFEFE"/>
        </a:lt2>
        <a:accent1>
          <a:srgbClr val="E1E1FF"/>
        </a:accent1>
        <a:accent2>
          <a:srgbClr val="D9FFF8"/>
        </a:accent2>
        <a:accent3>
          <a:srgbClr val="FFFFFF"/>
        </a:accent3>
        <a:accent4>
          <a:srgbClr val="000000"/>
        </a:accent4>
        <a:accent5>
          <a:srgbClr val="EEEEFF"/>
        </a:accent5>
        <a:accent6>
          <a:srgbClr val="C4E7E1"/>
        </a:accent6>
        <a:hlink>
          <a:srgbClr val="9966FF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2_B085">
  <a:themeElements>
    <a:clrScheme name="1_B08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B085">
      <a:majorFont>
        <a:latin typeface="-윤명조240"/>
        <a:ea typeface="-윤명조240"/>
        <a:cs typeface=""/>
      </a:majorFont>
      <a:minorFont>
        <a:latin typeface="-윤명조240"/>
        <a:ea typeface="-윤명조24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B08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08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08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08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08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08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08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3_B085">
  <a:themeElements>
    <a:clrScheme name="1_B08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B085">
      <a:majorFont>
        <a:latin typeface="-윤명조240"/>
        <a:ea typeface="-윤명조240"/>
        <a:cs typeface=""/>
      </a:majorFont>
      <a:minorFont>
        <a:latin typeface="-윤명조240"/>
        <a:ea typeface="-윤명조24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0000" tIns="46800" rIns="90000" bIns="46800" numCol="1" anchor="t" anchorCtr="0" compatLnSpc="1">
        <a:spAutoFit/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80000"/>
          <a:buFontTx/>
          <a:buChar char="•"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B08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08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08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08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08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08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08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CDESIGNM</Template>
  <TotalTime>2662</TotalTime>
  <Words>8702</Words>
  <Application>Microsoft Macintosh PowerPoint</Application>
  <PresentationFormat>全屏显示(4:3)</PresentationFormat>
  <Paragraphs>1146</Paragraphs>
  <Slides>113</Slides>
  <Notes>7</Notes>
  <HiddenSlides>0</HiddenSlides>
  <MMClips>2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113</vt:i4>
      </vt:variant>
    </vt:vector>
  </HeadingPairs>
  <TitlesOfParts>
    <vt:vector size="149" baseType="lpstr">
      <vt:lpstr>-apple-system</vt:lpstr>
      <vt:lpstr>-머리정체B</vt:lpstr>
      <vt:lpstr>-머리정체M</vt:lpstr>
      <vt:lpstr>-소망B</vt:lpstr>
      <vt:lpstr>-소망M</vt:lpstr>
      <vt:lpstr>-쉬리B</vt:lpstr>
      <vt:lpstr>-쉬리M</vt:lpstr>
      <vt:lpstr>-윤고딕140</vt:lpstr>
      <vt:lpstr>-윤명조240</vt:lpstr>
      <vt:lpstr>楷体</vt:lpstr>
      <vt:lpstr>楷体_GB2312</vt:lpstr>
      <vt:lpstr>隶书</vt:lpstr>
      <vt:lpstr>宋体</vt:lpstr>
      <vt:lpstr>微软雅黑</vt:lpstr>
      <vt:lpstr>Arial</vt:lpstr>
      <vt:lpstr>Cambria Math</vt:lpstr>
      <vt:lpstr>Garamond</vt:lpstr>
      <vt:lpstr>Monotype Corsiva</vt:lpstr>
      <vt:lpstr>Tahoma</vt:lpstr>
      <vt:lpstr>Times New Roman</vt:lpstr>
      <vt:lpstr>Wingdings</vt:lpstr>
      <vt:lpstr>B050</vt:lpstr>
      <vt:lpstr>B126</vt:lpstr>
      <vt:lpstr>诗情画意</vt:lpstr>
      <vt:lpstr>B056</vt:lpstr>
      <vt:lpstr>B044</vt:lpstr>
      <vt:lpstr>1_B085</vt:lpstr>
      <vt:lpstr>B085</vt:lpstr>
      <vt:lpstr>Compass</vt:lpstr>
      <vt:lpstr>Edge</vt:lpstr>
      <vt:lpstr>2_B085</vt:lpstr>
      <vt:lpstr>3_B085</vt:lpstr>
      <vt:lpstr>Equation.DSMT4</vt:lpstr>
      <vt:lpstr>公式</vt:lpstr>
      <vt:lpstr>Equation.3</vt:lpstr>
      <vt:lpstr>Equation</vt:lpstr>
      <vt:lpstr>概率论与数理统计 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第一章  概率论的基本概念</vt:lpstr>
      <vt:lpstr>§1 随机试验</vt:lpstr>
      <vt:lpstr> 概率统计中研究的对象：随机现象的数量规律  </vt:lpstr>
      <vt:lpstr>抛硬币</vt:lpstr>
      <vt:lpstr>PowerPoint 演示文稿</vt:lpstr>
      <vt:lpstr>囚徒谬论</vt:lpstr>
      <vt:lpstr>囚徒谬论</vt:lpstr>
      <vt:lpstr>PowerPoint 演示文稿</vt:lpstr>
      <vt:lpstr>§2  样本空间·随机事件</vt:lpstr>
      <vt:lpstr>PowerPoint 演示文稿</vt:lpstr>
      <vt:lpstr>PowerPoint 演示文稿</vt:lpstr>
      <vt:lpstr>PowerPoint 演示文稿</vt:lpstr>
      <vt:lpstr>PowerPoint 演示文稿</vt:lpstr>
      <vt:lpstr>§3  频率与概率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§4 等可能概型（古典概型）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§5  条件概率</vt:lpstr>
      <vt:lpstr>PowerPoint 演示文稿</vt:lpstr>
      <vt:lpstr>PowerPoint 演示文稿</vt:lpstr>
      <vt:lpstr>PowerPoint 演示文稿</vt:lpstr>
      <vt:lpstr>PowerPoint 演示文稿</vt:lpstr>
      <vt:lpstr>三、全概率公式与Bayes公式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§6  独立性</vt:lpstr>
      <vt:lpstr>PowerPoint 演示文稿</vt:lpstr>
      <vt:lpstr>PowerPoint 演示文稿</vt:lpstr>
      <vt:lpstr>PowerPoint 演示文稿</vt:lpstr>
      <vt:lpstr>PowerPoint 演示文稿</vt:lpstr>
      <vt:lpstr>互不相容 &amp; 互相独立</vt:lpstr>
      <vt:lpstr>PowerPoint 演示文稿</vt:lpstr>
      <vt:lpstr>总结：</vt:lpstr>
      <vt:lpstr>第一章  概率论的基本概念</vt:lpstr>
      <vt:lpstr>课后习题</vt:lpstr>
      <vt:lpstr>复习思考题 1</vt:lpstr>
      <vt:lpstr>PowerPoint 演示文稿</vt:lpstr>
      <vt:lpstr>PowerPoint 演示文稿</vt:lpstr>
      <vt:lpstr>第二章  随机变量及其分布</vt:lpstr>
      <vt:lpstr>§1  随机变量</vt:lpstr>
      <vt:lpstr>§2  离散型随机变量及其分布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例5</vt:lpstr>
      <vt:lpstr>PowerPoint 演示文稿</vt:lpstr>
      <vt:lpstr>PowerPoint 演示文稿</vt:lpstr>
      <vt:lpstr>§4 连续型随机变量及其概率密度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泊松过程</vt:lpstr>
      <vt:lpstr>PowerPoint 演示文稿</vt:lpstr>
      <vt:lpstr>PowerPoint 演示文稿</vt:lpstr>
      <vt:lpstr>   正态分布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复习思考题 2</vt:lpstr>
      <vt:lpstr>课后习题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概率论与数理统计</dc:title>
  <dc:creator>lencho;cwang</dc:creator>
  <cp:lastModifiedBy>CWang-NBU</cp:lastModifiedBy>
  <cp:revision>5995</cp:revision>
  <dcterms:created xsi:type="dcterms:W3CDTF">2003-07-06T11:35:00Z</dcterms:created>
  <dcterms:modified xsi:type="dcterms:W3CDTF">2023-09-20T08:38:31Z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2052-10.1.0.6876</vt:lpwstr>
  </property>
</Properties>
</file>